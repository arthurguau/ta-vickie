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308" r:id="rId3"/>
    <p:sldId id="300" r:id="rId4"/>
    <p:sldId id="261" r:id="rId5"/>
    <p:sldId id="318" r:id="rId6"/>
    <p:sldId id="30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08"/>
          </p14:sldIdLst>
        </p14:section>
        <p14:section name="Untitled Section" id="{96B2A4F6-E483-46D3-B718-858E0B0CB8CB}">
          <p14:sldIdLst>
            <p14:sldId id="300"/>
            <p14:sldId id="261"/>
            <p14:sldId id="318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B2FC"/>
    <a:srgbClr val="CEC9BA"/>
    <a:srgbClr val="786F54"/>
    <a:srgbClr val="E19B7F"/>
    <a:srgbClr val="74869C"/>
    <a:srgbClr val="2E01AB"/>
    <a:srgbClr val="8005B1"/>
    <a:srgbClr val="2E8488"/>
    <a:srgbClr val="044EA8"/>
    <a:srgbClr val="1D3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6B44C9-1A2A-4AA9-94C6-BA7E1BBF6F83}" v="9" dt="2023-04-22T13:05:41.293"/>
    <p1510:client id="{D253B87B-FCD9-46BC-920B-DA31D69B59D7}" v="95" dt="2023-04-22T12:57:31.3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78" autoAdjust="0"/>
    <p:restoredTop sz="94660"/>
  </p:normalViewPr>
  <p:slideViewPr>
    <p:cSldViewPr snapToGrid="0">
      <p:cViewPr varScale="1">
        <p:scale>
          <a:sx n="59" d="100"/>
          <a:sy n="59" d="100"/>
        </p:scale>
        <p:origin x="5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" userId="c4d8cb49210192e2" providerId="LiveId" clId="{D253B87B-FCD9-46BC-920B-DA31D69B59D7}"/>
    <pc:docChg chg="undo custSel addSld delSld modSld sldOrd modSection">
      <pc:chgData name="Songqing" userId="c4d8cb49210192e2" providerId="LiveId" clId="{D253B87B-FCD9-46BC-920B-DA31D69B59D7}" dt="2023-04-22T12:58:32.721" v="2001" actId="1076"/>
      <pc:docMkLst>
        <pc:docMk/>
      </pc:docMkLst>
      <pc:sldChg chg="modSp mod">
        <pc:chgData name="Songqing" userId="c4d8cb49210192e2" providerId="LiveId" clId="{D253B87B-FCD9-46BC-920B-DA31D69B59D7}" dt="2023-03-14T14:13:44.873" v="20"/>
        <pc:sldMkLst>
          <pc:docMk/>
          <pc:sldMk cId="3813058601" sldId="256"/>
        </pc:sldMkLst>
        <pc:spChg chg="mod">
          <ac:chgData name="Songqing" userId="c4d8cb49210192e2" providerId="LiveId" clId="{D253B87B-FCD9-46BC-920B-DA31D69B59D7}" dt="2023-03-14T14:13:44.873" v="20"/>
          <ac:spMkLst>
            <pc:docMk/>
            <pc:sldMk cId="3813058601" sldId="256"/>
            <ac:spMk id="3" creationId="{00000000-0000-0000-0000-000000000000}"/>
          </ac:spMkLst>
        </pc:spChg>
      </pc:sldChg>
      <pc:sldChg chg="ord">
        <pc:chgData name="Songqing" userId="c4d8cb49210192e2" providerId="LiveId" clId="{D253B87B-FCD9-46BC-920B-DA31D69B59D7}" dt="2023-04-08T15:54:41.300" v="658"/>
        <pc:sldMkLst>
          <pc:docMk/>
          <pc:sldMk cId="3113703618" sldId="261"/>
        </pc:sldMkLst>
      </pc:sldChg>
      <pc:sldChg chg="ord">
        <pc:chgData name="Songqing" userId="c4d8cb49210192e2" providerId="LiveId" clId="{D253B87B-FCD9-46BC-920B-DA31D69B59D7}" dt="2023-04-08T15:54:41.300" v="658"/>
        <pc:sldMkLst>
          <pc:docMk/>
          <pc:sldMk cId="2556401176" sldId="300"/>
        </pc:sldMkLst>
      </pc:sldChg>
      <pc:sldChg chg="modSp del mod">
        <pc:chgData name="Songqing" userId="c4d8cb49210192e2" providerId="LiveId" clId="{D253B87B-FCD9-46BC-920B-DA31D69B59D7}" dt="2023-04-01T05:10:22.856" v="35" actId="2696"/>
        <pc:sldMkLst>
          <pc:docMk/>
          <pc:sldMk cId="2297835283" sldId="302"/>
        </pc:sldMkLst>
        <pc:spChg chg="mod">
          <ac:chgData name="Songqing" userId="c4d8cb49210192e2" providerId="LiveId" clId="{D253B87B-FCD9-46BC-920B-DA31D69B59D7}" dt="2023-04-01T05:10:02.730" v="34" actId="1076"/>
          <ac:spMkLst>
            <pc:docMk/>
            <pc:sldMk cId="2297835283" sldId="302"/>
            <ac:spMk id="2" creationId="{00000000-0000-0000-0000-000000000000}"/>
          </ac:spMkLst>
        </pc:spChg>
      </pc:sldChg>
      <pc:sldChg chg="addSp delSp modSp mod">
        <pc:chgData name="Songqing" userId="c4d8cb49210192e2" providerId="LiveId" clId="{D253B87B-FCD9-46BC-920B-DA31D69B59D7}" dt="2023-04-02T00:16:59.980" v="72" actId="20577"/>
        <pc:sldMkLst>
          <pc:docMk/>
          <pc:sldMk cId="2247735642" sldId="303"/>
        </pc:sldMkLst>
        <pc:spChg chg="mod">
          <ac:chgData name="Songqing" userId="c4d8cb49210192e2" providerId="LiveId" clId="{D253B87B-FCD9-46BC-920B-DA31D69B59D7}" dt="2023-04-02T00:16:59.980" v="72" actId="20577"/>
          <ac:spMkLst>
            <pc:docMk/>
            <pc:sldMk cId="2247735642" sldId="303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1T05:14:19.725" v="54" actId="478"/>
          <ac:spMkLst>
            <pc:docMk/>
            <pc:sldMk cId="2247735642" sldId="303"/>
            <ac:spMk id="24" creationId="{00000000-0000-0000-0000-000000000000}"/>
          </ac:spMkLst>
        </pc:spChg>
        <pc:picChg chg="add mod">
          <ac:chgData name="Songqing" userId="c4d8cb49210192e2" providerId="LiveId" clId="{D253B87B-FCD9-46BC-920B-DA31D69B59D7}" dt="2023-04-01T05:13:58.348" v="50" actId="1076"/>
          <ac:picMkLst>
            <pc:docMk/>
            <pc:sldMk cId="2247735642" sldId="303"/>
            <ac:picMk id="5" creationId="{F352B082-6869-DDCA-1DDF-6DDAF735C122}"/>
          </ac:picMkLst>
        </pc:picChg>
        <pc:picChg chg="add mod">
          <ac:chgData name="Songqing" userId="c4d8cb49210192e2" providerId="LiveId" clId="{D253B87B-FCD9-46BC-920B-DA31D69B59D7}" dt="2023-04-01T05:14:05.707" v="52" actId="1076"/>
          <ac:picMkLst>
            <pc:docMk/>
            <pc:sldMk cId="2247735642" sldId="303"/>
            <ac:picMk id="9" creationId="{36C0C6C7-F5B8-6FF4-7219-17EBCD89C16E}"/>
          </ac:picMkLst>
        </pc:picChg>
        <pc:picChg chg="del">
          <ac:chgData name="Songqing" userId="c4d8cb49210192e2" providerId="LiveId" clId="{D253B87B-FCD9-46BC-920B-DA31D69B59D7}" dt="2023-04-01T05:13:42.100" v="43" actId="478"/>
          <ac:picMkLst>
            <pc:docMk/>
            <pc:sldMk cId="2247735642" sldId="303"/>
            <ac:picMk id="26" creationId="{00000000-0000-0000-0000-000000000000}"/>
          </ac:picMkLst>
        </pc:picChg>
        <pc:picChg chg="del">
          <ac:chgData name="Songqing" userId="c4d8cb49210192e2" providerId="LiveId" clId="{D253B87B-FCD9-46BC-920B-DA31D69B59D7}" dt="2023-04-01T05:13:38.491" v="40" actId="478"/>
          <ac:picMkLst>
            <pc:docMk/>
            <pc:sldMk cId="2247735642" sldId="303"/>
            <ac:picMk id="27" creationId="{00000000-0000-0000-0000-000000000000}"/>
          </ac:picMkLst>
        </pc:picChg>
        <pc:picChg chg="mod">
          <ac:chgData name="Songqing" userId="c4d8cb49210192e2" providerId="LiveId" clId="{D253B87B-FCD9-46BC-920B-DA31D69B59D7}" dt="2023-04-01T05:14:08.264" v="53" actId="1076"/>
          <ac:picMkLst>
            <pc:docMk/>
            <pc:sldMk cId="2247735642" sldId="303"/>
            <ac:picMk id="29" creationId="{00000000-0000-0000-0000-000000000000}"/>
          </ac:picMkLst>
        </pc:picChg>
        <pc:picChg chg="mod">
          <ac:chgData name="Songqing" userId="c4d8cb49210192e2" providerId="LiveId" clId="{D253B87B-FCD9-46BC-920B-DA31D69B59D7}" dt="2023-04-01T05:14:26.726" v="55" actId="1076"/>
          <ac:picMkLst>
            <pc:docMk/>
            <pc:sldMk cId="2247735642" sldId="303"/>
            <ac:picMk id="37" creationId="{00000000-0000-0000-0000-000000000000}"/>
          </ac:picMkLst>
        </pc:picChg>
        <pc:picChg chg="add mod">
          <ac:chgData name="Songqing" userId="c4d8cb49210192e2" providerId="LiveId" clId="{D253B87B-FCD9-46BC-920B-DA31D69B59D7}" dt="2023-04-01T05:14:30.145" v="56" actId="1076"/>
          <ac:picMkLst>
            <pc:docMk/>
            <pc:sldMk cId="2247735642" sldId="303"/>
            <ac:picMk id="1026" creationId="{70F56220-2D46-A331-9E1A-14A5B3EE3B05}"/>
          </ac:picMkLst>
        </pc:picChg>
        <pc:cxnChg chg="del mod">
          <ac:chgData name="Songqing" userId="c4d8cb49210192e2" providerId="LiveId" clId="{D253B87B-FCD9-46BC-920B-DA31D69B59D7}" dt="2023-04-01T05:13:39.628" v="41" actId="478"/>
          <ac:cxnSpMkLst>
            <pc:docMk/>
            <pc:sldMk cId="2247735642" sldId="303"/>
            <ac:cxnSpMk id="8" creationId="{00000000-0000-0000-0000-000000000000}"/>
          </ac:cxnSpMkLst>
        </pc:cxnChg>
        <pc:cxnChg chg="del mod">
          <ac:chgData name="Songqing" userId="c4d8cb49210192e2" providerId="LiveId" clId="{D253B87B-FCD9-46BC-920B-DA31D69B59D7}" dt="2023-04-01T05:13:40.658" v="42" actId="478"/>
          <ac:cxnSpMkLst>
            <pc:docMk/>
            <pc:sldMk cId="2247735642" sldId="303"/>
            <ac:cxnSpMk id="33" creationId="{00000000-0000-0000-0000-000000000000}"/>
          </ac:cxnSpMkLst>
        </pc:cxnChg>
        <pc:cxnChg chg="mod">
          <ac:chgData name="Songqing" userId="c4d8cb49210192e2" providerId="LiveId" clId="{D253B87B-FCD9-46BC-920B-DA31D69B59D7}" dt="2023-04-01T05:10:49.914" v="36" actId="14100"/>
          <ac:cxnSpMkLst>
            <pc:docMk/>
            <pc:sldMk cId="2247735642" sldId="303"/>
            <ac:cxnSpMk id="44" creationId="{00000000-0000-0000-0000-000000000000}"/>
          </ac:cxnSpMkLst>
        </pc:cxnChg>
      </pc:sldChg>
      <pc:sldChg chg="addSp modSp">
        <pc:chgData name="Songqing" userId="c4d8cb49210192e2" providerId="LiveId" clId="{D253B87B-FCD9-46BC-920B-DA31D69B59D7}" dt="2023-04-01T05:15:22.802" v="58" actId="1076"/>
        <pc:sldMkLst>
          <pc:docMk/>
          <pc:sldMk cId="942506135" sldId="305"/>
        </pc:sldMkLst>
        <pc:picChg chg="add mod">
          <ac:chgData name="Songqing" userId="c4d8cb49210192e2" providerId="LiveId" clId="{D253B87B-FCD9-46BC-920B-DA31D69B59D7}" dt="2023-04-01T05:15:22.802" v="58" actId="1076"/>
          <ac:picMkLst>
            <pc:docMk/>
            <pc:sldMk cId="942506135" sldId="305"/>
            <ac:picMk id="6" creationId="{BFF8A6D2-538D-A98A-5B80-DCCE40B0E089}"/>
          </ac:picMkLst>
        </pc:picChg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956434690" sldId="307"/>
        </pc:sldMkLst>
      </pc:sldChg>
      <pc:sldChg chg="addSp delSp modSp mod">
        <pc:chgData name="Songqing" userId="c4d8cb49210192e2" providerId="LiveId" clId="{D253B87B-FCD9-46BC-920B-DA31D69B59D7}" dt="2023-04-22T11:18:01.190" v="1452" actId="20577"/>
        <pc:sldMkLst>
          <pc:docMk/>
          <pc:sldMk cId="1207033259" sldId="308"/>
        </pc:sldMkLst>
        <pc:spChg chg="add mod">
          <ac:chgData name="Songqing" userId="c4d8cb49210192e2" providerId="LiveId" clId="{D253B87B-FCD9-46BC-920B-DA31D69B59D7}" dt="2023-04-22T11:18:01.190" v="1452" actId="20577"/>
          <ac:spMkLst>
            <pc:docMk/>
            <pc:sldMk cId="1207033259" sldId="308"/>
            <ac:spMk id="2" creationId="{6539024E-1F6A-C2B9-9C0A-0144C1FE2E4E}"/>
          </ac:spMkLst>
        </pc:spChg>
        <pc:spChg chg="add mod">
          <ac:chgData name="Songqing" userId="c4d8cb49210192e2" providerId="LiveId" clId="{D253B87B-FCD9-46BC-920B-DA31D69B59D7}" dt="2023-04-08T19:27:18.767" v="895" actId="1076"/>
          <ac:spMkLst>
            <pc:docMk/>
            <pc:sldMk cId="1207033259" sldId="308"/>
            <ac:spMk id="3" creationId="{859325B8-EE9C-0CC1-173D-45859788EB1A}"/>
          </ac:spMkLst>
        </pc:spChg>
        <pc:spChg chg="del mod">
          <ac:chgData name="Songqing" userId="c4d8cb49210192e2" providerId="LiveId" clId="{D253B87B-FCD9-46BC-920B-DA31D69B59D7}" dt="2023-04-08T19:26:47.519" v="891" actId="478"/>
          <ac:spMkLst>
            <pc:docMk/>
            <pc:sldMk cId="1207033259" sldId="308"/>
            <ac:spMk id="21507" creationId="{00000000-0000-0000-0000-000000000000}"/>
          </ac:spMkLst>
        </pc:spChg>
      </pc:sldChg>
      <pc:sldChg chg="ord">
        <pc:chgData name="Songqing" userId="c4d8cb49210192e2" providerId="LiveId" clId="{D253B87B-FCD9-46BC-920B-DA31D69B59D7}" dt="2023-04-01T07:56:38.690" v="61"/>
        <pc:sldMkLst>
          <pc:docMk/>
          <pc:sldMk cId="1386347104" sldId="309"/>
        </pc:sldMkLst>
      </pc:sldChg>
      <pc:sldChg chg="modSp mod ord">
        <pc:chgData name="Songqing" userId="c4d8cb49210192e2" providerId="LiveId" clId="{D253B87B-FCD9-46BC-920B-DA31D69B59D7}" dt="2023-04-08T19:26:37.658" v="890" actId="14100"/>
        <pc:sldMkLst>
          <pc:docMk/>
          <pc:sldMk cId="627864415" sldId="310"/>
        </pc:sldMkLst>
        <pc:spChg chg="mod">
          <ac:chgData name="Songqing" userId="c4d8cb49210192e2" providerId="LiveId" clId="{D253B87B-FCD9-46BC-920B-DA31D69B59D7}" dt="2023-04-08T17:55:51.294" v="669" actId="20577"/>
          <ac:spMkLst>
            <pc:docMk/>
            <pc:sldMk cId="627864415" sldId="310"/>
            <ac:spMk id="2" creationId="{00000000-0000-0000-0000-000000000000}"/>
          </ac:spMkLst>
        </pc:spChg>
        <pc:spChg chg="mod">
          <ac:chgData name="Songqing" userId="c4d8cb49210192e2" providerId="LiveId" clId="{D253B87B-FCD9-46BC-920B-DA31D69B59D7}" dt="2023-04-08T19:26:37.658" v="890" actId="14100"/>
          <ac:spMkLst>
            <pc:docMk/>
            <pc:sldMk cId="627864415" sldId="310"/>
            <ac:spMk id="6" creationId="{00000000-0000-0000-0000-000000000000}"/>
          </ac:spMkLst>
        </pc:spChg>
      </pc:sldChg>
      <pc:sldChg chg="addSp delSp modSp mod ord">
        <pc:chgData name="Songqing" userId="c4d8cb49210192e2" providerId="LiveId" clId="{D253B87B-FCD9-46BC-920B-DA31D69B59D7}" dt="2023-04-08T15:49:04.535" v="617" actId="20577"/>
        <pc:sldMkLst>
          <pc:docMk/>
          <pc:sldMk cId="2858780333" sldId="311"/>
        </pc:sldMkLst>
        <pc:spChg chg="mod">
          <ac:chgData name="Songqing" userId="c4d8cb49210192e2" providerId="LiveId" clId="{D253B87B-FCD9-46BC-920B-DA31D69B59D7}" dt="2023-04-08T15:49:04.535" v="617" actId="20577"/>
          <ac:spMkLst>
            <pc:docMk/>
            <pc:sldMk cId="2858780333" sldId="311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4" creationId="{00000000-0000-0000-0000-000000000000}"/>
          </ac:spMkLst>
        </pc:spChg>
        <pc:spChg chg="mod">
          <ac:chgData name="Songqing" userId="c4d8cb49210192e2" providerId="LiveId" clId="{D253B87B-FCD9-46BC-920B-DA31D69B59D7}" dt="2023-04-08T15:05:31.143" v="320" actId="1076"/>
          <ac:spMkLst>
            <pc:docMk/>
            <pc:sldMk cId="2858780333" sldId="311"/>
            <ac:spMk id="5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6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7" creationId="{00000000-0000-0000-0000-000000000000}"/>
          </ac:spMkLst>
        </pc:spChg>
        <pc:spChg chg="del mod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8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9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1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3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4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5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6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21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22" creationId="{00000000-0000-0000-0000-000000000000}"/>
          </ac:spMkLst>
        </pc:spChg>
        <pc:picChg chg="add mod">
          <ac:chgData name="Songqing" userId="c4d8cb49210192e2" providerId="LiveId" clId="{D253B87B-FCD9-46BC-920B-DA31D69B59D7}" dt="2023-04-02T00:21:21.169" v="92" actId="1076"/>
          <ac:picMkLst>
            <pc:docMk/>
            <pc:sldMk cId="2858780333" sldId="311"/>
            <ac:picMk id="3" creationId="{4252084F-0B2F-B102-4A01-CBF67D8D6E1D}"/>
          </ac:picMkLst>
        </pc:picChg>
        <pc:cxnChg chg="del mod">
          <ac:chgData name="Songqing" userId="c4d8cb49210192e2" providerId="LiveId" clId="{D253B87B-FCD9-46BC-920B-DA31D69B59D7}" dt="2023-04-02T00:21:15.965" v="91" actId="478"/>
          <ac:cxnSpMkLst>
            <pc:docMk/>
            <pc:sldMk cId="2858780333" sldId="311"/>
            <ac:cxnSpMk id="12" creationId="{00000000-0000-0000-0000-000000000000}"/>
          </ac:cxnSpMkLst>
        </pc:cxnChg>
      </pc:sldChg>
      <pc:sldChg chg="addSp modSp mod ord">
        <pc:chgData name="Songqing" userId="c4d8cb49210192e2" providerId="LiveId" clId="{D253B87B-FCD9-46BC-920B-DA31D69B59D7}" dt="2023-04-21T19:59:09.656" v="1181" actId="1582"/>
        <pc:sldMkLst>
          <pc:docMk/>
          <pc:sldMk cId="2398645522" sldId="312"/>
        </pc:sldMkLst>
        <pc:spChg chg="add mod">
          <ac:chgData name="Songqing" userId="c4d8cb49210192e2" providerId="LiveId" clId="{D253B87B-FCD9-46BC-920B-DA31D69B59D7}" dt="2023-04-21T19:57:56.870" v="1172" actId="1076"/>
          <ac:spMkLst>
            <pc:docMk/>
            <pc:sldMk cId="2398645522" sldId="312"/>
            <ac:spMk id="3" creationId="{B8D8FD81-6557-1BCD-8860-5248CF024BA1}"/>
          </ac:spMkLst>
        </pc:spChg>
        <pc:spChg chg="add mod">
          <ac:chgData name="Songqing" userId="c4d8cb49210192e2" providerId="LiveId" clId="{D253B87B-FCD9-46BC-920B-DA31D69B59D7}" dt="2023-04-21T19:50:35.665" v="1126" actId="1076"/>
          <ac:spMkLst>
            <pc:docMk/>
            <pc:sldMk cId="2398645522" sldId="312"/>
            <ac:spMk id="5" creationId="{0E3943EE-24E8-6AF6-03DD-E42797DB8381}"/>
          </ac:spMkLst>
        </pc:spChg>
        <pc:spChg chg="add mod">
          <ac:chgData name="Songqing" userId="c4d8cb49210192e2" providerId="LiveId" clId="{D253B87B-FCD9-46BC-920B-DA31D69B59D7}" dt="2023-04-21T19:49:34.620" v="1111" actId="1076"/>
          <ac:spMkLst>
            <pc:docMk/>
            <pc:sldMk cId="2398645522" sldId="312"/>
            <ac:spMk id="7" creationId="{F22CA38A-031F-E342-D3B6-1F264A9A02AD}"/>
          </ac:spMkLst>
        </pc:spChg>
        <pc:spChg chg="add mod">
          <ac:chgData name="Songqing" userId="c4d8cb49210192e2" providerId="LiveId" clId="{D253B87B-FCD9-46BC-920B-DA31D69B59D7}" dt="2023-04-21T19:51:14.806" v="1135" actId="1076"/>
          <ac:spMkLst>
            <pc:docMk/>
            <pc:sldMk cId="2398645522" sldId="312"/>
            <ac:spMk id="8" creationId="{8E9DC6D3-CB7A-13C2-1800-B29FFF45855A}"/>
          </ac:spMkLst>
        </pc:spChg>
        <pc:spChg chg="add mod">
          <ac:chgData name="Songqing" userId="c4d8cb49210192e2" providerId="LiveId" clId="{D253B87B-FCD9-46BC-920B-DA31D69B59D7}" dt="2023-04-21T19:57:28.168" v="1168" actId="1076"/>
          <ac:spMkLst>
            <pc:docMk/>
            <pc:sldMk cId="2398645522" sldId="312"/>
            <ac:spMk id="23" creationId="{B88D52B7-8BA6-1FE8-CF64-2349AC93704A}"/>
          </ac:spMkLst>
        </pc:spChg>
        <pc:spChg chg="mod">
          <ac:chgData name="Songqing" userId="c4d8cb49210192e2" providerId="LiveId" clId="{D253B87B-FCD9-46BC-920B-DA31D69B59D7}" dt="2023-04-14T23:15:42.403" v="896" actId="207"/>
          <ac:spMkLst>
            <pc:docMk/>
            <pc:sldMk cId="2398645522" sldId="312"/>
            <ac:spMk id="66" creationId="{00000000-0000-0000-0000-000000000000}"/>
          </ac:spMkLst>
        </pc:spChg>
        <pc:cxnChg chg="add mod">
          <ac:chgData name="Songqing" userId="c4d8cb49210192e2" providerId="LiveId" clId="{D253B87B-FCD9-46BC-920B-DA31D69B59D7}" dt="2023-04-21T19:58:19.720" v="1175" actId="14100"/>
          <ac:cxnSpMkLst>
            <pc:docMk/>
            <pc:sldMk cId="2398645522" sldId="312"/>
            <ac:cxnSpMk id="10" creationId="{86A99A32-9358-86D9-38BC-9217D7DDCA0C}"/>
          </ac:cxnSpMkLst>
        </pc:cxnChg>
        <pc:cxnChg chg="add mod">
          <ac:chgData name="Songqing" userId="c4d8cb49210192e2" providerId="LiveId" clId="{D253B87B-FCD9-46BC-920B-DA31D69B59D7}" dt="2023-04-21T19:50:38.811" v="1127" actId="14100"/>
          <ac:cxnSpMkLst>
            <pc:docMk/>
            <pc:sldMk cId="2398645522" sldId="312"/>
            <ac:cxnSpMk id="11" creationId="{EC0B6F6A-ED35-C4AC-A5D9-CBE250E56391}"/>
          </ac:cxnSpMkLst>
        </pc:cxnChg>
        <pc:cxnChg chg="add mod">
          <ac:chgData name="Songqing" userId="c4d8cb49210192e2" providerId="LiveId" clId="{D253B87B-FCD9-46BC-920B-DA31D69B59D7}" dt="2023-04-21T19:50:54.615" v="1130" actId="14100"/>
          <ac:cxnSpMkLst>
            <pc:docMk/>
            <pc:sldMk cId="2398645522" sldId="312"/>
            <ac:cxnSpMk id="16" creationId="{D2C8B685-C108-F089-329B-E887F3898BC8}"/>
          </ac:cxnSpMkLst>
        </pc:cxnChg>
        <pc:cxnChg chg="add mod">
          <ac:chgData name="Songqing" userId="c4d8cb49210192e2" providerId="LiveId" clId="{D253B87B-FCD9-46BC-920B-DA31D69B59D7}" dt="2023-04-21T19:51:17.412" v="1136" actId="14100"/>
          <ac:cxnSpMkLst>
            <pc:docMk/>
            <pc:sldMk cId="2398645522" sldId="312"/>
            <ac:cxnSpMk id="19" creationId="{0703C5D7-934B-978B-7EBD-A11E9680479A}"/>
          </ac:cxnSpMkLst>
        </pc:cxnChg>
        <pc:cxnChg chg="add mod">
          <ac:chgData name="Songqing" userId="c4d8cb49210192e2" providerId="LiveId" clId="{D253B87B-FCD9-46BC-920B-DA31D69B59D7}" dt="2023-04-21T19:57:38.760" v="1171" actId="14100"/>
          <ac:cxnSpMkLst>
            <pc:docMk/>
            <pc:sldMk cId="2398645522" sldId="312"/>
            <ac:cxnSpMk id="24" creationId="{BE1C6BF6-4737-2D1B-9CFA-E7A7B0C220F1}"/>
          </ac:cxnSpMkLst>
        </pc:cxnChg>
        <pc:cxnChg chg="mod">
          <ac:chgData name="Songqing" userId="c4d8cb49210192e2" providerId="LiveId" clId="{D253B87B-FCD9-46BC-920B-DA31D69B59D7}" dt="2023-04-21T19:58:37.057" v="1176" actId="1582"/>
          <ac:cxnSpMkLst>
            <pc:docMk/>
            <pc:sldMk cId="2398645522" sldId="312"/>
            <ac:cxnSpMk id="26" creationId="{00000000-0000-0000-0000-000000000000}"/>
          </ac:cxnSpMkLst>
        </pc:cxnChg>
        <pc:cxnChg chg="mod">
          <ac:chgData name="Songqing" userId="c4d8cb49210192e2" providerId="LiveId" clId="{D253B87B-FCD9-46BC-920B-DA31D69B59D7}" dt="2023-04-21T19:58:55.801" v="1179" actId="208"/>
          <ac:cxnSpMkLst>
            <pc:docMk/>
            <pc:sldMk cId="2398645522" sldId="312"/>
            <ac:cxnSpMk id="28" creationId="{00000000-0000-0000-0000-000000000000}"/>
          </ac:cxnSpMkLst>
        </pc:cxnChg>
        <pc:cxnChg chg="mod">
          <ac:chgData name="Songqing" userId="c4d8cb49210192e2" providerId="LiveId" clId="{D253B87B-FCD9-46BC-920B-DA31D69B59D7}" dt="2023-04-21T19:59:02.528" v="1180" actId="1582"/>
          <ac:cxnSpMkLst>
            <pc:docMk/>
            <pc:sldMk cId="2398645522" sldId="312"/>
            <ac:cxnSpMk id="30" creationId="{00000000-0000-0000-0000-000000000000}"/>
          </ac:cxnSpMkLst>
        </pc:cxnChg>
        <pc:cxnChg chg="mod">
          <ac:chgData name="Songqing" userId="c4d8cb49210192e2" providerId="LiveId" clId="{D253B87B-FCD9-46BC-920B-DA31D69B59D7}" dt="2023-04-21T19:59:09.656" v="1181" actId="1582"/>
          <ac:cxnSpMkLst>
            <pc:docMk/>
            <pc:sldMk cId="2398645522" sldId="312"/>
            <ac:cxnSpMk id="34" creationId="{00000000-0000-0000-0000-000000000000}"/>
          </ac:cxnSpMkLst>
        </pc:cxnChg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2405679236" sldId="313"/>
        </pc:sldMkLst>
      </pc:sldChg>
      <pc:sldChg chg="del">
        <pc:chgData name="Songqing" userId="c4d8cb49210192e2" providerId="LiveId" clId="{D253B87B-FCD9-46BC-920B-DA31D69B59D7}" dt="2023-04-02T01:19:48.891" v="197" actId="2696"/>
        <pc:sldMkLst>
          <pc:docMk/>
          <pc:sldMk cId="4023077795" sldId="314"/>
        </pc:sldMkLst>
      </pc:sldChg>
      <pc:sldChg chg="modSp mod">
        <pc:chgData name="Songqing" userId="c4d8cb49210192e2" providerId="LiveId" clId="{D253B87B-FCD9-46BC-920B-DA31D69B59D7}" dt="2023-04-08T17:58:57.111" v="744" actId="20577"/>
        <pc:sldMkLst>
          <pc:docMk/>
          <pc:sldMk cId="2525518975" sldId="315"/>
        </pc:sldMkLst>
        <pc:spChg chg="mod">
          <ac:chgData name="Songqing" userId="c4d8cb49210192e2" providerId="LiveId" clId="{D253B87B-FCD9-46BC-920B-DA31D69B59D7}" dt="2023-04-08T17:58:57.111" v="744" actId="20577"/>
          <ac:spMkLst>
            <pc:docMk/>
            <pc:sldMk cId="2525518975" sldId="315"/>
            <ac:spMk id="2" creationId="{00000000-0000-0000-0000-000000000000}"/>
          </ac:spMkLst>
        </pc:spChg>
      </pc:sldChg>
      <pc:sldChg chg="addSp modSp mod ord">
        <pc:chgData name="Songqing" userId="c4d8cb49210192e2" providerId="LiveId" clId="{D253B87B-FCD9-46BC-920B-DA31D69B59D7}" dt="2023-04-22T12:28:45.285" v="1811" actId="1076"/>
        <pc:sldMkLst>
          <pc:docMk/>
          <pc:sldMk cId="413227472" sldId="317"/>
        </pc:sldMkLst>
        <pc:spChg chg="mod">
          <ac:chgData name="Songqing" userId="c4d8cb49210192e2" providerId="LiveId" clId="{D253B87B-FCD9-46BC-920B-DA31D69B59D7}" dt="2023-04-22T12:27:03.420" v="1627" actId="1076"/>
          <ac:spMkLst>
            <pc:docMk/>
            <pc:sldMk cId="413227472" sldId="317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2:28:45.285" v="1811" actId="1076"/>
          <ac:spMkLst>
            <pc:docMk/>
            <pc:sldMk cId="413227472" sldId="317"/>
            <ac:spMk id="3" creationId="{AFB455D9-7D2B-F604-2F76-901C3119A43D}"/>
          </ac:spMkLst>
        </pc:spChg>
      </pc:sldChg>
      <pc:sldChg chg="addSp delSp modSp mod">
        <pc:chgData name="Songqing" userId="c4d8cb49210192e2" providerId="LiveId" clId="{D253B87B-FCD9-46BC-920B-DA31D69B59D7}" dt="2023-04-08T17:55:36.107" v="668" actId="478"/>
        <pc:sldMkLst>
          <pc:docMk/>
          <pc:sldMk cId="2924215782" sldId="318"/>
        </pc:sldMkLst>
        <pc:spChg chg="mod">
          <ac:chgData name="Songqing" userId="c4d8cb49210192e2" providerId="LiveId" clId="{D253B87B-FCD9-46BC-920B-DA31D69B59D7}" dt="2023-04-08T15:57:07.973" v="663" actId="1076"/>
          <ac:spMkLst>
            <pc:docMk/>
            <pc:sldMk cId="2924215782" sldId="318"/>
            <ac:spMk id="4" creationId="{00000000-0000-0000-0000-000000000000}"/>
          </ac:spMkLst>
        </pc:spChg>
        <pc:spChg chg="add mod">
          <ac:chgData name="Songqing" userId="c4d8cb49210192e2" providerId="LiveId" clId="{D253B87B-FCD9-46BC-920B-DA31D69B59D7}" dt="2023-04-08T15:57:02.752" v="662" actId="14100"/>
          <ac:spMkLst>
            <pc:docMk/>
            <pc:sldMk cId="2924215782" sldId="318"/>
            <ac:spMk id="5" creationId="{2C1B7393-223D-166D-35CD-F3B8AFF2F5E8}"/>
          </ac:spMkLst>
        </pc:spChg>
        <pc:spChg chg="add del mod">
          <ac:chgData name="Songqing" userId="c4d8cb49210192e2" providerId="LiveId" clId="{D253B87B-FCD9-46BC-920B-DA31D69B59D7}" dt="2023-04-08T17:55:36.107" v="668" actId="478"/>
          <ac:spMkLst>
            <pc:docMk/>
            <pc:sldMk cId="2924215782" sldId="318"/>
            <ac:spMk id="7" creationId="{CDD0BF39-D8B2-C576-99BE-A5481941466D}"/>
          </ac:spMkLst>
        </pc:spChg>
      </pc:sldChg>
      <pc:sldChg chg="del">
        <pc:chgData name="Songqing" userId="c4d8cb49210192e2" providerId="LiveId" clId="{D253B87B-FCD9-46BC-920B-DA31D69B59D7}" dt="2023-04-08T17:57:32.827" v="670" actId="2696"/>
        <pc:sldMkLst>
          <pc:docMk/>
          <pc:sldMk cId="375882777" sldId="320"/>
        </pc:sldMkLst>
      </pc:sldChg>
      <pc:sldChg chg="addSp delSp modSp mod ord">
        <pc:chgData name="Songqing" userId="c4d8cb49210192e2" providerId="LiveId" clId="{D253B87B-FCD9-46BC-920B-DA31D69B59D7}" dt="2023-04-22T12:52:57.707" v="1986" actId="14100"/>
        <pc:sldMkLst>
          <pc:docMk/>
          <pc:sldMk cId="3672308756" sldId="322"/>
        </pc:sldMkLst>
        <pc:spChg chg="mod">
          <ac:chgData name="Songqing" userId="c4d8cb49210192e2" providerId="LiveId" clId="{D253B87B-FCD9-46BC-920B-DA31D69B59D7}" dt="2023-04-22T12:47:31.896" v="1956" actId="14100"/>
          <ac:spMkLst>
            <pc:docMk/>
            <pc:sldMk cId="3672308756" sldId="322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2:49:02.456" v="1980" actId="14100"/>
          <ac:spMkLst>
            <pc:docMk/>
            <pc:sldMk cId="3672308756" sldId="322"/>
            <ac:spMk id="3" creationId="{17D58D55-368D-8F97-0B82-3D4CF27F02E0}"/>
          </ac:spMkLst>
        </pc:spChg>
        <pc:spChg chg="add mod">
          <ac:chgData name="Songqing" userId="c4d8cb49210192e2" providerId="LiveId" clId="{D253B87B-FCD9-46BC-920B-DA31D69B59D7}" dt="2023-04-22T12:49:06.089" v="1981" actId="14100"/>
          <ac:spMkLst>
            <pc:docMk/>
            <pc:sldMk cId="3672308756" sldId="322"/>
            <ac:spMk id="4" creationId="{870B8279-6158-4CA8-53F1-60E42474F6AC}"/>
          </ac:spMkLst>
        </pc:spChg>
        <pc:spChg chg="add del mod">
          <ac:chgData name="Songqing" userId="c4d8cb49210192e2" providerId="LiveId" clId="{D253B87B-FCD9-46BC-920B-DA31D69B59D7}" dt="2023-04-21T20:06:28.903" v="1183" actId="478"/>
          <ac:spMkLst>
            <pc:docMk/>
            <pc:sldMk cId="3672308756" sldId="322"/>
            <ac:spMk id="5" creationId="{C4D1D074-DA44-42AE-E1F0-56B2EC8870BF}"/>
          </ac:spMkLst>
        </pc:spChg>
        <pc:spChg chg="add del mod">
          <ac:chgData name="Songqing" userId="c4d8cb49210192e2" providerId="LiveId" clId="{D253B87B-FCD9-46BC-920B-DA31D69B59D7}" dt="2023-04-22T12:52:14.320" v="1982" actId="478"/>
          <ac:spMkLst>
            <pc:docMk/>
            <pc:sldMk cId="3672308756" sldId="322"/>
            <ac:spMk id="6" creationId="{6F58E267-720C-508A-01FA-9472864A351C}"/>
          </ac:spMkLst>
        </pc:spChg>
        <pc:spChg chg="add mod">
          <ac:chgData name="Songqing" userId="c4d8cb49210192e2" providerId="LiveId" clId="{D253B87B-FCD9-46BC-920B-DA31D69B59D7}" dt="2023-04-22T12:52:34.195" v="1985" actId="1076"/>
          <ac:spMkLst>
            <pc:docMk/>
            <pc:sldMk cId="3672308756" sldId="322"/>
            <ac:spMk id="7" creationId="{04EDC746-B924-ADCD-A1D8-B8D65E28B2D4}"/>
          </ac:spMkLst>
        </pc:spChg>
        <pc:spChg chg="add mod">
          <ac:chgData name="Songqing" userId="c4d8cb49210192e2" providerId="LiveId" clId="{D253B87B-FCD9-46BC-920B-DA31D69B59D7}" dt="2023-04-22T12:52:34.195" v="1985" actId="1076"/>
          <ac:spMkLst>
            <pc:docMk/>
            <pc:sldMk cId="3672308756" sldId="322"/>
            <ac:spMk id="8" creationId="{A0371E0D-B194-01E5-DFBD-F2E3ABB562A2}"/>
          </ac:spMkLst>
        </pc:spChg>
        <pc:spChg chg="add mod">
          <ac:chgData name="Songqing" userId="c4d8cb49210192e2" providerId="LiveId" clId="{D253B87B-FCD9-46BC-920B-DA31D69B59D7}" dt="2023-04-22T12:52:34.195" v="1985" actId="1076"/>
          <ac:spMkLst>
            <pc:docMk/>
            <pc:sldMk cId="3672308756" sldId="322"/>
            <ac:spMk id="9" creationId="{AAC525E1-8DCC-09C2-7936-63F5FA30DF0E}"/>
          </ac:spMkLst>
        </pc:spChg>
        <pc:spChg chg="add mod">
          <ac:chgData name="Songqing" userId="c4d8cb49210192e2" providerId="LiveId" clId="{D253B87B-FCD9-46BC-920B-DA31D69B59D7}" dt="2023-04-22T12:52:25.529" v="1984" actId="14100"/>
          <ac:spMkLst>
            <pc:docMk/>
            <pc:sldMk cId="3672308756" sldId="322"/>
            <ac:spMk id="13" creationId="{F341FC7A-B4C9-8834-F34D-548FF51B21C1}"/>
          </ac:spMkLst>
        </pc:spChg>
        <pc:cxnChg chg="add mod">
          <ac:chgData name="Songqing" userId="c4d8cb49210192e2" providerId="LiveId" clId="{D253B87B-FCD9-46BC-920B-DA31D69B59D7}" dt="2023-04-22T12:52:34.195" v="1985" actId="1076"/>
          <ac:cxnSpMkLst>
            <pc:docMk/>
            <pc:sldMk cId="3672308756" sldId="322"/>
            <ac:cxnSpMk id="10" creationId="{44EF8AD3-E487-8D9E-5147-5EAE52BC0E04}"/>
          </ac:cxnSpMkLst>
        </pc:cxnChg>
        <pc:cxnChg chg="add mod">
          <ac:chgData name="Songqing" userId="c4d8cb49210192e2" providerId="LiveId" clId="{D253B87B-FCD9-46BC-920B-DA31D69B59D7}" dt="2023-04-22T12:52:57.707" v="1986" actId="14100"/>
          <ac:cxnSpMkLst>
            <pc:docMk/>
            <pc:sldMk cId="3672308756" sldId="322"/>
            <ac:cxnSpMk id="11" creationId="{C87DADED-675C-9F28-DCD5-FEF933547109}"/>
          </ac:cxnSpMkLst>
        </pc:cxnChg>
        <pc:cxnChg chg="add del mod">
          <ac:chgData name="Songqing" userId="c4d8cb49210192e2" providerId="LiveId" clId="{D253B87B-FCD9-46BC-920B-DA31D69B59D7}" dt="2023-04-22T12:47:46.729" v="1957" actId="478"/>
          <ac:cxnSpMkLst>
            <pc:docMk/>
            <pc:sldMk cId="3672308756" sldId="322"/>
            <ac:cxnSpMk id="12" creationId="{F63EA0C6-24F7-0F90-1DCF-53AA8BE5D512}"/>
          </ac:cxnSpMkLst>
        </pc:cxnChg>
      </pc:sldChg>
      <pc:sldChg chg="modSp mod ord">
        <pc:chgData name="Songqing" userId="c4d8cb49210192e2" providerId="LiveId" clId="{D253B87B-FCD9-46BC-920B-DA31D69B59D7}" dt="2023-04-22T11:28:25.061" v="1580" actId="14100"/>
        <pc:sldMkLst>
          <pc:docMk/>
          <pc:sldMk cId="3278352769" sldId="323"/>
        </pc:sldMkLst>
        <pc:spChg chg="mod">
          <ac:chgData name="Songqing" userId="c4d8cb49210192e2" providerId="LiveId" clId="{D253B87B-FCD9-46BC-920B-DA31D69B59D7}" dt="2023-04-22T11:28:25.061" v="1580" actId="14100"/>
          <ac:spMkLst>
            <pc:docMk/>
            <pc:sldMk cId="3278352769" sldId="323"/>
            <ac:spMk id="2" creationId="{00000000-0000-0000-0000-000000000000}"/>
          </ac:spMkLst>
        </pc:spChg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2726820711" sldId="324"/>
        </pc:sldMkLst>
      </pc:sldChg>
      <pc:sldChg chg="addSp delSp modSp mod ord">
        <pc:chgData name="Songqing" userId="c4d8cb49210192e2" providerId="LiveId" clId="{D253B87B-FCD9-46BC-920B-DA31D69B59D7}" dt="2023-04-22T12:58:32.721" v="2001" actId="1076"/>
        <pc:sldMkLst>
          <pc:docMk/>
          <pc:sldMk cId="2902447746" sldId="325"/>
        </pc:sldMkLst>
        <pc:spChg chg="mod">
          <ac:chgData name="Songqing" userId="c4d8cb49210192e2" providerId="LiveId" clId="{D253B87B-FCD9-46BC-920B-DA31D69B59D7}" dt="2023-04-22T12:58:16.929" v="1998" actId="14100"/>
          <ac:spMkLst>
            <pc:docMk/>
            <pc:sldMk cId="2902447746" sldId="325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2:58:28.982" v="2000" actId="1076"/>
          <ac:spMkLst>
            <pc:docMk/>
            <pc:sldMk cId="2902447746" sldId="325"/>
            <ac:spMk id="4" creationId="{A0CE9C82-686A-5084-4B0E-203431BA7E7D}"/>
          </ac:spMkLst>
        </pc:spChg>
        <pc:spChg chg="add mod">
          <ac:chgData name="Songqing" userId="c4d8cb49210192e2" providerId="LiveId" clId="{D253B87B-FCD9-46BC-920B-DA31D69B59D7}" dt="2023-04-22T12:58:22.784" v="1999" actId="1076"/>
          <ac:spMkLst>
            <pc:docMk/>
            <pc:sldMk cId="2902447746" sldId="325"/>
            <ac:spMk id="5" creationId="{887BD748-9D45-EEF1-6772-0C2B9E132AA6}"/>
          </ac:spMkLst>
        </pc:spChg>
        <pc:spChg chg="add mod">
          <ac:chgData name="Songqing" userId="c4d8cb49210192e2" providerId="LiveId" clId="{D253B87B-FCD9-46BC-920B-DA31D69B59D7}" dt="2023-04-22T12:58:32.721" v="2001" actId="1076"/>
          <ac:spMkLst>
            <pc:docMk/>
            <pc:sldMk cId="2902447746" sldId="325"/>
            <ac:spMk id="6" creationId="{23E69DFC-73B1-C5FA-6AD3-65B9B1C06AFE}"/>
          </ac:spMkLst>
        </pc:spChg>
        <pc:spChg chg="add del mod">
          <ac:chgData name="Songqing" userId="c4d8cb49210192e2" providerId="LiveId" clId="{D253B87B-FCD9-46BC-920B-DA31D69B59D7}" dt="2023-04-22T12:57:42.409" v="1996" actId="478"/>
          <ac:spMkLst>
            <pc:docMk/>
            <pc:sldMk cId="2902447746" sldId="325"/>
            <ac:spMk id="7" creationId="{D419C859-E6AD-2FC7-AE7D-14A6C906209C}"/>
          </ac:spMkLst>
        </pc:spChg>
        <pc:spChg chg="add mod">
          <ac:chgData name="Songqing" userId="c4d8cb49210192e2" providerId="LiveId" clId="{D253B87B-FCD9-46BC-920B-DA31D69B59D7}" dt="2023-04-22T12:57:38.050" v="1995" actId="1076"/>
          <ac:spMkLst>
            <pc:docMk/>
            <pc:sldMk cId="2902447746" sldId="325"/>
            <ac:spMk id="8" creationId="{09EC026B-1365-CB6C-5011-288E2CB6BC94}"/>
          </ac:spMkLst>
        </pc:spChg>
        <pc:spChg chg="add mod">
          <ac:chgData name="Songqing" userId="c4d8cb49210192e2" providerId="LiveId" clId="{D253B87B-FCD9-46BC-920B-DA31D69B59D7}" dt="2023-04-22T12:57:38.050" v="1995" actId="1076"/>
          <ac:spMkLst>
            <pc:docMk/>
            <pc:sldMk cId="2902447746" sldId="325"/>
            <ac:spMk id="9" creationId="{14B0957D-9DE9-1537-C8BA-894AA172403F}"/>
          </ac:spMkLst>
        </pc:spChg>
        <pc:spChg chg="add mod">
          <ac:chgData name="Songqing" userId="c4d8cb49210192e2" providerId="LiveId" clId="{D253B87B-FCD9-46BC-920B-DA31D69B59D7}" dt="2023-04-22T12:57:38.050" v="1995" actId="1076"/>
          <ac:spMkLst>
            <pc:docMk/>
            <pc:sldMk cId="2902447746" sldId="325"/>
            <ac:spMk id="10" creationId="{54254A6E-2602-2475-C1B8-F1624EF4760A}"/>
          </ac:spMkLst>
        </pc:spChg>
        <pc:cxnChg chg="add mod">
          <ac:chgData name="Songqing" userId="c4d8cb49210192e2" providerId="LiveId" clId="{D253B87B-FCD9-46BC-920B-DA31D69B59D7}" dt="2023-04-22T12:57:38.050" v="1995" actId="1076"/>
          <ac:cxnSpMkLst>
            <pc:docMk/>
            <pc:sldMk cId="2902447746" sldId="325"/>
            <ac:cxnSpMk id="11" creationId="{503EADA5-9E66-9E2A-2EA7-D31436E9C953}"/>
          </ac:cxnSpMkLst>
        </pc:cxnChg>
        <pc:cxnChg chg="add mod">
          <ac:chgData name="Songqing" userId="c4d8cb49210192e2" providerId="LiveId" clId="{D253B87B-FCD9-46BC-920B-DA31D69B59D7}" dt="2023-04-22T12:57:38.050" v="1995" actId="1076"/>
          <ac:cxnSpMkLst>
            <pc:docMk/>
            <pc:sldMk cId="2902447746" sldId="325"/>
            <ac:cxnSpMk id="12" creationId="{A506EC48-98E8-5C14-0399-EE24AF935F8C}"/>
          </ac:cxnSpMkLst>
        </pc:cxnChg>
      </pc:sldChg>
      <pc:sldChg chg="modSp del mod">
        <pc:chgData name="Songqing" userId="c4d8cb49210192e2" providerId="LiveId" clId="{D253B87B-FCD9-46BC-920B-DA31D69B59D7}" dt="2023-04-06T02:46:15.719" v="283" actId="2696"/>
        <pc:sldMkLst>
          <pc:docMk/>
          <pc:sldMk cId="1963722721" sldId="326"/>
        </pc:sldMkLst>
        <pc:spChg chg="mod">
          <ac:chgData name="Songqing" userId="c4d8cb49210192e2" providerId="LiveId" clId="{D253B87B-FCD9-46BC-920B-DA31D69B59D7}" dt="2023-04-02T01:20:02.360" v="203" actId="14100"/>
          <ac:spMkLst>
            <pc:docMk/>
            <pc:sldMk cId="1963722721" sldId="326"/>
            <ac:spMk id="2" creationId="{00000000-0000-0000-0000-000000000000}"/>
          </ac:spMkLst>
        </pc:spChg>
      </pc:sldChg>
      <pc:sldChg chg="addSp delSp modSp mod ord">
        <pc:chgData name="Songqing" userId="c4d8cb49210192e2" providerId="LiveId" clId="{D253B87B-FCD9-46BC-920B-DA31D69B59D7}" dt="2023-04-22T11:23:58.661" v="1528" actId="1076"/>
        <pc:sldMkLst>
          <pc:docMk/>
          <pc:sldMk cId="3328123108" sldId="327"/>
        </pc:sldMkLst>
        <pc:spChg chg="mod">
          <ac:chgData name="Songqing" userId="c4d8cb49210192e2" providerId="LiveId" clId="{D253B87B-FCD9-46BC-920B-DA31D69B59D7}" dt="2023-04-22T11:23:58.661" v="1528" actId="1076"/>
          <ac:spMkLst>
            <pc:docMk/>
            <pc:sldMk cId="3328123108" sldId="327"/>
            <ac:spMk id="2" creationId="{00000000-0000-0000-0000-000000000000}"/>
          </ac:spMkLst>
        </pc:spChg>
        <pc:spChg chg="add del mod">
          <ac:chgData name="Songqing" userId="c4d8cb49210192e2" providerId="LiveId" clId="{D253B87B-FCD9-46BC-920B-DA31D69B59D7}" dt="2023-04-22T11:16:45.521" v="1425" actId="478"/>
          <ac:spMkLst>
            <pc:docMk/>
            <pc:sldMk cId="3328123108" sldId="327"/>
            <ac:spMk id="3" creationId="{D332F776-7F90-7DD1-C814-F573542A311C}"/>
          </ac:spMkLst>
        </pc:spChg>
        <pc:spChg chg="add del mod">
          <ac:chgData name="Songqing" userId="c4d8cb49210192e2" providerId="LiveId" clId="{D253B87B-FCD9-46BC-920B-DA31D69B59D7}" dt="2023-04-22T11:16:46.620" v="1426" actId="478"/>
          <ac:spMkLst>
            <pc:docMk/>
            <pc:sldMk cId="3328123108" sldId="327"/>
            <ac:spMk id="4" creationId="{ABE08B85-3881-3C42-5278-6EDCB7E9AEC9}"/>
          </ac:spMkLst>
        </pc:spChg>
        <pc:spChg chg="add del mod">
          <ac:chgData name="Songqing" userId="c4d8cb49210192e2" providerId="LiveId" clId="{D253B87B-FCD9-46BC-920B-DA31D69B59D7}" dt="2023-04-22T11:16:48.647" v="1427" actId="478"/>
          <ac:spMkLst>
            <pc:docMk/>
            <pc:sldMk cId="3328123108" sldId="327"/>
            <ac:spMk id="5" creationId="{5627882B-CBF9-3AB4-C36C-8AB27EB1CE37}"/>
          </ac:spMkLst>
        </pc:spChg>
        <pc:spChg chg="add del mod">
          <ac:chgData name="Songqing" userId="c4d8cb49210192e2" providerId="LiveId" clId="{D253B87B-FCD9-46BC-920B-DA31D69B59D7}" dt="2023-04-22T11:18:59.344" v="1454" actId="478"/>
          <ac:spMkLst>
            <pc:docMk/>
            <pc:sldMk cId="3328123108" sldId="327"/>
            <ac:spMk id="6" creationId="{0D77D6F5-B7F9-A23F-F679-7C53A5368C79}"/>
          </ac:spMkLst>
        </pc:spChg>
        <pc:spChg chg="del mod">
          <ac:chgData name="Songqing" userId="c4d8cb49210192e2" providerId="LiveId" clId="{D253B87B-FCD9-46BC-920B-DA31D69B59D7}" dt="2023-04-22T11:18:59.344" v="1454" actId="478"/>
          <ac:spMkLst>
            <pc:docMk/>
            <pc:sldMk cId="3328123108" sldId="327"/>
            <ac:spMk id="81" creationId="{00000000-0000-0000-0000-000000000000}"/>
          </ac:spMkLst>
        </pc:spChg>
        <pc:spChg chg="del mod">
          <ac:chgData name="Songqing" userId="c4d8cb49210192e2" providerId="LiveId" clId="{D253B87B-FCD9-46BC-920B-DA31D69B59D7}" dt="2023-04-22T11:18:59.344" v="1454" actId="478"/>
          <ac:spMkLst>
            <pc:docMk/>
            <pc:sldMk cId="3328123108" sldId="327"/>
            <ac:spMk id="82" creationId="{00000000-0000-0000-0000-000000000000}"/>
          </ac:spMkLst>
        </pc:spChg>
        <pc:cxnChg chg="add del mod">
          <ac:chgData name="Songqing" userId="c4d8cb49210192e2" providerId="LiveId" clId="{D253B87B-FCD9-46BC-920B-DA31D69B59D7}" dt="2023-03-14T14:26:55.238" v="32" actId="478"/>
          <ac:cxnSpMkLst>
            <pc:docMk/>
            <pc:sldMk cId="3328123108" sldId="327"/>
            <ac:cxnSpMk id="6" creationId="{B5CBD535-CDD2-99BA-4367-EE634B08EE27}"/>
          </ac:cxnSpMkLst>
        </pc:cxnChg>
        <pc:cxnChg chg="add del mod ord">
          <ac:chgData name="Songqing" userId="c4d8cb49210192e2" providerId="LiveId" clId="{D253B87B-FCD9-46BC-920B-DA31D69B59D7}" dt="2023-04-22T11:16:41.371" v="1424" actId="478"/>
          <ac:cxnSpMkLst>
            <pc:docMk/>
            <pc:sldMk cId="3328123108" sldId="327"/>
            <ac:cxnSpMk id="9" creationId="{B1370D8B-6555-B9F3-73FB-189BD416DD34}"/>
          </ac:cxnSpMkLst>
        </pc:cxnChg>
      </pc:sldChg>
      <pc:sldChg chg="ord">
        <pc:chgData name="Songqing" userId="c4d8cb49210192e2" providerId="LiveId" clId="{D253B87B-FCD9-46BC-920B-DA31D69B59D7}" dt="2023-04-02T00:27:21.624" v="99"/>
        <pc:sldMkLst>
          <pc:docMk/>
          <pc:sldMk cId="3615647746" sldId="328"/>
        </pc:sldMkLst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2125594860" sldId="329"/>
        </pc:sldMkLst>
      </pc:sldChg>
      <pc:sldChg chg="addSp delSp modSp mod">
        <pc:chgData name="Songqing" userId="c4d8cb49210192e2" providerId="LiveId" clId="{D253B87B-FCD9-46BC-920B-DA31D69B59D7}" dt="2023-04-22T11:27:59.484" v="1577" actId="255"/>
        <pc:sldMkLst>
          <pc:docMk/>
          <pc:sldMk cId="3373275006" sldId="330"/>
        </pc:sldMkLst>
        <pc:spChg chg="mod">
          <ac:chgData name="Songqing" userId="c4d8cb49210192e2" providerId="LiveId" clId="{D253B87B-FCD9-46BC-920B-DA31D69B59D7}" dt="2023-04-22T11:27:59.484" v="1577" actId="255"/>
          <ac:spMkLst>
            <pc:docMk/>
            <pc:sldMk cId="3373275006" sldId="330"/>
            <ac:spMk id="2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8T15:09:55.897" v="385" actId="12"/>
          <ac:spMkLst>
            <pc:docMk/>
            <pc:sldMk cId="3373275006" sldId="330"/>
            <ac:spMk id="3" creationId="{00000000-0000-0000-0000-000000000000}"/>
          </ac:spMkLst>
        </pc:spChg>
        <pc:spChg chg="add mod">
          <ac:chgData name="Songqing" userId="c4d8cb49210192e2" providerId="LiveId" clId="{D253B87B-FCD9-46BC-920B-DA31D69B59D7}" dt="2023-04-08T17:58:23.961" v="720" actId="20577"/>
          <ac:spMkLst>
            <pc:docMk/>
            <pc:sldMk cId="3373275006" sldId="330"/>
            <ac:spMk id="4" creationId="{317170BE-3862-6D30-B833-CD725827E4D6}"/>
          </ac:spMkLst>
        </pc:spChg>
      </pc:sldChg>
      <pc:sldChg chg="addSp delSp modSp add mod ord">
        <pc:chgData name="Songqing" userId="c4d8cb49210192e2" providerId="LiveId" clId="{D253B87B-FCD9-46BC-920B-DA31D69B59D7}" dt="2023-04-08T15:24:00.896" v="458" actId="14100"/>
        <pc:sldMkLst>
          <pc:docMk/>
          <pc:sldMk cId="69005355" sldId="331"/>
        </pc:sldMkLst>
        <pc:spChg chg="mod">
          <ac:chgData name="Songqing" userId="c4d8cb49210192e2" providerId="LiveId" clId="{D253B87B-FCD9-46BC-920B-DA31D69B59D7}" dt="2023-04-08T15:24:00.896" v="458" actId="14100"/>
          <ac:spMkLst>
            <pc:docMk/>
            <pc:sldMk cId="69005355" sldId="331"/>
            <ac:spMk id="2" creationId="{00000000-0000-0000-0000-000000000000}"/>
          </ac:spMkLst>
        </pc:spChg>
        <pc:spChg chg="mod">
          <ac:chgData name="Songqing" userId="c4d8cb49210192e2" providerId="LiveId" clId="{D253B87B-FCD9-46BC-920B-DA31D69B59D7}" dt="2023-04-02T01:43:30.106" v="260" actId="1076"/>
          <ac:spMkLst>
            <pc:docMk/>
            <pc:sldMk cId="69005355" sldId="331"/>
            <ac:spMk id="5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6" creationId="{A5EB58B6-5C82-A95D-6595-39FA9D14E826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7" creationId="{DA242A2A-4FA6-14A4-AC4E-D1FA69042B40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8" creationId="{094873D3-1191-401F-34B1-A77B4BE2B83D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9" creationId="{41A7C2CA-0CD3-5C24-EA5A-2E316CBAFC5A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10" creationId="{B8436D58-6B27-116B-410E-32F370CBB7DE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11" creationId="{687AD08E-BBD1-3707-9C51-37AB158A4F88}"/>
          </ac:spMkLst>
        </pc:spChg>
        <pc:picChg chg="del">
          <ac:chgData name="Songqing" userId="c4d8cb49210192e2" providerId="LiveId" clId="{D253B87B-FCD9-46BC-920B-DA31D69B59D7}" dt="2023-04-02T01:12:59.431" v="123" actId="478"/>
          <ac:picMkLst>
            <pc:docMk/>
            <pc:sldMk cId="69005355" sldId="331"/>
            <ac:picMk id="3" creationId="{4252084F-0B2F-B102-4A01-CBF67D8D6E1D}"/>
          </ac:picMkLst>
        </pc:picChg>
        <pc:picChg chg="add mod">
          <ac:chgData name="Songqing" userId="c4d8cb49210192e2" providerId="LiveId" clId="{D253B87B-FCD9-46BC-920B-DA31D69B59D7}" dt="2023-04-02T01:18:18.211" v="190" actId="14100"/>
          <ac:picMkLst>
            <pc:docMk/>
            <pc:sldMk cId="69005355" sldId="331"/>
            <ac:picMk id="4" creationId="{7DB23E28-9395-336E-9EA7-9B08D0D35F8A}"/>
          </ac:picMkLst>
        </pc:picChg>
      </pc:sldChg>
      <pc:sldChg chg="addSp delSp modSp add mod ord">
        <pc:chgData name="Songqing" userId="c4d8cb49210192e2" providerId="LiveId" clId="{D253B87B-FCD9-46BC-920B-DA31D69B59D7}" dt="2023-04-06T02:42:49.677" v="282" actId="20577"/>
        <pc:sldMkLst>
          <pc:docMk/>
          <pc:sldMk cId="2075869107" sldId="332"/>
        </pc:sldMkLst>
        <pc:spChg chg="mod">
          <ac:chgData name="Songqing" userId="c4d8cb49210192e2" providerId="LiveId" clId="{D253B87B-FCD9-46BC-920B-DA31D69B59D7}" dt="2023-04-06T02:42:49.677" v="282" actId="20577"/>
          <ac:spMkLst>
            <pc:docMk/>
            <pc:sldMk cId="2075869107" sldId="332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6T02:42:37.510" v="274" actId="478"/>
          <ac:spMkLst>
            <pc:docMk/>
            <pc:sldMk cId="2075869107" sldId="332"/>
            <ac:spMk id="5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6T02:42:42.550" v="275" actId="478"/>
          <ac:spMkLst>
            <pc:docMk/>
            <pc:sldMk cId="2075869107" sldId="332"/>
            <ac:spMk id="6" creationId="{260FCD9E-B396-B43F-2E0F-72EBA274C366}"/>
          </ac:spMkLst>
        </pc:spChg>
        <pc:picChg chg="del">
          <ac:chgData name="Songqing" userId="c4d8cb49210192e2" providerId="LiveId" clId="{D253B87B-FCD9-46BC-920B-DA31D69B59D7}" dt="2023-04-06T02:42:44.540" v="276" actId="478"/>
          <ac:picMkLst>
            <pc:docMk/>
            <pc:sldMk cId="2075869107" sldId="332"/>
            <ac:picMk id="3" creationId="{4252084F-0B2F-B102-4A01-CBF67D8D6E1D}"/>
          </ac:picMkLst>
        </pc:picChg>
      </pc:sldChg>
      <pc:sldChg chg="addSp delSp modSp add mod ord">
        <pc:chgData name="Songqing" userId="c4d8cb49210192e2" providerId="LiveId" clId="{D253B87B-FCD9-46BC-920B-DA31D69B59D7}" dt="2023-04-08T19:25:35.799" v="861" actId="478"/>
        <pc:sldMkLst>
          <pc:docMk/>
          <pc:sldMk cId="2173282626" sldId="333"/>
        </pc:sldMkLst>
        <pc:spChg chg="mod">
          <ac:chgData name="Songqing" userId="c4d8cb49210192e2" providerId="LiveId" clId="{D253B87B-FCD9-46BC-920B-DA31D69B59D7}" dt="2023-04-08T15:23:47.020" v="444" actId="20577"/>
          <ac:spMkLst>
            <pc:docMk/>
            <pc:sldMk cId="2173282626" sldId="333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0:33.116" v="619" actId="478"/>
          <ac:spMkLst>
            <pc:docMk/>
            <pc:sldMk cId="2173282626" sldId="333"/>
            <ac:spMk id="5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8T19:25:35.799" v="861" actId="478"/>
          <ac:spMkLst>
            <pc:docMk/>
            <pc:sldMk cId="2173282626" sldId="333"/>
            <ac:spMk id="6" creationId="{F37795EA-1422-97A6-E75D-D918C0C162CA}"/>
          </ac:spMkLst>
        </pc:spChg>
      </pc:sldChg>
      <pc:sldChg chg="delSp modSp add mod ord">
        <pc:chgData name="Songqing" userId="c4d8cb49210192e2" providerId="LiveId" clId="{D253B87B-FCD9-46BC-920B-DA31D69B59D7}" dt="2023-04-22T11:27:14.129" v="1575" actId="20577"/>
        <pc:sldMkLst>
          <pc:docMk/>
          <pc:sldMk cId="2108580856" sldId="334"/>
        </pc:sldMkLst>
        <pc:spChg chg="mod">
          <ac:chgData name="Songqing" userId="c4d8cb49210192e2" providerId="LiveId" clId="{D253B87B-FCD9-46BC-920B-DA31D69B59D7}" dt="2023-04-22T11:27:14.129" v="1575" actId="20577"/>
          <ac:spMkLst>
            <pc:docMk/>
            <pc:sldMk cId="2108580856" sldId="334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41.609" v="651" actId="478"/>
          <ac:spMkLst>
            <pc:docMk/>
            <pc:sldMk cId="2108580856" sldId="334"/>
            <ac:spMk id="3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41.609" v="651" actId="478"/>
          <ac:spMkLst>
            <pc:docMk/>
            <pc:sldMk cId="2108580856" sldId="334"/>
            <ac:spMk id="4" creationId="{317170BE-3862-6D30-B833-CD725827E4D6}"/>
          </ac:spMkLst>
        </pc:spChg>
      </pc:sldChg>
      <pc:sldChg chg="delSp modSp add del mod">
        <pc:chgData name="Songqing" userId="c4d8cb49210192e2" providerId="LiveId" clId="{D253B87B-FCD9-46BC-920B-DA31D69B59D7}" dt="2023-04-08T15:53:43.267" v="654" actId="47"/>
        <pc:sldMkLst>
          <pc:docMk/>
          <pc:sldMk cId="52152789" sldId="335"/>
        </pc:sldMkLst>
        <pc:spChg chg="mod">
          <ac:chgData name="Songqing" userId="c4d8cb49210192e2" providerId="LiveId" clId="{D253B87B-FCD9-46BC-920B-DA31D69B59D7}" dt="2023-04-08T15:36:47.831" v="563" actId="5793"/>
          <ac:spMkLst>
            <pc:docMk/>
            <pc:sldMk cId="52152789" sldId="335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50.338" v="652" actId="478"/>
          <ac:spMkLst>
            <pc:docMk/>
            <pc:sldMk cId="52152789" sldId="335"/>
            <ac:spMk id="3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50.338" v="652" actId="478"/>
          <ac:spMkLst>
            <pc:docMk/>
            <pc:sldMk cId="52152789" sldId="335"/>
            <ac:spMk id="4" creationId="{317170BE-3862-6D30-B833-CD725827E4D6}"/>
          </ac:spMkLst>
        </pc:spChg>
      </pc:sldChg>
      <pc:sldChg chg="delSp modSp add del mod ord">
        <pc:chgData name="Songqing" userId="c4d8cb49210192e2" providerId="LiveId" clId="{D253B87B-FCD9-46BC-920B-DA31D69B59D7}" dt="2023-04-21T19:46:38.655" v="1036" actId="2696"/>
        <pc:sldMkLst>
          <pc:docMk/>
          <pc:sldMk cId="1341260443" sldId="336"/>
        </pc:sldMkLst>
        <pc:spChg chg="mod">
          <ac:chgData name="Songqing" userId="c4d8cb49210192e2" providerId="LiveId" clId="{D253B87B-FCD9-46BC-920B-DA31D69B59D7}" dt="2023-04-08T15:51:30.808" v="633" actId="20577"/>
          <ac:spMkLst>
            <pc:docMk/>
            <pc:sldMk cId="1341260443" sldId="336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1:37.786" v="634" actId="478"/>
          <ac:spMkLst>
            <pc:docMk/>
            <pc:sldMk cId="1341260443" sldId="336"/>
            <ac:spMk id="6" creationId="{F37795EA-1422-97A6-E75D-D918C0C162CA}"/>
          </ac:spMkLst>
        </pc:spChg>
        <pc:picChg chg="del mod">
          <ac:chgData name="Songqing" userId="c4d8cb49210192e2" providerId="LiveId" clId="{D253B87B-FCD9-46BC-920B-DA31D69B59D7}" dt="2023-04-16T13:18:17.832" v="1033" actId="478"/>
          <ac:picMkLst>
            <pc:docMk/>
            <pc:sldMk cId="1341260443" sldId="336"/>
            <ac:picMk id="4" creationId="{7DB23E28-9395-336E-9EA7-9B08D0D35F8A}"/>
          </ac:picMkLst>
        </pc:picChg>
      </pc:sldChg>
      <pc:sldChg chg="delSp modSp add mod ord">
        <pc:chgData name="Songqing" userId="c4d8cb49210192e2" providerId="LiveId" clId="{D253B87B-FCD9-46BC-920B-DA31D69B59D7}" dt="2023-04-22T11:28:50.317" v="1584" actId="478"/>
        <pc:sldMkLst>
          <pc:docMk/>
          <pc:sldMk cId="3083099032" sldId="337"/>
        </pc:sldMkLst>
        <pc:spChg chg="mod">
          <ac:chgData name="Songqing" userId="c4d8cb49210192e2" providerId="LiveId" clId="{D253B87B-FCD9-46BC-920B-DA31D69B59D7}" dt="2023-04-22T11:28:43.501" v="1582" actId="1076"/>
          <ac:spMkLst>
            <pc:docMk/>
            <pc:sldMk cId="3083099032" sldId="337"/>
            <ac:spMk id="2" creationId="{00000000-0000-0000-0000-000000000000}"/>
          </ac:spMkLst>
        </pc:spChg>
        <pc:picChg chg="del mod">
          <ac:chgData name="Songqing" userId="c4d8cb49210192e2" providerId="LiveId" clId="{D253B87B-FCD9-46BC-920B-DA31D69B59D7}" dt="2023-04-22T11:28:50.317" v="1584" actId="478"/>
          <ac:picMkLst>
            <pc:docMk/>
            <pc:sldMk cId="3083099032" sldId="337"/>
            <ac:picMk id="4" creationId="{7DB23E28-9395-336E-9EA7-9B08D0D35F8A}"/>
          </ac:picMkLst>
        </pc:picChg>
      </pc:sldChg>
      <pc:sldChg chg="delSp modSp add mod">
        <pc:chgData name="Songqing" userId="c4d8cb49210192e2" providerId="LiveId" clId="{D253B87B-FCD9-46BC-920B-DA31D69B59D7}" dt="2023-04-22T12:43:27.031" v="1814" actId="1076"/>
        <pc:sldMkLst>
          <pc:docMk/>
          <pc:sldMk cId="2388337663" sldId="338"/>
        </pc:sldMkLst>
        <pc:spChg chg="mod">
          <ac:chgData name="Songqing" userId="c4d8cb49210192e2" providerId="LiveId" clId="{D253B87B-FCD9-46BC-920B-DA31D69B59D7}" dt="2023-04-22T12:43:27.031" v="1814" actId="1076"/>
          <ac:spMkLst>
            <pc:docMk/>
            <pc:sldMk cId="2388337663" sldId="338"/>
            <ac:spMk id="2" creationId="{00000000-0000-0000-0000-000000000000}"/>
          </ac:spMkLst>
        </pc:spChg>
        <pc:picChg chg="del">
          <ac:chgData name="Songqing" userId="c4d8cb49210192e2" providerId="LiveId" clId="{D253B87B-FCD9-46BC-920B-DA31D69B59D7}" dt="2023-04-22T12:43:18.644" v="1812" actId="478"/>
          <ac:picMkLst>
            <pc:docMk/>
            <pc:sldMk cId="2388337663" sldId="338"/>
            <ac:picMk id="4" creationId="{7DB23E28-9395-336E-9EA7-9B08D0D35F8A}"/>
          </ac:picMkLst>
        </pc:picChg>
      </pc:sldChg>
      <pc:sldChg chg="addSp delSp modSp add mod">
        <pc:chgData name="Songqing" userId="c4d8cb49210192e2" providerId="LiveId" clId="{D253B87B-FCD9-46BC-920B-DA31D69B59D7}" dt="2023-04-22T07:13:47.109" v="1370" actId="14100"/>
        <pc:sldMkLst>
          <pc:docMk/>
          <pc:sldMk cId="765302659" sldId="339"/>
        </pc:sldMkLst>
        <pc:spChg chg="del mod">
          <ac:chgData name="Songqing" userId="c4d8cb49210192e2" providerId="LiveId" clId="{D253B87B-FCD9-46BC-920B-DA31D69B59D7}" dt="2023-04-21T20:06:56.061" v="1191" actId="478"/>
          <ac:spMkLst>
            <pc:docMk/>
            <pc:sldMk cId="765302659" sldId="339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21T20:06:36.964" v="1185" actId="478"/>
          <ac:spMkLst>
            <pc:docMk/>
            <pc:sldMk cId="765302659" sldId="339"/>
            <ac:spMk id="3" creationId="{17D58D55-368D-8F97-0B82-3D4CF27F02E0}"/>
          </ac:spMkLst>
        </pc:spChg>
        <pc:spChg chg="del">
          <ac:chgData name="Songqing" userId="c4d8cb49210192e2" providerId="LiveId" clId="{D253B87B-FCD9-46BC-920B-DA31D69B59D7}" dt="2023-04-21T20:06:33.560" v="1184" actId="478"/>
          <ac:spMkLst>
            <pc:docMk/>
            <pc:sldMk cId="765302659" sldId="339"/>
            <ac:spMk id="4" creationId="{870B8279-6158-4CA8-53F1-60E42474F6AC}"/>
          </ac:spMkLst>
        </pc:spChg>
        <pc:spChg chg="mod">
          <ac:chgData name="Songqing" userId="c4d8cb49210192e2" providerId="LiveId" clId="{D253B87B-FCD9-46BC-920B-DA31D69B59D7}" dt="2023-04-21T20:07:31.539" v="1198" actId="255"/>
          <ac:spMkLst>
            <pc:docMk/>
            <pc:sldMk cId="765302659" sldId="339"/>
            <ac:spMk id="5" creationId="{C4D1D074-DA44-42AE-E1F0-56B2EC8870BF}"/>
          </ac:spMkLst>
        </pc:spChg>
        <pc:spChg chg="add del mod">
          <ac:chgData name="Songqing" userId="c4d8cb49210192e2" providerId="LiveId" clId="{D253B87B-FCD9-46BC-920B-DA31D69B59D7}" dt="2023-04-21T20:06:59.385" v="1192" actId="478"/>
          <ac:spMkLst>
            <pc:docMk/>
            <pc:sldMk cId="765302659" sldId="339"/>
            <ac:spMk id="7" creationId="{84DDFE02-D867-9D00-A119-9EF0F162B568}"/>
          </ac:spMkLst>
        </pc:spChg>
        <pc:spChg chg="add mod">
          <ac:chgData name="Songqing" userId="c4d8cb49210192e2" providerId="LiveId" clId="{D253B87B-FCD9-46BC-920B-DA31D69B59D7}" dt="2023-04-22T07:13:47.109" v="1370" actId="14100"/>
          <ac:spMkLst>
            <pc:docMk/>
            <pc:sldMk cId="765302659" sldId="339"/>
            <ac:spMk id="8" creationId="{625E1624-1E21-D720-B2C2-1D8728AA0F33}"/>
          </ac:spMkLst>
        </pc:spChg>
        <pc:spChg chg="add mod">
          <ac:chgData name="Songqing" userId="c4d8cb49210192e2" providerId="LiveId" clId="{D253B87B-FCD9-46BC-920B-DA31D69B59D7}" dt="2023-04-22T07:13:43.993" v="1369" actId="12"/>
          <ac:spMkLst>
            <pc:docMk/>
            <pc:sldMk cId="765302659" sldId="339"/>
            <ac:spMk id="9" creationId="{66B5D8AA-D7CF-1730-A917-03B73B0D8B80}"/>
          </ac:spMkLst>
        </pc:spChg>
      </pc:sldChg>
      <pc:sldChg chg="addSp delSp modSp add mod">
        <pc:chgData name="Songqing" userId="c4d8cb49210192e2" providerId="LiveId" clId="{D253B87B-FCD9-46BC-920B-DA31D69B59D7}" dt="2023-04-22T06:21:51.385" v="1313" actId="20577"/>
        <pc:sldMkLst>
          <pc:docMk/>
          <pc:sldMk cId="2580069215" sldId="340"/>
        </pc:sldMkLst>
        <pc:spChg chg="del">
          <ac:chgData name="Songqing" userId="c4d8cb49210192e2" providerId="LiveId" clId="{D253B87B-FCD9-46BC-920B-DA31D69B59D7}" dt="2023-04-22T06:19:58.509" v="1285" actId="478"/>
          <ac:spMkLst>
            <pc:docMk/>
            <pc:sldMk cId="2580069215" sldId="340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21T20:17:59.935" v="1200" actId="478"/>
          <ac:spMkLst>
            <pc:docMk/>
            <pc:sldMk cId="2580069215" sldId="340"/>
            <ac:spMk id="3" creationId="{B8D8FD81-6557-1BCD-8860-5248CF024BA1}"/>
          </ac:spMkLst>
        </pc:spChg>
        <pc:spChg chg="del">
          <ac:chgData name="Songqing" userId="c4d8cb49210192e2" providerId="LiveId" clId="{D253B87B-FCD9-46BC-920B-DA31D69B59D7}" dt="2023-04-21T20:18:27.575" v="1211" actId="478"/>
          <ac:spMkLst>
            <pc:docMk/>
            <pc:sldMk cId="2580069215" sldId="340"/>
            <ac:spMk id="4" creationId="{00000000-0000-0000-0000-000000000000}"/>
          </ac:spMkLst>
        </pc:spChg>
        <pc:spChg chg="del">
          <ac:chgData name="Songqing" userId="c4d8cb49210192e2" providerId="LiveId" clId="{D253B87B-FCD9-46BC-920B-DA31D69B59D7}" dt="2023-04-21T20:18:01.163" v="1201" actId="478"/>
          <ac:spMkLst>
            <pc:docMk/>
            <pc:sldMk cId="2580069215" sldId="340"/>
            <ac:spMk id="5" creationId="{0E3943EE-24E8-6AF6-03DD-E42797DB8381}"/>
          </ac:spMkLst>
        </pc:spChg>
        <pc:spChg chg="mod">
          <ac:chgData name="Songqing" userId="c4d8cb49210192e2" providerId="LiveId" clId="{D253B87B-FCD9-46BC-920B-DA31D69B59D7}" dt="2023-04-22T06:21:51.385" v="1313" actId="20577"/>
          <ac:spMkLst>
            <pc:docMk/>
            <pc:sldMk cId="2580069215" sldId="340"/>
            <ac:spMk id="6" creationId="{00000000-0000-0000-0000-000000000000}"/>
          </ac:spMkLst>
        </pc:spChg>
        <pc:spChg chg="del">
          <ac:chgData name="Songqing" userId="c4d8cb49210192e2" providerId="LiveId" clId="{D253B87B-FCD9-46BC-920B-DA31D69B59D7}" dt="2023-04-21T20:18:17.713" v="1210" actId="478"/>
          <ac:spMkLst>
            <pc:docMk/>
            <pc:sldMk cId="2580069215" sldId="340"/>
            <ac:spMk id="7" creationId="{F22CA38A-031F-E342-D3B6-1F264A9A02AD}"/>
          </ac:spMkLst>
        </pc:spChg>
        <pc:spChg chg="del">
          <ac:chgData name="Songqing" userId="c4d8cb49210192e2" providerId="LiveId" clId="{D253B87B-FCD9-46BC-920B-DA31D69B59D7}" dt="2023-04-21T20:18:13.585" v="1209" actId="478"/>
          <ac:spMkLst>
            <pc:docMk/>
            <pc:sldMk cId="2580069215" sldId="340"/>
            <ac:spMk id="8" creationId="{8E9DC6D3-CB7A-13C2-1800-B29FFF45855A}"/>
          </ac:spMkLst>
        </pc:spChg>
        <pc:spChg chg="add del mod">
          <ac:chgData name="Songqing" userId="c4d8cb49210192e2" providerId="LiveId" clId="{D253B87B-FCD9-46BC-920B-DA31D69B59D7}" dt="2023-04-22T06:20:01.219" v="1286" actId="478"/>
          <ac:spMkLst>
            <pc:docMk/>
            <pc:sldMk cId="2580069215" sldId="340"/>
            <ac:spMk id="12" creationId="{78ACD9E5-55B2-5784-9D13-AC2BF566D7D5}"/>
          </ac:spMkLst>
        </pc:spChg>
        <pc:spChg chg="del mod">
          <ac:chgData name="Songqing" userId="c4d8cb49210192e2" providerId="LiveId" clId="{D253B87B-FCD9-46BC-920B-DA31D69B59D7}" dt="2023-04-21T20:18:08.465" v="1207" actId="478"/>
          <ac:spMkLst>
            <pc:docMk/>
            <pc:sldMk cId="2580069215" sldId="340"/>
            <ac:spMk id="23" creationId="{B88D52B7-8BA6-1FE8-CF64-2349AC93704A}"/>
          </ac:spMkLst>
        </pc:spChg>
        <pc:cxnChg chg="del mod">
          <ac:chgData name="Songqing" userId="c4d8cb49210192e2" providerId="LiveId" clId="{D253B87B-FCD9-46BC-920B-DA31D69B59D7}" dt="2023-04-21T20:18:03.905" v="1204" actId="478"/>
          <ac:cxnSpMkLst>
            <pc:docMk/>
            <pc:sldMk cId="2580069215" sldId="340"/>
            <ac:cxnSpMk id="10" creationId="{86A99A32-9358-86D9-38BC-9217D7DDCA0C}"/>
          </ac:cxnSpMkLst>
        </pc:cxnChg>
        <pc:cxnChg chg="del mod">
          <ac:chgData name="Songqing" userId="c4d8cb49210192e2" providerId="LiveId" clId="{D253B87B-FCD9-46BC-920B-DA31D69B59D7}" dt="2023-04-21T20:18:02.224" v="1202" actId="478"/>
          <ac:cxnSpMkLst>
            <pc:docMk/>
            <pc:sldMk cId="2580069215" sldId="340"/>
            <ac:cxnSpMk id="11" creationId="{EC0B6F6A-ED35-C4AC-A5D9-CBE250E56391}"/>
          </ac:cxnSpMkLst>
        </pc:cxnChg>
        <pc:cxnChg chg="del mod">
          <ac:chgData name="Songqing" userId="c4d8cb49210192e2" providerId="LiveId" clId="{D253B87B-FCD9-46BC-920B-DA31D69B59D7}" dt="2023-04-21T20:18:03.061" v="1203" actId="478"/>
          <ac:cxnSpMkLst>
            <pc:docMk/>
            <pc:sldMk cId="2580069215" sldId="340"/>
            <ac:cxnSpMk id="16" creationId="{D2C8B685-C108-F089-329B-E887F3898BC8}"/>
          </ac:cxnSpMkLst>
        </pc:cxnChg>
        <pc:cxnChg chg="del mod">
          <ac:chgData name="Songqing" userId="c4d8cb49210192e2" providerId="LiveId" clId="{D253B87B-FCD9-46BC-920B-DA31D69B59D7}" dt="2023-04-21T20:18:10.073" v="1208" actId="478"/>
          <ac:cxnSpMkLst>
            <pc:docMk/>
            <pc:sldMk cId="2580069215" sldId="340"/>
            <ac:cxnSpMk id="19" creationId="{0703C5D7-934B-978B-7EBD-A11E9680479A}"/>
          </ac:cxnSpMkLst>
        </pc:cxnChg>
        <pc:cxnChg chg="del mod">
          <ac:chgData name="Songqing" userId="c4d8cb49210192e2" providerId="LiveId" clId="{D253B87B-FCD9-46BC-920B-DA31D69B59D7}" dt="2023-04-21T20:18:06.865" v="1206" actId="478"/>
          <ac:cxnSpMkLst>
            <pc:docMk/>
            <pc:sldMk cId="2580069215" sldId="340"/>
            <ac:cxnSpMk id="24" creationId="{BE1C6BF6-4737-2D1B-9CFA-E7A7B0C220F1}"/>
          </ac:cxnSpMkLst>
        </pc:cxnChg>
      </pc:sldChg>
      <pc:sldChg chg="delSp modSp add mod">
        <pc:chgData name="Songqing" userId="c4d8cb49210192e2" providerId="LiveId" clId="{D253B87B-FCD9-46BC-920B-DA31D69B59D7}" dt="2023-04-22T11:34:25.396" v="1597" actId="14100"/>
        <pc:sldMkLst>
          <pc:docMk/>
          <pc:sldMk cId="2812613281" sldId="341"/>
        </pc:sldMkLst>
        <pc:spChg chg="mod">
          <ac:chgData name="Songqing" userId="c4d8cb49210192e2" providerId="LiveId" clId="{D253B87B-FCD9-46BC-920B-DA31D69B59D7}" dt="2023-04-22T11:22:53.004" v="1525" actId="14100"/>
          <ac:spMkLst>
            <pc:docMk/>
            <pc:sldMk cId="2812613281" sldId="341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22T11:34:20.271" v="1596" actId="478"/>
          <ac:spMkLst>
            <pc:docMk/>
            <pc:sldMk cId="2812613281" sldId="341"/>
            <ac:spMk id="5" creationId="{5627882B-CBF9-3AB4-C36C-8AB27EB1CE37}"/>
          </ac:spMkLst>
        </pc:spChg>
        <pc:spChg chg="del">
          <ac:chgData name="Songqing" userId="c4d8cb49210192e2" providerId="LiveId" clId="{D253B87B-FCD9-46BC-920B-DA31D69B59D7}" dt="2023-04-22T11:34:16.672" v="1595" actId="478"/>
          <ac:spMkLst>
            <pc:docMk/>
            <pc:sldMk cId="2812613281" sldId="341"/>
            <ac:spMk id="6" creationId="{0D77D6F5-B7F9-A23F-F679-7C53A5368C79}"/>
          </ac:spMkLst>
        </pc:spChg>
        <pc:cxnChg chg="mod">
          <ac:chgData name="Songqing" userId="c4d8cb49210192e2" providerId="LiveId" clId="{D253B87B-FCD9-46BC-920B-DA31D69B59D7}" dt="2023-04-22T11:34:25.396" v="1597" actId="14100"/>
          <ac:cxnSpMkLst>
            <pc:docMk/>
            <pc:sldMk cId="2812613281" sldId="341"/>
            <ac:cxnSpMk id="9" creationId="{B1370D8B-6555-B9F3-73FB-189BD416DD34}"/>
          </ac:cxnSpMkLst>
        </pc:cxnChg>
      </pc:sldChg>
      <pc:sldChg chg="modSp add mod">
        <pc:chgData name="Songqing" userId="c4d8cb49210192e2" providerId="LiveId" clId="{D253B87B-FCD9-46BC-920B-DA31D69B59D7}" dt="2023-04-22T11:20:57.822" v="1496" actId="14100"/>
        <pc:sldMkLst>
          <pc:docMk/>
          <pc:sldMk cId="350163550" sldId="342"/>
        </pc:sldMkLst>
        <pc:spChg chg="mod">
          <ac:chgData name="Songqing" userId="c4d8cb49210192e2" providerId="LiveId" clId="{D253B87B-FCD9-46BC-920B-DA31D69B59D7}" dt="2023-04-22T11:20:57.822" v="1496" actId="14100"/>
          <ac:spMkLst>
            <pc:docMk/>
            <pc:sldMk cId="350163550" sldId="342"/>
            <ac:spMk id="6" creationId="{0D77D6F5-B7F9-A23F-F679-7C53A5368C79}"/>
          </ac:spMkLst>
        </pc:spChg>
        <pc:spChg chg="mod">
          <ac:chgData name="Songqing" userId="c4d8cb49210192e2" providerId="LiveId" clId="{D253B87B-FCD9-46BC-920B-DA31D69B59D7}" dt="2023-04-22T11:20:16.590" v="1491" actId="14100"/>
          <ac:spMkLst>
            <pc:docMk/>
            <pc:sldMk cId="350163550" sldId="342"/>
            <ac:spMk id="81" creationId="{00000000-0000-0000-0000-000000000000}"/>
          </ac:spMkLst>
        </pc:spChg>
        <pc:spChg chg="mod">
          <ac:chgData name="Songqing" userId="c4d8cb49210192e2" providerId="LiveId" clId="{D253B87B-FCD9-46BC-920B-DA31D69B59D7}" dt="2023-04-22T11:20:49.023" v="1494" actId="1076"/>
          <ac:spMkLst>
            <pc:docMk/>
            <pc:sldMk cId="350163550" sldId="342"/>
            <ac:spMk id="82" creationId="{00000000-0000-0000-0000-000000000000}"/>
          </ac:spMkLst>
        </pc:spChg>
      </pc:sldChg>
      <pc:sldChg chg="addSp delSp modSp add mod">
        <pc:chgData name="Songqing" userId="c4d8cb49210192e2" providerId="LiveId" clId="{D253B87B-FCD9-46BC-920B-DA31D69B59D7}" dt="2023-04-22T12:25:45.824" v="1626" actId="14100"/>
        <pc:sldMkLst>
          <pc:docMk/>
          <pc:sldMk cId="3614543193" sldId="343"/>
        </pc:sldMkLst>
        <pc:spChg chg="mod">
          <ac:chgData name="Songqing" userId="c4d8cb49210192e2" providerId="LiveId" clId="{D253B87B-FCD9-46BC-920B-DA31D69B59D7}" dt="2023-04-22T11:22:37.657" v="1518" actId="1076"/>
          <ac:spMkLst>
            <pc:docMk/>
            <pc:sldMk cId="3614543193" sldId="343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2:24:04.917" v="1614" actId="1076"/>
          <ac:spMkLst>
            <pc:docMk/>
            <pc:sldMk cId="3614543193" sldId="343"/>
            <ac:spMk id="3" creationId="{0D39557E-3D00-FB86-0801-1FB082497C76}"/>
          </ac:spMkLst>
        </pc:spChg>
        <pc:spChg chg="add mod">
          <ac:chgData name="Songqing" userId="c4d8cb49210192e2" providerId="LiveId" clId="{D253B87B-FCD9-46BC-920B-DA31D69B59D7}" dt="2023-04-22T12:25:45.824" v="1626" actId="14100"/>
          <ac:spMkLst>
            <pc:docMk/>
            <pc:sldMk cId="3614543193" sldId="343"/>
            <ac:spMk id="4" creationId="{EAFD530C-1314-107A-662D-D1071FEAB061}"/>
          </ac:spMkLst>
        </pc:spChg>
        <pc:spChg chg="add mod">
          <ac:chgData name="Songqing" userId="c4d8cb49210192e2" providerId="LiveId" clId="{D253B87B-FCD9-46BC-920B-DA31D69B59D7}" dt="2023-04-22T12:25:14.894" v="1622" actId="20577"/>
          <ac:spMkLst>
            <pc:docMk/>
            <pc:sldMk cId="3614543193" sldId="343"/>
            <ac:spMk id="5" creationId="{D1957E2B-C95E-F46A-E30B-C42948C4E099}"/>
          </ac:spMkLst>
        </pc:spChg>
        <pc:spChg chg="del">
          <ac:chgData name="Songqing" userId="c4d8cb49210192e2" providerId="LiveId" clId="{D253B87B-FCD9-46BC-920B-DA31D69B59D7}" dt="2023-04-22T11:22:30.808" v="1517" actId="478"/>
          <ac:spMkLst>
            <pc:docMk/>
            <pc:sldMk cId="3614543193" sldId="343"/>
            <ac:spMk id="6" creationId="{0D77D6F5-B7F9-A23F-F679-7C53A5368C79}"/>
          </ac:spMkLst>
        </pc:spChg>
        <pc:spChg chg="del">
          <ac:chgData name="Songqing" userId="c4d8cb49210192e2" providerId="LiveId" clId="{D253B87B-FCD9-46BC-920B-DA31D69B59D7}" dt="2023-04-22T11:22:30.808" v="1517" actId="478"/>
          <ac:spMkLst>
            <pc:docMk/>
            <pc:sldMk cId="3614543193" sldId="343"/>
            <ac:spMk id="81" creationId="{00000000-0000-0000-0000-000000000000}"/>
          </ac:spMkLst>
        </pc:spChg>
        <pc:spChg chg="del">
          <ac:chgData name="Songqing" userId="c4d8cb49210192e2" providerId="LiveId" clId="{D253B87B-FCD9-46BC-920B-DA31D69B59D7}" dt="2023-04-22T11:22:30.808" v="1517" actId="478"/>
          <ac:spMkLst>
            <pc:docMk/>
            <pc:sldMk cId="3614543193" sldId="343"/>
            <ac:spMk id="82" creationId="{00000000-0000-0000-0000-000000000000}"/>
          </ac:spMkLst>
        </pc:spChg>
      </pc:sldChg>
      <pc:sldChg chg="add">
        <pc:chgData name="Songqing" userId="c4d8cb49210192e2" providerId="LiveId" clId="{D253B87B-FCD9-46BC-920B-DA31D69B59D7}" dt="2023-04-22T11:26:14.174" v="1537" actId="2890"/>
        <pc:sldMkLst>
          <pc:docMk/>
          <pc:sldMk cId="3940857652" sldId="344"/>
        </pc:sldMkLst>
      </pc:sldChg>
      <pc:sldChg chg="add del ord">
        <pc:chgData name="Songqing" userId="c4d8cb49210192e2" providerId="LiveId" clId="{D253B87B-FCD9-46BC-920B-DA31D69B59D7}" dt="2023-04-22T11:25:31.311" v="1536" actId="2696"/>
        <pc:sldMkLst>
          <pc:docMk/>
          <pc:sldMk cId="4143342712" sldId="344"/>
        </pc:sldMkLst>
      </pc:sldChg>
    </pc:docChg>
  </pc:docChgLst>
  <pc:docChgLst>
    <pc:chgData name="Songqing" userId="c4d8cb49210192e2" providerId="LiveId" clId="{2F6B44C9-1A2A-4AA9-94C6-BA7E1BBF6F83}"/>
    <pc:docChg chg="custSel delSld modSld modSection">
      <pc:chgData name="Songqing" userId="c4d8cb49210192e2" providerId="LiveId" clId="{2F6B44C9-1A2A-4AA9-94C6-BA7E1BBF6F83}" dt="2023-04-22T13:06:56.351" v="58" actId="255"/>
      <pc:docMkLst>
        <pc:docMk/>
      </pc:docMkLst>
      <pc:sldChg chg="modSp mod">
        <pc:chgData name="Songqing" userId="c4d8cb49210192e2" providerId="LiveId" clId="{2F6B44C9-1A2A-4AA9-94C6-BA7E1BBF6F83}" dt="2023-04-22T13:04:35.365" v="40" actId="207"/>
        <pc:sldMkLst>
          <pc:docMk/>
          <pc:sldMk cId="3813058601" sldId="256"/>
        </pc:sldMkLst>
        <pc:spChg chg="mod">
          <ac:chgData name="Songqing" userId="c4d8cb49210192e2" providerId="LiveId" clId="{2F6B44C9-1A2A-4AA9-94C6-BA7E1BBF6F83}" dt="2023-04-22T13:04:35.365" v="40" actId="207"/>
          <ac:spMkLst>
            <pc:docMk/>
            <pc:sldMk cId="3813058601" sldId="256"/>
            <ac:spMk id="3" creationId="{00000000-0000-0000-0000-000000000000}"/>
          </ac:spMkLst>
        </pc:spChg>
      </pc:sldChg>
      <pc:sldChg chg="modSp mod">
        <pc:chgData name="Songqing" userId="c4d8cb49210192e2" providerId="LiveId" clId="{2F6B44C9-1A2A-4AA9-94C6-BA7E1BBF6F83}" dt="2023-04-22T13:06:56.351" v="58" actId="255"/>
        <pc:sldMkLst>
          <pc:docMk/>
          <pc:sldMk cId="3113703618" sldId="261"/>
        </pc:sldMkLst>
        <pc:spChg chg="mod">
          <ac:chgData name="Songqing" userId="c4d8cb49210192e2" providerId="LiveId" clId="{2F6B44C9-1A2A-4AA9-94C6-BA7E1BBF6F83}" dt="2023-04-22T13:06:56.351" v="58" actId="255"/>
          <ac:spMkLst>
            <pc:docMk/>
            <pc:sldMk cId="3113703618" sldId="261"/>
            <ac:spMk id="3" creationId="{00000000-0000-0000-0000-000000000000}"/>
          </ac:spMkLst>
        </pc:spChg>
      </pc:sldChg>
      <pc:sldChg chg="modSp mod">
        <pc:chgData name="Songqing" userId="c4d8cb49210192e2" providerId="LiveId" clId="{2F6B44C9-1A2A-4AA9-94C6-BA7E1BBF6F83}" dt="2023-04-22T13:05:41.293" v="54" actId="1076"/>
        <pc:sldMkLst>
          <pc:docMk/>
          <pc:sldMk cId="2415416606" sldId="301"/>
        </pc:sldMkLst>
        <pc:spChg chg="mod">
          <ac:chgData name="Songqing" userId="c4d8cb49210192e2" providerId="LiveId" clId="{2F6B44C9-1A2A-4AA9-94C6-BA7E1BBF6F83}" dt="2023-04-22T13:05:18.896" v="48" actId="14100"/>
          <ac:spMkLst>
            <pc:docMk/>
            <pc:sldMk cId="2415416606" sldId="301"/>
            <ac:spMk id="5" creationId="{00000000-0000-0000-0000-000000000000}"/>
          </ac:spMkLst>
        </pc:spChg>
        <pc:spChg chg="mod">
          <ac:chgData name="Songqing" userId="c4d8cb49210192e2" providerId="LiveId" clId="{2F6B44C9-1A2A-4AA9-94C6-BA7E1BBF6F83}" dt="2023-04-22T13:05:41.293" v="54" actId="1076"/>
          <ac:spMkLst>
            <pc:docMk/>
            <pc:sldMk cId="2415416606" sldId="301"/>
            <ac:spMk id="6" creationId="{00000000-0000-0000-0000-000000000000}"/>
          </ac:spMkLst>
        </pc:spChg>
        <pc:spChg chg="mod">
          <ac:chgData name="Songqing" userId="c4d8cb49210192e2" providerId="LiveId" clId="{2F6B44C9-1A2A-4AA9-94C6-BA7E1BBF6F83}" dt="2023-04-22T13:04:58.613" v="42" actId="255"/>
          <ac:spMkLst>
            <pc:docMk/>
            <pc:sldMk cId="2415416606" sldId="301"/>
            <ac:spMk id="49157" creationId="{00000000-0000-0000-0000-000000000000}"/>
          </ac:spMkLst>
        </pc:spChg>
        <pc:picChg chg="mod">
          <ac:chgData name="Songqing" userId="c4d8cb49210192e2" providerId="LiveId" clId="{2F6B44C9-1A2A-4AA9-94C6-BA7E1BBF6F83}" dt="2023-04-22T13:05:27.068" v="51" actId="1076"/>
          <ac:picMkLst>
            <pc:docMk/>
            <pc:sldMk cId="2415416606" sldId="301"/>
            <ac:picMk id="4" creationId="{00000000-0000-0000-0000-000000000000}"/>
          </ac:picMkLst>
        </pc:picChg>
        <pc:picChg chg="mod">
          <ac:chgData name="Songqing" userId="c4d8cb49210192e2" providerId="LiveId" clId="{2F6B44C9-1A2A-4AA9-94C6-BA7E1BBF6F83}" dt="2023-04-22T13:05:21.886" v="49" actId="1076"/>
          <ac:picMkLst>
            <pc:docMk/>
            <pc:sldMk cId="2415416606" sldId="301"/>
            <ac:picMk id="49158" creationId="{00000000-0000-0000-0000-000000000000}"/>
          </ac:picMkLst>
        </pc:picChg>
      </pc:sldChg>
      <pc:sldChg chg="del">
        <pc:chgData name="Songqing" userId="c4d8cb49210192e2" providerId="LiveId" clId="{2F6B44C9-1A2A-4AA9-94C6-BA7E1BBF6F83}" dt="2023-04-22T13:02:37.111" v="0" actId="47"/>
        <pc:sldMkLst>
          <pc:docMk/>
          <pc:sldMk cId="2247735642" sldId="303"/>
        </pc:sldMkLst>
      </pc:sldChg>
      <pc:sldChg chg="del">
        <pc:chgData name="Songqing" userId="c4d8cb49210192e2" providerId="LiveId" clId="{2F6B44C9-1A2A-4AA9-94C6-BA7E1BBF6F83}" dt="2023-04-22T13:02:37.111" v="0" actId="47"/>
        <pc:sldMkLst>
          <pc:docMk/>
          <pc:sldMk cId="2180420246" sldId="304"/>
        </pc:sldMkLst>
      </pc:sldChg>
      <pc:sldChg chg="del">
        <pc:chgData name="Songqing" userId="c4d8cb49210192e2" providerId="LiveId" clId="{2F6B44C9-1A2A-4AA9-94C6-BA7E1BBF6F83}" dt="2023-04-22T13:02:37.111" v="0" actId="47"/>
        <pc:sldMkLst>
          <pc:docMk/>
          <pc:sldMk cId="942506135" sldId="305"/>
        </pc:sldMkLst>
      </pc:sldChg>
      <pc:sldChg chg="delSp modSp mod">
        <pc:chgData name="Songqing" userId="c4d8cb49210192e2" providerId="LiveId" clId="{2F6B44C9-1A2A-4AA9-94C6-BA7E1BBF6F83}" dt="2023-04-22T13:03:47.609" v="9" actId="207"/>
        <pc:sldMkLst>
          <pc:docMk/>
          <pc:sldMk cId="1207033259" sldId="308"/>
        </pc:sldMkLst>
        <pc:spChg chg="del mod">
          <ac:chgData name="Songqing" userId="c4d8cb49210192e2" providerId="LiveId" clId="{2F6B44C9-1A2A-4AA9-94C6-BA7E1BBF6F83}" dt="2023-04-22T13:03:11.252" v="3" actId="478"/>
          <ac:spMkLst>
            <pc:docMk/>
            <pc:sldMk cId="1207033259" sldId="308"/>
            <ac:spMk id="2" creationId="{6539024E-1F6A-C2B9-9C0A-0144C1FE2E4E}"/>
          </ac:spMkLst>
        </pc:spChg>
        <pc:spChg chg="mod">
          <ac:chgData name="Songqing" userId="c4d8cb49210192e2" providerId="LiveId" clId="{2F6B44C9-1A2A-4AA9-94C6-BA7E1BBF6F83}" dt="2023-04-22T13:03:47.609" v="9" actId="207"/>
          <ac:spMkLst>
            <pc:docMk/>
            <pc:sldMk cId="1207033259" sldId="308"/>
            <ac:spMk id="3" creationId="{859325B8-EE9C-0CC1-173D-45859788EB1A}"/>
          </ac:spMkLst>
        </pc:spChg>
        <pc:spChg chg="mod">
          <ac:chgData name="Songqing" userId="c4d8cb49210192e2" providerId="LiveId" clId="{2F6B44C9-1A2A-4AA9-94C6-BA7E1BBF6F83}" dt="2023-04-22T13:03:41.440" v="8" actId="1076"/>
          <ac:spMkLst>
            <pc:docMk/>
            <pc:sldMk cId="1207033259" sldId="308"/>
            <ac:spMk id="21506" creationId="{00000000-0000-0000-0000-000000000000}"/>
          </ac:spMkLst>
        </pc:spChg>
        <pc:spChg chg="mod">
          <ac:chgData name="Songqing" userId="c4d8cb49210192e2" providerId="LiveId" clId="{2F6B44C9-1A2A-4AA9-94C6-BA7E1BBF6F83}" dt="2023-04-22T13:03:06.283" v="1" actId="1076"/>
          <ac:spMkLst>
            <pc:docMk/>
            <pc:sldMk cId="1207033259" sldId="308"/>
            <ac:spMk id="21508" creationId="{00000000-0000-0000-0000-000000000000}"/>
          </ac:spMkLst>
        </pc:spChg>
      </pc:sldChg>
      <pc:sldChg chg="del">
        <pc:chgData name="Songqing" userId="c4d8cb49210192e2" providerId="LiveId" clId="{2F6B44C9-1A2A-4AA9-94C6-BA7E1BBF6F83}" dt="2023-04-22T13:02:37.111" v="0" actId="47"/>
        <pc:sldMkLst>
          <pc:docMk/>
          <pc:sldMk cId="1386347104" sldId="309"/>
        </pc:sldMkLst>
      </pc:sldChg>
      <pc:sldChg chg="del">
        <pc:chgData name="Songqing" userId="c4d8cb49210192e2" providerId="LiveId" clId="{2F6B44C9-1A2A-4AA9-94C6-BA7E1BBF6F83}" dt="2023-04-22T13:06:02.683" v="55" actId="2696"/>
        <pc:sldMkLst>
          <pc:docMk/>
          <pc:sldMk cId="627864415" sldId="310"/>
        </pc:sldMkLst>
      </pc:sldChg>
      <pc:sldChg chg="del">
        <pc:chgData name="Songqing" userId="c4d8cb49210192e2" providerId="LiveId" clId="{2F6B44C9-1A2A-4AA9-94C6-BA7E1BBF6F83}" dt="2023-04-22T13:02:37.111" v="0" actId="47"/>
        <pc:sldMkLst>
          <pc:docMk/>
          <pc:sldMk cId="2858780333" sldId="311"/>
        </pc:sldMkLst>
      </pc:sldChg>
      <pc:sldChg chg="del">
        <pc:chgData name="Songqing" userId="c4d8cb49210192e2" providerId="LiveId" clId="{2F6B44C9-1A2A-4AA9-94C6-BA7E1BBF6F83}" dt="2023-04-22T13:02:37.111" v="0" actId="47"/>
        <pc:sldMkLst>
          <pc:docMk/>
          <pc:sldMk cId="2398645522" sldId="312"/>
        </pc:sldMkLst>
      </pc:sldChg>
      <pc:sldChg chg="del">
        <pc:chgData name="Songqing" userId="c4d8cb49210192e2" providerId="LiveId" clId="{2F6B44C9-1A2A-4AA9-94C6-BA7E1BBF6F83}" dt="2023-04-22T13:02:37.111" v="0" actId="47"/>
        <pc:sldMkLst>
          <pc:docMk/>
          <pc:sldMk cId="2525518975" sldId="315"/>
        </pc:sldMkLst>
      </pc:sldChg>
      <pc:sldChg chg="del">
        <pc:chgData name="Songqing" userId="c4d8cb49210192e2" providerId="LiveId" clId="{2F6B44C9-1A2A-4AA9-94C6-BA7E1BBF6F83}" dt="2023-04-22T13:02:37.111" v="0" actId="47"/>
        <pc:sldMkLst>
          <pc:docMk/>
          <pc:sldMk cId="3858815385" sldId="316"/>
        </pc:sldMkLst>
      </pc:sldChg>
      <pc:sldChg chg="del">
        <pc:chgData name="Songqing" userId="c4d8cb49210192e2" providerId="LiveId" clId="{2F6B44C9-1A2A-4AA9-94C6-BA7E1BBF6F83}" dt="2023-04-22T13:02:37.111" v="0" actId="47"/>
        <pc:sldMkLst>
          <pc:docMk/>
          <pc:sldMk cId="413227472" sldId="317"/>
        </pc:sldMkLst>
      </pc:sldChg>
      <pc:sldChg chg="del">
        <pc:chgData name="Songqing" userId="c4d8cb49210192e2" providerId="LiveId" clId="{2F6B44C9-1A2A-4AA9-94C6-BA7E1BBF6F83}" dt="2023-04-22T13:02:37.111" v="0" actId="47"/>
        <pc:sldMkLst>
          <pc:docMk/>
          <pc:sldMk cId="3672308756" sldId="322"/>
        </pc:sldMkLst>
      </pc:sldChg>
      <pc:sldChg chg="del">
        <pc:chgData name="Songqing" userId="c4d8cb49210192e2" providerId="LiveId" clId="{2F6B44C9-1A2A-4AA9-94C6-BA7E1BBF6F83}" dt="2023-04-22T13:02:37.111" v="0" actId="47"/>
        <pc:sldMkLst>
          <pc:docMk/>
          <pc:sldMk cId="3278352769" sldId="323"/>
        </pc:sldMkLst>
      </pc:sldChg>
      <pc:sldChg chg="del">
        <pc:chgData name="Songqing" userId="c4d8cb49210192e2" providerId="LiveId" clId="{2F6B44C9-1A2A-4AA9-94C6-BA7E1BBF6F83}" dt="2023-04-22T13:02:37.111" v="0" actId="47"/>
        <pc:sldMkLst>
          <pc:docMk/>
          <pc:sldMk cId="2902447746" sldId="325"/>
        </pc:sldMkLst>
      </pc:sldChg>
      <pc:sldChg chg="del">
        <pc:chgData name="Songqing" userId="c4d8cb49210192e2" providerId="LiveId" clId="{2F6B44C9-1A2A-4AA9-94C6-BA7E1BBF6F83}" dt="2023-04-22T13:02:37.111" v="0" actId="47"/>
        <pc:sldMkLst>
          <pc:docMk/>
          <pc:sldMk cId="3328123108" sldId="327"/>
        </pc:sldMkLst>
      </pc:sldChg>
      <pc:sldChg chg="del">
        <pc:chgData name="Songqing" userId="c4d8cb49210192e2" providerId="LiveId" clId="{2F6B44C9-1A2A-4AA9-94C6-BA7E1BBF6F83}" dt="2023-04-22T13:02:37.111" v="0" actId="47"/>
        <pc:sldMkLst>
          <pc:docMk/>
          <pc:sldMk cId="3615647746" sldId="328"/>
        </pc:sldMkLst>
      </pc:sldChg>
      <pc:sldChg chg="del">
        <pc:chgData name="Songqing" userId="c4d8cb49210192e2" providerId="LiveId" clId="{2F6B44C9-1A2A-4AA9-94C6-BA7E1BBF6F83}" dt="2023-04-22T13:02:37.111" v="0" actId="47"/>
        <pc:sldMkLst>
          <pc:docMk/>
          <pc:sldMk cId="3373275006" sldId="330"/>
        </pc:sldMkLst>
      </pc:sldChg>
      <pc:sldChg chg="del">
        <pc:chgData name="Songqing" userId="c4d8cb49210192e2" providerId="LiveId" clId="{2F6B44C9-1A2A-4AA9-94C6-BA7E1BBF6F83}" dt="2023-04-22T13:02:37.111" v="0" actId="47"/>
        <pc:sldMkLst>
          <pc:docMk/>
          <pc:sldMk cId="69005355" sldId="331"/>
        </pc:sldMkLst>
      </pc:sldChg>
      <pc:sldChg chg="del">
        <pc:chgData name="Songqing" userId="c4d8cb49210192e2" providerId="LiveId" clId="{2F6B44C9-1A2A-4AA9-94C6-BA7E1BBF6F83}" dt="2023-04-22T13:02:37.111" v="0" actId="47"/>
        <pc:sldMkLst>
          <pc:docMk/>
          <pc:sldMk cId="2075869107" sldId="332"/>
        </pc:sldMkLst>
      </pc:sldChg>
      <pc:sldChg chg="del">
        <pc:chgData name="Songqing" userId="c4d8cb49210192e2" providerId="LiveId" clId="{2F6B44C9-1A2A-4AA9-94C6-BA7E1BBF6F83}" dt="2023-04-22T13:02:37.111" v="0" actId="47"/>
        <pc:sldMkLst>
          <pc:docMk/>
          <pc:sldMk cId="2173282626" sldId="333"/>
        </pc:sldMkLst>
      </pc:sldChg>
      <pc:sldChg chg="del">
        <pc:chgData name="Songqing" userId="c4d8cb49210192e2" providerId="LiveId" clId="{2F6B44C9-1A2A-4AA9-94C6-BA7E1BBF6F83}" dt="2023-04-22T13:02:37.111" v="0" actId="47"/>
        <pc:sldMkLst>
          <pc:docMk/>
          <pc:sldMk cId="2108580856" sldId="334"/>
        </pc:sldMkLst>
      </pc:sldChg>
      <pc:sldChg chg="del">
        <pc:chgData name="Songqing" userId="c4d8cb49210192e2" providerId="LiveId" clId="{2F6B44C9-1A2A-4AA9-94C6-BA7E1BBF6F83}" dt="2023-04-22T13:02:37.111" v="0" actId="47"/>
        <pc:sldMkLst>
          <pc:docMk/>
          <pc:sldMk cId="3083099032" sldId="337"/>
        </pc:sldMkLst>
      </pc:sldChg>
      <pc:sldChg chg="del">
        <pc:chgData name="Songqing" userId="c4d8cb49210192e2" providerId="LiveId" clId="{2F6B44C9-1A2A-4AA9-94C6-BA7E1BBF6F83}" dt="2023-04-22T13:02:37.111" v="0" actId="47"/>
        <pc:sldMkLst>
          <pc:docMk/>
          <pc:sldMk cId="2388337663" sldId="338"/>
        </pc:sldMkLst>
      </pc:sldChg>
      <pc:sldChg chg="del">
        <pc:chgData name="Songqing" userId="c4d8cb49210192e2" providerId="LiveId" clId="{2F6B44C9-1A2A-4AA9-94C6-BA7E1BBF6F83}" dt="2023-04-22T13:02:37.111" v="0" actId="47"/>
        <pc:sldMkLst>
          <pc:docMk/>
          <pc:sldMk cId="765302659" sldId="339"/>
        </pc:sldMkLst>
      </pc:sldChg>
      <pc:sldChg chg="del">
        <pc:chgData name="Songqing" userId="c4d8cb49210192e2" providerId="LiveId" clId="{2F6B44C9-1A2A-4AA9-94C6-BA7E1BBF6F83}" dt="2023-04-22T13:02:37.111" v="0" actId="47"/>
        <pc:sldMkLst>
          <pc:docMk/>
          <pc:sldMk cId="2580069215" sldId="340"/>
        </pc:sldMkLst>
      </pc:sldChg>
      <pc:sldChg chg="del">
        <pc:chgData name="Songqing" userId="c4d8cb49210192e2" providerId="LiveId" clId="{2F6B44C9-1A2A-4AA9-94C6-BA7E1BBF6F83}" dt="2023-04-22T13:02:37.111" v="0" actId="47"/>
        <pc:sldMkLst>
          <pc:docMk/>
          <pc:sldMk cId="2812613281" sldId="341"/>
        </pc:sldMkLst>
      </pc:sldChg>
      <pc:sldChg chg="del">
        <pc:chgData name="Songqing" userId="c4d8cb49210192e2" providerId="LiveId" clId="{2F6B44C9-1A2A-4AA9-94C6-BA7E1BBF6F83}" dt="2023-04-22T13:02:37.111" v="0" actId="47"/>
        <pc:sldMkLst>
          <pc:docMk/>
          <pc:sldMk cId="350163550" sldId="342"/>
        </pc:sldMkLst>
      </pc:sldChg>
      <pc:sldChg chg="del">
        <pc:chgData name="Songqing" userId="c4d8cb49210192e2" providerId="LiveId" clId="{2F6B44C9-1A2A-4AA9-94C6-BA7E1BBF6F83}" dt="2023-04-22T13:02:37.111" v="0" actId="47"/>
        <pc:sldMkLst>
          <pc:docMk/>
          <pc:sldMk cId="3614543193" sldId="343"/>
        </pc:sldMkLst>
      </pc:sldChg>
      <pc:sldChg chg="del">
        <pc:chgData name="Songqing" userId="c4d8cb49210192e2" providerId="LiveId" clId="{2F6B44C9-1A2A-4AA9-94C6-BA7E1BBF6F83}" dt="2023-04-22T13:02:37.111" v="0" actId="47"/>
        <pc:sldMkLst>
          <pc:docMk/>
          <pc:sldMk cId="3940857652" sldId="34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007FC-5F96-42B8-A128-42E663CB1BE6}" type="datetimeFigureOut">
              <a:rPr lang="en-AU" smtClean="0"/>
              <a:t>22/06/2024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639DE-77CB-4311-8A8B-DE9896A2C6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3037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22/06/2024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ing.postman.com/docs/writing-scripts/test-scripts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99012" y="2735832"/>
            <a:ext cx="7190559" cy="1020692"/>
          </a:xfrm>
          <a:effectLst/>
        </p:spPr>
        <p:txBody>
          <a:bodyPr>
            <a:noAutofit/>
          </a:bodyPr>
          <a:lstStyle/>
          <a:p>
            <a:r>
              <a:rPr lang="en-AU" sz="48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Advanced Features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666835" y="6138579"/>
            <a:ext cx="4322618" cy="44737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95053" y="898344"/>
            <a:ext cx="7315200" cy="6858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Learning Objectives   </a:t>
            </a:r>
            <a:endParaRPr lang="en-US" altLang="en-US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21508" name="TextBox 2"/>
          <p:cNvSpPr txBox="1">
            <a:spLocks noChangeArrowheads="1"/>
          </p:cNvSpPr>
          <p:nvPr/>
        </p:nvSpPr>
        <p:spPr bwMode="auto">
          <a:xfrm>
            <a:off x="1995053" y="1923576"/>
            <a:ext cx="76523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the end of this learning module, you will be able to understand: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9325B8-EE9C-0CC1-173D-45859788EB1A}"/>
              </a:ext>
            </a:extLst>
          </p:cNvPr>
          <p:cNvSpPr/>
          <p:nvPr/>
        </p:nvSpPr>
        <p:spPr>
          <a:xfrm>
            <a:off x="1907967" y="2632340"/>
            <a:ext cx="7900062" cy="1641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AU" altLang="en-US" sz="2800" b="1" i="1" dirty="0">
                <a:solidFill>
                  <a:schemeClr val="accent2"/>
                </a:solidFill>
                <a:latin typeface="Century Gothic" panose="020B0502020202020204" pitchFamily="34" charset="0"/>
              </a:rPr>
              <a:t>Use API specification in Postman</a:t>
            </a:r>
          </a:p>
          <a:p>
            <a:pPr marL="342900" indent="-342900"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2"/>
                </a:solidFill>
                <a:latin typeface="Century Gothic" panose="020B0502020202020204" pitchFamily="34" charset="0"/>
              </a:rPr>
              <a:t>Create mocks from an OAS</a:t>
            </a:r>
            <a:endParaRPr lang="en-US" sz="2800" b="1" i="1" dirty="0">
              <a:solidFill>
                <a:schemeClr val="accent2"/>
              </a:solidFill>
              <a:latin typeface="Century Gothic" panose="020B050202020202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342900" indent="-342900"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2"/>
                </a:solidFill>
                <a:latin typeface="Century Gothic" panose="020B0502020202020204" pitchFamily="34" charset="0"/>
              </a:rPr>
              <a:t>Create tests from am OAS</a:t>
            </a:r>
          </a:p>
        </p:txBody>
      </p:sp>
    </p:spTree>
    <p:extLst>
      <p:ext uri="{BB962C8B-B14F-4D97-AF65-F5344CB8AC3E}">
        <p14:creationId xmlns:p14="http://schemas.microsoft.com/office/powerpoint/2010/main" val="1207033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28435" y="1129340"/>
            <a:ext cx="6238183" cy="6851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36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Setting</a:t>
            </a:r>
            <a:r>
              <a:rPr lang="en-AU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up</a:t>
            </a:r>
            <a:r>
              <a:rPr lang="en-AU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a mock</a:t>
            </a:r>
            <a:r>
              <a:rPr lang="en-AU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6655" y="2780145"/>
            <a:ext cx="2161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C00000"/>
                </a:solidFill>
              </a:rPr>
              <a:t>To do</a:t>
            </a:r>
          </a:p>
        </p:txBody>
      </p:sp>
    </p:spTree>
    <p:extLst>
      <p:ext uri="{BB962C8B-B14F-4D97-AF65-F5344CB8AC3E}">
        <p14:creationId xmlns:p14="http://schemas.microsoft.com/office/powerpoint/2010/main" val="2556401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6509" y="831186"/>
            <a:ext cx="8247927" cy="668981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Use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API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Specification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in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Postman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6509" y="1850574"/>
            <a:ext cx="6987495" cy="925284"/>
          </a:xfrm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Creating mocks from an OAS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Creating tests from an OAS</a:t>
            </a:r>
            <a:endParaRPr lang="en-AU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113703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435" y="1006161"/>
            <a:ext cx="3713020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28434" y="2581657"/>
            <a:ext cx="100306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https://learning.postman.com/docs/writing-scripts/script-references/test-examples/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1B7393-223D-166D-35CD-F3B8AFF2F5E8}"/>
              </a:ext>
            </a:extLst>
          </p:cNvPr>
          <p:cNvSpPr txBox="1"/>
          <p:nvPr/>
        </p:nvSpPr>
        <p:spPr>
          <a:xfrm>
            <a:off x="1228434" y="2049921"/>
            <a:ext cx="87537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https://learning.postman.com/docs/introduction/overview/</a:t>
            </a:r>
          </a:p>
        </p:txBody>
      </p:sp>
    </p:spTree>
    <p:extLst>
      <p:ext uri="{BB962C8B-B14F-4D97-AF65-F5344CB8AC3E}">
        <p14:creationId xmlns:p14="http://schemas.microsoft.com/office/powerpoint/2010/main" val="2924215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0570" y="367914"/>
            <a:ext cx="2051430" cy="145537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854200" y="3084287"/>
            <a:ext cx="9815286" cy="2144799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AU" sz="2400" b="1" dirty="0">
                <a:solidFill>
                  <a:schemeClr val="accent2"/>
                </a:solidFill>
              </a:rPr>
              <a:t>Mail</a:t>
            </a:r>
            <a:r>
              <a:rPr lang="en-AU" sz="2400" dirty="0"/>
              <a:t>:  </a:t>
            </a:r>
            <a:r>
              <a:rPr lang="en-AU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2400" b="1" dirty="0">
                <a:solidFill>
                  <a:schemeClr val="accent2"/>
                </a:solidFill>
              </a:rPr>
              <a:t>Linkedin</a:t>
            </a:r>
            <a:r>
              <a:rPr lang="en-AU" sz="2400" dirty="0"/>
              <a:t>:  </a:t>
            </a:r>
            <a:r>
              <a:rPr lang="en-AU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2400" b="1" dirty="0">
                <a:solidFill>
                  <a:schemeClr val="accent2"/>
                </a:solidFill>
              </a:rPr>
              <a:t>Web Chat</a:t>
            </a:r>
            <a:r>
              <a:rPr lang="en-AU" sz="2400" dirty="0"/>
              <a:t>: </a:t>
            </a:r>
            <a:r>
              <a:rPr lang="en-AU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2400" b="1" dirty="0">
                <a:solidFill>
                  <a:schemeClr val="accent2"/>
                </a:solidFill>
              </a:rPr>
              <a:t>Phone</a:t>
            </a:r>
            <a:r>
              <a:rPr lang="en-AU" sz="2400" dirty="0"/>
              <a:t>: </a:t>
            </a:r>
            <a:r>
              <a:rPr lang="en-AU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sz="2400" dirty="0"/>
          </a:p>
          <a:p>
            <a:pPr marL="0" indent="0">
              <a:buNone/>
              <a:defRPr/>
            </a:pPr>
            <a:endParaRPr lang="en-AU" sz="2400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541431" y="1780660"/>
            <a:ext cx="3319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>
              <a:solidFill>
                <a:schemeClr val="accent2"/>
              </a:solidFill>
            </a:endParaRPr>
          </a:p>
        </p:txBody>
      </p:sp>
      <p:sp>
        <p:nvSpPr>
          <p:cNvPr id="49157" name="Rectangle 6"/>
          <p:cNvSpPr>
            <a:spLocks noChangeArrowheads="1"/>
          </p:cNvSpPr>
          <p:nvPr/>
        </p:nvSpPr>
        <p:spPr bwMode="auto">
          <a:xfrm>
            <a:off x="1725612" y="2092325"/>
            <a:ext cx="219643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4000" b="1" dirty="0">
                <a:solidFill>
                  <a:srgbClr val="00B0F0"/>
                </a:solidFill>
              </a:rPr>
              <a:t>Contact</a:t>
            </a:r>
            <a:endParaRPr lang="en-AU" altLang="en-US" sz="4000" dirty="0">
              <a:solidFill>
                <a:schemeClr val="tx1"/>
              </a:solidFill>
            </a:endParaRPr>
          </a:p>
        </p:txBody>
      </p:sp>
      <p:pic>
        <p:nvPicPr>
          <p:cNvPr id="4915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8543" y="4754197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541660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22831</TotalTime>
  <Words>140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幼圆</vt:lpstr>
      <vt:lpstr>Arial</vt:lpstr>
      <vt:lpstr>Arial Black</vt:lpstr>
      <vt:lpstr>Calibri</vt:lpstr>
      <vt:lpstr>Century Gothic</vt:lpstr>
      <vt:lpstr>Times New Roman</vt:lpstr>
      <vt:lpstr>Wingdings 3</vt:lpstr>
      <vt:lpstr>Wisp</vt:lpstr>
      <vt:lpstr>PowerPoint Presentation</vt:lpstr>
      <vt:lpstr>Learning Objectives   </vt:lpstr>
      <vt:lpstr>PowerPoint Presentation</vt:lpstr>
      <vt:lpstr>Use API Specification in Postman</vt:lpstr>
      <vt:lpstr>References  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701</cp:revision>
  <dcterms:created xsi:type="dcterms:W3CDTF">2020-08-03T09:43:10Z</dcterms:created>
  <dcterms:modified xsi:type="dcterms:W3CDTF">2024-06-22T09:32:46Z</dcterms:modified>
</cp:coreProperties>
</file>