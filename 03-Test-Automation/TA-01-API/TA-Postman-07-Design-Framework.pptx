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256" r:id="rId2"/>
    <p:sldId id="302" r:id="rId3"/>
    <p:sldId id="335" r:id="rId4"/>
    <p:sldId id="334" r:id="rId5"/>
    <p:sldId id="331" r:id="rId6"/>
    <p:sldId id="341" r:id="rId7"/>
    <p:sldId id="337" r:id="rId8"/>
    <p:sldId id="330" r:id="rId9"/>
    <p:sldId id="336" r:id="rId10"/>
    <p:sldId id="340" r:id="rId11"/>
    <p:sldId id="338" r:id="rId12"/>
    <p:sldId id="339" r:id="rId13"/>
    <p:sldId id="342" r:id="rId14"/>
    <p:sldId id="324" r:id="rId15"/>
    <p:sldId id="318" r:id="rId16"/>
    <p:sldId id="30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AAF580E-2583-42CA-B0FA-385A997457CF}">
          <p14:sldIdLst>
            <p14:sldId id="256"/>
            <p14:sldId id="302"/>
            <p14:sldId id="335"/>
            <p14:sldId id="334"/>
            <p14:sldId id="331"/>
            <p14:sldId id="341"/>
            <p14:sldId id="337"/>
            <p14:sldId id="330"/>
            <p14:sldId id="336"/>
            <p14:sldId id="340"/>
            <p14:sldId id="338"/>
            <p14:sldId id="339"/>
            <p14:sldId id="342"/>
            <p14:sldId id="324"/>
          </p14:sldIdLst>
        </p14:section>
        <p14:section name="Untitled Section" id="{96B2A4F6-E483-46D3-B718-858E0B0CB8CB}">
          <p14:sldIdLst>
            <p14:sldId id="318"/>
            <p14:sldId id="30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u, S. (Songqing)" initials="GS(" lastIdx="2" clrIdx="0">
    <p:extLst>
      <p:ext uri="{19B8F6BF-5375-455C-9EA6-DF929625EA0E}">
        <p15:presenceInfo xmlns:p15="http://schemas.microsoft.com/office/powerpoint/2012/main" userId="Gu, S. (Songqing)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4EA8"/>
    <a:srgbClr val="CEC9BA"/>
    <a:srgbClr val="786F54"/>
    <a:srgbClr val="E19B7F"/>
    <a:srgbClr val="74869C"/>
    <a:srgbClr val="2E01AB"/>
    <a:srgbClr val="8005B1"/>
    <a:srgbClr val="2E8488"/>
    <a:srgbClr val="74B2FC"/>
    <a:srgbClr val="1D3B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C8110AF-114B-4932-A909-744471D00041}" v="10" dt="2023-08-26T03:08:51.5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ngqing" userId="c4d8cb49210192e2" providerId="LiveId" clId="{EC8110AF-114B-4932-A909-744471D00041}"/>
    <pc:docChg chg="undo custSel addSld modSld sldOrd modSection">
      <pc:chgData name="Songqing" userId="c4d8cb49210192e2" providerId="LiveId" clId="{EC8110AF-114B-4932-A909-744471D00041}" dt="2023-08-26T11:09:16.418" v="392" actId="14100"/>
      <pc:docMkLst>
        <pc:docMk/>
      </pc:docMkLst>
      <pc:sldChg chg="modSp mod">
        <pc:chgData name="Songqing" userId="c4d8cb49210192e2" providerId="LiveId" clId="{EC8110AF-114B-4932-A909-744471D00041}" dt="2023-08-26T10:58:02.790" v="391" actId="108"/>
        <pc:sldMkLst>
          <pc:docMk/>
          <pc:sldMk cId="3813058601" sldId="256"/>
        </pc:sldMkLst>
        <pc:spChg chg="mod">
          <ac:chgData name="Songqing" userId="c4d8cb49210192e2" providerId="LiveId" clId="{EC8110AF-114B-4932-A909-744471D00041}" dt="2023-08-26T10:58:02.790" v="391" actId="108"/>
          <ac:spMkLst>
            <pc:docMk/>
            <pc:sldMk cId="3813058601" sldId="256"/>
            <ac:spMk id="3" creationId="{00000000-0000-0000-0000-000000000000}"/>
          </ac:spMkLst>
        </pc:spChg>
      </pc:sldChg>
      <pc:sldChg chg="modSp mod">
        <pc:chgData name="Songqing" userId="c4d8cb49210192e2" providerId="LiveId" clId="{EC8110AF-114B-4932-A909-744471D00041}" dt="2023-08-26T03:12:18.178" v="378" actId="14100"/>
        <pc:sldMkLst>
          <pc:docMk/>
          <pc:sldMk cId="464202778" sldId="331"/>
        </pc:sldMkLst>
        <pc:spChg chg="mod">
          <ac:chgData name="Songqing" userId="c4d8cb49210192e2" providerId="LiveId" clId="{EC8110AF-114B-4932-A909-744471D00041}" dt="2023-08-26T03:12:01.096" v="373" actId="14100"/>
          <ac:spMkLst>
            <pc:docMk/>
            <pc:sldMk cId="464202778" sldId="331"/>
            <ac:spMk id="3" creationId="{00000000-0000-0000-0000-000000000000}"/>
          </ac:spMkLst>
        </pc:spChg>
        <pc:spChg chg="mod">
          <ac:chgData name="Songqing" userId="c4d8cb49210192e2" providerId="LiveId" clId="{EC8110AF-114B-4932-A909-744471D00041}" dt="2023-08-26T03:12:10.880" v="376" actId="14100"/>
          <ac:spMkLst>
            <pc:docMk/>
            <pc:sldMk cId="464202778" sldId="331"/>
            <ac:spMk id="4" creationId="{00000000-0000-0000-0000-000000000000}"/>
          </ac:spMkLst>
        </pc:spChg>
        <pc:spChg chg="mod">
          <ac:chgData name="Songqing" userId="c4d8cb49210192e2" providerId="LiveId" clId="{EC8110AF-114B-4932-A909-744471D00041}" dt="2023-08-26T03:12:18.178" v="378" actId="14100"/>
          <ac:spMkLst>
            <pc:docMk/>
            <pc:sldMk cId="464202778" sldId="331"/>
            <ac:spMk id="5" creationId="{00000000-0000-0000-0000-000000000000}"/>
          </ac:spMkLst>
        </pc:spChg>
        <pc:spChg chg="mod">
          <ac:chgData name="Songqing" userId="c4d8cb49210192e2" providerId="LiveId" clId="{EC8110AF-114B-4932-A909-744471D00041}" dt="2023-08-26T03:11:54.420" v="371" actId="207"/>
          <ac:spMkLst>
            <pc:docMk/>
            <pc:sldMk cId="464202778" sldId="331"/>
            <ac:spMk id="16" creationId="{3F58EBAE-CE3C-2A4C-8BCF-6AD9BE3FD42E}"/>
          </ac:spMkLst>
        </pc:spChg>
        <pc:cxnChg chg="mod">
          <ac:chgData name="Songqing" userId="c4d8cb49210192e2" providerId="LiveId" clId="{EC8110AF-114B-4932-A909-744471D00041}" dt="2023-08-26T03:05:43.606" v="317" actId="1076"/>
          <ac:cxnSpMkLst>
            <pc:docMk/>
            <pc:sldMk cId="464202778" sldId="331"/>
            <ac:cxnSpMk id="7" creationId="{00000000-0000-0000-0000-000000000000}"/>
          </ac:cxnSpMkLst>
        </pc:cxnChg>
      </pc:sldChg>
      <pc:sldChg chg="addSp modSp mod">
        <pc:chgData name="Songqing" userId="c4d8cb49210192e2" providerId="LiveId" clId="{EC8110AF-114B-4932-A909-744471D00041}" dt="2023-08-26T10:38:40.551" v="384" actId="1076"/>
        <pc:sldMkLst>
          <pc:docMk/>
          <pc:sldMk cId="419207778" sldId="334"/>
        </pc:sldMkLst>
        <pc:spChg chg="add mod">
          <ac:chgData name="Songqing" userId="c4d8cb49210192e2" providerId="LiveId" clId="{EC8110AF-114B-4932-A909-744471D00041}" dt="2023-08-26T02:05:00.522" v="116" actId="14100"/>
          <ac:spMkLst>
            <pc:docMk/>
            <pc:sldMk cId="419207778" sldId="334"/>
            <ac:spMk id="4" creationId="{70D62CC2-5E50-6C1A-340F-F7EE8C7DAEBF}"/>
          </ac:spMkLst>
        </pc:spChg>
        <pc:spChg chg="add mod">
          <ac:chgData name="Songqing" userId="c4d8cb49210192e2" providerId="LiveId" clId="{EC8110AF-114B-4932-A909-744471D00041}" dt="2023-08-26T02:05:07.140" v="117" actId="14100"/>
          <ac:spMkLst>
            <pc:docMk/>
            <pc:sldMk cId="419207778" sldId="334"/>
            <ac:spMk id="5" creationId="{A9401C4D-C8D8-83FF-4487-A574FE5A8890}"/>
          </ac:spMkLst>
        </pc:spChg>
        <pc:spChg chg="add mod">
          <ac:chgData name="Songqing" userId="c4d8cb49210192e2" providerId="LiveId" clId="{EC8110AF-114B-4932-A909-744471D00041}" dt="2023-08-26T02:04:26.473" v="83" actId="14100"/>
          <ac:spMkLst>
            <pc:docMk/>
            <pc:sldMk cId="419207778" sldId="334"/>
            <ac:spMk id="6" creationId="{9500DE35-8491-CDAA-B5F2-47A42194C315}"/>
          </ac:spMkLst>
        </pc:spChg>
        <pc:spChg chg="mod">
          <ac:chgData name="Songqing" userId="c4d8cb49210192e2" providerId="LiveId" clId="{EC8110AF-114B-4932-A909-744471D00041}" dt="2023-08-26T10:38:40.551" v="384" actId="1076"/>
          <ac:spMkLst>
            <pc:docMk/>
            <pc:sldMk cId="419207778" sldId="334"/>
            <ac:spMk id="7" creationId="{CB332DFC-C195-E0F1-D0D0-3DC01C3F92D2}"/>
          </ac:spMkLst>
        </pc:spChg>
      </pc:sldChg>
      <pc:sldChg chg="ord">
        <pc:chgData name="Songqing" userId="c4d8cb49210192e2" providerId="LiveId" clId="{EC8110AF-114B-4932-A909-744471D00041}" dt="2023-08-26T01:59:05.849" v="1"/>
        <pc:sldMkLst>
          <pc:docMk/>
          <pc:sldMk cId="2474930405" sldId="336"/>
        </pc:sldMkLst>
      </pc:sldChg>
      <pc:sldChg chg="addSp delSp modSp mod">
        <pc:chgData name="Songqing" userId="c4d8cb49210192e2" providerId="LiveId" clId="{EC8110AF-114B-4932-A909-744471D00041}" dt="2023-08-26T11:09:16.418" v="392" actId="14100"/>
        <pc:sldMkLst>
          <pc:docMk/>
          <pc:sldMk cId="3634875764" sldId="337"/>
        </pc:sldMkLst>
        <pc:spChg chg="del mod">
          <ac:chgData name="Songqing" userId="c4d8cb49210192e2" providerId="LiveId" clId="{EC8110AF-114B-4932-A909-744471D00041}" dt="2023-08-26T02:54:56.526" v="234" actId="478"/>
          <ac:spMkLst>
            <pc:docMk/>
            <pc:sldMk cId="3634875764" sldId="337"/>
            <ac:spMk id="2" creationId="{00000000-0000-0000-0000-000000000000}"/>
          </ac:spMkLst>
        </pc:spChg>
        <pc:spChg chg="add mod">
          <ac:chgData name="Songqing" userId="c4d8cb49210192e2" providerId="LiveId" clId="{EC8110AF-114B-4932-A909-744471D00041}" dt="2023-08-26T10:54:02.696" v="390" actId="1076"/>
          <ac:spMkLst>
            <pc:docMk/>
            <pc:sldMk cId="3634875764" sldId="337"/>
            <ac:spMk id="4" creationId="{F506ED67-7218-BB68-A608-3E54B99B03CD}"/>
          </ac:spMkLst>
        </pc:spChg>
        <pc:spChg chg="add mod">
          <ac:chgData name="Songqing" userId="c4d8cb49210192e2" providerId="LiveId" clId="{EC8110AF-114B-4932-A909-744471D00041}" dt="2023-08-26T02:55:48.449" v="265" actId="1076"/>
          <ac:spMkLst>
            <pc:docMk/>
            <pc:sldMk cId="3634875764" sldId="337"/>
            <ac:spMk id="5" creationId="{80C87573-18CF-110A-94D3-A6550D3505AF}"/>
          </ac:spMkLst>
        </pc:spChg>
        <pc:spChg chg="add mod">
          <ac:chgData name="Songqing" userId="c4d8cb49210192e2" providerId="LiveId" clId="{EC8110AF-114B-4932-A909-744471D00041}" dt="2023-08-26T02:55:54.561" v="267" actId="1076"/>
          <ac:spMkLst>
            <pc:docMk/>
            <pc:sldMk cId="3634875764" sldId="337"/>
            <ac:spMk id="6" creationId="{1C3BD104-F75A-DA81-2FD9-738EFE14624D}"/>
          </ac:spMkLst>
        </pc:spChg>
        <pc:spChg chg="add del mod">
          <ac:chgData name="Songqing" userId="c4d8cb49210192e2" providerId="LiveId" clId="{EC8110AF-114B-4932-A909-744471D00041}" dt="2023-08-26T03:00:33.860" v="306" actId="478"/>
          <ac:spMkLst>
            <pc:docMk/>
            <pc:sldMk cId="3634875764" sldId="337"/>
            <ac:spMk id="7" creationId="{2FCFF98F-B558-ED08-5E3B-D8690C5F1ABF}"/>
          </ac:spMkLst>
        </pc:spChg>
        <pc:spChg chg="add del mod">
          <ac:chgData name="Songqing" userId="c4d8cb49210192e2" providerId="LiveId" clId="{EC8110AF-114B-4932-A909-744471D00041}" dt="2023-08-26T02:54:59.156" v="236" actId="478"/>
          <ac:spMkLst>
            <pc:docMk/>
            <pc:sldMk cId="3634875764" sldId="337"/>
            <ac:spMk id="9" creationId="{79E96AA1-E1AA-264A-BF10-198D41E681E1}"/>
          </ac:spMkLst>
        </pc:spChg>
        <pc:spChg chg="add mod">
          <ac:chgData name="Songqing" userId="c4d8cb49210192e2" providerId="LiveId" clId="{EC8110AF-114B-4932-A909-744471D00041}" dt="2023-08-26T03:09:16.221" v="334" actId="1076"/>
          <ac:spMkLst>
            <pc:docMk/>
            <pc:sldMk cId="3634875764" sldId="337"/>
            <ac:spMk id="12" creationId="{E295674A-7D00-64DB-6463-30A61AE1C897}"/>
          </ac:spMkLst>
        </pc:spChg>
        <pc:spChg chg="add mod">
          <ac:chgData name="Songqing" userId="c4d8cb49210192e2" providerId="LiveId" clId="{EC8110AF-114B-4932-A909-744471D00041}" dt="2023-08-26T11:09:16.418" v="392" actId="14100"/>
          <ac:spMkLst>
            <pc:docMk/>
            <pc:sldMk cId="3634875764" sldId="337"/>
            <ac:spMk id="14" creationId="{9DC2F1BE-6E73-35B4-EA64-6191564A3BFE}"/>
          </ac:spMkLst>
        </pc:spChg>
        <pc:picChg chg="add mod">
          <ac:chgData name="Songqing" userId="c4d8cb49210192e2" providerId="LiveId" clId="{EC8110AF-114B-4932-A909-744471D00041}" dt="2023-08-26T03:08:19.560" v="319" actId="1076"/>
          <ac:picMkLst>
            <pc:docMk/>
            <pc:sldMk cId="3634875764" sldId="337"/>
            <ac:picMk id="11" creationId="{FEF00B60-C111-610A-F62E-A4C37AE46AB8}"/>
          </ac:picMkLst>
        </pc:picChg>
      </pc:sldChg>
      <pc:sldChg chg="modSp mod">
        <pc:chgData name="Songqing" userId="c4d8cb49210192e2" providerId="LiveId" clId="{EC8110AF-114B-4932-A909-744471D00041}" dt="2023-08-26T03:10:34.491" v="368" actId="20577"/>
        <pc:sldMkLst>
          <pc:docMk/>
          <pc:sldMk cId="159036366" sldId="339"/>
        </pc:sldMkLst>
        <pc:spChg chg="mod">
          <ac:chgData name="Songqing" userId="c4d8cb49210192e2" providerId="LiveId" clId="{EC8110AF-114B-4932-A909-744471D00041}" dt="2023-08-26T03:10:34.491" v="368" actId="20577"/>
          <ac:spMkLst>
            <pc:docMk/>
            <pc:sldMk cId="159036366" sldId="339"/>
            <ac:spMk id="2" creationId="{00000000-0000-0000-0000-000000000000}"/>
          </ac:spMkLst>
        </pc:spChg>
      </pc:sldChg>
      <pc:sldChg chg="addSp delSp modSp add mod ord setBg">
        <pc:chgData name="Songqing" userId="c4d8cb49210192e2" providerId="LiveId" clId="{EC8110AF-114B-4932-A909-744471D00041}" dt="2023-08-26T02:55:37.172" v="264" actId="1076"/>
        <pc:sldMkLst>
          <pc:docMk/>
          <pc:sldMk cId="4294173130" sldId="341"/>
        </pc:sldMkLst>
        <pc:spChg chg="del mod">
          <ac:chgData name="Songqing" userId="c4d8cb49210192e2" providerId="LiveId" clId="{EC8110AF-114B-4932-A909-744471D00041}" dt="2023-08-26T02:00:12.356" v="5" actId="478"/>
          <ac:spMkLst>
            <pc:docMk/>
            <pc:sldMk cId="4294173130" sldId="341"/>
            <ac:spMk id="2" creationId="{00000000-0000-0000-0000-000000000000}"/>
          </ac:spMkLst>
        </pc:spChg>
        <pc:spChg chg="mod">
          <ac:chgData name="Songqing" userId="c4d8cb49210192e2" providerId="LiveId" clId="{EC8110AF-114B-4932-A909-744471D00041}" dt="2023-08-26T02:54:48.277" v="233" actId="1076"/>
          <ac:spMkLst>
            <pc:docMk/>
            <pc:sldMk cId="4294173130" sldId="341"/>
            <ac:spMk id="4" creationId="{C44FBF9D-981A-690A-83A2-D1F062D87F89}"/>
          </ac:spMkLst>
        </pc:spChg>
        <pc:spChg chg="del mod">
          <ac:chgData name="Songqing" userId="c4d8cb49210192e2" providerId="LiveId" clId="{EC8110AF-114B-4932-A909-744471D00041}" dt="2023-08-26T02:52:40.829" v="207" actId="478"/>
          <ac:spMkLst>
            <pc:docMk/>
            <pc:sldMk cId="4294173130" sldId="341"/>
            <ac:spMk id="5" creationId="{B2E5AD69-1AB2-42C0-2159-FEE17317EC09}"/>
          </ac:spMkLst>
        </pc:spChg>
        <pc:spChg chg="mod">
          <ac:chgData name="Songqing" userId="c4d8cb49210192e2" providerId="LiveId" clId="{EC8110AF-114B-4932-A909-744471D00041}" dt="2023-08-26T02:54:16.925" v="227" actId="1076"/>
          <ac:spMkLst>
            <pc:docMk/>
            <pc:sldMk cId="4294173130" sldId="341"/>
            <ac:spMk id="6" creationId="{B842CDA5-6D5A-0E9B-07BB-DB965DF07807}"/>
          </ac:spMkLst>
        </pc:spChg>
        <pc:spChg chg="del mod">
          <ac:chgData name="Songqing" userId="c4d8cb49210192e2" providerId="LiveId" clId="{EC8110AF-114B-4932-A909-744471D00041}" dt="2023-08-26T02:52:40.829" v="207" actId="478"/>
          <ac:spMkLst>
            <pc:docMk/>
            <pc:sldMk cId="4294173130" sldId="341"/>
            <ac:spMk id="7" creationId="{76765245-7037-DF83-6076-C899E92CEB98}"/>
          </ac:spMkLst>
        </pc:spChg>
        <pc:spChg chg="del mod">
          <ac:chgData name="Songqing" userId="c4d8cb49210192e2" providerId="LiveId" clId="{EC8110AF-114B-4932-A909-744471D00041}" dt="2023-08-26T02:52:40.829" v="207" actId="478"/>
          <ac:spMkLst>
            <pc:docMk/>
            <pc:sldMk cId="4294173130" sldId="341"/>
            <ac:spMk id="8" creationId="{1E62F938-D50A-2754-92FA-8EC6FE53DC6B}"/>
          </ac:spMkLst>
        </pc:spChg>
        <pc:spChg chg="add del mod">
          <ac:chgData name="Songqing" userId="c4d8cb49210192e2" providerId="LiveId" clId="{EC8110AF-114B-4932-A909-744471D00041}" dt="2023-08-26T02:00:19.220" v="7" actId="478"/>
          <ac:spMkLst>
            <pc:docMk/>
            <pc:sldMk cId="4294173130" sldId="341"/>
            <ac:spMk id="10" creationId="{BB4ADD40-58BC-B3CA-F2B2-DEBF7A203DFE}"/>
          </ac:spMkLst>
        </pc:spChg>
        <pc:spChg chg="add del mod">
          <ac:chgData name="Songqing" userId="c4d8cb49210192e2" providerId="LiveId" clId="{EC8110AF-114B-4932-A909-744471D00041}" dt="2023-08-26T02:54:08.085" v="225" actId="478"/>
          <ac:spMkLst>
            <pc:docMk/>
            <pc:sldMk cId="4294173130" sldId="341"/>
            <ac:spMk id="12" creationId="{F5927391-C990-917D-EEC1-B5C0B520A3F6}"/>
          </ac:spMkLst>
        </pc:spChg>
        <pc:spChg chg="add mod">
          <ac:chgData name="Songqing" userId="c4d8cb49210192e2" providerId="LiveId" clId="{EC8110AF-114B-4932-A909-744471D00041}" dt="2023-08-26T02:54:20.200" v="228" actId="14100"/>
          <ac:spMkLst>
            <pc:docMk/>
            <pc:sldMk cId="4294173130" sldId="341"/>
            <ac:spMk id="13" creationId="{2576DC12-D357-724E-3D3A-834A8C54DB8B}"/>
          </ac:spMkLst>
        </pc:spChg>
        <pc:spChg chg="add del">
          <ac:chgData name="Songqing" userId="c4d8cb49210192e2" providerId="LiveId" clId="{EC8110AF-114B-4932-A909-744471D00041}" dt="2023-08-26T01:59:40.684" v="4" actId="26606"/>
          <ac:spMkLst>
            <pc:docMk/>
            <pc:sldMk cId="4294173130" sldId="341"/>
            <ac:spMk id="14" creationId="{BF7E8610-2DF7-4AF0-B876-0F3B7882A6B7}"/>
          </ac:spMkLst>
        </pc:spChg>
        <pc:spChg chg="add mod">
          <ac:chgData name="Songqing" userId="c4d8cb49210192e2" providerId="LiveId" clId="{EC8110AF-114B-4932-A909-744471D00041}" dt="2023-08-26T02:54:43.501" v="232" actId="1076"/>
          <ac:spMkLst>
            <pc:docMk/>
            <pc:sldMk cId="4294173130" sldId="341"/>
            <ac:spMk id="15" creationId="{3512BD48-7BD3-702D-D793-5CBD85583E4D}"/>
          </ac:spMkLst>
        </pc:spChg>
        <pc:spChg chg="add del">
          <ac:chgData name="Songqing" userId="c4d8cb49210192e2" providerId="LiveId" clId="{EC8110AF-114B-4932-A909-744471D00041}" dt="2023-08-26T01:59:40.684" v="4" actId="26606"/>
          <ac:spMkLst>
            <pc:docMk/>
            <pc:sldMk cId="4294173130" sldId="341"/>
            <ac:spMk id="16" creationId="{C1C8C023-62A6-4DA0-8DF4-3F4EA94090DE}"/>
          </ac:spMkLst>
        </pc:spChg>
        <pc:spChg chg="add mod">
          <ac:chgData name="Songqing" userId="c4d8cb49210192e2" providerId="LiveId" clId="{EC8110AF-114B-4932-A909-744471D00041}" dt="2023-08-26T02:55:37.172" v="264" actId="1076"/>
          <ac:spMkLst>
            <pc:docMk/>
            <pc:sldMk cId="4294173130" sldId="341"/>
            <ac:spMk id="17" creationId="{289603E2-17C3-7DB9-47DA-6DE16A7B7728}"/>
          </ac:spMkLst>
        </pc:spChg>
        <pc:spChg chg="add del">
          <ac:chgData name="Songqing" userId="c4d8cb49210192e2" providerId="LiveId" clId="{EC8110AF-114B-4932-A909-744471D00041}" dt="2023-08-26T01:59:40.684" v="4" actId="26606"/>
          <ac:spMkLst>
            <pc:docMk/>
            <pc:sldMk cId="4294173130" sldId="341"/>
            <ac:spMk id="18" creationId="{26B9FE07-322E-43FB-8707-C9826BD903EB}"/>
          </ac:spMkLst>
        </pc:spChg>
        <pc:picChg chg="del mod">
          <ac:chgData name="Songqing" userId="c4d8cb49210192e2" providerId="LiveId" clId="{EC8110AF-114B-4932-A909-744471D00041}" dt="2023-08-26T02:52:40.829" v="207" actId="478"/>
          <ac:picMkLst>
            <pc:docMk/>
            <pc:sldMk cId="4294173130" sldId="341"/>
            <ac:picMk id="9" creationId="{FE44234A-77F9-2F6F-6ED1-9CB6935F54D9}"/>
          </ac:picMkLst>
        </pc:picChg>
      </pc:sldChg>
      <pc:sldChg chg="modSp add mod">
        <pc:chgData name="Songqing" userId="c4d8cb49210192e2" providerId="LiveId" clId="{EC8110AF-114B-4932-A909-744471D00041}" dt="2023-08-26T03:09:59.559" v="336" actId="20577"/>
        <pc:sldMkLst>
          <pc:docMk/>
          <pc:sldMk cId="1107203926" sldId="342"/>
        </pc:sldMkLst>
        <pc:spChg chg="mod">
          <ac:chgData name="Songqing" userId="c4d8cb49210192e2" providerId="LiveId" clId="{EC8110AF-114B-4932-A909-744471D00041}" dt="2023-08-26T03:09:59.559" v="336" actId="20577"/>
          <ac:spMkLst>
            <pc:docMk/>
            <pc:sldMk cId="1107203926" sldId="342"/>
            <ac:spMk id="2" creationId="{00000000-0000-0000-0000-000000000000}"/>
          </ac:spMkLst>
        </pc:spChg>
      </pc:sldChg>
    </pc:docChg>
  </pc:docChgLst>
  <pc:docChgLst>
    <pc:chgData name="Songqing Gu" userId="c4d8cb49210192e2" providerId="LiveId" clId="{E6809159-52D0-4E75-90FC-6FCDBAFB1020}"/>
    <pc:docChg chg="custSel addSld modSld modSection">
      <pc:chgData name="Songqing Gu" userId="c4d8cb49210192e2" providerId="LiveId" clId="{E6809159-52D0-4E75-90FC-6FCDBAFB1020}" dt="2023-05-07T12:55:53.806" v="71" actId="20577"/>
      <pc:docMkLst>
        <pc:docMk/>
      </pc:docMkLst>
      <pc:sldChg chg="modSp mod">
        <pc:chgData name="Songqing Gu" userId="c4d8cb49210192e2" providerId="LiveId" clId="{E6809159-52D0-4E75-90FC-6FCDBAFB1020}" dt="2023-04-29T08:54:37.389" v="0" actId="207"/>
        <pc:sldMkLst>
          <pc:docMk/>
          <pc:sldMk cId="1426314236" sldId="332"/>
        </pc:sldMkLst>
        <pc:spChg chg="mod">
          <ac:chgData name="Songqing Gu" userId="c4d8cb49210192e2" providerId="LiveId" clId="{E6809159-52D0-4E75-90FC-6FCDBAFB1020}" dt="2023-04-29T08:54:37.389" v="0" actId="207"/>
          <ac:spMkLst>
            <pc:docMk/>
            <pc:sldMk cId="1426314236" sldId="332"/>
            <ac:spMk id="6" creationId="{00000000-0000-0000-0000-000000000000}"/>
          </ac:spMkLst>
        </pc:spChg>
      </pc:sldChg>
      <pc:sldChg chg="delSp modSp add mod">
        <pc:chgData name="Songqing Gu" userId="c4d8cb49210192e2" providerId="LiveId" clId="{E6809159-52D0-4E75-90FC-6FCDBAFB1020}" dt="2023-05-07T12:38:21.186" v="26" actId="20577"/>
        <pc:sldMkLst>
          <pc:docMk/>
          <pc:sldMk cId="2474930405" sldId="336"/>
        </pc:sldMkLst>
        <pc:spChg chg="mod">
          <ac:chgData name="Songqing Gu" userId="c4d8cb49210192e2" providerId="LiveId" clId="{E6809159-52D0-4E75-90FC-6FCDBAFB1020}" dt="2023-05-07T12:38:21.186" v="26" actId="20577"/>
          <ac:spMkLst>
            <pc:docMk/>
            <pc:sldMk cId="2474930405" sldId="336"/>
            <ac:spMk id="2" creationId="{00000000-0000-0000-0000-000000000000}"/>
          </ac:spMkLst>
        </pc:spChg>
        <pc:spChg chg="del">
          <ac:chgData name="Songqing Gu" userId="c4d8cb49210192e2" providerId="LiveId" clId="{E6809159-52D0-4E75-90FC-6FCDBAFB1020}" dt="2023-05-07T12:37:48.347" v="2" actId="478"/>
          <ac:spMkLst>
            <pc:docMk/>
            <pc:sldMk cId="2474930405" sldId="336"/>
            <ac:spMk id="3" creationId="{00000000-0000-0000-0000-000000000000}"/>
          </ac:spMkLst>
        </pc:spChg>
        <pc:spChg chg="del">
          <ac:chgData name="Songqing Gu" userId="c4d8cb49210192e2" providerId="LiveId" clId="{E6809159-52D0-4E75-90FC-6FCDBAFB1020}" dt="2023-05-07T12:37:48.347" v="2" actId="478"/>
          <ac:spMkLst>
            <pc:docMk/>
            <pc:sldMk cId="2474930405" sldId="336"/>
            <ac:spMk id="4" creationId="{00000000-0000-0000-0000-000000000000}"/>
          </ac:spMkLst>
        </pc:spChg>
        <pc:spChg chg="del">
          <ac:chgData name="Songqing Gu" userId="c4d8cb49210192e2" providerId="LiveId" clId="{E6809159-52D0-4E75-90FC-6FCDBAFB1020}" dt="2023-05-07T12:37:48.347" v="2" actId="478"/>
          <ac:spMkLst>
            <pc:docMk/>
            <pc:sldMk cId="2474930405" sldId="336"/>
            <ac:spMk id="5" creationId="{00000000-0000-0000-0000-000000000000}"/>
          </ac:spMkLst>
        </pc:spChg>
        <pc:spChg chg="del">
          <ac:chgData name="Songqing Gu" userId="c4d8cb49210192e2" providerId="LiveId" clId="{E6809159-52D0-4E75-90FC-6FCDBAFB1020}" dt="2023-05-07T12:37:48.347" v="2" actId="478"/>
          <ac:spMkLst>
            <pc:docMk/>
            <pc:sldMk cId="2474930405" sldId="336"/>
            <ac:spMk id="9" creationId="{00000000-0000-0000-0000-000000000000}"/>
          </ac:spMkLst>
        </pc:spChg>
        <pc:spChg chg="del">
          <ac:chgData name="Songqing Gu" userId="c4d8cb49210192e2" providerId="LiveId" clId="{E6809159-52D0-4E75-90FC-6FCDBAFB1020}" dt="2023-05-07T12:37:48.347" v="2" actId="478"/>
          <ac:spMkLst>
            <pc:docMk/>
            <pc:sldMk cId="2474930405" sldId="336"/>
            <ac:spMk id="10" creationId="{00000000-0000-0000-0000-000000000000}"/>
          </ac:spMkLst>
        </pc:spChg>
        <pc:spChg chg="del">
          <ac:chgData name="Songqing Gu" userId="c4d8cb49210192e2" providerId="LiveId" clId="{E6809159-52D0-4E75-90FC-6FCDBAFB1020}" dt="2023-05-07T12:37:48.347" v="2" actId="478"/>
          <ac:spMkLst>
            <pc:docMk/>
            <pc:sldMk cId="2474930405" sldId="336"/>
            <ac:spMk id="15" creationId="{00000000-0000-0000-0000-000000000000}"/>
          </ac:spMkLst>
        </pc:spChg>
        <pc:spChg chg="del">
          <ac:chgData name="Songqing Gu" userId="c4d8cb49210192e2" providerId="LiveId" clId="{E6809159-52D0-4E75-90FC-6FCDBAFB1020}" dt="2023-05-07T12:37:48.347" v="2" actId="478"/>
          <ac:spMkLst>
            <pc:docMk/>
            <pc:sldMk cId="2474930405" sldId="336"/>
            <ac:spMk id="18" creationId="{00000000-0000-0000-0000-000000000000}"/>
          </ac:spMkLst>
        </pc:spChg>
        <pc:cxnChg chg="del mod">
          <ac:chgData name="Songqing Gu" userId="c4d8cb49210192e2" providerId="LiveId" clId="{E6809159-52D0-4E75-90FC-6FCDBAFB1020}" dt="2023-05-07T12:37:48.347" v="2" actId="478"/>
          <ac:cxnSpMkLst>
            <pc:docMk/>
            <pc:sldMk cId="2474930405" sldId="336"/>
            <ac:cxnSpMk id="7" creationId="{00000000-0000-0000-0000-000000000000}"/>
          </ac:cxnSpMkLst>
        </pc:cxnChg>
        <pc:cxnChg chg="del mod">
          <ac:chgData name="Songqing Gu" userId="c4d8cb49210192e2" providerId="LiveId" clId="{E6809159-52D0-4E75-90FC-6FCDBAFB1020}" dt="2023-05-07T12:37:48.347" v="2" actId="478"/>
          <ac:cxnSpMkLst>
            <pc:docMk/>
            <pc:sldMk cId="2474930405" sldId="336"/>
            <ac:cxnSpMk id="12" creationId="{00000000-0000-0000-0000-000000000000}"/>
          </ac:cxnSpMkLst>
        </pc:cxnChg>
      </pc:sldChg>
      <pc:sldChg chg="modSp add mod">
        <pc:chgData name="Songqing Gu" userId="c4d8cb49210192e2" providerId="LiveId" clId="{E6809159-52D0-4E75-90FC-6FCDBAFB1020}" dt="2023-05-07T12:55:53.806" v="71" actId="20577"/>
        <pc:sldMkLst>
          <pc:docMk/>
          <pc:sldMk cId="3634875764" sldId="337"/>
        </pc:sldMkLst>
        <pc:spChg chg="mod">
          <ac:chgData name="Songqing Gu" userId="c4d8cb49210192e2" providerId="LiveId" clId="{E6809159-52D0-4E75-90FC-6FCDBAFB1020}" dt="2023-05-07T12:55:53.806" v="71" actId="20577"/>
          <ac:spMkLst>
            <pc:docMk/>
            <pc:sldMk cId="3634875764" sldId="337"/>
            <ac:spMk id="2" creationId="{00000000-0000-0000-0000-000000000000}"/>
          </ac:spMkLst>
        </pc:spChg>
      </pc:sldChg>
      <pc:sldChg chg="add">
        <pc:chgData name="Songqing Gu" userId="c4d8cb49210192e2" providerId="LiveId" clId="{E6809159-52D0-4E75-90FC-6FCDBAFB1020}" dt="2023-05-07T12:55:43.761" v="54" actId="2890"/>
        <pc:sldMkLst>
          <pc:docMk/>
          <pc:sldMk cId="450368802" sldId="338"/>
        </pc:sldMkLst>
      </pc:sldChg>
    </pc:docChg>
  </pc:docChgLst>
  <pc:docChgLst>
    <pc:chgData name="Songqing" userId="c4d8cb49210192e2" providerId="LiveId" clId="{DF99C668-5324-445A-9C14-062439C44965}"/>
    <pc:docChg chg="addSld modSld sldOrd modSection">
      <pc:chgData name="Songqing" userId="c4d8cb49210192e2" providerId="LiveId" clId="{DF99C668-5324-445A-9C14-062439C44965}" dt="2023-03-14T14:05:47.610" v="21"/>
      <pc:docMkLst>
        <pc:docMk/>
      </pc:docMkLst>
      <pc:sldChg chg="addSp modSp mod">
        <pc:chgData name="Songqing" userId="c4d8cb49210192e2" providerId="LiveId" clId="{DF99C668-5324-445A-9C14-062439C44965}" dt="2023-03-12T00:38:48.264" v="19" actId="14100"/>
        <pc:sldMkLst>
          <pc:docMk/>
          <pc:sldMk cId="1698183513" sldId="330"/>
        </pc:sldMkLst>
        <pc:spChg chg="mod">
          <ac:chgData name="Songqing" userId="c4d8cb49210192e2" providerId="LiveId" clId="{DF99C668-5324-445A-9C14-062439C44965}" dt="2023-03-12T00:36:49.006" v="0" actId="1076"/>
          <ac:spMkLst>
            <pc:docMk/>
            <pc:sldMk cId="1698183513" sldId="330"/>
            <ac:spMk id="2" creationId="{00000000-0000-0000-0000-000000000000}"/>
          </ac:spMkLst>
        </pc:spChg>
        <pc:spChg chg="mod">
          <ac:chgData name="Songqing" userId="c4d8cb49210192e2" providerId="LiveId" clId="{DF99C668-5324-445A-9C14-062439C44965}" dt="2023-03-12T00:38:42.078" v="18" actId="1076"/>
          <ac:spMkLst>
            <pc:docMk/>
            <pc:sldMk cId="1698183513" sldId="330"/>
            <ac:spMk id="3" creationId="{00000000-0000-0000-0000-000000000000}"/>
          </ac:spMkLst>
        </pc:spChg>
        <pc:spChg chg="add mod">
          <ac:chgData name="Songqing" userId="c4d8cb49210192e2" providerId="LiveId" clId="{DF99C668-5324-445A-9C14-062439C44965}" dt="2023-03-12T00:38:11.910" v="11" actId="1076"/>
          <ac:spMkLst>
            <pc:docMk/>
            <pc:sldMk cId="1698183513" sldId="330"/>
            <ac:spMk id="4" creationId="{EB60F8D1-1C58-1C48-66EC-8FC5FAE33ACA}"/>
          </ac:spMkLst>
        </pc:spChg>
        <pc:spChg chg="add mod">
          <ac:chgData name="Songqing" userId="c4d8cb49210192e2" providerId="LiveId" clId="{DF99C668-5324-445A-9C14-062439C44965}" dt="2023-03-12T00:38:48.264" v="19" actId="14100"/>
          <ac:spMkLst>
            <pc:docMk/>
            <pc:sldMk cId="1698183513" sldId="330"/>
            <ac:spMk id="5" creationId="{A8103F9D-852F-0C20-9266-1C6116AED6DE}"/>
          </ac:spMkLst>
        </pc:spChg>
      </pc:sldChg>
      <pc:sldChg chg="add ord">
        <pc:chgData name="Songqing" userId="c4d8cb49210192e2" providerId="LiveId" clId="{DF99C668-5324-445A-9C14-062439C44965}" dt="2023-03-14T14:05:47.610" v="21"/>
        <pc:sldMkLst>
          <pc:docMk/>
          <pc:sldMk cId="464202778" sldId="331"/>
        </pc:sldMkLst>
      </pc:sldChg>
    </pc:docChg>
  </pc:docChgLst>
  <pc:docChgLst>
    <pc:chgData name="Songqing Gu" userId="c4d8cb49210192e2" providerId="LiveId" clId="{B9CBC60D-6A85-4022-8B7D-C2124CCFE356}"/>
    <pc:docChg chg="custSel addSld delSld modSld sldOrd modSection">
      <pc:chgData name="Songqing Gu" userId="c4d8cb49210192e2" providerId="LiveId" clId="{B9CBC60D-6A85-4022-8B7D-C2124CCFE356}" dt="2023-06-05T07:40:54.595" v="768" actId="20577"/>
      <pc:docMkLst>
        <pc:docMk/>
      </pc:docMkLst>
      <pc:sldChg chg="modSp mod">
        <pc:chgData name="Songqing Gu" userId="c4d8cb49210192e2" providerId="LiveId" clId="{B9CBC60D-6A85-4022-8B7D-C2124CCFE356}" dt="2023-06-05T02:18:38.353" v="127" actId="20577"/>
        <pc:sldMkLst>
          <pc:docMk/>
          <pc:sldMk cId="3813058601" sldId="256"/>
        </pc:sldMkLst>
        <pc:spChg chg="mod">
          <ac:chgData name="Songqing Gu" userId="c4d8cb49210192e2" providerId="LiveId" clId="{B9CBC60D-6A85-4022-8B7D-C2124CCFE356}" dt="2023-06-05T02:18:38.353" v="127" actId="20577"/>
          <ac:spMkLst>
            <pc:docMk/>
            <pc:sldMk cId="3813058601" sldId="256"/>
            <ac:spMk id="3" creationId="{00000000-0000-0000-0000-000000000000}"/>
          </ac:spMkLst>
        </pc:spChg>
      </pc:sldChg>
      <pc:sldChg chg="addSp delSp modSp mod">
        <pc:chgData name="Songqing Gu" userId="c4d8cb49210192e2" providerId="LiveId" clId="{B9CBC60D-6A85-4022-8B7D-C2124CCFE356}" dt="2023-06-05T06:39:41.776" v="749" actId="1076"/>
        <pc:sldMkLst>
          <pc:docMk/>
          <pc:sldMk cId="2297835283" sldId="302"/>
        </pc:sldMkLst>
        <pc:spChg chg="del mod">
          <ac:chgData name="Songqing Gu" userId="c4d8cb49210192e2" providerId="LiveId" clId="{B9CBC60D-6A85-4022-8B7D-C2124CCFE356}" dt="2023-06-05T06:26:02.424" v="716" actId="478"/>
          <ac:spMkLst>
            <pc:docMk/>
            <pc:sldMk cId="2297835283" sldId="302"/>
            <ac:spMk id="3" creationId="{49AD6EBC-E72E-25C1-89DF-EDD400F00FBC}"/>
          </ac:spMkLst>
        </pc:spChg>
        <pc:spChg chg="del">
          <ac:chgData name="Songqing Gu" userId="c4d8cb49210192e2" providerId="LiveId" clId="{B9CBC60D-6A85-4022-8B7D-C2124CCFE356}" dt="2023-06-05T06:39:28.484" v="748" actId="478"/>
          <ac:spMkLst>
            <pc:docMk/>
            <pc:sldMk cId="2297835283" sldId="302"/>
            <ac:spMk id="5" creationId="{16B07FD5-B6D9-1F1C-0875-5A262587DCEC}"/>
          </ac:spMkLst>
        </pc:spChg>
        <pc:spChg chg="add mod">
          <ac:chgData name="Songqing Gu" userId="c4d8cb49210192e2" providerId="LiveId" clId="{B9CBC60D-6A85-4022-8B7D-C2124CCFE356}" dt="2023-06-05T06:39:41.776" v="749" actId="1076"/>
          <ac:spMkLst>
            <pc:docMk/>
            <pc:sldMk cId="2297835283" sldId="302"/>
            <ac:spMk id="6" creationId="{EC2BF854-3B92-511A-E56A-D9BA26E0ED6C}"/>
          </ac:spMkLst>
        </pc:spChg>
        <pc:spChg chg="add mod">
          <ac:chgData name="Songqing Gu" userId="c4d8cb49210192e2" providerId="LiveId" clId="{B9CBC60D-6A85-4022-8B7D-C2124CCFE356}" dt="2023-06-05T06:39:41.776" v="749" actId="1076"/>
          <ac:spMkLst>
            <pc:docMk/>
            <pc:sldMk cId="2297835283" sldId="302"/>
            <ac:spMk id="7" creationId="{E3483467-8D62-E49B-853E-B0A1FF0D4226}"/>
          </ac:spMkLst>
        </pc:spChg>
      </pc:sldChg>
      <pc:sldChg chg="del">
        <pc:chgData name="Songqing Gu" userId="c4d8cb49210192e2" providerId="LiveId" clId="{B9CBC60D-6A85-4022-8B7D-C2124CCFE356}" dt="2023-06-05T07:00:51.268" v="750" actId="2696"/>
        <pc:sldMkLst>
          <pc:docMk/>
          <pc:sldMk cId="956434690" sldId="307"/>
        </pc:sldMkLst>
      </pc:sldChg>
      <pc:sldChg chg="ord">
        <pc:chgData name="Songqing Gu" userId="c4d8cb49210192e2" providerId="LiveId" clId="{B9CBC60D-6A85-4022-8B7D-C2124CCFE356}" dt="2023-06-05T01:51:45.829" v="36"/>
        <pc:sldMkLst>
          <pc:docMk/>
          <pc:sldMk cId="2726820711" sldId="324"/>
        </pc:sldMkLst>
      </pc:sldChg>
      <pc:sldChg chg="addSp modSp mod ord">
        <pc:chgData name="Songqing Gu" userId="c4d8cb49210192e2" providerId="LiveId" clId="{B9CBC60D-6A85-4022-8B7D-C2124CCFE356}" dt="2023-06-05T06:23:38.616" v="649" actId="20577"/>
        <pc:sldMkLst>
          <pc:docMk/>
          <pc:sldMk cId="1698183513" sldId="330"/>
        </pc:sldMkLst>
        <pc:spChg chg="add mod">
          <ac:chgData name="Songqing Gu" userId="c4d8cb49210192e2" providerId="LiveId" clId="{B9CBC60D-6A85-4022-8B7D-C2124CCFE356}" dt="2023-06-05T06:21:17.730" v="575" actId="1076"/>
          <ac:spMkLst>
            <pc:docMk/>
            <pc:sldMk cId="1698183513" sldId="330"/>
            <ac:spMk id="3" creationId="{17DBF495-181D-EE5B-1668-2E1DA1BAC104}"/>
          </ac:spMkLst>
        </pc:spChg>
        <pc:spChg chg="mod">
          <ac:chgData name="Songqing Gu" userId="c4d8cb49210192e2" providerId="LiveId" clId="{B9CBC60D-6A85-4022-8B7D-C2124CCFE356}" dt="2023-06-05T06:20:57.832" v="570" actId="1076"/>
          <ac:spMkLst>
            <pc:docMk/>
            <pc:sldMk cId="1698183513" sldId="330"/>
            <ac:spMk id="4" creationId="{EB60F8D1-1C58-1C48-66EC-8FC5FAE33ACA}"/>
          </ac:spMkLst>
        </pc:spChg>
        <pc:spChg chg="add mod">
          <ac:chgData name="Songqing Gu" userId="c4d8cb49210192e2" providerId="LiveId" clId="{B9CBC60D-6A85-4022-8B7D-C2124CCFE356}" dt="2023-06-05T06:23:38.616" v="649" actId="20577"/>
          <ac:spMkLst>
            <pc:docMk/>
            <pc:sldMk cId="1698183513" sldId="330"/>
            <ac:spMk id="6" creationId="{0B3A883B-7236-BB3E-F9D0-3EFD9C78BB6D}"/>
          </ac:spMkLst>
        </pc:spChg>
        <pc:spChg chg="mod">
          <ac:chgData name="Songqing Gu" userId="c4d8cb49210192e2" providerId="LiveId" clId="{B9CBC60D-6A85-4022-8B7D-C2124CCFE356}" dt="2023-06-05T06:21:01.150" v="571" actId="1076"/>
          <ac:spMkLst>
            <pc:docMk/>
            <pc:sldMk cId="1698183513" sldId="330"/>
            <ac:spMk id="7" creationId="{A8103F9D-852F-0C20-9266-1C6116AED6DE}"/>
          </ac:spMkLst>
        </pc:spChg>
        <pc:spChg chg="mod">
          <ac:chgData name="Songqing Gu" userId="c4d8cb49210192e2" providerId="LiveId" clId="{B9CBC60D-6A85-4022-8B7D-C2124CCFE356}" dt="2023-06-05T06:21:03.910" v="572" actId="1076"/>
          <ac:spMkLst>
            <pc:docMk/>
            <pc:sldMk cId="1698183513" sldId="330"/>
            <ac:spMk id="8" creationId="{A8103F9D-852F-0C20-9266-1C6116AED6DE}"/>
          </ac:spMkLst>
        </pc:spChg>
        <pc:spChg chg="mod">
          <ac:chgData name="Songqing Gu" userId="c4d8cb49210192e2" providerId="LiveId" clId="{B9CBC60D-6A85-4022-8B7D-C2124CCFE356}" dt="2023-06-05T06:21:08.282" v="573" actId="1076"/>
          <ac:spMkLst>
            <pc:docMk/>
            <pc:sldMk cId="1698183513" sldId="330"/>
            <ac:spMk id="9" creationId="{A8103F9D-852F-0C20-9266-1C6116AED6DE}"/>
          </ac:spMkLst>
        </pc:spChg>
        <pc:spChg chg="mod">
          <ac:chgData name="Songqing Gu" userId="c4d8cb49210192e2" providerId="LiveId" clId="{B9CBC60D-6A85-4022-8B7D-C2124CCFE356}" dt="2023-06-05T06:21:12.695" v="574" actId="1076"/>
          <ac:spMkLst>
            <pc:docMk/>
            <pc:sldMk cId="1698183513" sldId="330"/>
            <ac:spMk id="10" creationId="{A8103F9D-852F-0C20-9266-1C6116AED6DE}"/>
          </ac:spMkLst>
        </pc:spChg>
      </pc:sldChg>
      <pc:sldChg chg="addSp delSp modSp mod">
        <pc:chgData name="Songqing Gu" userId="c4d8cb49210192e2" providerId="LiveId" clId="{B9CBC60D-6A85-4022-8B7D-C2124CCFE356}" dt="2023-06-05T06:22:41.213" v="596" actId="20577"/>
        <pc:sldMkLst>
          <pc:docMk/>
          <pc:sldMk cId="464202778" sldId="331"/>
        </pc:sldMkLst>
        <pc:spChg chg="mod">
          <ac:chgData name="Songqing Gu" userId="c4d8cb49210192e2" providerId="LiveId" clId="{B9CBC60D-6A85-4022-8B7D-C2124CCFE356}" dt="2023-06-05T02:20:49.361" v="161" actId="14100"/>
          <ac:spMkLst>
            <pc:docMk/>
            <pc:sldMk cId="464202778" sldId="331"/>
            <ac:spMk id="2" creationId="{00000000-0000-0000-0000-000000000000}"/>
          </ac:spMkLst>
        </pc:spChg>
        <pc:spChg chg="mod">
          <ac:chgData name="Songqing Gu" userId="c4d8cb49210192e2" providerId="LiveId" clId="{B9CBC60D-6A85-4022-8B7D-C2124CCFE356}" dt="2023-06-05T06:20:36.544" v="569" actId="1076"/>
          <ac:spMkLst>
            <pc:docMk/>
            <pc:sldMk cId="464202778" sldId="331"/>
            <ac:spMk id="3" creationId="{00000000-0000-0000-0000-000000000000}"/>
          </ac:spMkLst>
        </pc:spChg>
        <pc:spChg chg="mod">
          <ac:chgData name="Songqing Gu" userId="c4d8cb49210192e2" providerId="LiveId" clId="{B9CBC60D-6A85-4022-8B7D-C2124CCFE356}" dt="2023-06-05T06:20:36.544" v="569" actId="1076"/>
          <ac:spMkLst>
            <pc:docMk/>
            <pc:sldMk cId="464202778" sldId="331"/>
            <ac:spMk id="4" creationId="{00000000-0000-0000-0000-000000000000}"/>
          </ac:spMkLst>
        </pc:spChg>
        <pc:spChg chg="mod">
          <ac:chgData name="Songqing Gu" userId="c4d8cb49210192e2" providerId="LiveId" clId="{B9CBC60D-6A85-4022-8B7D-C2124CCFE356}" dt="2023-06-05T06:22:06.463" v="576" actId="1076"/>
          <ac:spMkLst>
            <pc:docMk/>
            <pc:sldMk cId="464202778" sldId="331"/>
            <ac:spMk id="5" creationId="{00000000-0000-0000-0000-000000000000}"/>
          </ac:spMkLst>
        </pc:spChg>
        <pc:spChg chg="del mod">
          <ac:chgData name="Songqing Gu" userId="c4d8cb49210192e2" providerId="LiveId" clId="{B9CBC60D-6A85-4022-8B7D-C2124CCFE356}" dt="2023-06-05T06:07:05.827" v="304" actId="478"/>
          <ac:spMkLst>
            <pc:docMk/>
            <pc:sldMk cId="464202778" sldId="331"/>
            <ac:spMk id="9" creationId="{00000000-0000-0000-0000-000000000000}"/>
          </ac:spMkLst>
        </pc:spChg>
        <pc:spChg chg="del">
          <ac:chgData name="Songqing Gu" userId="c4d8cb49210192e2" providerId="LiveId" clId="{B9CBC60D-6A85-4022-8B7D-C2124CCFE356}" dt="2023-06-05T06:07:05.827" v="304" actId="478"/>
          <ac:spMkLst>
            <pc:docMk/>
            <pc:sldMk cId="464202778" sldId="331"/>
            <ac:spMk id="10" creationId="{00000000-0000-0000-0000-000000000000}"/>
          </ac:spMkLst>
        </pc:spChg>
        <pc:spChg chg="del">
          <ac:chgData name="Songqing Gu" userId="c4d8cb49210192e2" providerId="LiveId" clId="{B9CBC60D-6A85-4022-8B7D-C2124CCFE356}" dt="2023-06-05T05:50:46.146" v="242" actId="478"/>
          <ac:spMkLst>
            <pc:docMk/>
            <pc:sldMk cId="464202778" sldId="331"/>
            <ac:spMk id="15" creationId="{00000000-0000-0000-0000-000000000000}"/>
          </ac:spMkLst>
        </pc:spChg>
        <pc:spChg chg="add mod">
          <ac:chgData name="Songqing Gu" userId="c4d8cb49210192e2" providerId="LiveId" clId="{B9CBC60D-6A85-4022-8B7D-C2124CCFE356}" dt="2023-06-05T06:22:41.213" v="596" actId="20577"/>
          <ac:spMkLst>
            <pc:docMk/>
            <pc:sldMk cId="464202778" sldId="331"/>
            <ac:spMk id="16" creationId="{3F58EBAE-CE3C-2A4C-8BCF-6AD9BE3FD42E}"/>
          </ac:spMkLst>
        </pc:spChg>
        <pc:spChg chg="del">
          <ac:chgData name="Songqing Gu" userId="c4d8cb49210192e2" providerId="LiveId" clId="{B9CBC60D-6A85-4022-8B7D-C2124CCFE356}" dt="2023-06-05T05:50:51.672" v="243" actId="478"/>
          <ac:spMkLst>
            <pc:docMk/>
            <pc:sldMk cId="464202778" sldId="331"/>
            <ac:spMk id="18" creationId="{00000000-0000-0000-0000-000000000000}"/>
          </ac:spMkLst>
        </pc:spChg>
        <pc:cxnChg chg="mod">
          <ac:chgData name="Songqing Gu" userId="c4d8cb49210192e2" providerId="LiveId" clId="{B9CBC60D-6A85-4022-8B7D-C2124CCFE356}" dt="2023-06-05T06:22:09.887" v="577" actId="14100"/>
          <ac:cxnSpMkLst>
            <pc:docMk/>
            <pc:sldMk cId="464202778" sldId="331"/>
            <ac:cxnSpMk id="7" creationId="{00000000-0000-0000-0000-000000000000}"/>
          </ac:cxnSpMkLst>
        </pc:cxnChg>
        <pc:cxnChg chg="del mod">
          <ac:chgData name="Songqing Gu" userId="c4d8cb49210192e2" providerId="LiveId" clId="{B9CBC60D-6A85-4022-8B7D-C2124CCFE356}" dt="2023-06-05T06:07:05.827" v="304" actId="478"/>
          <ac:cxnSpMkLst>
            <pc:docMk/>
            <pc:sldMk cId="464202778" sldId="331"/>
            <ac:cxnSpMk id="12" creationId="{00000000-0000-0000-0000-000000000000}"/>
          </ac:cxnSpMkLst>
        </pc:cxnChg>
        <pc:cxnChg chg="add mod">
          <ac:chgData name="Songqing Gu" userId="c4d8cb49210192e2" providerId="LiveId" clId="{B9CBC60D-6A85-4022-8B7D-C2124CCFE356}" dt="2023-06-05T06:22:28.307" v="581" actId="14100"/>
          <ac:cxnSpMkLst>
            <pc:docMk/>
            <pc:sldMk cId="464202778" sldId="331"/>
            <ac:cxnSpMk id="13" creationId="{740B522D-6F88-A9F5-B6C6-0E889C9A656A}"/>
          </ac:cxnSpMkLst>
        </pc:cxnChg>
      </pc:sldChg>
      <pc:sldChg chg="del">
        <pc:chgData name="Songqing Gu" userId="c4d8cb49210192e2" providerId="LiveId" clId="{B9CBC60D-6A85-4022-8B7D-C2124CCFE356}" dt="2023-06-05T06:26:21.643" v="717" actId="2696"/>
        <pc:sldMkLst>
          <pc:docMk/>
          <pc:sldMk cId="1426314236" sldId="332"/>
        </pc:sldMkLst>
      </pc:sldChg>
      <pc:sldChg chg="addSp delSp modSp mod ord">
        <pc:chgData name="Songqing Gu" userId="c4d8cb49210192e2" providerId="LiveId" clId="{B9CBC60D-6A85-4022-8B7D-C2124CCFE356}" dt="2023-06-05T05:42:36.596" v="241" actId="14100"/>
        <pc:sldMkLst>
          <pc:docMk/>
          <pc:sldMk cId="2474930405" sldId="336"/>
        </pc:sldMkLst>
        <pc:spChg chg="mod">
          <ac:chgData name="Songqing Gu" userId="c4d8cb49210192e2" providerId="LiveId" clId="{B9CBC60D-6A85-4022-8B7D-C2124CCFE356}" dt="2023-06-05T02:19:55.451" v="133" actId="20577"/>
          <ac:spMkLst>
            <pc:docMk/>
            <pc:sldMk cId="2474930405" sldId="336"/>
            <ac:spMk id="2" creationId="{00000000-0000-0000-0000-000000000000}"/>
          </ac:spMkLst>
        </pc:spChg>
        <pc:spChg chg="add del mod">
          <ac:chgData name="Songqing Gu" userId="c4d8cb49210192e2" providerId="LiveId" clId="{B9CBC60D-6A85-4022-8B7D-C2124CCFE356}" dt="2023-06-05T05:39:45.729" v="199" actId="478"/>
          <ac:spMkLst>
            <pc:docMk/>
            <pc:sldMk cId="2474930405" sldId="336"/>
            <ac:spMk id="3" creationId="{F552F338-F3BB-67E8-060B-AEE202A98631}"/>
          </ac:spMkLst>
        </pc:spChg>
        <pc:spChg chg="add mod">
          <ac:chgData name="Songqing Gu" userId="c4d8cb49210192e2" providerId="LiveId" clId="{B9CBC60D-6A85-4022-8B7D-C2124CCFE356}" dt="2023-06-05T05:40:11.489" v="202" actId="14100"/>
          <ac:spMkLst>
            <pc:docMk/>
            <pc:sldMk cId="2474930405" sldId="336"/>
            <ac:spMk id="4" creationId="{C44FBF9D-981A-690A-83A2-D1F062D87F89}"/>
          </ac:spMkLst>
        </pc:spChg>
        <pc:spChg chg="add mod">
          <ac:chgData name="Songqing Gu" userId="c4d8cb49210192e2" providerId="LiveId" clId="{B9CBC60D-6A85-4022-8B7D-C2124CCFE356}" dt="2023-06-05T05:42:29.343" v="239" actId="14100"/>
          <ac:spMkLst>
            <pc:docMk/>
            <pc:sldMk cId="2474930405" sldId="336"/>
            <ac:spMk id="5" creationId="{B2E5AD69-1AB2-42C0-2159-FEE17317EC09}"/>
          </ac:spMkLst>
        </pc:spChg>
        <pc:spChg chg="add mod">
          <ac:chgData name="Songqing Gu" userId="c4d8cb49210192e2" providerId="LiveId" clId="{B9CBC60D-6A85-4022-8B7D-C2124CCFE356}" dt="2023-06-05T05:40:18.427" v="203" actId="1076"/>
          <ac:spMkLst>
            <pc:docMk/>
            <pc:sldMk cId="2474930405" sldId="336"/>
            <ac:spMk id="6" creationId="{B842CDA5-6D5A-0E9B-07BB-DB965DF07807}"/>
          </ac:spMkLst>
        </pc:spChg>
        <pc:spChg chg="add mod">
          <ac:chgData name="Songqing Gu" userId="c4d8cb49210192e2" providerId="LiveId" clId="{B9CBC60D-6A85-4022-8B7D-C2124CCFE356}" dt="2023-06-05T05:42:32.747" v="240" actId="14100"/>
          <ac:spMkLst>
            <pc:docMk/>
            <pc:sldMk cId="2474930405" sldId="336"/>
            <ac:spMk id="7" creationId="{76765245-7037-DF83-6076-C899E92CEB98}"/>
          </ac:spMkLst>
        </pc:spChg>
        <pc:spChg chg="add mod">
          <ac:chgData name="Songqing Gu" userId="c4d8cb49210192e2" providerId="LiveId" clId="{B9CBC60D-6A85-4022-8B7D-C2124CCFE356}" dt="2023-06-05T05:42:36.596" v="241" actId="14100"/>
          <ac:spMkLst>
            <pc:docMk/>
            <pc:sldMk cId="2474930405" sldId="336"/>
            <ac:spMk id="8" creationId="{1E62F938-D50A-2754-92FA-8EC6FE53DC6B}"/>
          </ac:spMkLst>
        </pc:spChg>
        <pc:picChg chg="add mod">
          <ac:chgData name="Songqing Gu" userId="c4d8cb49210192e2" providerId="LiveId" clId="{B9CBC60D-6A85-4022-8B7D-C2124CCFE356}" dt="2023-06-05T05:42:25.719" v="238" actId="1076"/>
          <ac:picMkLst>
            <pc:docMk/>
            <pc:sldMk cId="2474930405" sldId="336"/>
            <ac:picMk id="9" creationId="{FE44234A-77F9-2F6F-6ED1-9CB6935F54D9}"/>
          </ac:picMkLst>
        </pc:picChg>
      </pc:sldChg>
      <pc:sldChg chg="modSp mod">
        <pc:chgData name="Songqing Gu" userId="c4d8cb49210192e2" providerId="LiveId" clId="{B9CBC60D-6A85-4022-8B7D-C2124CCFE356}" dt="2023-06-05T05:53:00.625" v="251" actId="1076"/>
        <pc:sldMkLst>
          <pc:docMk/>
          <pc:sldMk cId="3634875764" sldId="337"/>
        </pc:sldMkLst>
        <pc:spChg chg="mod">
          <ac:chgData name="Songqing Gu" userId="c4d8cb49210192e2" providerId="LiveId" clId="{B9CBC60D-6A85-4022-8B7D-C2124CCFE356}" dt="2023-06-05T05:53:00.625" v="251" actId="1076"/>
          <ac:spMkLst>
            <pc:docMk/>
            <pc:sldMk cId="3634875764" sldId="337"/>
            <ac:spMk id="2" creationId="{00000000-0000-0000-0000-000000000000}"/>
          </ac:spMkLst>
        </pc:spChg>
      </pc:sldChg>
      <pc:sldChg chg="addSp delSp modSp mod">
        <pc:chgData name="Songqing Gu" userId="c4d8cb49210192e2" providerId="LiveId" clId="{B9CBC60D-6A85-4022-8B7D-C2124CCFE356}" dt="2023-06-05T06:24:44.317" v="679" actId="14100"/>
        <pc:sldMkLst>
          <pc:docMk/>
          <pc:sldMk cId="450368802" sldId="338"/>
        </pc:sldMkLst>
        <pc:spChg chg="mod">
          <ac:chgData name="Songqing Gu" userId="c4d8cb49210192e2" providerId="LiveId" clId="{B9CBC60D-6A85-4022-8B7D-C2124CCFE356}" dt="2023-06-05T06:24:44.317" v="679" actId="14100"/>
          <ac:spMkLst>
            <pc:docMk/>
            <pc:sldMk cId="450368802" sldId="338"/>
            <ac:spMk id="2" creationId="{00000000-0000-0000-0000-000000000000}"/>
          </ac:spMkLst>
        </pc:spChg>
        <pc:spChg chg="add del mod">
          <ac:chgData name="Songqing Gu" userId="c4d8cb49210192e2" providerId="LiveId" clId="{B9CBC60D-6A85-4022-8B7D-C2124CCFE356}" dt="2023-06-05T05:55:56.155" v="256" actId="478"/>
          <ac:spMkLst>
            <pc:docMk/>
            <pc:sldMk cId="450368802" sldId="338"/>
            <ac:spMk id="4" creationId="{8C6F2750-B45C-ED52-6EFD-5D513A102654}"/>
          </ac:spMkLst>
        </pc:spChg>
      </pc:sldChg>
      <pc:sldChg chg="modSp add mod">
        <pc:chgData name="Songqing Gu" userId="c4d8cb49210192e2" providerId="LiveId" clId="{B9CBC60D-6A85-4022-8B7D-C2124CCFE356}" dt="2023-06-05T06:25:10.392" v="696" actId="20577"/>
        <pc:sldMkLst>
          <pc:docMk/>
          <pc:sldMk cId="159036366" sldId="339"/>
        </pc:sldMkLst>
        <pc:spChg chg="mod">
          <ac:chgData name="Songqing Gu" userId="c4d8cb49210192e2" providerId="LiveId" clId="{B9CBC60D-6A85-4022-8B7D-C2124CCFE356}" dt="2023-06-05T06:25:10.392" v="696" actId="20577"/>
          <ac:spMkLst>
            <pc:docMk/>
            <pc:sldMk cId="159036366" sldId="339"/>
            <ac:spMk id="2" creationId="{00000000-0000-0000-0000-000000000000}"/>
          </ac:spMkLst>
        </pc:spChg>
      </pc:sldChg>
      <pc:sldChg chg="addSp modSp add mod">
        <pc:chgData name="Songqing Gu" userId="c4d8cb49210192e2" providerId="LiveId" clId="{B9CBC60D-6A85-4022-8B7D-C2124CCFE356}" dt="2023-06-05T07:40:54.595" v="768" actId="20577"/>
        <pc:sldMkLst>
          <pc:docMk/>
          <pc:sldMk cId="1017434666" sldId="340"/>
        </pc:sldMkLst>
        <pc:spChg chg="mod">
          <ac:chgData name="Songqing Gu" userId="c4d8cb49210192e2" providerId="LiveId" clId="{B9CBC60D-6A85-4022-8B7D-C2124CCFE356}" dt="2023-06-05T06:08:53.297" v="362" actId="27636"/>
          <ac:spMkLst>
            <pc:docMk/>
            <pc:sldMk cId="1017434666" sldId="340"/>
            <ac:spMk id="2" creationId="{00000000-0000-0000-0000-000000000000}"/>
          </ac:spMkLst>
        </pc:spChg>
        <pc:spChg chg="add mod">
          <ac:chgData name="Songqing Gu" userId="c4d8cb49210192e2" providerId="LiveId" clId="{B9CBC60D-6A85-4022-8B7D-C2124CCFE356}" dt="2023-06-05T06:33:19.273" v="746" actId="1076"/>
          <ac:spMkLst>
            <pc:docMk/>
            <pc:sldMk cId="1017434666" sldId="340"/>
            <ac:spMk id="3" creationId="{587E74D5-29E6-5546-331E-805BC6C38C12}"/>
          </ac:spMkLst>
        </pc:spChg>
        <pc:spChg chg="add mod">
          <ac:chgData name="Songqing Gu" userId="c4d8cb49210192e2" providerId="LiveId" clId="{B9CBC60D-6A85-4022-8B7D-C2124CCFE356}" dt="2023-06-05T06:33:19.273" v="746" actId="1076"/>
          <ac:spMkLst>
            <pc:docMk/>
            <pc:sldMk cId="1017434666" sldId="340"/>
            <ac:spMk id="4" creationId="{19A1FBB3-F9D3-6ACC-C63E-71AF27B05C09}"/>
          </ac:spMkLst>
        </pc:spChg>
        <pc:spChg chg="add mod">
          <ac:chgData name="Songqing Gu" userId="c4d8cb49210192e2" providerId="LiveId" clId="{B9CBC60D-6A85-4022-8B7D-C2124CCFE356}" dt="2023-06-05T06:33:19.273" v="746" actId="1076"/>
          <ac:spMkLst>
            <pc:docMk/>
            <pc:sldMk cId="1017434666" sldId="340"/>
            <ac:spMk id="5" creationId="{798ACEE9-B7A0-CBDF-9234-55CB62974C67}"/>
          </ac:spMkLst>
        </pc:spChg>
        <pc:spChg chg="add mod">
          <ac:chgData name="Songqing Gu" userId="c4d8cb49210192e2" providerId="LiveId" clId="{B9CBC60D-6A85-4022-8B7D-C2124CCFE356}" dt="2023-06-05T07:40:54.595" v="768" actId="20577"/>
          <ac:spMkLst>
            <pc:docMk/>
            <pc:sldMk cId="1017434666" sldId="340"/>
            <ac:spMk id="6" creationId="{D4BF8378-5815-D93B-4721-C8FF2FA98F0A}"/>
          </ac:spMkLst>
        </pc:spChg>
        <pc:spChg chg="add mod">
          <ac:chgData name="Songqing Gu" userId="c4d8cb49210192e2" providerId="LiveId" clId="{B9CBC60D-6A85-4022-8B7D-C2124CCFE356}" dt="2023-06-05T07:39:22.061" v="758" actId="14100"/>
          <ac:spMkLst>
            <pc:docMk/>
            <pc:sldMk cId="1017434666" sldId="340"/>
            <ac:spMk id="7" creationId="{B31A038D-FDE7-E413-7299-3C98B8C5E835}"/>
          </ac:spMkLst>
        </pc:spChg>
      </pc:sldChg>
    </pc:docChg>
  </pc:docChgLst>
  <pc:docChgLst>
    <pc:chgData name="Songqing" userId="c4d8cb49210192e2" providerId="LiveId" clId="{E6809159-52D0-4E75-90FC-6FCDBAFB1020}"/>
    <pc:docChg chg="custSel addSld delSld modSld sldOrd modSection">
      <pc:chgData name="Songqing" userId="c4d8cb49210192e2" providerId="LiveId" clId="{E6809159-52D0-4E75-90FC-6FCDBAFB1020}" dt="2023-04-22T13:42:54.432" v="774" actId="1036"/>
      <pc:docMkLst>
        <pc:docMk/>
      </pc:docMkLst>
      <pc:sldChg chg="addSp delSp modSp mod">
        <pc:chgData name="Songqing" userId="c4d8cb49210192e2" providerId="LiveId" clId="{E6809159-52D0-4E75-90FC-6FCDBAFB1020}" dt="2023-04-22T13:41:01.739" v="736" actId="1076"/>
        <pc:sldMkLst>
          <pc:docMk/>
          <pc:sldMk cId="2297835283" sldId="302"/>
        </pc:sldMkLst>
        <pc:spChg chg="mod">
          <ac:chgData name="Songqing" userId="c4d8cb49210192e2" providerId="LiveId" clId="{E6809159-52D0-4E75-90FC-6FCDBAFB1020}" dt="2023-04-22T13:41:01.739" v="736" actId="1076"/>
          <ac:spMkLst>
            <pc:docMk/>
            <pc:sldMk cId="2297835283" sldId="302"/>
            <ac:spMk id="2" creationId="{00000000-0000-0000-0000-000000000000}"/>
          </ac:spMkLst>
        </pc:spChg>
        <pc:spChg chg="add mod">
          <ac:chgData name="Songqing" userId="c4d8cb49210192e2" providerId="LiveId" clId="{E6809159-52D0-4E75-90FC-6FCDBAFB1020}" dt="2023-04-22T13:41:01.739" v="736" actId="1076"/>
          <ac:spMkLst>
            <pc:docMk/>
            <pc:sldMk cId="2297835283" sldId="302"/>
            <ac:spMk id="3" creationId="{49AD6EBC-E72E-25C1-89DF-EDD400F00FBC}"/>
          </ac:spMkLst>
        </pc:spChg>
        <pc:spChg chg="add mod">
          <ac:chgData name="Songqing" userId="c4d8cb49210192e2" providerId="LiveId" clId="{E6809159-52D0-4E75-90FC-6FCDBAFB1020}" dt="2023-04-22T13:41:01.739" v="736" actId="1076"/>
          <ac:spMkLst>
            <pc:docMk/>
            <pc:sldMk cId="2297835283" sldId="302"/>
            <ac:spMk id="4" creationId="{A27C9208-2425-4C04-8FB7-2AF6DE3F3363}"/>
          </ac:spMkLst>
        </pc:spChg>
        <pc:spChg chg="add mod">
          <ac:chgData name="Songqing" userId="c4d8cb49210192e2" providerId="LiveId" clId="{E6809159-52D0-4E75-90FC-6FCDBAFB1020}" dt="2023-04-22T13:41:01.739" v="736" actId="1076"/>
          <ac:spMkLst>
            <pc:docMk/>
            <pc:sldMk cId="2297835283" sldId="302"/>
            <ac:spMk id="5" creationId="{16B07FD5-B6D9-1F1C-0875-5A262587DCEC}"/>
          </ac:spMkLst>
        </pc:spChg>
        <pc:spChg chg="mod">
          <ac:chgData name="Songqing" userId="c4d8cb49210192e2" providerId="LiveId" clId="{E6809159-52D0-4E75-90FC-6FCDBAFB1020}" dt="2023-04-22T13:40:50.714" v="734" actId="1076"/>
          <ac:spMkLst>
            <pc:docMk/>
            <pc:sldMk cId="2297835283" sldId="302"/>
            <ac:spMk id="21506" creationId="{00000000-0000-0000-0000-000000000000}"/>
          </ac:spMkLst>
        </pc:spChg>
        <pc:spChg chg="del">
          <ac:chgData name="Songqing" userId="c4d8cb49210192e2" providerId="LiveId" clId="{E6809159-52D0-4E75-90FC-6FCDBAFB1020}" dt="2023-04-08T19:55:37.139" v="481" actId="478"/>
          <ac:spMkLst>
            <pc:docMk/>
            <pc:sldMk cId="2297835283" sldId="302"/>
            <ac:spMk id="21507" creationId="{00000000-0000-0000-0000-000000000000}"/>
          </ac:spMkLst>
        </pc:spChg>
        <pc:spChg chg="del mod">
          <ac:chgData name="Songqing" userId="c4d8cb49210192e2" providerId="LiveId" clId="{E6809159-52D0-4E75-90FC-6FCDBAFB1020}" dt="2023-04-22T13:40:53.946" v="735" actId="478"/>
          <ac:spMkLst>
            <pc:docMk/>
            <pc:sldMk cId="2297835283" sldId="302"/>
            <ac:spMk id="21508" creationId="{00000000-0000-0000-0000-000000000000}"/>
          </ac:spMkLst>
        </pc:spChg>
      </pc:sldChg>
      <pc:sldChg chg="delSp modSp mod">
        <pc:chgData name="Songqing" userId="c4d8cb49210192e2" providerId="LiveId" clId="{E6809159-52D0-4E75-90FC-6FCDBAFB1020}" dt="2023-04-22T13:42:01.212" v="748" actId="255"/>
        <pc:sldMkLst>
          <pc:docMk/>
          <pc:sldMk cId="956434690" sldId="307"/>
        </pc:sldMkLst>
        <pc:spChg chg="mod">
          <ac:chgData name="Songqing" userId="c4d8cb49210192e2" providerId="LiveId" clId="{E6809159-52D0-4E75-90FC-6FCDBAFB1020}" dt="2023-04-22T13:42:01.212" v="748" actId="255"/>
          <ac:spMkLst>
            <pc:docMk/>
            <pc:sldMk cId="956434690" sldId="307"/>
            <ac:spMk id="2" creationId="{00000000-0000-0000-0000-000000000000}"/>
          </ac:spMkLst>
        </pc:spChg>
        <pc:spChg chg="del">
          <ac:chgData name="Songqing" userId="c4d8cb49210192e2" providerId="LiveId" clId="{E6809159-52D0-4E75-90FC-6FCDBAFB1020}" dt="2023-04-08T19:58:38.242" v="641" actId="478"/>
          <ac:spMkLst>
            <pc:docMk/>
            <pc:sldMk cId="956434690" sldId="307"/>
            <ac:spMk id="3" creationId="{00000000-0000-0000-0000-000000000000}"/>
          </ac:spMkLst>
        </pc:spChg>
      </pc:sldChg>
      <pc:sldChg chg="del">
        <pc:chgData name="Songqing" userId="c4d8cb49210192e2" providerId="LiveId" clId="{E6809159-52D0-4E75-90FC-6FCDBAFB1020}" dt="2023-04-08T19:59:52.213" v="670" actId="2696"/>
        <pc:sldMkLst>
          <pc:docMk/>
          <pc:sldMk cId="2525518975" sldId="315"/>
        </pc:sldMkLst>
      </pc:sldChg>
      <pc:sldChg chg="del">
        <pc:chgData name="Songqing" userId="c4d8cb49210192e2" providerId="LiveId" clId="{E6809159-52D0-4E75-90FC-6FCDBAFB1020}" dt="2023-04-08T19:32:33.733" v="350" actId="47"/>
        <pc:sldMkLst>
          <pc:docMk/>
          <pc:sldMk cId="3858815385" sldId="316"/>
        </pc:sldMkLst>
      </pc:sldChg>
      <pc:sldChg chg="del">
        <pc:chgData name="Songqing" userId="c4d8cb49210192e2" providerId="LiveId" clId="{E6809159-52D0-4E75-90FC-6FCDBAFB1020}" dt="2023-04-08T19:32:37.728" v="351" actId="47"/>
        <pc:sldMkLst>
          <pc:docMk/>
          <pc:sldMk cId="375882777" sldId="320"/>
        </pc:sldMkLst>
      </pc:sldChg>
      <pc:sldChg chg="addSp delSp modSp del mod">
        <pc:chgData name="Songqing" userId="c4d8cb49210192e2" providerId="LiveId" clId="{E6809159-52D0-4E75-90FC-6FCDBAFB1020}" dt="2023-04-06T03:05:20.477" v="220" actId="2696"/>
        <pc:sldMkLst>
          <pc:docMk/>
          <pc:sldMk cId="3278352769" sldId="323"/>
        </pc:sldMkLst>
        <pc:spChg chg="mod">
          <ac:chgData name="Songqing" userId="c4d8cb49210192e2" providerId="LiveId" clId="{E6809159-52D0-4E75-90FC-6FCDBAFB1020}" dt="2023-03-24T12:11:15.201" v="169" actId="1076"/>
          <ac:spMkLst>
            <pc:docMk/>
            <pc:sldMk cId="3278352769" sldId="323"/>
            <ac:spMk id="2" creationId="{00000000-0000-0000-0000-000000000000}"/>
          </ac:spMkLst>
        </pc:spChg>
        <pc:spChg chg="add del mod">
          <ac:chgData name="Songqing" userId="c4d8cb49210192e2" providerId="LiveId" clId="{E6809159-52D0-4E75-90FC-6FCDBAFB1020}" dt="2023-03-24T12:11:08.962" v="167" actId="478"/>
          <ac:spMkLst>
            <pc:docMk/>
            <pc:sldMk cId="3278352769" sldId="323"/>
            <ac:spMk id="3" creationId="{317D7BCD-18F7-1CDD-AC28-83868813256F}"/>
          </ac:spMkLst>
        </pc:spChg>
        <pc:spChg chg="del">
          <ac:chgData name="Songqing" userId="c4d8cb49210192e2" providerId="LiveId" clId="{E6809159-52D0-4E75-90FC-6FCDBAFB1020}" dt="2023-03-24T12:07:47.246" v="1" actId="478"/>
          <ac:spMkLst>
            <pc:docMk/>
            <pc:sldMk cId="3278352769" sldId="323"/>
            <ac:spMk id="4" creationId="{00000000-0000-0000-0000-000000000000}"/>
          </ac:spMkLst>
        </pc:spChg>
        <pc:spChg chg="del">
          <ac:chgData name="Songqing" userId="c4d8cb49210192e2" providerId="LiveId" clId="{E6809159-52D0-4E75-90FC-6FCDBAFB1020}" dt="2023-03-24T12:07:47.246" v="1" actId="478"/>
          <ac:spMkLst>
            <pc:docMk/>
            <pc:sldMk cId="3278352769" sldId="323"/>
            <ac:spMk id="5" creationId="{00000000-0000-0000-0000-000000000000}"/>
          </ac:spMkLst>
        </pc:spChg>
        <pc:spChg chg="del">
          <ac:chgData name="Songqing" userId="c4d8cb49210192e2" providerId="LiveId" clId="{E6809159-52D0-4E75-90FC-6FCDBAFB1020}" dt="2023-03-24T12:07:47.246" v="1" actId="478"/>
          <ac:spMkLst>
            <pc:docMk/>
            <pc:sldMk cId="3278352769" sldId="323"/>
            <ac:spMk id="6" creationId="{00000000-0000-0000-0000-000000000000}"/>
          </ac:spMkLst>
        </pc:spChg>
        <pc:spChg chg="del">
          <ac:chgData name="Songqing" userId="c4d8cb49210192e2" providerId="LiveId" clId="{E6809159-52D0-4E75-90FC-6FCDBAFB1020}" dt="2023-03-24T12:07:47.246" v="1" actId="478"/>
          <ac:spMkLst>
            <pc:docMk/>
            <pc:sldMk cId="3278352769" sldId="323"/>
            <ac:spMk id="7" creationId="{00000000-0000-0000-0000-000000000000}"/>
          </ac:spMkLst>
        </pc:spChg>
        <pc:spChg chg="del">
          <ac:chgData name="Songqing" userId="c4d8cb49210192e2" providerId="LiveId" clId="{E6809159-52D0-4E75-90FC-6FCDBAFB1020}" dt="2023-03-24T12:07:47.246" v="1" actId="478"/>
          <ac:spMkLst>
            <pc:docMk/>
            <pc:sldMk cId="3278352769" sldId="323"/>
            <ac:spMk id="8" creationId="{00000000-0000-0000-0000-000000000000}"/>
          </ac:spMkLst>
        </pc:spChg>
        <pc:spChg chg="del">
          <ac:chgData name="Songqing" userId="c4d8cb49210192e2" providerId="LiveId" clId="{E6809159-52D0-4E75-90FC-6FCDBAFB1020}" dt="2023-03-24T12:07:47.246" v="1" actId="478"/>
          <ac:spMkLst>
            <pc:docMk/>
            <pc:sldMk cId="3278352769" sldId="323"/>
            <ac:spMk id="9" creationId="{00000000-0000-0000-0000-000000000000}"/>
          </ac:spMkLst>
        </pc:spChg>
        <pc:spChg chg="add del mod">
          <ac:chgData name="Songqing" userId="c4d8cb49210192e2" providerId="LiveId" clId="{E6809159-52D0-4E75-90FC-6FCDBAFB1020}" dt="2023-03-24T12:11:12" v="168" actId="478"/>
          <ac:spMkLst>
            <pc:docMk/>
            <pc:sldMk cId="3278352769" sldId="323"/>
            <ac:spMk id="10" creationId="{0570D509-DAA7-5125-A7DA-4BC73CB9A64E}"/>
          </ac:spMkLst>
        </pc:spChg>
        <pc:spChg chg="add del mod">
          <ac:chgData name="Songqing" userId="c4d8cb49210192e2" providerId="LiveId" clId="{E6809159-52D0-4E75-90FC-6FCDBAFB1020}" dt="2023-03-24T12:11:08.962" v="167" actId="478"/>
          <ac:spMkLst>
            <pc:docMk/>
            <pc:sldMk cId="3278352769" sldId="323"/>
            <ac:spMk id="12" creationId="{4DD2415D-FDEC-0CBE-9D4F-58BE15757D79}"/>
          </ac:spMkLst>
        </pc:spChg>
        <pc:spChg chg="del">
          <ac:chgData name="Songqing" userId="c4d8cb49210192e2" providerId="LiveId" clId="{E6809159-52D0-4E75-90FC-6FCDBAFB1020}" dt="2023-03-24T12:07:47.246" v="1" actId="478"/>
          <ac:spMkLst>
            <pc:docMk/>
            <pc:sldMk cId="3278352769" sldId="323"/>
            <ac:spMk id="23" creationId="{00000000-0000-0000-0000-000000000000}"/>
          </ac:spMkLst>
        </pc:spChg>
        <pc:spChg chg="del">
          <ac:chgData name="Songqing" userId="c4d8cb49210192e2" providerId="LiveId" clId="{E6809159-52D0-4E75-90FC-6FCDBAFB1020}" dt="2023-03-24T12:07:47.246" v="1" actId="478"/>
          <ac:spMkLst>
            <pc:docMk/>
            <pc:sldMk cId="3278352769" sldId="323"/>
            <ac:spMk id="26" creationId="{00000000-0000-0000-0000-000000000000}"/>
          </ac:spMkLst>
        </pc:spChg>
        <pc:spChg chg="del">
          <ac:chgData name="Songqing" userId="c4d8cb49210192e2" providerId="LiveId" clId="{E6809159-52D0-4E75-90FC-6FCDBAFB1020}" dt="2023-03-24T12:07:47.246" v="1" actId="478"/>
          <ac:spMkLst>
            <pc:docMk/>
            <pc:sldMk cId="3278352769" sldId="323"/>
            <ac:spMk id="27" creationId="{00000000-0000-0000-0000-000000000000}"/>
          </ac:spMkLst>
        </pc:spChg>
        <pc:spChg chg="del">
          <ac:chgData name="Songqing" userId="c4d8cb49210192e2" providerId="LiveId" clId="{E6809159-52D0-4E75-90FC-6FCDBAFB1020}" dt="2023-03-24T12:07:47.246" v="1" actId="478"/>
          <ac:spMkLst>
            <pc:docMk/>
            <pc:sldMk cId="3278352769" sldId="323"/>
            <ac:spMk id="28" creationId="{00000000-0000-0000-0000-000000000000}"/>
          </ac:spMkLst>
        </pc:spChg>
        <pc:spChg chg="del">
          <ac:chgData name="Songqing" userId="c4d8cb49210192e2" providerId="LiveId" clId="{E6809159-52D0-4E75-90FC-6FCDBAFB1020}" dt="2023-03-24T12:07:47.246" v="1" actId="478"/>
          <ac:spMkLst>
            <pc:docMk/>
            <pc:sldMk cId="3278352769" sldId="323"/>
            <ac:spMk id="80" creationId="{00000000-0000-0000-0000-000000000000}"/>
          </ac:spMkLst>
        </pc:spChg>
        <pc:cxnChg chg="del mod">
          <ac:chgData name="Songqing" userId="c4d8cb49210192e2" providerId="LiveId" clId="{E6809159-52D0-4E75-90FC-6FCDBAFB1020}" dt="2023-03-24T12:07:47.246" v="1" actId="478"/>
          <ac:cxnSpMkLst>
            <pc:docMk/>
            <pc:sldMk cId="3278352769" sldId="323"/>
            <ac:cxnSpMk id="11" creationId="{00000000-0000-0000-0000-000000000000}"/>
          </ac:cxnSpMkLst>
        </pc:cxnChg>
        <pc:cxnChg chg="del mod">
          <ac:chgData name="Songqing" userId="c4d8cb49210192e2" providerId="LiveId" clId="{E6809159-52D0-4E75-90FC-6FCDBAFB1020}" dt="2023-03-24T12:07:47.246" v="1" actId="478"/>
          <ac:cxnSpMkLst>
            <pc:docMk/>
            <pc:sldMk cId="3278352769" sldId="323"/>
            <ac:cxnSpMk id="13" creationId="{00000000-0000-0000-0000-000000000000}"/>
          </ac:cxnSpMkLst>
        </pc:cxnChg>
        <pc:cxnChg chg="del mod">
          <ac:chgData name="Songqing" userId="c4d8cb49210192e2" providerId="LiveId" clId="{E6809159-52D0-4E75-90FC-6FCDBAFB1020}" dt="2023-03-24T12:07:47.246" v="1" actId="478"/>
          <ac:cxnSpMkLst>
            <pc:docMk/>
            <pc:sldMk cId="3278352769" sldId="323"/>
            <ac:cxnSpMk id="15" creationId="{00000000-0000-0000-0000-000000000000}"/>
          </ac:cxnSpMkLst>
        </pc:cxnChg>
        <pc:cxnChg chg="del mod">
          <ac:chgData name="Songqing" userId="c4d8cb49210192e2" providerId="LiveId" clId="{E6809159-52D0-4E75-90FC-6FCDBAFB1020}" dt="2023-03-24T12:07:47.246" v="1" actId="478"/>
          <ac:cxnSpMkLst>
            <pc:docMk/>
            <pc:sldMk cId="3278352769" sldId="323"/>
            <ac:cxnSpMk id="22" creationId="{00000000-0000-0000-0000-000000000000}"/>
          </ac:cxnSpMkLst>
        </pc:cxnChg>
        <pc:cxnChg chg="del mod">
          <ac:chgData name="Songqing" userId="c4d8cb49210192e2" providerId="LiveId" clId="{E6809159-52D0-4E75-90FC-6FCDBAFB1020}" dt="2023-03-24T12:07:47.246" v="1" actId="478"/>
          <ac:cxnSpMkLst>
            <pc:docMk/>
            <pc:sldMk cId="3278352769" sldId="323"/>
            <ac:cxnSpMk id="48" creationId="{00000000-0000-0000-0000-000000000000}"/>
          </ac:cxnSpMkLst>
        </pc:cxnChg>
        <pc:cxnChg chg="del mod">
          <ac:chgData name="Songqing" userId="c4d8cb49210192e2" providerId="LiveId" clId="{E6809159-52D0-4E75-90FC-6FCDBAFB1020}" dt="2023-03-24T12:07:47.246" v="1" actId="478"/>
          <ac:cxnSpMkLst>
            <pc:docMk/>
            <pc:sldMk cId="3278352769" sldId="323"/>
            <ac:cxnSpMk id="50" creationId="{00000000-0000-0000-0000-000000000000}"/>
          </ac:cxnSpMkLst>
        </pc:cxnChg>
        <pc:cxnChg chg="del mod">
          <ac:chgData name="Songqing" userId="c4d8cb49210192e2" providerId="LiveId" clId="{E6809159-52D0-4E75-90FC-6FCDBAFB1020}" dt="2023-03-24T12:07:47.246" v="1" actId="478"/>
          <ac:cxnSpMkLst>
            <pc:docMk/>
            <pc:sldMk cId="3278352769" sldId="323"/>
            <ac:cxnSpMk id="52" creationId="{00000000-0000-0000-0000-000000000000}"/>
          </ac:cxnSpMkLst>
        </pc:cxnChg>
      </pc:sldChg>
      <pc:sldChg chg="addSp modSp mod ord">
        <pc:chgData name="Songqing" userId="c4d8cb49210192e2" providerId="LiveId" clId="{E6809159-52D0-4E75-90FC-6FCDBAFB1020}" dt="2023-04-22T13:42:54.432" v="774" actId="1036"/>
        <pc:sldMkLst>
          <pc:docMk/>
          <pc:sldMk cId="2726820711" sldId="324"/>
        </pc:sldMkLst>
        <pc:spChg chg="add mod">
          <ac:chgData name="Songqing" userId="c4d8cb49210192e2" providerId="LiveId" clId="{E6809159-52D0-4E75-90FC-6FCDBAFB1020}" dt="2023-04-22T13:42:43.592" v="750" actId="14100"/>
          <ac:spMkLst>
            <pc:docMk/>
            <pc:sldMk cId="2726820711" sldId="324"/>
            <ac:spMk id="2" creationId="{779B71CF-BEE6-1BCC-7A73-95DA2DE57A6C}"/>
          </ac:spMkLst>
        </pc:spChg>
        <pc:spChg chg="mod">
          <ac:chgData name="Songqing" userId="c4d8cb49210192e2" providerId="LiveId" clId="{E6809159-52D0-4E75-90FC-6FCDBAFB1020}" dt="2023-04-22T13:42:54.432" v="774" actId="1036"/>
          <ac:spMkLst>
            <pc:docMk/>
            <pc:sldMk cId="2726820711" sldId="324"/>
            <ac:spMk id="4" creationId="{00000000-0000-0000-0000-000000000000}"/>
          </ac:spMkLst>
        </pc:spChg>
        <pc:spChg chg="mod">
          <ac:chgData name="Songqing" userId="c4d8cb49210192e2" providerId="LiveId" clId="{E6809159-52D0-4E75-90FC-6FCDBAFB1020}" dt="2023-04-22T13:42:54.432" v="774" actId="1036"/>
          <ac:spMkLst>
            <pc:docMk/>
            <pc:sldMk cId="2726820711" sldId="324"/>
            <ac:spMk id="5" creationId="{00000000-0000-0000-0000-000000000000}"/>
          </ac:spMkLst>
        </pc:spChg>
        <pc:spChg chg="mod">
          <ac:chgData name="Songqing" userId="c4d8cb49210192e2" providerId="LiveId" clId="{E6809159-52D0-4E75-90FC-6FCDBAFB1020}" dt="2023-04-22T13:42:54.432" v="774" actId="1036"/>
          <ac:spMkLst>
            <pc:docMk/>
            <pc:sldMk cId="2726820711" sldId="324"/>
            <ac:spMk id="9" creationId="{00000000-0000-0000-0000-000000000000}"/>
          </ac:spMkLst>
        </pc:spChg>
        <pc:spChg chg="mod">
          <ac:chgData name="Songqing" userId="c4d8cb49210192e2" providerId="LiveId" clId="{E6809159-52D0-4E75-90FC-6FCDBAFB1020}" dt="2023-04-22T13:42:54.432" v="774" actId="1036"/>
          <ac:spMkLst>
            <pc:docMk/>
            <pc:sldMk cId="2726820711" sldId="324"/>
            <ac:spMk id="10" creationId="{00000000-0000-0000-0000-000000000000}"/>
          </ac:spMkLst>
        </pc:spChg>
        <pc:spChg chg="mod">
          <ac:chgData name="Songqing" userId="c4d8cb49210192e2" providerId="LiveId" clId="{E6809159-52D0-4E75-90FC-6FCDBAFB1020}" dt="2023-04-22T13:42:54.432" v="774" actId="1036"/>
          <ac:spMkLst>
            <pc:docMk/>
            <pc:sldMk cId="2726820711" sldId="324"/>
            <ac:spMk id="11" creationId="{00000000-0000-0000-0000-000000000000}"/>
          </ac:spMkLst>
        </pc:spChg>
        <pc:spChg chg="mod">
          <ac:chgData name="Songqing" userId="c4d8cb49210192e2" providerId="LiveId" clId="{E6809159-52D0-4E75-90FC-6FCDBAFB1020}" dt="2023-04-22T13:42:54.432" v="774" actId="1036"/>
          <ac:spMkLst>
            <pc:docMk/>
            <pc:sldMk cId="2726820711" sldId="324"/>
            <ac:spMk id="12" creationId="{00000000-0000-0000-0000-000000000000}"/>
          </ac:spMkLst>
        </pc:spChg>
        <pc:spChg chg="mod">
          <ac:chgData name="Songqing" userId="c4d8cb49210192e2" providerId="LiveId" clId="{E6809159-52D0-4E75-90FC-6FCDBAFB1020}" dt="2023-04-22T13:42:54.432" v="774" actId="1036"/>
          <ac:spMkLst>
            <pc:docMk/>
            <pc:sldMk cId="2726820711" sldId="324"/>
            <ac:spMk id="13" creationId="{00000000-0000-0000-0000-000000000000}"/>
          </ac:spMkLst>
        </pc:spChg>
        <pc:spChg chg="mod">
          <ac:chgData name="Songqing" userId="c4d8cb49210192e2" providerId="LiveId" clId="{E6809159-52D0-4E75-90FC-6FCDBAFB1020}" dt="2023-04-22T13:42:54.432" v="774" actId="1036"/>
          <ac:spMkLst>
            <pc:docMk/>
            <pc:sldMk cId="2726820711" sldId="324"/>
            <ac:spMk id="14" creationId="{00000000-0000-0000-0000-000000000000}"/>
          </ac:spMkLst>
        </pc:spChg>
        <pc:spChg chg="mod">
          <ac:chgData name="Songqing" userId="c4d8cb49210192e2" providerId="LiveId" clId="{E6809159-52D0-4E75-90FC-6FCDBAFB1020}" dt="2023-04-22T13:42:54.432" v="774" actId="1036"/>
          <ac:spMkLst>
            <pc:docMk/>
            <pc:sldMk cId="2726820711" sldId="324"/>
            <ac:spMk id="15" creationId="{00000000-0000-0000-0000-000000000000}"/>
          </ac:spMkLst>
        </pc:spChg>
        <pc:spChg chg="mod">
          <ac:chgData name="Songqing" userId="c4d8cb49210192e2" providerId="LiveId" clId="{E6809159-52D0-4E75-90FC-6FCDBAFB1020}" dt="2023-04-22T13:42:54.432" v="774" actId="1036"/>
          <ac:spMkLst>
            <pc:docMk/>
            <pc:sldMk cId="2726820711" sldId="324"/>
            <ac:spMk id="16" creationId="{00000000-0000-0000-0000-000000000000}"/>
          </ac:spMkLst>
        </pc:spChg>
        <pc:spChg chg="mod">
          <ac:chgData name="Songqing" userId="c4d8cb49210192e2" providerId="LiveId" clId="{E6809159-52D0-4E75-90FC-6FCDBAFB1020}" dt="2023-04-22T13:42:54.432" v="774" actId="1036"/>
          <ac:spMkLst>
            <pc:docMk/>
            <pc:sldMk cId="2726820711" sldId="324"/>
            <ac:spMk id="17" creationId="{00000000-0000-0000-0000-000000000000}"/>
          </ac:spMkLst>
        </pc:spChg>
        <pc:spChg chg="mod">
          <ac:chgData name="Songqing" userId="c4d8cb49210192e2" providerId="LiveId" clId="{E6809159-52D0-4E75-90FC-6FCDBAFB1020}" dt="2023-04-22T13:42:54.432" v="774" actId="1036"/>
          <ac:spMkLst>
            <pc:docMk/>
            <pc:sldMk cId="2726820711" sldId="324"/>
            <ac:spMk id="18" creationId="{00000000-0000-0000-0000-000000000000}"/>
          </ac:spMkLst>
        </pc:spChg>
        <pc:spChg chg="mod">
          <ac:chgData name="Songqing" userId="c4d8cb49210192e2" providerId="LiveId" clId="{E6809159-52D0-4E75-90FC-6FCDBAFB1020}" dt="2023-04-22T13:42:54.432" v="774" actId="1036"/>
          <ac:spMkLst>
            <pc:docMk/>
            <pc:sldMk cId="2726820711" sldId="324"/>
            <ac:spMk id="19" creationId="{00000000-0000-0000-0000-000000000000}"/>
          </ac:spMkLst>
        </pc:spChg>
        <pc:spChg chg="mod">
          <ac:chgData name="Songqing" userId="c4d8cb49210192e2" providerId="LiveId" clId="{E6809159-52D0-4E75-90FC-6FCDBAFB1020}" dt="2023-04-22T13:42:54.432" v="774" actId="1036"/>
          <ac:spMkLst>
            <pc:docMk/>
            <pc:sldMk cId="2726820711" sldId="324"/>
            <ac:spMk id="20" creationId="{00000000-0000-0000-0000-000000000000}"/>
          </ac:spMkLst>
        </pc:spChg>
        <pc:picChg chg="mod">
          <ac:chgData name="Songqing" userId="c4d8cb49210192e2" providerId="LiveId" clId="{E6809159-52D0-4E75-90FC-6FCDBAFB1020}" dt="2023-04-22T13:42:54.432" v="774" actId="1036"/>
          <ac:picMkLst>
            <pc:docMk/>
            <pc:sldMk cId="2726820711" sldId="324"/>
            <ac:picMk id="3" creationId="{00000000-0000-0000-0000-000000000000}"/>
          </ac:picMkLst>
        </pc:picChg>
        <pc:picChg chg="mod">
          <ac:chgData name="Songqing" userId="c4d8cb49210192e2" providerId="LiveId" clId="{E6809159-52D0-4E75-90FC-6FCDBAFB1020}" dt="2023-04-22T13:42:54.432" v="774" actId="1036"/>
          <ac:picMkLst>
            <pc:docMk/>
            <pc:sldMk cId="2726820711" sldId="324"/>
            <ac:picMk id="7" creationId="{00000000-0000-0000-0000-000000000000}"/>
          </ac:picMkLst>
        </pc:picChg>
        <pc:picChg chg="mod">
          <ac:chgData name="Songqing" userId="c4d8cb49210192e2" providerId="LiveId" clId="{E6809159-52D0-4E75-90FC-6FCDBAFB1020}" dt="2023-04-22T13:42:54.432" v="774" actId="1036"/>
          <ac:picMkLst>
            <pc:docMk/>
            <pc:sldMk cId="2726820711" sldId="324"/>
            <ac:picMk id="8" creationId="{00000000-0000-0000-0000-000000000000}"/>
          </ac:picMkLst>
        </pc:picChg>
      </pc:sldChg>
      <pc:sldChg chg="addSp delSp modSp del mod">
        <pc:chgData name="Songqing" userId="c4d8cb49210192e2" providerId="LiveId" clId="{E6809159-52D0-4E75-90FC-6FCDBAFB1020}" dt="2023-04-08T19:55:15.460" v="480" actId="2696"/>
        <pc:sldMkLst>
          <pc:docMk/>
          <pc:sldMk cId="2125594860" sldId="329"/>
        </pc:sldMkLst>
        <pc:spChg chg="add del mod">
          <ac:chgData name="Songqing" userId="c4d8cb49210192e2" providerId="LiveId" clId="{E6809159-52D0-4E75-90FC-6FCDBAFB1020}" dt="2023-04-08T19:37:21.567" v="418" actId="478"/>
          <ac:spMkLst>
            <pc:docMk/>
            <pc:sldMk cId="2125594860" sldId="329"/>
            <ac:spMk id="3" creationId="{A0BA0132-BF09-856A-3B1A-D52E4CDCE829}"/>
          </ac:spMkLst>
        </pc:spChg>
        <pc:spChg chg="add del mod">
          <ac:chgData name="Songqing" userId="c4d8cb49210192e2" providerId="LiveId" clId="{E6809159-52D0-4E75-90FC-6FCDBAFB1020}" dt="2023-04-08T19:37:31.765" v="422" actId="478"/>
          <ac:spMkLst>
            <pc:docMk/>
            <pc:sldMk cId="2125594860" sldId="329"/>
            <ac:spMk id="4" creationId="{35E87C69-D6F0-0340-8614-E43C05BF0F9F}"/>
          </ac:spMkLst>
        </pc:spChg>
      </pc:sldChg>
      <pc:sldChg chg="modSp mod">
        <pc:chgData name="Songqing" userId="c4d8cb49210192e2" providerId="LiveId" clId="{E6809159-52D0-4E75-90FC-6FCDBAFB1020}" dt="2023-04-08T19:56:48.596" v="564" actId="207"/>
        <pc:sldMkLst>
          <pc:docMk/>
          <pc:sldMk cId="1698183513" sldId="330"/>
        </pc:sldMkLst>
        <pc:spChg chg="mod">
          <ac:chgData name="Songqing" userId="c4d8cb49210192e2" providerId="LiveId" clId="{E6809159-52D0-4E75-90FC-6FCDBAFB1020}" dt="2023-04-08T19:56:48.596" v="564" actId="207"/>
          <ac:spMkLst>
            <pc:docMk/>
            <pc:sldMk cId="1698183513" sldId="330"/>
            <ac:spMk id="2" creationId="{00000000-0000-0000-0000-000000000000}"/>
          </ac:spMkLst>
        </pc:spChg>
        <pc:spChg chg="mod">
          <ac:chgData name="Songqing" userId="c4d8cb49210192e2" providerId="LiveId" clId="{E6809159-52D0-4E75-90FC-6FCDBAFB1020}" dt="2023-04-08T19:40:29.438" v="436" actId="1076"/>
          <ac:spMkLst>
            <pc:docMk/>
            <pc:sldMk cId="1698183513" sldId="330"/>
            <ac:spMk id="4" creationId="{EB60F8D1-1C58-1C48-66EC-8FC5FAE33ACA}"/>
          </ac:spMkLst>
        </pc:spChg>
        <pc:spChg chg="mod">
          <ac:chgData name="Songqing" userId="c4d8cb49210192e2" providerId="LiveId" clId="{E6809159-52D0-4E75-90FC-6FCDBAFB1020}" dt="2023-04-08T19:40:33.962" v="437" actId="1076"/>
          <ac:spMkLst>
            <pc:docMk/>
            <pc:sldMk cId="1698183513" sldId="330"/>
            <ac:spMk id="5" creationId="{A8103F9D-852F-0C20-9266-1C6116AED6DE}"/>
          </ac:spMkLst>
        </pc:spChg>
        <pc:spChg chg="mod">
          <ac:chgData name="Songqing" userId="c4d8cb49210192e2" providerId="LiveId" clId="{E6809159-52D0-4E75-90FC-6FCDBAFB1020}" dt="2023-04-08T19:40:29.438" v="436" actId="1076"/>
          <ac:spMkLst>
            <pc:docMk/>
            <pc:sldMk cId="1698183513" sldId="330"/>
            <ac:spMk id="7" creationId="{A8103F9D-852F-0C20-9266-1C6116AED6DE}"/>
          </ac:spMkLst>
        </pc:spChg>
        <pc:spChg chg="mod">
          <ac:chgData name="Songqing" userId="c4d8cb49210192e2" providerId="LiveId" clId="{E6809159-52D0-4E75-90FC-6FCDBAFB1020}" dt="2023-04-08T19:40:29.438" v="436" actId="1076"/>
          <ac:spMkLst>
            <pc:docMk/>
            <pc:sldMk cId="1698183513" sldId="330"/>
            <ac:spMk id="8" creationId="{A8103F9D-852F-0C20-9266-1C6116AED6DE}"/>
          </ac:spMkLst>
        </pc:spChg>
        <pc:spChg chg="mod">
          <ac:chgData name="Songqing" userId="c4d8cb49210192e2" providerId="LiveId" clId="{E6809159-52D0-4E75-90FC-6FCDBAFB1020}" dt="2023-04-08T19:40:29.438" v="436" actId="1076"/>
          <ac:spMkLst>
            <pc:docMk/>
            <pc:sldMk cId="1698183513" sldId="330"/>
            <ac:spMk id="9" creationId="{A8103F9D-852F-0C20-9266-1C6116AED6DE}"/>
          </ac:spMkLst>
        </pc:spChg>
        <pc:spChg chg="mod">
          <ac:chgData name="Songqing" userId="c4d8cb49210192e2" providerId="LiveId" clId="{E6809159-52D0-4E75-90FC-6FCDBAFB1020}" dt="2023-04-08T19:40:29.438" v="436" actId="1076"/>
          <ac:spMkLst>
            <pc:docMk/>
            <pc:sldMk cId="1698183513" sldId="330"/>
            <ac:spMk id="10" creationId="{A8103F9D-852F-0C20-9266-1C6116AED6DE}"/>
          </ac:spMkLst>
        </pc:spChg>
      </pc:sldChg>
      <pc:sldChg chg="modSp mod ord">
        <pc:chgData name="Songqing" userId="c4d8cb49210192e2" providerId="LiveId" clId="{E6809159-52D0-4E75-90FC-6FCDBAFB1020}" dt="2023-04-15T12:55:16.428" v="732" actId="1076"/>
        <pc:sldMkLst>
          <pc:docMk/>
          <pc:sldMk cId="464202778" sldId="331"/>
        </pc:sldMkLst>
        <pc:spChg chg="mod">
          <ac:chgData name="Songqing" userId="c4d8cb49210192e2" providerId="LiveId" clId="{E6809159-52D0-4E75-90FC-6FCDBAFB1020}" dt="2023-04-15T12:55:16.428" v="732" actId="1076"/>
          <ac:spMkLst>
            <pc:docMk/>
            <pc:sldMk cId="464202778" sldId="331"/>
            <ac:spMk id="2" creationId="{00000000-0000-0000-0000-000000000000}"/>
          </ac:spMkLst>
        </pc:spChg>
      </pc:sldChg>
      <pc:sldChg chg="modSp mod">
        <pc:chgData name="Songqing" userId="c4d8cb49210192e2" providerId="LiveId" clId="{E6809159-52D0-4E75-90FC-6FCDBAFB1020}" dt="2023-04-08T19:39:03.040" v="427" actId="207"/>
        <pc:sldMkLst>
          <pc:docMk/>
          <pc:sldMk cId="1426314236" sldId="332"/>
        </pc:sldMkLst>
        <pc:spChg chg="mod">
          <ac:chgData name="Songqing" userId="c4d8cb49210192e2" providerId="LiveId" clId="{E6809159-52D0-4E75-90FC-6FCDBAFB1020}" dt="2023-04-08T19:39:03.040" v="427" actId="207"/>
          <ac:spMkLst>
            <pc:docMk/>
            <pc:sldMk cId="1426314236" sldId="332"/>
            <ac:spMk id="3" creationId="{00000000-0000-0000-0000-000000000000}"/>
          </ac:spMkLst>
        </pc:spChg>
        <pc:spChg chg="mod">
          <ac:chgData name="Songqing" userId="c4d8cb49210192e2" providerId="LiveId" clId="{E6809159-52D0-4E75-90FC-6FCDBAFB1020}" dt="2023-04-08T19:39:03.040" v="427" actId="207"/>
          <ac:spMkLst>
            <pc:docMk/>
            <pc:sldMk cId="1426314236" sldId="332"/>
            <ac:spMk id="4" creationId="{00000000-0000-0000-0000-000000000000}"/>
          </ac:spMkLst>
        </pc:spChg>
        <pc:spChg chg="mod">
          <ac:chgData name="Songqing" userId="c4d8cb49210192e2" providerId="LiveId" clId="{E6809159-52D0-4E75-90FC-6FCDBAFB1020}" dt="2023-04-08T19:39:03.040" v="427" actId="207"/>
          <ac:spMkLst>
            <pc:docMk/>
            <pc:sldMk cId="1426314236" sldId="332"/>
            <ac:spMk id="5" creationId="{00000000-0000-0000-0000-000000000000}"/>
          </ac:spMkLst>
        </pc:spChg>
        <pc:spChg chg="mod">
          <ac:chgData name="Songqing" userId="c4d8cb49210192e2" providerId="LiveId" clId="{E6809159-52D0-4E75-90FC-6FCDBAFB1020}" dt="2023-04-08T19:39:03.040" v="427" actId="207"/>
          <ac:spMkLst>
            <pc:docMk/>
            <pc:sldMk cId="1426314236" sldId="332"/>
            <ac:spMk id="6" creationId="{00000000-0000-0000-0000-000000000000}"/>
          </ac:spMkLst>
        </pc:spChg>
        <pc:spChg chg="mod">
          <ac:chgData name="Songqing" userId="c4d8cb49210192e2" providerId="LiveId" clId="{E6809159-52D0-4E75-90FC-6FCDBAFB1020}" dt="2023-04-08T19:39:03.040" v="427" actId="207"/>
          <ac:spMkLst>
            <pc:docMk/>
            <pc:sldMk cId="1426314236" sldId="332"/>
            <ac:spMk id="7" creationId="{00000000-0000-0000-0000-000000000000}"/>
          </ac:spMkLst>
        </pc:spChg>
      </pc:sldChg>
      <pc:sldChg chg="modSp add del mod">
        <pc:chgData name="Songqing" userId="c4d8cb49210192e2" providerId="LiveId" clId="{E6809159-52D0-4E75-90FC-6FCDBAFB1020}" dt="2023-04-08T19:35:08.471" v="406" actId="2696"/>
        <pc:sldMkLst>
          <pc:docMk/>
          <pc:sldMk cId="830662177" sldId="333"/>
        </pc:sldMkLst>
        <pc:spChg chg="mod">
          <ac:chgData name="Songqing" userId="c4d8cb49210192e2" providerId="LiveId" clId="{E6809159-52D0-4E75-90FC-6FCDBAFB1020}" dt="2023-04-08T19:34:54.172" v="405" actId="20577"/>
          <ac:spMkLst>
            <pc:docMk/>
            <pc:sldMk cId="830662177" sldId="333"/>
            <ac:spMk id="2" creationId="{00000000-0000-0000-0000-000000000000}"/>
          </ac:spMkLst>
        </pc:spChg>
      </pc:sldChg>
      <pc:sldChg chg="addSp delSp modSp add mod">
        <pc:chgData name="Songqing" userId="c4d8cb49210192e2" providerId="LiveId" clId="{E6809159-52D0-4E75-90FC-6FCDBAFB1020}" dt="2023-04-22T13:41:44.719" v="746" actId="14100"/>
        <pc:sldMkLst>
          <pc:docMk/>
          <pc:sldMk cId="419207778" sldId="334"/>
        </pc:sldMkLst>
        <pc:spChg chg="mod">
          <ac:chgData name="Songqing" userId="c4d8cb49210192e2" providerId="LiveId" clId="{E6809159-52D0-4E75-90FC-6FCDBAFB1020}" dt="2023-04-15T12:53:46.500" v="703" actId="20577"/>
          <ac:spMkLst>
            <pc:docMk/>
            <pc:sldMk cId="419207778" sldId="334"/>
            <ac:spMk id="2" creationId="{00000000-0000-0000-0000-000000000000}"/>
          </ac:spMkLst>
        </pc:spChg>
        <pc:spChg chg="add mod">
          <ac:chgData name="Songqing" userId="c4d8cb49210192e2" providerId="LiveId" clId="{E6809159-52D0-4E75-90FC-6FCDBAFB1020}" dt="2023-04-08T19:35:18.181" v="407" actId="14100"/>
          <ac:spMkLst>
            <pc:docMk/>
            <pc:sldMk cId="419207778" sldId="334"/>
            <ac:spMk id="3" creationId="{0F1395B4-5459-A738-C959-FF15FAD5175C}"/>
          </ac:spMkLst>
        </pc:spChg>
        <pc:spChg chg="del mod">
          <ac:chgData name="Songqing" userId="c4d8cb49210192e2" providerId="LiveId" clId="{E6809159-52D0-4E75-90FC-6FCDBAFB1020}" dt="2023-04-06T03:20:31.782" v="304" actId="478"/>
          <ac:spMkLst>
            <pc:docMk/>
            <pc:sldMk cId="419207778" sldId="334"/>
            <ac:spMk id="3" creationId="{317D7BCD-18F7-1CDD-AC28-83868813256F}"/>
          </ac:spMkLst>
        </pc:spChg>
        <pc:spChg chg="add del mod">
          <ac:chgData name="Songqing" userId="c4d8cb49210192e2" providerId="LiveId" clId="{E6809159-52D0-4E75-90FC-6FCDBAFB1020}" dt="2023-04-08T19:29:57.682" v="330" actId="478"/>
          <ac:spMkLst>
            <pc:docMk/>
            <pc:sldMk cId="419207778" sldId="334"/>
            <ac:spMk id="4" creationId="{985895C7-EB14-941D-FC26-790E4ADD588F}"/>
          </ac:spMkLst>
        </pc:spChg>
        <pc:spChg chg="add del mod">
          <ac:chgData name="Songqing" userId="c4d8cb49210192e2" providerId="LiveId" clId="{E6809159-52D0-4E75-90FC-6FCDBAFB1020}" dt="2023-04-08T19:30:25.788" v="336" actId="478"/>
          <ac:spMkLst>
            <pc:docMk/>
            <pc:sldMk cId="419207778" sldId="334"/>
            <ac:spMk id="5" creationId="{FE851EE5-89C5-95FA-B193-E2DC3D0C4823}"/>
          </ac:spMkLst>
        </pc:spChg>
        <pc:spChg chg="add del mod">
          <ac:chgData name="Songqing" userId="c4d8cb49210192e2" providerId="LiveId" clId="{E6809159-52D0-4E75-90FC-6FCDBAFB1020}" dt="2023-04-08T19:30:55.245" v="343" actId="478"/>
          <ac:spMkLst>
            <pc:docMk/>
            <pc:sldMk cId="419207778" sldId="334"/>
            <ac:spMk id="6" creationId="{ADC4355D-1770-9A6B-6FE7-A6BFDB063201}"/>
          </ac:spMkLst>
        </pc:spChg>
        <pc:spChg chg="add mod">
          <ac:chgData name="Songqing" userId="c4d8cb49210192e2" providerId="LiveId" clId="{E6809159-52D0-4E75-90FC-6FCDBAFB1020}" dt="2023-04-08T19:35:22.060" v="408" actId="14100"/>
          <ac:spMkLst>
            <pc:docMk/>
            <pc:sldMk cId="419207778" sldId="334"/>
            <ac:spMk id="7" creationId="{CB332DFC-C195-E0F1-D0D0-3DC01C3F92D2}"/>
          </ac:spMkLst>
        </pc:spChg>
        <pc:spChg chg="add mod">
          <ac:chgData name="Songqing" userId="c4d8cb49210192e2" providerId="LiveId" clId="{E6809159-52D0-4E75-90FC-6FCDBAFB1020}" dt="2023-04-22T13:41:44.719" v="746" actId="14100"/>
          <ac:spMkLst>
            <pc:docMk/>
            <pc:sldMk cId="419207778" sldId="334"/>
            <ac:spMk id="8" creationId="{A1123D03-3C41-E87C-89D8-29D2BF6D0797}"/>
          </ac:spMkLst>
        </pc:spChg>
        <pc:spChg chg="del mod">
          <ac:chgData name="Songqing" userId="c4d8cb49210192e2" providerId="LiveId" clId="{E6809159-52D0-4E75-90FC-6FCDBAFB1020}" dt="2023-04-06T03:20:27.508" v="303" actId="478"/>
          <ac:spMkLst>
            <pc:docMk/>
            <pc:sldMk cId="419207778" sldId="334"/>
            <ac:spMk id="10" creationId="{0570D509-DAA7-5125-A7DA-4BC73CB9A64E}"/>
          </ac:spMkLst>
        </pc:spChg>
        <pc:spChg chg="del mod">
          <ac:chgData name="Songqing" userId="c4d8cb49210192e2" providerId="LiveId" clId="{E6809159-52D0-4E75-90FC-6FCDBAFB1020}" dt="2023-04-06T03:27:54.284" v="314" actId="478"/>
          <ac:spMkLst>
            <pc:docMk/>
            <pc:sldMk cId="419207778" sldId="334"/>
            <ac:spMk id="12" creationId="{4DD2415D-FDEC-0CBE-9D4F-58BE15757D79}"/>
          </ac:spMkLst>
        </pc:spChg>
      </pc:sldChg>
      <pc:sldChg chg="modSp add mod ord">
        <pc:chgData name="Songqing" userId="c4d8cb49210192e2" providerId="LiveId" clId="{E6809159-52D0-4E75-90FC-6FCDBAFB1020}" dt="2023-04-08T19:42:12.408" v="479" actId="20577"/>
        <pc:sldMkLst>
          <pc:docMk/>
          <pc:sldMk cId="332812214" sldId="335"/>
        </pc:sldMkLst>
        <pc:spChg chg="mod">
          <ac:chgData name="Songqing" userId="c4d8cb49210192e2" providerId="LiveId" clId="{E6809159-52D0-4E75-90FC-6FCDBAFB1020}" dt="2023-04-08T19:42:12.408" v="479" actId="20577"/>
          <ac:spMkLst>
            <pc:docMk/>
            <pc:sldMk cId="332812214" sldId="335"/>
            <ac:spMk id="2" creationId="{00000000-0000-0000-0000-000000000000}"/>
          </ac:spMkLst>
        </pc:spChg>
      </pc:sldChg>
      <pc:sldChg chg="modSp add del mod">
        <pc:chgData name="Songqing" userId="c4d8cb49210192e2" providerId="LiveId" clId="{E6809159-52D0-4E75-90FC-6FCDBAFB1020}" dt="2023-04-15T12:55:20.496" v="733" actId="2696"/>
        <pc:sldMkLst>
          <pc:docMk/>
          <pc:sldMk cId="885857773" sldId="336"/>
        </pc:sldMkLst>
        <pc:spChg chg="mod">
          <ac:chgData name="Songqing" userId="c4d8cb49210192e2" providerId="LiveId" clId="{E6809159-52D0-4E75-90FC-6FCDBAFB1020}" dt="2023-04-15T12:54:25.820" v="715" actId="1076"/>
          <ac:spMkLst>
            <pc:docMk/>
            <pc:sldMk cId="885857773" sldId="336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F007FC-5F96-42B8-A128-42E663CB1BE6}" type="datetimeFigureOut">
              <a:rPr lang="en-AU" smtClean="0"/>
              <a:t>22/06/2024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F639DE-77CB-4311-8A8B-DE9896A2C64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430378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F639DE-77CB-4311-8A8B-DE9896A2C645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615373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F639DE-77CB-4311-8A8B-DE9896A2C645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561164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F639DE-77CB-4311-8A8B-DE9896A2C645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278216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F639DE-77CB-4311-8A8B-DE9896A2C645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757832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F639DE-77CB-4311-8A8B-DE9896A2C645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322959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F639DE-77CB-4311-8A8B-DE9896A2C645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188764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F639DE-77CB-4311-8A8B-DE9896A2C645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691903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F639DE-77CB-4311-8A8B-DE9896A2C645}" type="slidenum">
              <a:rPr lang="en-AU" smtClean="0"/>
              <a:t>12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359896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F639DE-77CB-4311-8A8B-DE9896A2C645}" type="slidenum">
              <a:rPr lang="en-AU" smtClean="0"/>
              <a:t>13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879535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22/06/2024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12379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22/06/2024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87335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22/06/2024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76453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22/06/2024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55860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22/06/2024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36543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22/06/2024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16045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22/06/2024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46810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22/06/2024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2858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22/06/2024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43192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22/06/2024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47164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22/06/2024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780995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22/06/2024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912662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22/06/2024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178977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22/06/2024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936676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22/06/2024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967589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22/06/2024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05932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2FFB29-0314-491D-9FB0-66C9BD8AD8C0}" type="datetimeFigureOut">
              <a:rPr lang="en-AU" smtClean="0"/>
              <a:t>22/06/2024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52883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91491" y="2616089"/>
            <a:ext cx="9319491" cy="995330"/>
          </a:xfrm>
          <a:effectLst/>
        </p:spPr>
        <p:txBody>
          <a:bodyPr>
            <a:noAutofit/>
          </a:bodyPr>
          <a:lstStyle/>
          <a:p>
            <a:r>
              <a:rPr lang="en-AU" sz="4000" b="1" dirty="0">
                <a:solidFill>
                  <a:srgbClr val="0070C0"/>
                </a:solidFill>
                <a:latin typeface="Arial Black" panose="020B0A04020102020204" pitchFamily="34" charset="0"/>
                <a:ea typeface="+mj-ea"/>
                <a:cs typeface="+mj-cs"/>
              </a:rPr>
              <a:t>Design</a:t>
            </a:r>
            <a:r>
              <a:rPr lang="en-AU" sz="4800" b="1" dirty="0">
                <a:solidFill>
                  <a:srgbClr val="002060"/>
                </a:solidFill>
              </a:rPr>
              <a:t> </a:t>
            </a:r>
            <a:r>
              <a:rPr lang="en-AU" sz="4000" dirty="0">
                <a:solidFill>
                  <a:srgbClr val="0070C0"/>
                </a:solidFill>
                <a:latin typeface="Arial Black" panose="020B0A04020102020204" pitchFamily="34" charset="0"/>
                <a:ea typeface="+mj-ea"/>
                <a:cs typeface="+mj-cs"/>
              </a:rPr>
              <a:t>Testing</a:t>
            </a:r>
            <a:r>
              <a:rPr lang="en-AU" sz="4800" b="1" dirty="0">
                <a:solidFill>
                  <a:srgbClr val="002060"/>
                </a:solidFill>
              </a:rPr>
              <a:t> </a:t>
            </a:r>
            <a:r>
              <a:rPr lang="en-AU" sz="4000" dirty="0">
                <a:solidFill>
                  <a:srgbClr val="0070C0"/>
                </a:solidFill>
                <a:latin typeface="Arial Black" panose="020B0A04020102020204" pitchFamily="34" charset="0"/>
                <a:ea typeface="+mj-ea"/>
                <a:cs typeface="+mj-cs"/>
              </a:rPr>
              <a:t>Framework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3202" y="151296"/>
            <a:ext cx="2096652" cy="148757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9625345" y="1484977"/>
            <a:ext cx="26323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altLang="zh-CN" sz="1400" b="1" i="1" dirty="0">
                <a:solidFill>
                  <a:schemeClr val="accent1"/>
                </a:solidFill>
              </a:rPr>
              <a:t>Your success is our success</a:t>
            </a:r>
            <a:endParaRPr lang="en-AU" sz="1400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3666835" y="6138579"/>
            <a:ext cx="4322618" cy="447373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altLang="zh-CN" sz="2000" b="1" dirty="0">
                <a:solidFill>
                  <a:srgbClr val="00B0F0"/>
                </a:solidFill>
              </a:rPr>
              <a:t>Funny Gorilla</a:t>
            </a:r>
            <a:r>
              <a:rPr lang="zh-CN" altLang="en-US" sz="2000" b="1" i="1" dirty="0">
                <a:solidFill>
                  <a:schemeClr val="accent2"/>
                </a:solidFill>
                <a:cs typeface="幼圆"/>
              </a:rPr>
              <a:t>诙猩猩</a:t>
            </a:r>
            <a:r>
              <a:rPr lang="en-AU" altLang="zh-CN" sz="2000" b="1" dirty="0">
                <a:solidFill>
                  <a:srgbClr val="002060"/>
                </a:solidFill>
              </a:rPr>
              <a:t>-</a:t>
            </a:r>
            <a:r>
              <a:rPr lang="en-US" altLang="zh-CN" sz="2000" b="1" i="1" dirty="0">
                <a:solidFill>
                  <a:schemeClr val="accent2"/>
                </a:solidFill>
              </a:rPr>
              <a:t>IT</a:t>
            </a:r>
            <a:r>
              <a:rPr lang="zh-CN" altLang="en-US" sz="2000" b="1" i="1" dirty="0">
                <a:solidFill>
                  <a:schemeClr val="accent2"/>
                </a:solidFill>
              </a:rPr>
              <a:t>培训</a:t>
            </a:r>
            <a:endParaRPr lang="en-AU" sz="1400" b="1" i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3058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1808511" y="1027480"/>
            <a:ext cx="7315200" cy="685800"/>
          </a:xfrm>
        </p:spPr>
        <p:txBody>
          <a:bodyPr/>
          <a:lstStyle/>
          <a:p>
            <a:pPr eaLnBrk="1" hangingPunct="1"/>
            <a:r>
              <a:rPr lang="en-US" altLang="en-US" dirty="0">
                <a:solidFill>
                  <a:srgbClr val="0070C0"/>
                </a:solidFill>
                <a:latin typeface="Arial Black" panose="020B0A04020102020204" pitchFamily="34" charset="0"/>
              </a:rPr>
              <a:t>Learning Objectives   </a:t>
            </a:r>
            <a:endParaRPr lang="en-US" altLang="en-US" sz="24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808512" y="2547257"/>
            <a:ext cx="6680859" cy="4551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AU" sz="2400" b="1" i="1" dirty="0">
                <a:solidFill>
                  <a:schemeClr val="accent2"/>
                </a:solidFill>
                <a:latin typeface="Century Gothic" panose="020B0502020202020204" pitchFamily="34" charset="0"/>
              </a:rPr>
              <a:t>Considerations when drafting test cases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7C9208-2425-4C04-8FB7-2AF6DE3F3363}"/>
              </a:ext>
            </a:extLst>
          </p:cNvPr>
          <p:cNvSpPr/>
          <p:nvPr/>
        </p:nvSpPr>
        <p:spPr>
          <a:xfrm>
            <a:off x="1808511" y="3040546"/>
            <a:ext cx="6680859" cy="4551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AU" sz="2400" b="1" i="1" dirty="0">
                <a:solidFill>
                  <a:schemeClr val="accent2"/>
                </a:solidFill>
                <a:latin typeface="Century Gothic" panose="020B0502020202020204" pitchFamily="34" charset="0"/>
              </a:rPr>
              <a:t>Common steps to design API testing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2BF854-3B92-511A-E56A-D9BA26E0ED6C}"/>
              </a:ext>
            </a:extLst>
          </p:cNvPr>
          <p:cNvSpPr/>
          <p:nvPr/>
        </p:nvSpPr>
        <p:spPr>
          <a:xfrm>
            <a:off x="1808511" y="3533835"/>
            <a:ext cx="6680859" cy="4551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AU" sz="2400" b="1" i="1" dirty="0">
                <a:solidFill>
                  <a:srgbClr val="FF0000"/>
                </a:solidFill>
                <a:latin typeface="Century Gothic" panose="020B0502020202020204" pitchFamily="34" charset="0"/>
              </a:rPr>
              <a:t>Build framework</a:t>
            </a:r>
          </a:p>
        </p:txBody>
      </p:sp>
      <p:sp>
        <p:nvSpPr>
          <p:cNvPr id="7" name="Explosion: 8 Points 6">
            <a:extLst>
              <a:ext uri="{FF2B5EF4-FFF2-40B4-BE49-F238E27FC236}">
                <a16:creationId xmlns:a16="http://schemas.microsoft.com/office/drawing/2014/main" id="{E3483467-8D62-E49B-853E-B0A1FF0D4226}"/>
              </a:ext>
            </a:extLst>
          </p:cNvPr>
          <p:cNvSpPr/>
          <p:nvPr/>
        </p:nvSpPr>
        <p:spPr>
          <a:xfrm>
            <a:off x="174169" y="3533835"/>
            <a:ext cx="1730831" cy="576943"/>
          </a:xfrm>
          <a:prstGeom prst="irregularSeal1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978352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8279" y="1932837"/>
            <a:ext cx="7066192" cy="1713188"/>
          </a:xfrm>
          <a:effectLst/>
        </p:spPr>
        <p:txBody>
          <a:bodyPr>
            <a:normAutofit fontScale="90000"/>
          </a:bodyPr>
          <a:lstStyle/>
          <a:p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Common steps to </a:t>
            </a:r>
            <a:b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</a:br>
            <a:r>
              <a:rPr lang="en-AU" dirty="0">
                <a:solidFill>
                  <a:schemeClr val="accent2"/>
                </a:solidFill>
                <a:latin typeface="Arial Black" panose="020B0A04020102020204" pitchFamily="34" charset="0"/>
              </a:rPr>
              <a:t>design API testing</a:t>
            </a:r>
            <a:br>
              <a:rPr lang="en-AU" b="1" dirty="0"/>
            </a:b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8122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8213" y="729070"/>
            <a:ext cx="6179969" cy="696690"/>
          </a:xfrm>
          <a:effectLst/>
        </p:spPr>
        <p:txBody>
          <a:bodyPr>
            <a:normAutofit fontScale="90000"/>
          </a:bodyPr>
          <a:lstStyle/>
          <a:p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Step 01: Explore API</a:t>
            </a:r>
            <a:br>
              <a:rPr lang="en-AU" b="1" dirty="0"/>
            </a:b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3" name="Arrow: Chevron 2">
            <a:extLst>
              <a:ext uri="{FF2B5EF4-FFF2-40B4-BE49-F238E27FC236}">
                <a16:creationId xmlns:a16="http://schemas.microsoft.com/office/drawing/2014/main" id="{0F1395B4-5459-A738-C959-FF15FAD5175C}"/>
              </a:ext>
            </a:extLst>
          </p:cNvPr>
          <p:cNvSpPr/>
          <p:nvPr/>
        </p:nvSpPr>
        <p:spPr>
          <a:xfrm>
            <a:off x="978213" y="2623457"/>
            <a:ext cx="4702628" cy="613977"/>
          </a:xfrm>
          <a:prstGeom prst="chevron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b="1" dirty="0">
                <a:solidFill>
                  <a:schemeClr val="accent1"/>
                </a:solidFill>
              </a:rPr>
              <a:t>Understand API Spec</a:t>
            </a:r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CB332DFC-C195-E0F1-D0D0-3DC01C3F92D2}"/>
              </a:ext>
            </a:extLst>
          </p:cNvPr>
          <p:cNvSpPr/>
          <p:nvPr/>
        </p:nvSpPr>
        <p:spPr>
          <a:xfrm>
            <a:off x="1588076" y="3620953"/>
            <a:ext cx="7120496" cy="568570"/>
          </a:xfrm>
          <a:prstGeom prst="chevron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b="1" dirty="0">
                <a:solidFill>
                  <a:schemeClr val="accent1"/>
                </a:solidFill>
              </a:rPr>
              <a:t>Understand relationship between entities</a:t>
            </a:r>
          </a:p>
        </p:txBody>
      </p:sp>
      <p:sp>
        <p:nvSpPr>
          <p:cNvPr id="8" name="Arrow: Chevron 7">
            <a:extLst>
              <a:ext uri="{FF2B5EF4-FFF2-40B4-BE49-F238E27FC236}">
                <a16:creationId xmlns:a16="http://schemas.microsoft.com/office/drawing/2014/main" id="{A1123D03-3C41-E87C-89D8-29D2BF6D0797}"/>
              </a:ext>
            </a:extLst>
          </p:cNvPr>
          <p:cNvSpPr/>
          <p:nvPr/>
        </p:nvSpPr>
        <p:spPr>
          <a:xfrm>
            <a:off x="2535751" y="4567039"/>
            <a:ext cx="7642391" cy="568570"/>
          </a:xfrm>
          <a:prstGeom prst="chevron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b="1" dirty="0">
                <a:solidFill>
                  <a:schemeClr val="accent1"/>
                </a:solidFill>
              </a:rPr>
              <a:t>Map out endpoints, action, response codes</a:t>
            </a:r>
          </a:p>
        </p:txBody>
      </p:sp>
      <p:sp>
        <p:nvSpPr>
          <p:cNvPr id="4" name="Callout: Line with Accent Bar 3">
            <a:extLst>
              <a:ext uri="{FF2B5EF4-FFF2-40B4-BE49-F238E27FC236}">
                <a16:creationId xmlns:a16="http://schemas.microsoft.com/office/drawing/2014/main" id="{70D62CC2-5E50-6C1A-340F-F7EE8C7DAEBF}"/>
              </a:ext>
            </a:extLst>
          </p:cNvPr>
          <p:cNvSpPr/>
          <p:nvPr/>
        </p:nvSpPr>
        <p:spPr>
          <a:xfrm>
            <a:off x="6509657" y="1774367"/>
            <a:ext cx="3429000" cy="391886"/>
          </a:xfrm>
          <a:prstGeom prst="accentCallout1">
            <a:avLst>
              <a:gd name="adj1" fmla="val 18750"/>
              <a:gd name="adj2" fmla="val -8333"/>
              <a:gd name="adj3" fmla="val 231944"/>
              <a:gd name="adj4" fmla="val -3039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Read </a:t>
            </a:r>
            <a:r>
              <a:rPr lang="en-AU" dirty="0" err="1"/>
              <a:t>openapi</a:t>
            </a:r>
            <a:r>
              <a:rPr lang="en-AU" dirty="0"/>
              <a:t> file if it exists</a:t>
            </a:r>
          </a:p>
        </p:txBody>
      </p:sp>
      <p:sp>
        <p:nvSpPr>
          <p:cNvPr id="5" name="Callout: Line with Accent Bar 4">
            <a:extLst>
              <a:ext uri="{FF2B5EF4-FFF2-40B4-BE49-F238E27FC236}">
                <a16:creationId xmlns:a16="http://schemas.microsoft.com/office/drawing/2014/main" id="{A9401C4D-C8D8-83FF-4487-A574FE5A8890}"/>
              </a:ext>
            </a:extLst>
          </p:cNvPr>
          <p:cNvSpPr/>
          <p:nvPr/>
        </p:nvSpPr>
        <p:spPr>
          <a:xfrm>
            <a:off x="7434941" y="2778817"/>
            <a:ext cx="4365173" cy="391886"/>
          </a:xfrm>
          <a:prstGeom prst="accentCallout1">
            <a:avLst>
              <a:gd name="adj1" fmla="val 18750"/>
              <a:gd name="adj2" fmla="val -8333"/>
              <a:gd name="adj3" fmla="val 218055"/>
              <a:gd name="adj4" fmla="val -2545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Create Entity Relationship diagram</a:t>
            </a:r>
          </a:p>
        </p:txBody>
      </p:sp>
      <p:sp>
        <p:nvSpPr>
          <p:cNvPr id="6" name="Callout: Line with Accent Bar 5">
            <a:extLst>
              <a:ext uri="{FF2B5EF4-FFF2-40B4-BE49-F238E27FC236}">
                <a16:creationId xmlns:a16="http://schemas.microsoft.com/office/drawing/2014/main" id="{9500DE35-8491-CDAA-B5F2-47A42194C315}"/>
              </a:ext>
            </a:extLst>
          </p:cNvPr>
          <p:cNvSpPr/>
          <p:nvPr/>
        </p:nvSpPr>
        <p:spPr>
          <a:xfrm>
            <a:off x="7434941" y="5643451"/>
            <a:ext cx="3864429" cy="391886"/>
          </a:xfrm>
          <a:prstGeom prst="accentCallout1">
            <a:avLst>
              <a:gd name="adj1" fmla="val 18750"/>
              <a:gd name="adj2" fmla="val -8333"/>
              <a:gd name="adj3" fmla="val -140278"/>
              <a:gd name="adj4" fmla="val -2859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Create Endpoint mapping table</a:t>
            </a:r>
          </a:p>
        </p:txBody>
      </p:sp>
    </p:spTree>
    <p:extLst>
      <p:ext uri="{BB962C8B-B14F-4D97-AF65-F5344CB8AC3E}">
        <p14:creationId xmlns:p14="http://schemas.microsoft.com/office/powerpoint/2010/main" val="4192077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966" y="962559"/>
            <a:ext cx="10994663" cy="696690"/>
          </a:xfrm>
          <a:effectLst/>
        </p:spPr>
        <p:txBody>
          <a:bodyPr>
            <a:normAutofit fontScale="90000"/>
          </a:bodyPr>
          <a:lstStyle/>
          <a:p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Step 02: Create a Collection &amp; folder structure</a:t>
            </a:r>
            <a:br>
              <a:rPr lang="en-AU" b="1" dirty="0"/>
            </a:b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626428" y="3431639"/>
            <a:ext cx="44849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AU" dirty="0"/>
              <a:t>Create a test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26428" y="3916546"/>
            <a:ext cx="34072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AU" dirty="0"/>
              <a:t>Organize the tests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61986" y="5204029"/>
            <a:ext cx="33198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AU" dirty="0"/>
              <a:t>Share variables</a:t>
            </a:r>
          </a:p>
        </p:txBody>
      </p:sp>
      <p:cxnSp>
        <p:nvCxnSpPr>
          <p:cNvPr id="7" name="Straight Connector 6"/>
          <p:cNvCxnSpPr>
            <a:cxnSpLocks/>
          </p:cNvCxnSpPr>
          <p:nvPr/>
        </p:nvCxnSpPr>
        <p:spPr>
          <a:xfrm flipV="1">
            <a:off x="4494150" y="4298732"/>
            <a:ext cx="1513114" cy="8522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40B522D-6F88-A9F5-B6C6-0E889C9A656A}"/>
              </a:ext>
            </a:extLst>
          </p:cNvPr>
          <p:cNvCxnSpPr>
            <a:cxnSpLocks/>
          </p:cNvCxnSpPr>
          <p:nvPr/>
        </p:nvCxnSpPr>
        <p:spPr>
          <a:xfrm flipV="1">
            <a:off x="6096000" y="2574119"/>
            <a:ext cx="1597185" cy="8522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3F58EBAE-CE3C-2A4C-8BCF-6AD9BE3FD42E}"/>
              </a:ext>
            </a:extLst>
          </p:cNvPr>
          <p:cNvSpPr txBox="1"/>
          <p:nvPr/>
        </p:nvSpPr>
        <p:spPr>
          <a:xfrm>
            <a:off x="7388101" y="2138425"/>
            <a:ext cx="2064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For workflow</a:t>
            </a:r>
          </a:p>
        </p:txBody>
      </p:sp>
    </p:spTree>
    <p:extLst>
      <p:ext uri="{BB962C8B-B14F-4D97-AF65-F5344CB8AC3E}">
        <p14:creationId xmlns:p14="http://schemas.microsoft.com/office/powerpoint/2010/main" val="4642027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44FBF9D-981A-690A-83A2-D1F062D87F89}"/>
              </a:ext>
            </a:extLst>
          </p:cNvPr>
          <p:cNvSpPr txBox="1">
            <a:spLocks/>
          </p:cNvSpPr>
          <p:nvPr/>
        </p:nvSpPr>
        <p:spPr>
          <a:xfrm>
            <a:off x="1008141" y="2915838"/>
            <a:ext cx="3422344" cy="513162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Black" panose="020B0A04020102020204" pitchFamily="34" charset="0"/>
              </a:rPr>
              <a:t>Define test case</a:t>
            </a:r>
            <a:br>
              <a:rPr lang="en-AU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br>
              <a:rPr lang="en-AU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br>
              <a:rPr lang="en-AU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endParaRPr lang="en-AU" sz="2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842CDA5-6D5A-0E9B-07BB-DB965DF07807}"/>
              </a:ext>
            </a:extLst>
          </p:cNvPr>
          <p:cNvSpPr txBox="1">
            <a:spLocks/>
          </p:cNvSpPr>
          <p:nvPr/>
        </p:nvSpPr>
        <p:spPr>
          <a:xfrm>
            <a:off x="1008141" y="2122040"/>
            <a:ext cx="5795430" cy="513162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Black" panose="020B0A04020102020204" pitchFamily="34" charset="0"/>
              </a:rPr>
              <a:t>Equivalence</a:t>
            </a:r>
            <a:r>
              <a:rPr lang="en-AU" sz="2000" b="1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AU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Black" panose="020B0A04020102020204" pitchFamily="34" charset="0"/>
              </a:rPr>
              <a:t>Class</a:t>
            </a:r>
            <a:r>
              <a:rPr lang="en-AU" sz="2000" b="1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AU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Black" panose="020B0A04020102020204" pitchFamily="34" charset="0"/>
              </a:rPr>
              <a:t>Partitioning (ECP) </a:t>
            </a:r>
            <a:endParaRPr lang="en-AU" sz="2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Callout: Line with Accent Bar 12">
            <a:extLst>
              <a:ext uri="{FF2B5EF4-FFF2-40B4-BE49-F238E27FC236}">
                <a16:creationId xmlns:a16="http://schemas.microsoft.com/office/drawing/2014/main" id="{2576DC12-D357-724E-3D3A-834A8C54DB8B}"/>
              </a:ext>
            </a:extLst>
          </p:cNvPr>
          <p:cNvSpPr/>
          <p:nvPr/>
        </p:nvSpPr>
        <p:spPr>
          <a:xfrm>
            <a:off x="6803571" y="2782669"/>
            <a:ext cx="4637314" cy="646331"/>
          </a:xfrm>
          <a:prstGeom prst="accentCallout1">
            <a:avLst>
              <a:gd name="adj1" fmla="val 18750"/>
              <a:gd name="adj2" fmla="val -8333"/>
              <a:gd name="adj3" fmla="val -47502"/>
              <a:gd name="adj4" fmla="val -42324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180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divide set of test condition into a partition which should be considered the same.</a:t>
            </a:r>
          </a:p>
          <a:p>
            <a:endParaRPr lang="en-AU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3512BD48-7BD3-702D-D793-5CBD85583E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3538" y="1008792"/>
            <a:ext cx="7402376" cy="794662"/>
          </a:xfrm>
          <a:effectLst/>
        </p:spPr>
        <p:txBody>
          <a:bodyPr>
            <a:normAutofit fontScale="90000"/>
          </a:bodyPr>
          <a:lstStyle/>
          <a:p>
            <a:pPr algn="l"/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Step 03: Create test cases</a:t>
            </a:r>
            <a:br>
              <a:rPr lang="en-US" sz="2400" b="0" i="0" dirty="0">
                <a:solidFill>
                  <a:srgbClr val="1F1F1F"/>
                </a:solidFill>
                <a:effectLst/>
                <a:latin typeface="var(--cds-font-family-source-sans-pro)"/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17" name="Callout: Line with Accent Bar 16">
            <a:extLst>
              <a:ext uri="{FF2B5EF4-FFF2-40B4-BE49-F238E27FC236}">
                <a16:creationId xmlns:a16="http://schemas.microsoft.com/office/drawing/2014/main" id="{289603E2-17C3-7DB9-47DA-6DE16A7B7728}"/>
              </a:ext>
            </a:extLst>
          </p:cNvPr>
          <p:cNvSpPr/>
          <p:nvPr/>
        </p:nvSpPr>
        <p:spPr>
          <a:xfrm>
            <a:off x="4147458" y="3709636"/>
            <a:ext cx="2340428" cy="513163"/>
          </a:xfrm>
          <a:prstGeom prst="accentCallout1">
            <a:avLst>
              <a:gd name="adj1" fmla="val 18750"/>
              <a:gd name="adj2" fmla="val -8333"/>
              <a:gd name="adj3" fmla="val -35712"/>
              <a:gd name="adj4" fmla="val -4651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180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Follow test template</a:t>
            </a:r>
          </a:p>
        </p:txBody>
      </p:sp>
    </p:spTree>
    <p:extLst>
      <p:ext uri="{BB962C8B-B14F-4D97-AF65-F5344CB8AC3E}">
        <p14:creationId xmlns:p14="http://schemas.microsoft.com/office/powerpoint/2010/main" val="42941731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506ED67-7218-BB68-A608-3E54B99B03CD}"/>
              </a:ext>
            </a:extLst>
          </p:cNvPr>
          <p:cNvSpPr txBox="1"/>
          <p:nvPr/>
        </p:nvSpPr>
        <p:spPr>
          <a:xfrm>
            <a:off x="968832" y="1997839"/>
            <a:ext cx="271054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i="0" dirty="0">
                <a:solidFill>
                  <a:srgbClr val="1F1F1F"/>
                </a:solidFill>
                <a:effectLst/>
                <a:latin typeface="var(--cds-font-family-source-sans-pro)"/>
              </a:rPr>
              <a:t>Test Case ID</a:t>
            </a:r>
            <a:br>
              <a:rPr lang="en-US" sz="2000" b="0" i="0" dirty="0">
                <a:solidFill>
                  <a:srgbClr val="1F1F1F"/>
                </a:solidFill>
                <a:effectLst/>
                <a:latin typeface="var(--cds-font-family-source-sans-pro)"/>
              </a:rPr>
            </a:br>
            <a:r>
              <a:rPr lang="en-US" sz="2000" b="0" i="0" dirty="0">
                <a:solidFill>
                  <a:srgbClr val="1F1F1F"/>
                </a:solidFill>
                <a:effectLst/>
                <a:latin typeface="var(--cds-font-family-source-sans-pro)"/>
              </a:rPr>
              <a:t>Test Case Description</a:t>
            </a:r>
            <a:br>
              <a:rPr lang="en-US" sz="2000" b="0" i="0" dirty="0">
                <a:solidFill>
                  <a:srgbClr val="1F1F1F"/>
                </a:solidFill>
                <a:effectLst/>
                <a:latin typeface="var(--cds-font-family-source-sans-pro)"/>
              </a:rPr>
            </a:br>
            <a:r>
              <a:rPr lang="en-US" sz="2000" b="0" i="0" dirty="0">
                <a:solidFill>
                  <a:srgbClr val="1F1F1F"/>
                </a:solidFill>
                <a:effectLst/>
                <a:latin typeface="var(--cds-font-family-source-sans-pro)"/>
              </a:rPr>
              <a:t>Pre-Conditions</a:t>
            </a:r>
            <a:br>
              <a:rPr lang="en-US" sz="2000" b="0" i="0" dirty="0">
                <a:solidFill>
                  <a:srgbClr val="1F1F1F"/>
                </a:solidFill>
                <a:effectLst/>
                <a:latin typeface="var(--cds-font-family-source-sans-pro)"/>
              </a:rPr>
            </a:br>
            <a:r>
              <a:rPr lang="en-US" sz="2000" b="0" i="0" dirty="0">
                <a:solidFill>
                  <a:srgbClr val="1F1F1F"/>
                </a:solidFill>
                <a:effectLst/>
                <a:latin typeface="var(--cds-font-family-source-sans-pro)"/>
              </a:rPr>
              <a:t>Test Steps</a:t>
            </a:r>
            <a:br>
              <a:rPr lang="en-US" sz="2000" b="0" i="0" dirty="0">
                <a:solidFill>
                  <a:srgbClr val="1F1F1F"/>
                </a:solidFill>
                <a:effectLst/>
                <a:latin typeface="var(--cds-font-family-source-sans-pro)"/>
              </a:rPr>
            </a:br>
            <a:r>
              <a:rPr lang="en-US" sz="2000" b="0" i="0" dirty="0">
                <a:solidFill>
                  <a:srgbClr val="1F1F1F"/>
                </a:solidFill>
                <a:effectLst/>
                <a:latin typeface="var(--cds-font-family-source-sans-pro)"/>
              </a:rPr>
              <a:t>Test Data</a:t>
            </a:r>
            <a:br>
              <a:rPr lang="en-US" sz="2000" b="0" i="0" dirty="0">
                <a:solidFill>
                  <a:srgbClr val="1F1F1F"/>
                </a:solidFill>
                <a:effectLst/>
                <a:latin typeface="var(--cds-font-family-source-sans-pro)"/>
              </a:rPr>
            </a:br>
            <a:r>
              <a:rPr lang="en-US" sz="2000" b="0" i="0" dirty="0">
                <a:solidFill>
                  <a:srgbClr val="1F1F1F"/>
                </a:solidFill>
                <a:effectLst/>
                <a:latin typeface="var(--cds-font-family-source-sans-pro)"/>
              </a:rPr>
              <a:t>Expected Result</a:t>
            </a:r>
            <a:br>
              <a:rPr lang="en-US" sz="2000" b="0" i="0" dirty="0">
                <a:solidFill>
                  <a:srgbClr val="1F1F1F"/>
                </a:solidFill>
                <a:effectLst/>
                <a:latin typeface="var(--cds-font-family-source-sans-pro)"/>
              </a:rPr>
            </a:br>
            <a:r>
              <a:rPr lang="en-US" sz="2000" b="0" i="0" dirty="0">
                <a:solidFill>
                  <a:srgbClr val="1F1F1F"/>
                </a:solidFill>
                <a:effectLst/>
                <a:latin typeface="var(--cds-font-family-source-sans-pro)"/>
              </a:rPr>
              <a:t>Post Conditions</a:t>
            </a:r>
            <a:br>
              <a:rPr lang="en-US" sz="2000" b="0" i="0" dirty="0">
                <a:solidFill>
                  <a:srgbClr val="1F1F1F"/>
                </a:solidFill>
                <a:effectLst/>
                <a:latin typeface="var(--cds-font-family-source-sans-pro)"/>
              </a:rPr>
            </a:br>
            <a:r>
              <a:rPr lang="en-US" sz="2000" b="0" i="0" dirty="0">
                <a:solidFill>
                  <a:srgbClr val="1F1F1F"/>
                </a:solidFill>
                <a:effectLst/>
                <a:latin typeface="var(--cds-font-family-source-sans-pro)"/>
              </a:rPr>
              <a:t>Actual Result</a:t>
            </a:r>
            <a:br>
              <a:rPr lang="en-US" sz="2000" b="0" i="0" dirty="0">
                <a:solidFill>
                  <a:srgbClr val="1F1F1F"/>
                </a:solidFill>
                <a:effectLst/>
                <a:latin typeface="var(--cds-font-family-source-sans-pro)"/>
              </a:rPr>
            </a:br>
            <a:r>
              <a:rPr lang="en-US" sz="2000" b="0" i="0" dirty="0">
                <a:solidFill>
                  <a:srgbClr val="1F1F1F"/>
                </a:solidFill>
                <a:effectLst/>
                <a:latin typeface="var(--cds-font-family-source-sans-pro)"/>
              </a:rPr>
              <a:t>Status</a:t>
            </a:r>
            <a:endParaRPr lang="en-AU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C87573-18CF-110A-94D3-A6550D3505AF}"/>
              </a:ext>
            </a:extLst>
          </p:cNvPr>
          <p:cNvSpPr txBox="1"/>
          <p:nvPr/>
        </p:nvSpPr>
        <p:spPr>
          <a:xfrm>
            <a:off x="936173" y="1429118"/>
            <a:ext cx="2590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>
                <a:solidFill>
                  <a:schemeClr val="accent1"/>
                </a:solidFill>
              </a:rPr>
              <a:t>Test Case Template</a:t>
            </a:r>
          </a:p>
        </p:txBody>
      </p:sp>
      <p:sp>
        <p:nvSpPr>
          <p:cNvPr id="6" name="Arrow: Chevron 5">
            <a:extLst>
              <a:ext uri="{FF2B5EF4-FFF2-40B4-BE49-F238E27FC236}">
                <a16:creationId xmlns:a16="http://schemas.microsoft.com/office/drawing/2014/main" id="{1C3BD104-F75A-DA81-2FD9-738EFE14624D}"/>
              </a:ext>
            </a:extLst>
          </p:cNvPr>
          <p:cNvSpPr/>
          <p:nvPr/>
        </p:nvSpPr>
        <p:spPr>
          <a:xfrm>
            <a:off x="5187042" y="3080265"/>
            <a:ext cx="653143" cy="400110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pic>
        <p:nvPicPr>
          <p:cNvPr id="11" name="Picture 10" descr="A blue arrow with black background&#10;&#10;Description automatically generated">
            <a:extLst>
              <a:ext uri="{FF2B5EF4-FFF2-40B4-BE49-F238E27FC236}">
                <a16:creationId xmlns:a16="http://schemas.microsoft.com/office/drawing/2014/main" id="{FEF00B60-C111-610A-F62E-A4C37AE46A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1400" y="2435286"/>
            <a:ext cx="2579914" cy="128995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295674A-7D00-64DB-6463-30A61AE1C897}"/>
              </a:ext>
            </a:extLst>
          </p:cNvPr>
          <p:cNvSpPr txBox="1"/>
          <p:nvPr/>
        </p:nvSpPr>
        <p:spPr>
          <a:xfrm>
            <a:off x="7554685" y="3598540"/>
            <a:ext cx="27105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solidFill>
                  <a:srgbClr val="002060"/>
                </a:solidFill>
              </a:rPr>
              <a:t>Excel file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C2F1BE-6E73-35B4-EA64-6191564A3BFE}"/>
              </a:ext>
            </a:extLst>
          </p:cNvPr>
          <p:cNvSpPr txBox="1"/>
          <p:nvPr/>
        </p:nvSpPr>
        <p:spPr>
          <a:xfrm>
            <a:off x="1502228" y="5977886"/>
            <a:ext cx="8763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>
                <a:solidFill>
                  <a:srgbClr val="044EA8"/>
                </a:solidFill>
              </a:rPr>
              <a:t>https://www.guru99.com/jira-tutorial-a-complete-guide-for-beginners.html</a:t>
            </a:r>
          </a:p>
        </p:txBody>
      </p:sp>
    </p:spTree>
    <p:extLst>
      <p:ext uri="{BB962C8B-B14F-4D97-AF65-F5344CB8AC3E}">
        <p14:creationId xmlns:p14="http://schemas.microsoft.com/office/powerpoint/2010/main" val="36348757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8764" y="1025042"/>
            <a:ext cx="9751941" cy="696690"/>
          </a:xfrm>
          <a:effectLst/>
        </p:spPr>
        <p:txBody>
          <a:bodyPr>
            <a:normAutofit fontScale="90000"/>
          </a:bodyPr>
          <a:lstStyle/>
          <a:p>
            <a:r>
              <a:rPr lang="en-AU" dirty="0">
                <a:solidFill>
                  <a:schemeClr val="accent2"/>
                </a:solidFill>
                <a:latin typeface="Arial Black" panose="020B0A04020102020204" pitchFamily="34" charset="0"/>
              </a:rPr>
              <a:t>Considerations</a:t>
            </a:r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 when drafting Test Cases</a:t>
            </a:r>
            <a:br>
              <a:rPr lang="en-AU" b="1" dirty="0"/>
            </a:b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4" name="Arrow: Pentagon 3">
            <a:extLst>
              <a:ext uri="{FF2B5EF4-FFF2-40B4-BE49-F238E27FC236}">
                <a16:creationId xmlns:a16="http://schemas.microsoft.com/office/drawing/2014/main" id="{EB60F8D1-1C58-1C48-66EC-8FC5FAE33ACA}"/>
              </a:ext>
            </a:extLst>
          </p:cNvPr>
          <p:cNvSpPr/>
          <p:nvPr/>
        </p:nvSpPr>
        <p:spPr>
          <a:xfrm>
            <a:off x="988764" y="2592665"/>
            <a:ext cx="7500439" cy="257921"/>
          </a:xfrm>
          <a:prstGeom prst="homePlat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What kind of things do I want to check for each request?</a:t>
            </a:r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A8103F9D-852F-0C20-9266-1C6116AED6DE}"/>
              </a:ext>
            </a:extLst>
          </p:cNvPr>
          <p:cNvSpPr/>
          <p:nvPr/>
        </p:nvSpPr>
        <p:spPr>
          <a:xfrm>
            <a:off x="988765" y="3132617"/>
            <a:ext cx="10794556" cy="257921"/>
          </a:xfrm>
          <a:prstGeom prst="homePlat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How can I reduce the number of inputs to the test while still getting good coverage?</a:t>
            </a:r>
          </a:p>
        </p:txBody>
      </p:sp>
      <p:sp>
        <p:nvSpPr>
          <p:cNvPr id="7" name="Arrow: Pentagon 4">
            <a:extLst>
              <a:ext uri="{FF2B5EF4-FFF2-40B4-BE49-F238E27FC236}">
                <a16:creationId xmlns:a16="http://schemas.microsoft.com/office/drawing/2014/main" id="{A8103F9D-852F-0C20-9266-1C6116AED6DE}"/>
              </a:ext>
            </a:extLst>
          </p:cNvPr>
          <p:cNvSpPr/>
          <p:nvPr/>
        </p:nvSpPr>
        <p:spPr>
          <a:xfrm>
            <a:off x="988764" y="3672569"/>
            <a:ext cx="6694964" cy="257921"/>
          </a:xfrm>
          <a:prstGeom prst="homePlat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AU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Am I using variables and environments efficiently?</a:t>
            </a:r>
          </a:p>
        </p:txBody>
      </p:sp>
      <p:sp>
        <p:nvSpPr>
          <p:cNvPr id="8" name="Arrow: Pentagon 4">
            <a:extLst>
              <a:ext uri="{FF2B5EF4-FFF2-40B4-BE49-F238E27FC236}">
                <a16:creationId xmlns:a16="http://schemas.microsoft.com/office/drawing/2014/main" id="{A8103F9D-852F-0C20-9266-1C6116AED6DE}"/>
              </a:ext>
            </a:extLst>
          </p:cNvPr>
          <p:cNvSpPr/>
          <p:nvPr/>
        </p:nvSpPr>
        <p:spPr>
          <a:xfrm>
            <a:off x="988764" y="4261471"/>
            <a:ext cx="5783826" cy="237896"/>
          </a:xfrm>
          <a:prstGeom prst="homePlat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AU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Will these checks be stable and consistent?</a:t>
            </a:r>
          </a:p>
        </p:txBody>
      </p:sp>
      <p:sp>
        <p:nvSpPr>
          <p:cNvPr id="9" name="Arrow: Pentagon 4">
            <a:extLst>
              <a:ext uri="{FF2B5EF4-FFF2-40B4-BE49-F238E27FC236}">
                <a16:creationId xmlns:a16="http://schemas.microsoft.com/office/drawing/2014/main" id="{A8103F9D-852F-0C20-9266-1C6116AED6DE}"/>
              </a:ext>
            </a:extLst>
          </p:cNvPr>
          <p:cNvSpPr/>
          <p:nvPr/>
        </p:nvSpPr>
        <p:spPr>
          <a:xfrm>
            <a:off x="988764" y="4752661"/>
            <a:ext cx="7313538" cy="237897"/>
          </a:xfrm>
          <a:prstGeom prst="homePlat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AU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Will these checks actually fail if something goes wrong?</a:t>
            </a:r>
          </a:p>
        </p:txBody>
      </p:sp>
      <p:sp>
        <p:nvSpPr>
          <p:cNvPr id="10" name="Arrow: Pentagon 4">
            <a:extLst>
              <a:ext uri="{FF2B5EF4-FFF2-40B4-BE49-F238E27FC236}">
                <a16:creationId xmlns:a16="http://schemas.microsoft.com/office/drawing/2014/main" id="{A8103F9D-852F-0C20-9266-1C6116AED6DE}"/>
              </a:ext>
            </a:extLst>
          </p:cNvPr>
          <p:cNvSpPr/>
          <p:nvPr/>
        </p:nvSpPr>
        <p:spPr>
          <a:xfrm>
            <a:off x="988764" y="5202589"/>
            <a:ext cx="7009826" cy="237898"/>
          </a:xfrm>
          <a:prstGeom prst="homePlat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AU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What will happen when this test is run multiple times?</a:t>
            </a:r>
          </a:p>
        </p:txBody>
      </p:sp>
      <p:sp>
        <p:nvSpPr>
          <p:cNvPr id="3" name="Arrow: Pentagon 4">
            <a:extLst>
              <a:ext uri="{FF2B5EF4-FFF2-40B4-BE49-F238E27FC236}">
                <a16:creationId xmlns:a16="http://schemas.microsoft.com/office/drawing/2014/main" id="{17DBF495-181D-EE5B-1668-2E1DA1BAC104}"/>
              </a:ext>
            </a:extLst>
          </p:cNvPr>
          <p:cNvSpPr/>
          <p:nvPr/>
        </p:nvSpPr>
        <p:spPr>
          <a:xfrm>
            <a:off x="1013556" y="5697709"/>
            <a:ext cx="5372487" cy="327562"/>
          </a:xfrm>
          <a:prstGeom prst="homePlat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AU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How to make testing data consistent?</a:t>
            </a:r>
          </a:p>
        </p:txBody>
      </p:sp>
      <p:sp>
        <p:nvSpPr>
          <p:cNvPr id="6" name="Arrow: Pentagon 5">
            <a:extLst>
              <a:ext uri="{FF2B5EF4-FFF2-40B4-BE49-F238E27FC236}">
                <a16:creationId xmlns:a16="http://schemas.microsoft.com/office/drawing/2014/main" id="{0B3A883B-7236-BB3E-F9D0-3EFD9C78BB6D}"/>
              </a:ext>
            </a:extLst>
          </p:cNvPr>
          <p:cNvSpPr/>
          <p:nvPr/>
        </p:nvSpPr>
        <p:spPr>
          <a:xfrm>
            <a:off x="988763" y="1975026"/>
            <a:ext cx="7500439" cy="257921"/>
          </a:xfrm>
          <a:prstGeom prst="homePlat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Align with Rest API technical nature? </a:t>
            </a:r>
          </a:p>
        </p:txBody>
      </p:sp>
    </p:spTree>
    <p:extLst>
      <p:ext uri="{BB962C8B-B14F-4D97-AF65-F5344CB8AC3E}">
        <p14:creationId xmlns:p14="http://schemas.microsoft.com/office/powerpoint/2010/main" val="16981835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966" y="962559"/>
            <a:ext cx="10298067" cy="696690"/>
          </a:xfrm>
          <a:effectLst/>
        </p:spPr>
        <p:txBody>
          <a:bodyPr>
            <a:normAutofit fontScale="90000"/>
          </a:bodyPr>
          <a:lstStyle/>
          <a:p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Step 04: Prepare testing data</a:t>
            </a:r>
            <a:br>
              <a:rPr lang="en-AU" b="1" dirty="0"/>
            </a:b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44FBF9D-981A-690A-83A2-D1F062D87F89}"/>
              </a:ext>
            </a:extLst>
          </p:cNvPr>
          <p:cNvSpPr txBox="1">
            <a:spLocks/>
          </p:cNvSpPr>
          <p:nvPr/>
        </p:nvSpPr>
        <p:spPr>
          <a:xfrm>
            <a:off x="1171427" y="2915838"/>
            <a:ext cx="3422344" cy="513162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Black" panose="020B0A04020102020204" pitchFamily="34" charset="0"/>
              </a:rPr>
              <a:t>Define data source </a:t>
            </a:r>
            <a:br>
              <a:rPr lang="en-AU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br>
              <a:rPr lang="en-AU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br>
              <a:rPr lang="en-AU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endParaRPr lang="en-AU" sz="2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Speech Bubble: Rectangle 4">
            <a:extLst>
              <a:ext uri="{FF2B5EF4-FFF2-40B4-BE49-F238E27FC236}">
                <a16:creationId xmlns:a16="http://schemas.microsoft.com/office/drawing/2014/main" id="{B2E5AD69-1AB2-42C0-2159-FEE17317EC09}"/>
              </a:ext>
            </a:extLst>
          </p:cNvPr>
          <p:cNvSpPr/>
          <p:nvPr/>
        </p:nvSpPr>
        <p:spPr>
          <a:xfrm>
            <a:off x="2590800" y="4016829"/>
            <a:ext cx="1001486" cy="513162"/>
          </a:xfrm>
          <a:prstGeom prst="wedgeRectCallout">
            <a:avLst>
              <a:gd name="adj1" fmla="val 250906"/>
              <a:gd name="adj2" fmla="val 7734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CSV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842CDA5-6D5A-0E9B-07BB-DB965DF07807}"/>
              </a:ext>
            </a:extLst>
          </p:cNvPr>
          <p:cNvSpPr txBox="1">
            <a:spLocks/>
          </p:cNvSpPr>
          <p:nvPr/>
        </p:nvSpPr>
        <p:spPr>
          <a:xfrm>
            <a:off x="1171427" y="2247078"/>
            <a:ext cx="5795430" cy="513162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Black" panose="020B0A04020102020204" pitchFamily="34" charset="0"/>
              </a:rPr>
              <a:t>Equivalence</a:t>
            </a:r>
            <a:r>
              <a:rPr lang="en-AU" sz="2000" b="1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AU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Black" panose="020B0A04020102020204" pitchFamily="34" charset="0"/>
              </a:rPr>
              <a:t>Class</a:t>
            </a:r>
            <a:r>
              <a:rPr lang="en-AU" sz="2000" b="1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AU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Black" panose="020B0A04020102020204" pitchFamily="34" charset="0"/>
              </a:rPr>
              <a:t>Partitioning (ECP) </a:t>
            </a:r>
            <a:br>
              <a:rPr lang="en-AU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br>
              <a:rPr lang="en-AU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br>
              <a:rPr lang="en-AU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endParaRPr lang="en-AU" sz="2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" name="Speech Bubble: Rectangle 6">
            <a:extLst>
              <a:ext uri="{FF2B5EF4-FFF2-40B4-BE49-F238E27FC236}">
                <a16:creationId xmlns:a16="http://schemas.microsoft.com/office/drawing/2014/main" id="{76765245-7037-DF83-6076-C899E92CEB98}"/>
              </a:ext>
            </a:extLst>
          </p:cNvPr>
          <p:cNvSpPr/>
          <p:nvPr/>
        </p:nvSpPr>
        <p:spPr>
          <a:xfrm>
            <a:off x="2590800" y="4735286"/>
            <a:ext cx="1001486" cy="513162"/>
          </a:xfrm>
          <a:prstGeom prst="wedgeRectCallout">
            <a:avLst>
              <a:gd name="adj1" fmla="val 253080"/>
              <a:gd name="adj2" fmla="val -3508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Excel</a:t>
            </a:r>
          </a:p>
        </p:txBody>
      </p:sp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1E62F938-D50A-2754-92FA-8EC6FE53DC6B}"/>
              </a:ext>
            </a:extLst>
          </p:cNvPr>
          <p:cNvSpPr/>
          <p:nvPr/>
        </p:nvSpPr>
        <p:spPr>
          <a:xfrm>
            <a:off x="2590800" y="5492610"/>
            <a:ext cx="1001486" cy="513162"/>
          </a:xfrm>
          <a:prstGeom prst="wedgeRectCallout">
            <a:avLst>
              <a:gd name="adj1" fmla="val 265036"/>
              <a:gd name="adj2" fmla="val -15599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DB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E44234A-77F9-2F6F-6ED1-9CB6935F54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2742" y="4261611"/>
            <a:ext cx="1066513" cy="94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9304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1766" y="1822530"/>
            <a:ext cx="10298067" cy="696690"/>
          </a:xfrm>
          <a:effectLst/>
        </p:spPr>
        <p:txBody>
          <a:bodyPr>
            <a:normAutofit/>
          </a:bodyPr>
          <a:lstStyle/>
          <a:p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Step 05: Build common framework</a:t>
            </a: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7E74D5-29E6-5546-331E-805BC6C38C12}"/>
              </a:ext>
            </a:extLst>
          </p:cNvPr>
          <p:cNvSpPr txBox="1"/>
          <p:nvPr/>
        </p:nvSpPr>
        <p:spPr>
          <a:xfrm>
            <a:off x="1360714" y="2930957"/>
            <a:ext cx="5649686" cy="37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b="1" dirty="0"/>
              <a:t>Review if  variables are in proper scope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A1FBB3-F9D3-6ACC-C63E-71AF27B05C09}"/>
              </a:ext>
            </a:extLst>
          </p:cNvPr>
          <p:cNvSpPr txBox="1"/>
          <p:nvPr/>
        </p:nvSpPr>
        <p:spPr>
          <a:xfrm>
            <a:off x="1360714" y="4762838"/>
            <a:ext cx="8948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b="1" dirty="0"/>
              <a:t>Define common functions and put in right scope to maximize the usage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8ACEE9-B7A0-CBDF-9234-55CB62974C67}"/>
              </a:ext>
            </a:extLst>
          </p:cNvPr>
          <p:cNvSpPr txBox="1"/>
          <p:nvPr/>
        </p:nvSpPr>
        <p:spPr>
          <a:xfrm>
            <a:off x="1360714" y="3408009"/>
            <a:ext cx="5823857" cy="37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b="1" dirty="0"/>
              <a:t>Review if  test cases are organized in logic way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BF8378-5815-D93B-4721-C8FF2FA98F0A}"/>
              </a:ext>
            </a:extLst>
          </p:cNvPr>
          <p:cNvSpPr txBox="1"/>
          <p:nvPr/>
        </p:nvSpPr>
        <p:spPr>
          <a:xfrm>
            <a:off x="1360714" y="4314477"/>
            <a:ext cx="5823857" cy="37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b="1"/>
              <a:t>Review testing data </a:t>
            </a:r>
            <a:r>
              <a:rPr lang="en-AU" b="1" dirty="0"/>
              <a:t>strategy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1A038D-FDE7-E413-7299-3C98B8C5E835}"/>
              </a:ext>
            </a:extLst>
          </p:cNvPr>
          <p:cNvSpPr txBox="1"/>
          <p:nvPr/>
        </p:nvSpPr>
        <p:spPr>
          <a:xfrm>
            <a:off x="1360714" y="3866116"/>
            <a:ext cx="8948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b="1" dirty="0"/>
              <a:t>Review if  test scripts are executed in right scope</a:t>
            </a:r>
          </a:p>
        </p:txBody>
      </p:sp>
    </p:spTree>
    <p:extLst>
      <p:ext uri="{BB962C8B-B14F-4D97-AF65-F5344CB8AC3E}">
        <p14:creationId xmlns:p14="http://schemas.microsoft.com/office/powerpoint/2010/main" val="10174346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0252" y="2432130"/>
            <a:ext cx="7859577" cy="696690"/>
          </a:xfrm>
          <a:effectLst/>
        </p:spPr>
        <p:txBody>
          <a:bodyPr>
            <a:normAutofit fontScale="90000"/>
          </a:bodyPr>
          <a:lstStyle/>
          <a:p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Step 06: Documenting collection</a:t>
            </a:r>
            <a:br>
              <a:rPr lang="en-AU" b="1" dirty="0"/>
            </a:b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03688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1766" y="2732310"/>
            <a:ext cx="10298067" cy="696690"/>
          </a:xfrm>
          <a:effectLst/>
        </p:spPr>
        <p:txBody>
          <a:bodyPr>
            <a:normAutofit fontScale="90000"/>
          </a:bodyPr>
          <a:lstStyle/>
          <a:p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Step 07: Push to </a:t>
            </a:r>
            <a:r>
              <a:rPr lang="en-AU" dirty="0" err="1">
                <a:solidFill>
                  <a:srgbClr val="0070C0"/>
                </a:solidFill>
                <a:latin typeface="Arial Black" panose="020B0A04020102020204" pitchFamily="34" charset="0"/>
              </a:rPr>
              <a:t>Github</a:t>
            </a:r>
            <a:br>
              <a:rPr lang="en-AU" b="1" dirty="0"/>
            </a:b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0363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1766" y="2732310"/>
            <a:ext cx="10298067" cy="696690"/>
          </a:xfrm>
          <a:effectLst/>
        </p:spPr>
        <p:txBody>
          <a:bodyPr>
            <a:normAutofit fontScale="90000"/>
          </a:bodyPr>
          <a:lstStyle/>
          <a:p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Step 08: Integrate with CI </a:t>
            </a:r>
            <a:r>
              <a:rPr lang="en-AU" dirty="0" err="1">
                <a:solidFill>
                  <a:srgbClr val="0070C0"/>
                </a:solidFill>
                <a:latin typeface="Arial Black" panose="020B0A04020102020204" pitchFamily="34" charset="0"/>
              </a:rPr>
              <a:t>Pipelie</a:t>
            </a: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72039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714" y="4917414"/>
            <a:ext cx="1323975" cy="143827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1574" y="4917414"/>
            <a:ext cx="1733550" cy="1657350"/>
          </a:xfrm>
          <a:prstGeom prst="rect">
            <a:avLst/>
          </a:prstGeom>
        </p:spPr>
      </p:pic>
      <p:sp>
        <p:nvSpPr>
          <p:cNvPr id="9" name="Chevron 8"/>
          <p:cNvSpPr/>
          <p:nvPr/>
        </p:nvSpPr>
        <p:spPr>
          <a:xfrm>
            <a:off x="5535514" y="5101348"/>
            <a:ext cx="639220" cy="267856"/>
          </a:xfrm>
          <a:prstGeom prst="chevron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0" name="Chevron 9"/>
          <p:cNvSpPr/>
          <p:nvPr/>
        </p:nvSpPr>
        <p:spPr>
          <a:xfrm rot="5400000">
            <a:off x="4431929" y="4447478"/>
            <a:ext cx="532607" cy="259484"/>
          </a:xfrm>
          <a:prstGeom prst="chevron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4" name="Chevron 3"/>
          <p:cNvSpPr/>
          <p:nvPr/>
        </p:nvSpPr>
        <p:spPr>
          <a:xfrm>
            <a:off x="838727" y="2179757"/>
            <a:ext cx="1762233" cy="668921"/>
          </a:xfrm>
          <a:prstGeom prst="chevron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200" dirty="0">
              <a:solidFill>
                <a:schemeClr val="tx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0505" y="2324077"/>
            <a:ext cx="15578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chemeClr val="bg1"/>
                </a:solidFill>
              </a:rPr>
              <a:t>Authentication</a:t>
            </a:r>
          </a:p>
        </p:txBody>
      </p:sp>
      <p:sp>
        <p:nvSpPr>
          <p:cNvPr id="11" name="Chevron 10"/>
          <p:cNvSpPr/>
          <p:nvPr/>
        </p:nvSpPr>
        <p:spPr>
          <a:xfrm>
            <a:off x="2359341" y="2179756"/>
            <a:ext cx="1762233" cy="668921"/>
          </a:xfrm>
          <a:prstGeom prst="chevron">
            <a:avLst/>
          </a:prstGeom>
          <a:solidFill>
            <a:srgbClr val="8005B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200" dirty="0">
              <a:solidFill>
                <a:schemeClr val="tx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807249" y="2334570"/>
            <a:ext cx="11099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chemeClr val="bg1"/>
                </a:solidFill>
              </a:rPr>
              <a:t>Collection</a:t>
            </a:r>
          </a:p>
        </p:txBody>
      </p:sp>
      <p:sp>
        <p:nvSpPr>
          <p:cNvPr id="13" name="Chevron 12"/>
          <p:cNvSpPr/>
          <p:nvPr/>
        </p:nvSpPr>
        <p:spPr>
          <a:xfrm>
            <a:off x="3869796" y="2177728"/>
            <a:ext cx="1762233" cy="668921"/>
          </a:xfrm>
          <a:prstGeom prst="chevron">
            <a:avLst/>
          </a:prstGeom>
          <a:solidFill>
            <a:srgbClr val="2E01A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200" dirty="0">
              <a:solidFill>
                <a:schemeClr val="tx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254784" y="2152345"/>
            <a:ext cx="158036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chemeClr val="bg1"/>
                </a:solidFill>
              </a:rPr>
              <a:t>Request</a:t>
            </a:r>
          </a:p>
          <a:p>
            <a:r>
              <a:rPr lang="en-AU" sz="1400" dirty="0">
                <a:solidFill>
                  <a:schemeClr val="bg1"/>
                </a:solidFill>
              </a:rPr>
              <a:t>Prerequisite Script</a:t>
            </a:r>
          </a:p>
        </p:txBody>
      </p:sp>
      <p:sp>
        <p:nvSpPr>
          <p:cNvPr id="15" name="Chevron 14"/>
          <p:cNvSpPr/>
          <p:nvPr/>
        </p:nvSpPr>
        <p:spPr>
          <a:xfrm>
            <a:off x="5366800" y="2175700"/>
            <a:ext cx="1762233" cy="668921"/>
          </a:xfrm>
          <a:prstGeom prst="chevron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200" dirty="0">
              <a:solidFill>
                <a:schemeClr val="tx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729202" y="2230853"/>
            <a:ext cx="11099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chemeClr val="bg1"/>
                </a:solidFill>
              </a:rPr>
              <a:t>Request/</a:t>
            </a:r>
          </a:p>
          <a:p>
            <a:r>
              <a:rPr lang="en-AU" sz="1400" dirty="0">
                <a:solidFill>
                  <a:schemeClr val="bg1"/>
                </a:solidFill>
              </a:rPr>
              <a:t>Response</a:t>
            </a:r>
          </a:p>
        </p:txBody>
      </p:sp>
      <p:sp>
        <p:nvSpPr>
          <p:cNvPr id="17" name="Chevron 16"/>
          <p:cNvSpPr/>
          <p:nvPr/>
        </p:nvSpPr>
        <p:spPr>
          <a:xfrm>
            <a:off x="6853452" y="2173672"/>
            <a:ext cx="1762233" cy="668921"/>
          </a:xfrm>
          <a:prstGeom prst="chevron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200" dirty="0">
              <a:solidFill>
                <a:schemeClr val="tx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268560" y="2319125"/>
            <a:ext cx="11099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chemeClr val="bg1"/>
                </a:solidFill>
              </a:rPr>
              <a:t>Test Scripts</a:t>
            </a:r>
          </a:p>
        </p:txBody>
      </p:sp>
      <p:sp>
        <p:nvSpPr>
          <p:cNvPr id="19" name="Chevron 18"/>
          <p:cNvSpPr/>
          <p:nvPr/>
        </p:nvSpPr>
        <p:spPr>
          <a:xfrm>
            <a:off x="8378520" y="2163995"/>
            <a:ext cx="1762233" cy="668921"/>
          </a:xfrm>
          <a:prstGeom prst="chevron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200" dirty="0">
              <a:solidFill>
                <a:schemeClr val="tx1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755212" y="2230853"/>
            <a:ext cx="11099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chemeClr val="bg1"/>
                </a:solidFill>
              </a:rPr>
              <a:t>Functional</a:t>
            </a:r>
          </a:p>
          <a:p>
            <a:r>
              <a:rPr lang="en-AU" sz="1400" dirty="0">
                <a:solidFill>
                  <a:schemeClr val="bg1"/>
                </a:solidFill>
              </a:rPr>
              <a:t>Scripts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150" y="2954780"/>
            <a:ext cx="8877300" cy="12192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79B71CF-BEE6-1BCC-7A73-95DA2DE57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135" y="754079"/>
            <a:ext cx="7132036" cy="696690"/>
          </a:xfrm>
          <a:effectLst/>
        </p:spPr>
        <p:txBody>
          <a:bodyPr>
            <a:normAutofit fontScale="90000"/>
          </a:bodyPr>
          <a:lstStyle/>
          <a:p>
            <a:r>
              <a:rPr lang="en-US" sz="4400" dirty="0">
                <a:solidFill>
                  <a:srgbClr val="0070C0"/>
                </a:solidFill>
                <a:latin typeface="Arial Black" panose="020B0A04020102020204" pitchFamily="34" charset="0"/>
              </a:rPr>
              <a:t>Execution Sequence</a:t>
            </a: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68207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8435" y="1006161"/>
            <a:ext cx="3713020" cy="696690"/>
          </a:xfrm>
          <a:effectLst/>
        </p:spPr>
        <p:txBody>
          <a:bodyPr>
            <a:normAutofit fontScale="90000"/>
          </a:bodyPr>
          <a:lstStyle/>
          <a:p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References</a:t>
            </a: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145308" y="2357690"/>
            <a:ext cx="1003069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https://learning.postman.com/docs/writing-scripts/script-references/test-examples/</a:t>
            </a:r>
          </a:p>
        </p:txBody>
      </p:sp>
    </p:spTree>
    <p:extLst>
      <p:ext uri="{BB962C8B-B14F-4D97-AF65-F5344CB8AC3E}">
        <p14:creationId xmlns:p14="http://schemas.microsoft.com/office/powerpoint/2010/main" val="29242157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5114" y="1035051"/>
            <a:ext cx="1311275" cy="93027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2235200" y="3073401"/>
            <a:ext cx="5308600" cy="1185863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  <a:defRPr/>
            </a:pPr>
            <a:r>
              <a:rPr lang="en-AU" sz="1500" b="1" dirty="0">
                <a:solidFill>
                  <a:schemeClr val="accent2"/>
                </a:solidFill>
              </a:rPr>
              <a:t>Mail</a:t>
            </a:r>
            <a:r>
              <a:rPr lang="en-AU" sz="1500" dirty="0"/>
              <a:t>:  </a:t>
            </a:r>
            <a:r>
              <a:rPr lang="en-AU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info@funnygorilla.com.au</a:t>
            </a:r>
          </a:p>
          <a:p>
            <a:pPr marL="0" indent="0">
              <a:buNone/>
              <a:defRPr/>
            </a:pPr>
            <a:r>
              <a:rPr lang="en-AU" sz="1500" b="1" dirty="0">
                <a:solidFill>
                  <a:schemeClr val="accent2"/>
                </a:solidFill>
              </a:rPr>
              <a:t>Linkedin</a:t>
            </a:r>
            <a:r>
              <a:rPr lang="en-AU" sz="1500" dirty="0"/>
              <a:t>:  </a:t>
            </a:r>
            <a:r>
              <a:rPr lang="en-AU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https://mt.linkedin.com/in/songqing-gu-2ba9034b/de</a:t>
            </a:r>
          </a:p>
          <a:p>
            <a:pPr marL="0" indent="0">
              <a:buNone/>
              <a:defRPr/>
            </a:pPr>
            <a:r>
              <a:rPr lang="en-AU" sz="1500" b="1" dirty="0">
                <a:solidFill>
                  <a:schemeClr val="accent2"/>
                </a:solidFill>
              </a:rPr>
              <a:t>Web Chat</a:t>
            </a:r>
            <a:r>
              <a:rPr lang="en-AU" sz="1500" dirty="0"/>
              <a:t>: </a:t>
            </a:r>
            <a:r>
              <a:rPr lang="en-AU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FunnyGorilla</a:t>
            </a:r>
          </a:p>
          <a:p>
            <a:pPr marL="0" indent="0">
              <a:buNone/>
              <a:defRPr/>
            </a:pPr>
            <a:r>
              <a:rPr lang="en-AU" sz="1500" b="1" dirty="0">
                <a:solidFill>
                  <a:schemeClr val="accent2"/>
                </a:solidFill>
              </a:rPr>
              <a:t>Phone</a:t>
            </a:r>
            <a:r>
              <a:rPr lang="en-AU" sz="1500" dirty="0"/>
              <a:t>: </a:t>
            </a:r>
            <a:r>
              <a:rPr lang="en-AU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0420891343</a:t>
            </a:r>
          </a:p>
          <a:p>
            <a:pPr marL="0" indent="0">
              <a:buNone/>
              <a:defRPr/>
            </a:pPr>
            <a:endParaRPr lang="en-AU" dirty="0"/>
          </a:p>
          <a:p>
            <a:pPr marL="0" indent="0">
              <a:buNone/>
              <a:defRPr/>
            </a:pPr>
            <a:endParaRPr lang="en-AU" dirty="0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8491538" y="1965325"/>
            <a:ext cx="1974850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r>
              <a:rPr lang="en-AU" altLang="zh-CN" sz="1050" b="1" i="1">
                <a:solidFill>
                  <a:schemeClr val="accent2"/>
                </a:solidFill>
                <a:cs typeface="幼圆"/>
              </a:rPr>
              <a:t>Your success is our success</a:t>
            </a:r>
            <a:endParaRPr lang="en-AU" altLang="en-US" sz="1050">
              <a:solidFill>
                <a:schemeClr val="accent2"/>
              </a:solidFill>
            </a:endParaRPr>
          </a:p>
        </p:txBody>
      </p:sp>
      <p:sp>
        <p:nvSpPr>
          <p:cNvPr id="49157" name="Rectangle 6"/>
          <p:cNvSpPr>
            <a:spLocks noChangeArrowheads="1"/>
          </p:cNvSpPr>
          <p:nvPr/>
        </p:nvSpPr>
        <p:spPr bwMode="auto">
          <a:xfrm>
            <a:off x="2235200" y="2589213"/>
            <a:ext cx="154305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AU" altLang="en-US" sz="2700" b="1">
                <a:solidFill>
                  <a:srgbClr val="00B0F0"/>
                </a:solidFill>
              </a:rPr>
              <a:t>Contact</a:t>
            </a:r>
            <a:endParaRPr lang="en-AU" altLang="en-US" sz="2700">
              <a:solidFill>
                <a:schemeClr val="tx1"/>
              </a:solidFill>
            </a:endParaRPr>
          </a:p>
        </p:txBody>
      </p:sp>
      <p:pic>
        <p:nvPicPr>
          <p:cNvPr id="4915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6800" y="4648200"/>
            <a:ext cx="1265238" cy="159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15416606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14609</TotalTime>
  <Words>451</Words>
  <Application>Microsoft Office PowerPoint</Application>
  <PresentationFormat>Widescreen</PresentationFormat>
  <Paragraphs>80</Paragraphs>
  <Slides>16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6" baseType="lpstr">
      <vt:lpstr>var(--cds-font-family-source-sans-pro)</vt:lpstr>
      <vt:lpstr>幼圆</vt:lpstr>
      <vt:lpstr>Arial</vt:lpstr>
      <vt:lpstr>Arial Black</vt:lpstr>
      <vt:lpstr>Calibri</vt:lpstr>
      <vt:lpstr>Century Gothic</vt:lpstr>
      <vt:lpstr>Symbol</vt:lpstr>
      <vt:lpstr>Times New Roman</vt:lpstr>
      <vt:lpstr>Wingdings 3</vt:lpstr>
      <vt:lpstr>Wisp</vt:lpstr>
      <vt:lpstr>PowerPoint Presentation</vt:lpstr>
      <vt:lpstr>Learning Objectives   </vt:lpstr>
      <vt:lpstr>Common steps to  design API testing   </vt:lpstr>
      <vt:lpstr>Step 01: Explore API   </vt:lpstr>
      <vt:lpstr>Step 02: Create a Collection &amp; folder structure   </vt:lpstr>
      <vt:lpstr>Step 03: Create test cases </vt:lpstr>
      <vt:lpstr>PowerPoint Presentation</vt:lpstr>
      <vt:lpstr>Considerations when drafting Test Cases   </vt:lpstr>
      <vt:lpstr>Step 04: Prepare testing data   </vt:lpstr>
      <vt:lpstr>Step 05: Build common framework</vt:lpstr>
      <vt:lpstr>Step 06: Documenting collection   </vt:lpstr>
      <vt:lpstr>Step 07: Push to Github   </vt:lpstr>
      <vt:lpstr>Step 08: Integrate with CI Pipelie  </vt:lpstr>
      <vt:lpstr>Execution Sequence  </vt:lpstr>
      <vt:lpstr>References  </vt:lpstr>
      <vt:lpstr>PowerPoint Presentation</vt:lpstr>
    </vt:vector>
  </TitlesOfParts>
  <Company>ING Bank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Some Advice to Students</dc:title>
  <dc:creator>Gu, S. (Songqing)</dc:creator>
  <cp:lastModifiedBy>Songqing Gu</cp:lastModifiedBy>
  <cp:revision>716</cp:revision>
  <dcterms:created xsi:type="dcterms:W3CDTF">2020-08-03T09:43:10Z</dcterms:created>
  <dcterms:modified xsi:type="dcterms:W3CDTF">2024-06-22T09:31:07Z</dcterms:modified>
</cp:coreProperties>
</file>