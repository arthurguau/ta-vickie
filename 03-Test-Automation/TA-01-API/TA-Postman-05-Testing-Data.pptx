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302" r:id="rId3"/>
    <p:sldId id="332" r:id="rId4"/>
    <p:sldId id="333" r:id="rId5"/>
    <p:sldId id="334" r:id="rId6"/>
    <p:sldId id="337" r:id="rId7"/>
    <p:sldId id="335" r:id="rId8"/>
    <p:sldId id="336" r:id="rId9"/>
    <p:sldId id="318" r:id="rId10"/>
    <p:sldId id="3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2"/>
            <p14:sldId id="332"/>
            <p14:sldId id="333"/>
            <p14:sldId id="334"/>
            <p14:sldId id="337"/>
            <p14:sldId id="335"/>
            <p14:sldId id="336"/>
          </p14:sldIdLst>
        </p14:section>
        <p14:section name="Untitled Section" id="{96B2A4F6-E483-46D3-B718-858E0B0CB8CB}">
          <p14:sldIdLst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9BA"/>
    <a:srgbClr val="786F54"/>
    <a:srgbClr val="E19B7F"/>
    <a:srgbClr val="74869C"/>
    <a:srgbClr val="2E01AB"/>
    <a:srgbClr val="8005B1"/>
    <a:srgbClr val="2E8488"/>
    <a:srgbClr val="74B2FC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E6809159-52D0-4E75-90FC-6FCDBAFB1020}"/>
    <pc:docChg chg="custSel addSld modSld modSection">
      <pc:chgData name="Songqing Gu" userId="c4d8cb49210192e2" providerId="LiveId" clId="{E6809159-52D0-4E75-90FC-6FCDBAFB1020}" dt="2023-05-07T12:55:53.806" v="71" actId="20577"/>
      <pc:docMkLst>
        <pc:docMk/>
      </pc:docMkLst>
      <pc:sldChg chg="modSp mod">
        <pc:chgData name="Songqing Gu" userId="c4d8cb49210192e2" providerId="LiveId" clId="{E6809159-52D0-4E75-90FC-6FCDBAFB1020}" dt="2023-04-29T08:54:37.389" v="0" actId="207"/>
        <pc:sldMkLst>
          <pc:docMk/>
          <pc:sldMk cId="1426314236" sldId="332"/>
        </pc:sldMkLst>
        <pc:spChg chg="mod">
          <ac:chgData name="Songqing Gu" userId="c4d8cb49210192e2" providerId="LiveId" clId="{E6809159-52D0-4E75-90FC-6FCDBAFB1020}" dt="2023-04-29T08:54:37.389" v="0" actId="207"/>
          <ac:spMkLst>
            <pc:docMk/>
            <pc:sldMk cId="1426314236" sldId="332"/>
            <ac:spMk id="6" creationId="{00000000-0000-0000-0000-000000000000}"/>
          </ac:spMkLst>
        </pc:spChg>
      </pc:sldChg>
      <pc:sldChg chg="delSp modSp add mod">
        <pc:chgData name="Songqing Gu" userId="c4d8cb49210192e2" providerId="LiveId" clId="{E6809159-52D0-4E75-90FC-6FCDBAFB1020}" dt="2023-05-07T12:38:21.186" v="26" actId="20577"/>
        <pc:sldMkLst>
          <pc:docMk/>
          <pc:sldMk cId="2474930405" sldId="336"/>
        </pc:sldMkLst>
        <pc:spChg chg="mod">
          <ac:chgData name="Songqing Gu" userId="c4d8cb49210192e2" providerId="LiveId" clId="{E6809159-52D0-4E75-90FC-6FCDBAFB1020}" dt="2023-05-07T12:38:21.186" v="26" actId="20577"/>
          <ac:spMkLst>
            <pc:docMk/>
            <pc:sldMk cId="2474930405" sldId="336"/>
            <ac:spMk id="2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3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4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5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9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0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5" creationId="{00000000-0000-0000-0000-000000000000}"/>
          </ac:spMkLst>
        </pc:spChg>
        <pc:spChg chg="del">
          <ac:chgData name="Songqing Gu" userId="c4d8cb49210192e2" providerId="LiveId" clId="{E6809159-52D0-4E75-90FC-6FCDBAFB1020}" dt="2023-05-07T12:37:48.347" v="2" actId="478"/>
          <ac:spMkLst>
            <pc:docMk/>
            <pc:sldMk cId="2474930405" sldId="336"/>
            <ac:spMk id="18" creationId="{00000000-0000-0000-0000-000000000000}"/>
          </ac:spMkLst>
        </pc:spChg>
        <pc:cxnChg chg="del mod">
          <ac:chgData name="Songqing Gu" userId="c4d8cb49210192e2" providerId="LiveId" clId="{E6809159-52D0-4E75-90FC-6FCDBAFB1020}" dt="2023-05-07T12:37:48.347" v="2" actId="478"/>
          <ac:cxnSpMkLst>
            <pc:docMk/>
            <pc:sldMk cId="2474930405" sldId="336"/>
            <ac:cxnSpMk id="7" creationId="{00000000-0000-0000-0000-000000000000}"/>
          </ac:cxnSpMkLst>
        </pc:cxnChg>
        <pc:cxnChg chg="del mod">
          <ac:chgData name="Songqing Gu" userId="c4d8cb49210192e2" providerId="LiveId" clId="{E6809159-52D0-4E75-90FC-6FCDBAFB1020}" dt="2023-05-07T12:37:48.347" v="2" actId="478"/>
          <ac:cxnSpMkLst>
            <pc:docMk/>
            <pc:sldMk cId="2474930405" sldId="336"/>
            <ac:cxnSpMk id="12" creationId="{00000000-0000-0000-0000-000000000000}"/>
          </ac:cxnSpMkLst>
        </pc:cxnChg>
      </pc:sldChg>
      <pc:sldChg chg="modSp add mod">
        <pc:chgData name="Songqing Gu" userId="c4d8cb49210192e2" providerId="LiveId" clId="{E6809159-52D0-4E75-90FC-6FCDBAFB1020}" dt="2023-05-07T12:55:53.806" v="71" actId="20577"/>
        <pc:sldMkLst>
          <pc:docMk/>
          <pc:sldMk cId="3634875764" sldId="337"/>
        </pc:sldMkLst>
        <pc:spChg chg="mod">
          <ac:chgData name="Songqing Gu" userId="c4d8cb49210192e2" providerId="LiveId" clId="{E6809159-52D0-4E75-90FC-6FCDBAFB1020}" dt="2023-05-07T12:55:53.806" v="71" actId="20577"/>
          <ac:spMkLst>
            <pc:docMk/>
            <pc:sldMk cId="3634875764" sldId="337"/>
            <ac:spMk id="2" creationId="{00000000-0000-0000-0000-000000000000}"/>
          </ac:spMkLst>
        </pc:spChg>
      </pc:sldChg>
      <pc:sldChg chg="add">
        <pc:chgData name="Songqing Gu" userId="c4d8cb49210192e2" providerId="LiveId" clId="{E6809159-52D0-4E75-90FC-6FCDBAFB1020}" dt="2023-05-07T12:55:43.761" v="54" actId="2890"/>
        <pc:sldMkLst>
          <pc:docMk/>
          <pc:sldMk cId="450368802" sldId="338"/>
        </pc:sldMkLst>
      </pc:sldChg>
    </pc:docChg>
  </pc:docChgLst>
  <pc:docChgLst>
    <pc:chgData name="Songqing Gu" userId="c4d8cb49210192e2" providerId="LiveId" clId="{DF7CEF56-8D1D-4CA6-8B2A-24FCED848D2C}"/>
    <pc:docChg chg="undo custSel addSld delSld modSld sldOrd modSection">
      <pc:chgData name="Songqing Gu" userId="c4d8cb49210192e2" providerId="LiveId" clId="{DF7CEF56-8D1D-4CA6-8B2A-24FCED848D2C}" dt="2023-06-05T02:13:01.485" v="295" actId="1076"/>
      <pc:docMkLst>
        <pc:docMk/>
      </pc:docMkLst>
      <pc:sldChg chg="modSp mod">
        <pc:chgData name="Songqing Gu" userId="c4d8cb49210192e2" providerId="LiveId" clId="{DF7CEF56-8D1D-4CA6-8B2A-24FCED848D2C}" dt="2023-05-21T18:35:37.908" v="26" actId="14100"/>
        <pc:sldMkLst>
          <pc:docMk/>
          <pc:sldMk cId="3813058601" sldId="256"/>
        </pc:sldMkLst>
        <pc:spChg chg="mod">
          <ac:chgData name="Songqing Gu" userId="c4d8cb49210192e2" providerId="LiveId" clId="{DF7CEF56-8D1D-4CA6-8B2A-24FCED848D2C}" dt="2023-05-21T18:35:37.908" v="26" actId="14100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956434690" sldId="307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1698183513" sldId="330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464202778" sldId="331"/>
        </pc:sldMkLst>
      </pc:sldChg>
      <pc:sldChg chg="addSp delSp modSp mod">
        <pc:chgData name="Songqing Gu" userId="c4d8cb49210192e2" providerId="LiveId" clId="{DF7CEF56-8D1D-4CA6-8B2A-24FCED848D2C}" dt="2023-06-05T02:13:01.485" v="295" actId="1076"/>
        <pc:sldMkLst>
          <pc:docMk/>
          <pc:sldMk cId="1426314236" sldId="332"/>
        </pc:sldMkLst>
        <pc:spChg chg="mod">
          <ac:chgData name="Songqing Gu" userId="c4d8cb49210192e2" providerId="LiveId" clId="{DF7CEF56-8D1D-4CA6-8B2A-24FCED848D2C}" dt="2023-05-22T02:48:19.968" v="220" actId="108"/>
          <ac:spMkLst>
            <pc:docMk/>
            <pc:sldMk cId="1426314236" sldId="332"/>
            <ac:spMk id="2" creationId="{00000000-0000-0000-0000-000000000000}"/>
          </ac:spMkLst>
        </pc:spChg>
        <pc:spChg chg="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3" creationId="{00000000-0000-0000-0000-000000000000}"/>
          </ac:spMkLst>
        </pc:spChg>
        <pc:spChg chg="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4" creationId="{00000000-0000-0000-0000-000000000000}"/>
          </ac:spMkLst>
        </pc:spChg>
        <pc:spChg chg="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5" creationId="{00000000-0000-0000-0000-000000000000}"/>
          </ac:spMkLst>
        </pc:spChg>
        <pc:spChg chg="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6" creationId="{00000000-0000-0000-0000-000000000000}"/>
          </ac:spMkLst>
        </pc:spChg>
        <pc:spChg chg="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7" creationId="{00000000-0000-0000-0000-000000000000}"/>
          </ac:spMkLst>
        </pc:spChg>
        <pc:spChg chg="add del mod or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8" creationId="{384F6B4B-DDF2-9C0B-D30B-487E90CDFD49}"/>
          </ac:spMkLst>
        </pc:spChg>
        <pc:spChg chg="add mod ord">
          <ac:chgData name="Songqing Gu" userId="c4d8cb49210192e2" providerId="LiveId" clId="{DF7CEF56-8D1D-4CA6-8B2A-24FCED848D2C}" dt="2023-06-05T02:13:01.485" v="295" actId="1076"/>
          <ac:spMkLst>
            <pc:docMk/>
            <pc:sldMk cId="1426314236" sldId="332"/>
            <ac:spMk id="9" creationId="{8BDE247D-481C-51F6-F7CB-405308514C87}"/>
          </ac:spMkLst>
        </pc:spChg>
        <pc:spChg chg="add 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10" creationId="{B9D4D208-07FA-9C1B-6AC1-0D655002A849}"/>
          </ac:spMkLst>
        </pc:spChg>
        <pc:spChg chg="add 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11" creationId="{B0F00630-43A0-4D4A-CDA5-A84E5F7C14CB}"/>
          </ac:spMkLst>
        </pc:spChg>
        <pc:spChg chg="add del mod">
          <ac:chgData name="Songqing Gu" userId="c4d8cb49210192e2" providerId="LiveId" clId="{DF7CEF56-8D1D-4CA6-8B2A-24FCED848D2C}" dt="2023-05-22T02:47:21.122" v="189" actId="478"/>
          <ac:spMkLst>
            <pc:docMk/>
            <pc:sldMk cId="1426314236" sldId="332"/>
            <ac:spMk id="12" creationId="{14C173FE-046B-7168-3B2B-CAB66AB1EBEB}"/>
          </ac:spMkLst>
        </pc:spChg>
      </pc:sldChg>
      <pc:sldChg chg="modSp add mod ord">
        <pc:chgData name="Songqing Gu" userId="c4d8cb49210192e2" providerId="LiveId" clId="{DF7CEF56-8D1D-4CA6-8B2A-24FCED848D2C}" dt="2023-06-05T02:12:34.330" v="294" actId="14100"/>
        <pc:sldMkLst>
          <pc:docMk/>
          <pc:sldMk cId="455864206" sldId="333"/>
        </pc:sldMkLst>
        <pc:spChg chg="mod">
          <ac:chgData name="Songqing Gu" userId="c4d8cb49210192e2" providerId="LiveId" clId="{DF7CEF56-8D1D-4CA6-8B2A-24FCED848D2C}" dt="2023-05-22T02:54:49.845" v="229" actId="1076"/>
          <ac:spMkLst>
            <pc:docMk/>
            <pc:sldMk cId="455864206" sldId="333"/>
            <ac:spMk id="2" creationId="{00000000-0000-0000-0000-000000000000}"/>
          </ac:spMkLst>
        </pc:spChg>
        <pc:spChg chg="mod">
          <ac:chgData name="Songqing Gu" userId="c4d8cb49210192e2" providerId="LiveId" clId="{DF7CEF56-8D1D-4CA6-8B2A-24FCED848D2C}" dt="2023-05-22T02:50:22.332" v="225" actId="108"/>
          <ac:spMkLst>
            <pc:docMk/>
            <pc:sldMk cId="455864206" sldId="333"/>
            <ac:spMk id="6" creationId="{00000000-0000-0000-0000-000000000000}"/>
          </ac:spMkLst>
        </pc:spChg>
        <pc:spChg chg="mod">
          <ac:chgData name="Songqing Gu" userId="c4d8cb49210192e2" providerId="LiveId" clId="{DF7CEF56-8D1D-4CA6-8B2A-24FCED848D2C}" dt="2023-05-22T02:50:27.151" v="226" actId="108"/>
          <ac:spMkLst>
            <pc:docMk/>
            <pc:sldMk cId="455864206" sldId="333"/>
            <ac:spMk id="7" creationId="{00000000-0000-0000-0000-000000000000}"/>
          </ac:spMkLst>
        </pc:spChg>
        <pc:spChg chg="mod">
          <ac:chgData name="Songqing Gu" userId="c4d8cb49210192e2" providerId="LiveId" clId="{DF7CEF56-8D1D-4CA6-8B2A-24FCED848D2C}" dt="2023-06-05T02:12:34.330" v="294" actId="14100"/>
          <ac:spMkLst>
            <pc:docMk/>
            <pc:sldMk cId="455864206" sldId="333"/>
            <ac:spMk id="8" creationId="{384F6B4B-DDF2-9C0B-D30B-487E90CDFD49}"/>
          </ac:spMkLst>
        </pc:spChg>
        <pc:spChg chg="mod">
          <ac:chgData name="Songqing Gu" userId="c4d8cb49210192e2" providerId="LiveId" clId="{DF7CEF56-8D1D-4CA6-8B2A-24FCED848D2C}" dt="2023-06-05T02:12:11.077" v="293" actId="14100"/>
          <ac:spMkLst>
            <pc:docMk/>
            <pc:sldMk cId="455864206" sldId="333"/>
            <ac:spMk id="9" creationId="{8BDE247D-481C-51F6-F7CB-405308514C87}"/>
          </ac:spMkLst>
        </pc:spChg>
        <pc:spChg chg="mod">
          <ac:chgData name="Songqing Gu" userId="c4d8cb49210192e2" providerId="LiveId" clId="{DF7CEF56-8D1D-4CA6-8B2A-24FCED848D2C}" dt="2023-06-05T02:11:47.312" v="290" actId="207"/>
          <ac:spMkLst>
            <pc:docMk/>
            <pc:sldMk cId="455864206" sldId="333"/>
            <ac:spMk id="10" creationId="{B9D4D208-07FA-9C1B-6AC1-0D655002A849}"/>
          </ac:spMkLst>
        </pc:spChg>
        <pc:spChg chg="mod">
          <ac:chgData name="Songqing Gu" userId="c4d8cb49210192e2" providerId="LiveId" clId="{DF7CEF56-8D1D-4CA6-8B2A-24FCED848D2C}" dt="2023-06-05T02:11:52.163" v="291" actId="207"/>
          <ac:spMkLst>
            <pc:docMk/>
            <pc:sldMk cId="455864206" sldId="333"/>
            <ac:spMk id="11" creationId="{B0F00630-43A0-4D4A-CDA5-A84E5F7C14CB}"/>
          </ac:spMkLst>
        </pc:spChg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419207778" sldId="334"/>
        </pc:sldMkLst>
      </pc:sldChg>
      <pc:sldChg chg="addSp delSp modSp add mod">
        <pc:chgData name="Songqing Gu" userId="c4d8cb49210192e2" providerId="LiveId" clId="{DF7CEF56-8D1D-4CA6-8B2A-24FCED848D2C}" dt="2023-05-22T15:40:06.551" v="287" actId="1076"/>
        <pc:sldMkLst>
          <pc:docMk/>
          <pc:sldMk cId="2072597297" sldId="334"/>
        </pc:sldMkLst>
        <pc:spChg chg="mod">
          <ac:chgData name="Songqing Gu" userId="c4d8cb49210192e2" providerId="LiveId" clId="{DF7CEF56-8D1D-4CA6-8B2A-24FCED848D2C}" dt="2023-05-22T15:40:06.551" v="287" actId="1076"/>
          <ac:spMkLst>
            <pc:docMk/>
            <pc:sldMk cId="2072597297" sldId="334"/>
            <ac:spMk id="2" creationId="{00000000-0000-0000-0000-000000000000}"/>
          </ac:spMkLst>
        </pc:spChg>
        <pc:spChg chg="del">
          <ac:chgData name="Songqing Gu" userId="c4d8cb49210192e2" providerId="LiveId" clId="{DF7CEF56-8D1D-4CA6-8B2A-24FCED848D2C}" dt="2023-05-22T03:22:32.422" v="233" actId="478"/>
          <ac:spMkLst>
            <pc:docMk/>
            <pc:sldMk cId="2072597297" sldId="334"/>
            <ac:spMk id="9" creationId="{8BDE247D-481C-51F6-F7CB-405308514C87}"/>
          </ac:spMkLst>
        </pc:spChg>
        <pc:picChg chg="add del mod">
          <ac:chgData name="Songqing Gu" userId="c4d8cb49210192e2" providerId="LiveId" clId="{DF7CEF56-8D1D-4CA6-8B2A-24FCED848D2C}" dt="2023-05-22T15:39:53.665" v="283" actId="478"/>
          <ac:picMkLst>
            <pc:docMk/>
            <pc:sldMk cId="2072597297" sldId="334"/>
            <ac:picMk id="3" creationId="{3CD0FA1A-CF71-CEF9-E646-58C944618772}"/>
          </ac:picMkLst>
        </pc:picChg>
      </pc:sldChg>
      <pc:sldChg chg="add">
        <pc:chgData name="Songqing Gu" userId="c4d8cb49210192e2" providerId="LiveId" clId="{DF7CEF56-8D1D-4CA6-8B2A-24FCED848D2C}" dt="2023-05-22T15:39:51.351" v="282" actId="2890"/>
        <pc:sldMkLst>
          <pc:docMk/>
          <pc:sldMk cId="128686343" sldId="335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332812214" sldId="335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2474930405" sldId="336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3634875764" sldId="337"/>
        </pc:sldMkLst>
      </pc:sldChg>
      <pc:sldChg chg="del">
        <pc:chgData name="Songqing Gu" userId="c4d8cb49210192e2" providerId="LiveId" clId="{DF7CEF56-8D1D-4CA6-8B2A-24FCED848D2C}" dt="2023-05-21T18:37:07.298" v="27" actId="47"/>
        <pc:sldMkLst>
          <pc:docMk/>
          <pc:sldMk cId="450368802" sldId="338"/>
        </pc:sldMkLst>
      </pc:sldChg>
    </pc:docChg>
  </pc:docChgLst>
  <pc:docChgLst>
    <pc:chgData name="Songqing" userId="c4d8cb49210192e2" providerId="LiveId" clId="{DF99C668-5324-445A-9C14-062439C44965}"/>
    <pc:docChg chg="addSld modSld sldOrd modSection">
      <pc:chgData name="Songqing" userId="c4d8cb49210192e2" providerId="LiveId" clId="{DF99C668-5324-445A-9C14-062439C44965}" dt="2023-03-14T14:05:47.610" v="21"/>
      <pc:docMkLst>
        <pc:docMk/>
      </pc:docMkLst>
      <pc:sldChg chg="addSp modSp mod">
        <pc:chgData name="Songqing" userId="c4d8cb49210192e2" providerId="LiveId" clId="{DF99C668-5324-445A-9C14-062439C44965}" dt="2023-03-12T00:38:48.264" v="19" actId="14100"/>
        <pc:sldMkLst>
          <pc:docMk/>
          <pc:sldMk cId="1698183513" sldId="330"/>
        </pc:sldMkLst>
        <pc:spChg chg="mod">
          <ac:chgData name="Songqing" userId="c4d8cb49210192e2" providerId="LiveId" clId="{DF99C668-5324-445A-9C14-062439C44965}" dt="2023-03-12T00:36:49.006" v="0" actId="1076"/>
          <ac:spMkLst>
            <pc:docMk/>
            <pc:sldMk cId="1698183513" sldId="330"/>
            <ac:spMk id="2" creationId="{00000000-0000-0000-0000-000000000000}"/>
          </ac:spMkLst>
        </pc:spChg>
        <pc:spChg chg="mod">
          <ac:chgData name="Songqing" userId="c4d8cb49210192e2" providerId="LiveId" clId="{DF99C668-5324-445A-9C14-062439C44965}" dt="2023-03-12T00:38:42.078" v="18" actId="1076"/>
          <ac:spMkLst>
            <pc:docMk/>
            <pc:sldMk cId="1698183513" sldId="330"/>
            <ac:spMk id="3" creationId="{00000000-0000-0000-0000-000000000000}"/>
          </ac:spMkLst>
        </pc:spChg>
        <pc:spChg chg="add mod">
          <ac:chgData name="Songqing" userId="c4d8cb49210192e2" providerId="LiveId" clId="{DF99C668-5324-445A-9C14-062439C44965}" dt="2023-03-12T00:38:11.910" v="11" actId="1076"/>
          <ac:spMkLst>
            <pc:docMk/>
            <pc:sldMk cId="1698183513" sldId="330"/>
            <ac:spMk id="4" creationId="{EB60F8D1-1C58-1C48-66EC-8FC5FAE33ACA}"/>
          </ac:spMkLst>
        </pc:spChg>
        <pc:spChg chg="add mod">
          <ac:chgData name="Songqing" userId="c4d8cb49210192e2" providerId="LiveId" clId="{DF99C668-5324-445A-9C14-062439C44965}" dt="2023-03-12T00:38:48.264" v="19" actId="14100"/>
          <ac:spMkLst>
            <pc:docMk/>
            <pc:sldMk cId="1698183513" sldId="330"/>
            <ac:spMk id="5" creationId="{A8103F9D-852F-0C20-9266-1C6116AED6DE}"/>
          </ac:spMkLst>
        </pc:spChg>
      </pc:sldChg>
      <pc:sldChg chg="add ord">
        <pc:chgData name="Songqing" userId="c4d8cb49210192e2" providerId="LiveId" clId="{DF99C668-5324-445A-9C14-062439C44965}" dt="2023-03-14T14:05:47.610" v="21"/>
        <pc:sldMkLst>
          <pc:docMk/>
          <pc:sldMk cId="464202778" sldId="331"/>
        </pc:sldMkLst>
      </pc:sldChg>
    </pc:docChg>
  </pc:docChgLst>
  <pc:docChgLst>
    <pc:chgData name="Songqing" userId="c4d8cb49210192e2" providerId="LiveId" clId="{E6809159-52D0-4E75-90FC-6FCDBAFB1020}"/>
    <pc:docChg chg="custSel addSld delSld modSld sldOrd modSection">
      <pc:chgData name="Songqing" userId="c4d8cb49210192e2" providerId="LiveId" clId="{E6809159-52D0-4E75-90FC-6FCDBAFB1020}" dt="2023-04-22T13:42:54.432" v="774" actId="1036"/>
      <pc:docMkLst>
        <pc:docMk/>
      </pc:docMkLst>
      <pc:sldChg chg="addSp delSp modSp mod">
        <pc:chgData name="Songqing" userId="c4d8cb49210192e2" providerId="LiveId" clId="{E6809159-52D0-4E75-90FC-6FCDBAFB1020}" dt="2023-04-22T13:41:01.739" v="736" actId="1076"/>
        <pc:sldMkLst>
          <pc:docMk/>
          <pc:sldMk cId="2297835283" sldId="302"/>
        </pc:sldMkLst>
        <pc:spChg chg="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2" creationId="{00000000-0000-0000-0000-000000000000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3" creationId="{49AD6EBC-E72E-25C1-89DF-EDD400F00FBC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4" creationId="{A27C9208-2425-4C04-8FB7-2AF6DE3F3363}"/>
          </ac:spMkLst>
        </pc:spChg>
        <pc:spChg chg="add mod">
          <ac:chgData name="Songqing" userId="c4d8cb49210192e2" providerId="LiveId" clId="{E6809159-52D0-4E75-90FC-6FCDBAFB1020}" dt="2023-04-22T13:41:01.739" v="736" actId="1076"/>
          <ac:spMkLst>
            <pc:docMk/>
            <pc:sldMk cId="2297835283" sldId="302"/>
            <ac:spMk id="5" creationId="{16B07FD5-B6D9-1F1C-0875-5A262587DCEC}"/>
          </ac:spMkLst>
        </pc:spChg>
        <pc:spChg chg="mod">
          <ac:chgData name="Songqing" userId="c4d8cb49210192e2" providerId="LiveId" clId="{E6809159-52D0-4E75-90FC-6FCDBAFB1020}" dt="2023-04-22T13:40:50.714" v="734" actId="1076"/>
          <ac:spMkLst>
            <pc:docMk/>
            <pc:sldMk cId="2297835283" sldId="302"/>
            <ac:spMk id="21506" creationId="{00000000-0000-0000-0000-000000000000}"/>
          </ac:spMkLst>
        </pc:spChg>
        <pc:spChg chg="del">
          <ac:chgData name="Songqing" userId="c4d8cb49210192e2" providerId="LiveId" clId="{E6809159-52D0-4E75-90FC-6FCDBAFB1020}" dt="2023-04-08T19:55:37.139" v="481" actId="478"/>
          <ac:spMkLst>
            <pc:docMk/>
            <pc:sldMk cId="2297835283" sldId="302"/>
            <ac:spMk id="21507" creationId="{00000000-0000-0000-0000-000000000000}"/>
          </ac:spMkLst>
        </pc:spChg>
        <pc:spChg chg="del mod">
          <ac:chgData name="Songqing" userId="c4d8cb49210192e2" providerId="LiveId" clId="{E6809159-52D0-4E75-90FC-6FCDBAFB1020}" dt="2023-04-22T13:40:53.946" v="735" actId="478"/>
          <ac:spMkLst>
            <pc:docMk/>
            <pc:sldMk cId="2297835283" sldId="302"/>
            <ac:spMk id="21508" creationId="{00000000-0000-0000-0000-000000000000}"/>
          </ac:spMkLst>
        </pc:spChg>
      </pc:sldChg>
      <pc:sldChg chg="delSp modSp mod">
        <pc:chgData name="Songqing" userId="c4d8cb49210192e2" providerId="LiveId" clId="{E6809159-52D0-4E75-90FC-6FCDBAFB1020}" dt="2023-04-22T13:42:01.212" v="748" actId="255"/>
        <pc:sldMkLst>
          <pc:docMk/>
          <pc:sldMk cId="956434690" sldId="307"/>
        </pc:sldMkLst>
        <pc:spChg chg="mod">
          <ac:chgData name="Songqing" userId="c4d8cb49210192e2" providerId="LiveId" clId="{E6809159-52D0-4E75-90FC-6FCDBAFB1020}" dt="2023-04-22T13:42:01.212" v="748" actId="255"/>
          <ac:spMkLst>
            <pc:docMk/>
            <pc:sldMk cId="956434690" sldId="307"/>
            <ac:spMk id="2" creationId="{00000000-0000-0000-0000-000000000000}"/>
          </ac:spMkLst>
        </pc:spChg>
        <pc:spChg chg="del">
          <ac:chgData name="Songqing" userId="c4d8cb49210192e2" providerId="LiveId" clId="{E6809159-52D0-4E75-90FC-6FCDBAFB1020}" dt="2023-04-08T19:58:38.242" v="641" actId="478"/>
          <ac:spMkLst>
            <pc:docMk/>
            <pc:sldMk cId="956434690" sldId="307"/>
            <ac:spMk id="3" creationId="{00000000-0000-0000-0000-000000000000}"/>
          </ac:spMkLst>
        </pc:spChg>
      </pc:sldChg>
      <pc:sldChg chg="del">
        <pc:chgData name="Songqing" userId="c4d8cb49210192e2" providerId="LiveId" clId="{E6809159-52D0-4E75-90FC-6FCDBAFB1020}" dt="2023-04-08T19:59:52.213" v="670" actId="2696"/>
        <pc:sldMkLst>
          <pc:docMk/>
          <pc:sldMk cId="2525518975" sldId="315"/>
        </pc:sldMkLst>
      </pc:sldChg>
      <pc:sldChg chg="del">
        <pc:chgData name="Songqing" userId="c4d8cb49210192e2" providerId="LiveId" clId="{E6809159-52D0-4E75-90FC-6FCDBAFB1020}" dt="2023-04-08T19:32:33.733" v="350" actId="47"/>
        <pc:sldMkLst>
          <pc:docMk/>
          <pc:sldMk cId="3858815385" sldId="316"/>
        </pc:sldMkLst>
      </pc:sldChg>
      <pc:sldChg chg="del">
        <pc:chgData name="Songqing" userId="c4d8cb49210192e2" providerId="LiveId" clId="{E6809159-52D0-4E75-90FC-6FCDBAFB1020}" dt="2023-04-08T19:32:37.728" v="351" actId="47"/>
        <pc:sldMkLst>
          <pc:docMk/>
          <pc:sldMk cId="375882777" sldId="320"/>
        </pc:sldMkLst>
      </pc:sldChg>
      <pc:sldChg chg="addSp delSp modSp del mod">
        <pc:chgData name="Songqing" userId="c4d8cb49210192e2" providerId="LiveId" clId="{E6809159-52D0-4E75-90FC-6FCDBAFB1020}" dt="2023-04-06T03:05:20.477" v="220" actId="2696"/>
        <pc:sldMkLst>
          <pc:docMk/>
          <pc:sldMk cId="3278352769" sldId="323"/>
        </pc:sldMkLst>
        <pc:spChg chg="mod">
          <ac:chgData name="Songqing" userId="c4d8cb49210192e2" providerId="LiveId" clId="{E6809159-52D0-4E75-90FC-6FCDBAFB1020}" dt="2023-03-24T12:11:15.201" v="169" actId="1076"/>
          <ac:spMkLst>
            <pc:docMk/>
            <pc:sldMk cId="3278352769" sldId="323"/>
            <ac:spMk id="2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3" creationId="{317D7BCD-18F7-1CDD-AC28-83868813256F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4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5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9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12" v="168" actId="478"/>
          <ac:spMkLst>
            <pc:docMk/>
            <pc:sldMk cId="3278352769" sldId="323"/>
            <ac:spMk id="10" creationId="{0570D509-DAA7-5125-A7DA-4BC73CB9A64E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12" creationId="{4DD2415D-FDEC-0CBE-9D4F-58BE15757D79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3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0" creationId="{00000000-0000-0000-0000-000000000000}"/>
          </ac:spMkLst>
        </pc:sp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1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3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5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22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48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0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2" creationId="{00000000-0000-0000-0000-000000000000}"/>
          </ac:cxnSpMkLst>
        </pc:cxnChg>
      </pc:sldChg>
      <pc:sldChg chg="addSp modSp mod ord">
        <pc:chgData name="Songqing" userId="c4d8cb49210192e2" providerId="LiveId" clId="{E6809159-52D0-4E75-90FC-6FCDBAFB1020}" dt="2023-04-22T13:42:54.432" v="774" actId="1036"/>
        <pc:sldMkLst>
          <pc:docMk/>
          <pc:sldMk cId="2726820711" sldId="324"/>
        </pc:sldMkLst>
        <pc:spChg chg="add mod">
          <ac:chgData name="Songqing" userId="c4d8cb49210192e2" providerId="LiveId" clId="{E6809159-52D0-4E75-90FC-6FCDBAFB1020}" dt="2023-04-22T13:42:43.592" v="750" actId="14100"/>
          <ac:spMkLst>
            <pc:docMk/>
            <pc:sldMk cId="2726820711" sldId="324"/>
            <ac:spMk id="2" creationId="{779B71CF-BEE6-1BCC-7A73-95DA2DE57A6C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4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5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9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0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1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2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3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4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5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6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7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8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19" creationId="{00000000-0000-0000-0000-000000000000}"/>
          </ac:spMkLst>
        </pc:spChg>
        <pc:spChg chg="mod">
          <ac:chgData name="Songqing" userId="c4d8cb49210192e2" providerId="LiveId" clId="{E6809159-52D0-4E75-90FC-6FCDBAFB1020}" dt="2023-04-22T13:42:54.432" v="774" actId="1036"/>
          <ac:spMkLst>
            <pc:docMk/>
            <pc:sldMk cId="2726820711" sldId="324"/>
            <ac:spMk id="20" creationId="{00000000-0000-0000-0000-000000000000}"/>
          </ac:spMkLst>
        </pc:sp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3" creationId="{00000000-0000-0000-0000-000000000000}"/>
          </ac:picMkLst>
        </pc:pic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7" creationId="{00000000-0000-0000-0000-000000000000}"/>
          </ac:picMkLst>
        </pc:picChg>
        <pc:picChg chg="mod">
          <ac:chgData name="Songqing" userId="c4d8cb49210192e2" providerId="LiveId" clId="{E6809159-52D0-4E75-90FC-6FCDBAFB1020}" dt="2023-04-22T13:42:54.432" v="774" actId="1036"/>
          <ac:picMkLst>
            <pc:docMk/>
            <pc:sldMk cId="2726820711" sldId="324"/>
            <ac:picMk id="8" creationId="{00000000-0000-0000-0000-000000000000}"/>
          </ac:picMkLst>
        </pc:picChg>
      </pc:sldChg>
      <pc:sldChg chg="addSp delSp modSp del mod">
        <pc:chgData name="Songqing" userId="c4d8cb49210192e2" providerId="LiveId" clId="{E6809159-52D0-4E75-90FC-6FCDBAFB1020}" dt="2023-04-08T19:55:15.460" v="480" actId="2696"/>
        <pc:sldMkLst>
          <pc:docMk/>
          <pc:sldMk cId="2125594860" sldId="329"/>
        </pc:sldMkLst>
        <pc:spChg chg="add del mod">
          <ac:chgData name="Songqing" userId="c4d8cb49210192e2" providerId="LiveId" clId="{E6809159-52D0-4E75-90FC-6FCDBAFB1020}" dt="2023-04-08T19:37:21.567" v="418" actId="478"/>
          <ac:spMkLst>
            <pc:docMk/>
            <pc:sldMk cId="2125594860" sldId="329"/>
            <ac:spMk id="3" creationId="{A0BA0132-BF09-856A-3B1A-D52E4CDCE829}"/>
          </ac:spMkLst>
        </pc:spChg>
        <pc:spChg chg="add del mod">
          <ac:chgData name="Songqing" userId="c4d8cb49210192e2" providerId="LiveId" clId="{E6809159-52D0-4E75-90FC-6FCDBAFB1020}" dt="2023-04-08T19:37:31.765" v="422" actId="478"/>
          <ac:spMkLst>
            <pc:docMk/>
            <pc:sldMk cId="2125594860" sldId="329"/>
            <ac:spMk id="4" creationId="{35E87C69-D6F0-0340-8614-E43C05BF0F9F}"/>
          </ac:spMkLst>
        </pc:spChg>
      </pc:sldChg>
      <pc:sldChg chg="modSp mod">
        <pc:chgData name="Songqing" userId="c4d8cb49210192e2" providerId="LiveId" clId="{E6809159-52D0-4E75-90FC-6FCDBAFB1020}" dt="2023-04-08T19:56:48.596" v="564" actId="207"/>
        <pc:sldMkLst>
          <pc:docMk/>
          <pc:sldMk cId="1698183513" sldId="330"/>
        </pc:sldMkLst>
        <pc:spChg chg="mod">
          <ac:chgData name="Songqing" userId="c4d8cb49210192e2" providerId="LiveId" clId="{E6809159-52D0-4E75-90FC-6FCDBAFB1020}" dt="2023-04-08T19:56:48.596" v="564" actId="207"/>
          <ac:spMkLst>
            <pc:docMk/>
            <pc:sldMk cId="1698183513" sldId="330"/>
            <ac:spMk id="2" creationId="{00000000-0000-0000-0000-000000000000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4" creationId="{EB60F8D1-1C58-1C48-66EC-8FC5FAE33ACA}"/>
          </ac:spMkLst>
        </pc:spChg>
        <pc:spChg chg="mod">
          <ac:chgData name="Songqing" userId="c4d8cb49210192e2" providerId="LiveId" clId="{E6809159-52D0-4E75-90FC-6FCDBAFB1020}" dt="2023-04-08T19:40:33.962" v="437" actId="1076"/>
          <ac:spMkLst>
            <pc:docMk/>
            <pc:sldMk cId="1698183513" sldId="330"/>
            <ac:spMk id="5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7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8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9" creationId="{A8103F9D-852F-0C20-9266-1C6116AED6DE}"/>
          </ac:spMkLst>
        </pc:spChg>
        <pc:spChg chg="mod">
          <ac:chgData name="Songqing" userId="c4d8cb49210192e2" providerId="LiveId" clId="{E6809159-52D0-4E75-90FC-6FCDBAFB1020}" dt="2023-04-08T19:40:29.438" v="436" actId="1076"/>
          <ac:spMkLst>
            <pc:docMk/>
            <pc:sldMk cId="1698183513" sldId="330"/>
            <ac:spMk id="10" creationId="{A8103F9D-852F-0C20-9266-1C6116AED6DE}"/>
          </ac:spMkLst>
        </pc:spChg>
      </pc:sldChg>
      <pc:sldChg chg="modSp mod ord">
        <pc:chgData name="Songqing" userId="c4d8cb49210192e2" providerId="LiveId" clId="{E6809159-52D0-4E75-90FC-6FCDBAFB1020}" dt="2023-04-15T12:55:16.428" v="732" actId="1076"/>
        <pc:sldMkLst>
          <pc:docMk/>
          <pc:sldMk cId="464202778" sldId="331"/>
        </pc:sldMkLst>
        <pc:spChg chg="mod">
          <ac:chgData name="Songqing" userId="c4d8cb49210192e2" providerId="LiveId" clId="{E6809159-52D0-4E75-90FC-6FCDBAFB1020}" dt="2023-04-15T12:55:16.428" v="732" actId="1076"/>
          <ac:spMkLst>
            <pc:docMk/>
            <pc:sldMk cId="464202778" sldId="331"/>
            <ac:spMk id="2" creationId="{00000000-0000-0000-0000-000000000000}"/>
          </ac:spMkLst>
        </pc:spChg>
      </pc:sldChg>
      <pc:sldChg chg="modSp mod">
        <pc:chgData name="Songqing" userId="c4d8cb49210192e2" providerId="LiveId" clId="{E6809159-52D0-4E75-90FC-6FCDBAFB1020}" dt="2023-04-08T19:39:03.040" v="427" actId="207"/>
        <pc:sldMkLst>
          <pc:docMk/>
          <pc:sldMk cId="1426314236" sldId="332"/>
        </pc:sldMkLst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3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4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5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6" creationId="{00000000-0000-0000-0000-000000000000}"/>
          </ac:spMkLst>
        </pc:spChg>
        <pc:spChg chg="mod">
          <ac:chgData name="Songqing" userId="c4d8cb49210192e2" providerId="LiveId" clId="{E6809159-52D0-4E75-90FC-6FCDBAFB1020}" dt="2023-04-08T19:39:03.040" v="427" actId="207"/>
          <ac:spMkLst>
            <pc:docMk/>
            <pc:sldMk cId="1426314236" sldId="332"/>
            <ac:spMk id="7" creationId="{00000000-0000-0000-0000-000000000000}"/>
          </ac:spMkLst>
        </pc:spChg>
      </pc:sldChg>
      <pc:sldChg chg="modSp add del mod">
        <pc:chgData name="Songqing" userId="c4d8cb49210192e2" providerId="LiveId" clId="{E6809159-52D0-4E75-90FC-6FCDBAFB1020}" dt="2023-04-08T19:35:08.471" v="406" actId="2696"/>
        <pc:sldMkLst>
          <pc:docMk/>
          <pc:sldMk cId="830662177" sldId="333"/>
        </pc:sldMkLst>
        <pc:spChg chg="mod">
          <ac:chgData name="Songqing" userId="c4d8cb49210192e2" providerId="LiveId" clId="{E6809159-52D0-4E75-90FC-6FCDBAFB1020}" dt="2023-04-08T19:34:54.172" v="405" actId="20577"/>
          <ac:spMkLst>
            <pc:docMk/>
            <pc:sldMk cId="830662177" sldId="333"/>
            <ac:spMk id="2" creationId="{00000000-0000-0000-0000-000000000000}"/>
          </ac:spMkLst>
        </pc:spChg>
      </pc:sldChg>
      <pc:sldChg chg="addSp delSp modSp add mod">
        <pc:chgData name="Songqing" userId="c4d8cb49210192e2" providerId="LiveId" clId="{E6809159-52D0-4E75-90FC-6FCDBAFB1020}" dt="2023-04-22T13:41:44.719" v="746" actId="14100"/>
        <pc:sldMkLst>
          <pc:docMk/>
          <pc:sldMk cId="419207778" sldId="334"/>
        </pc:sldMkLst>
        <pc:spChg chg="mod">
          <ac:chgData name="Songqing" userId="c4d8cb49210192e2" providerId="LiveId" clId="{E6809159-52D0-4E75-90FC-6FCDBAFB1020}" dt="2023-04-15T12:53:46.500" v="703" actId="20577"/>
          <ac:spMkLst>
            <pc:docMk/>
            <pc:sldMk cId="419207778" sldId="334"/>
            <ac:spMk id="2" creationId="{00000000-0000-0000-0000-000000000000}"/>
          </ac:spMkLst>
        </pc:spChg>
        <pc:spChg chg="add mod">
          <ac:chgData name="Songqing" userId="c4d8cb49210192e2" providerId="LiveId" clId="{E6809159-52D0-4E75-90FC-6FCDBAFB1020}" dt="2023-04-08T19:35:18.181" v="407" actId="14100"/>
          <ac:spMkLst>
            <pc:docMk/>
            <pc:sldMk cId="419207778" sldId="334"/>
            <ac:spMk id="3" creationId="{0F1395B4-5459-A738-C959-FF15FAD5175C}"/>
          </ac:spMkLst>
        </pc:spChg>
        <pc:spChg chg="del mod">
          <ac:chgData name="Songqing" userId="c4d8cb49210192e2" providerId="LiveId" clId="{E6809159-52D0-4E75-90FC-6FCDBAFB1020}" dt="2023-04-06T03:20:31.782" v="304" actId="478"/>
          <ac:spMkLst>
            <pc:docMk/>
            <pc:sldMk cId="419207778" sldId="334"/>
            <ac:spMk id="3" creationId="{317D7BCD-18F7-1CDD-AC28-83868813256F}"/>
          </ac:spMkLst>
        </pc:spChg>
        <pc:spChg chg="add del mod">
          <ac:chgData name="Songqing" userId="c4d8cb49210192e2" providerId="LiveId" clId="{E6809159-52D0-4E75-90FC-6FCDBAFB1020}" dt="2023-04-08T19:29:57.682" v="330" actId="478"/>
          <ac:spMkLst>
            <pc:docMk/>
            <pc:sldMk cId="419207778" sldId="334"/>
            <ac:spMk id="4" creationId="{985895C7-EB14-941D-FC26-790E4ADD588F}"/>
          </ac:spMkLst>
        </pc:spChg>
        <pc:spChg chg="add del mod">
          <ac:chgData name="Songqing" userId="c4d8cb49210192e2" providerId="LiveId" clId="{E6809159-52D0-4E75-90FC-6FCDBAFB1020}" dt="2023-04-08T19:30:25.788" v="336" actId="478"/>
          <ac:spMkLst>
            <pc:docMk/>
            <pc:sldMk cId="419207778" sldId="334"/>
            <ac:spMk id="5" creationId="{FE851EE5-89C5-95FA-B193-E2DC3D0C4823}"/>
          </ac:spMkLst>
        </pc:spChg>
        <pc:spChg chg="add del mod">
          <ac:chgData name="Songqing" userId="c4d8cb49210192e2" providerId="LiveId" clId="{E6809159-52D0-4E75-90FC-6FCDBAFB1020}" dt="2023-04-08T19:30:55.245" v="343" actId="478"/>
          <ac:spMkLst>
            <pc:docMk/>
            <pc:sldMk cId="419207778" sldId="334"/>
            <ac:spMk id="6" creationId="{ADC4355D-1770-9A6B-6FE7-A6BFDB063201}"/>
          </ac:spMkLst>
        </pc:spChg>
        <pc:spChg chg="add mod">
          <ac:chgData name="Songqing" userId="c4d8cb49210192e2" providerId="LiveId" clId="{E6809159-52D0-4E75-90FC-6FCDBAFB1020}" dt="2023-04-08T19:35:22.060" v="408" actId="14100"/>
          <ac:spMkLst>
            <pc:docMk/>
            <pc:sldMk cId="419207778" sldId="334"/>
            <ac:spMk id="7" creationId="{CB332DFC-C195-E0F1-D0D0-3DC01C3F92D2}"/>
          </ac:spMkLst>
        </pc:spChg>
        <pc:spChg chg="add mod">
          <ac:chgData name="Songqing" userId="c4d8cb49210192e2" providerId="LiveId" clId="{E6809159-52D0-4E75-90FC-6FCDBAFB1020}" dt="2023-04-22T13:41:44.719" v="746" actId="14100"/>
          <ac:spMkLst>
            <pc:docMk/>
            <pc:sldMk cId="419207778" sldId="334"/>
            <ac:spMk id="8" creationId="{A1123D03-3C41-E87C-89D8-29D2BF6D0797}"/>
          </ac:spMkLst>
        </pc:spChg>
        <pc:spChg chg="del mod">
          <ac:chgData name="Songqing" userId="c4d8cb49210192e2" providerId="LiveId" clId="{E6809159-52D0-4E75-90FC-6FCDBAFB1020}" dt="2023-04-06T03:20:27.508" v="303" actId="478"/>
          <ac:spMkLst>
            <pc:docMk/>
            <pc:sldMk cId="419207778" sldId="334"/>
            <ac:spMk id="10" creationId="{0570D509-DAA7-5125-A7DA-4BC73CB9A64E}"/>
          </ac:spMkLst>
        </pc:spChg>
        <pc:spChg chg="del mod">
          <ac:chgData name="Songqing" userId="c4d8cb49210192e2" providerId="LiveId" clId="{E6809159-52D0-4E75-90FC-6FCDBAFB1020}" dt="2023-04-06T03:27:54.284" v="314" actId="478"/>
          <ac:spMkLst>
            <pc:docMk/>
            <pc:sldMk cId="419207778" sldId="334"/>
            <ac:spMk id="12" creationId="{4DD2415D-FDEC-0CBE-9D4F-58BE15757D79}"/>
          </ac:spMkLst>
        </pc:spChg>
      </pc:sldChg>
      <pc:sldChg chg="modSp add mod ord">
        <pc:chgData name="Songqing" userId="c4d8cb49210192e2" providerId="LiveId" clId="{E6809159-52D0-4E75-90FC-6FCDBAFB1020}" dt="2023-04-08T19:42:12.408" v="479" actId="20577"/>
        <pc:sldMkLst>
          <pc:docMk/>
          <pc:sldMk cId="332812214" sldId="335"/>
        </pc:sldMkLst>
        <pc:spChg chg="mod">
          <ac:chgData name="Songqing" userId="c4d8cb49210192e2" providerId="LiveId" clId="{E6809159-52D0-4E75-90FC-6FCDBAFB1020}" dt="2023-04-08T19:42:12.408" v="479" actId="20577"/>
          <ac:spMkLst>
            <pc:docMk/>
            <pc:sldMk cId="332812214" sldId="335"/>
            <ac:spMk id="2" creationId="{00000000-0000-0000-0000-000000000000}"/>
          </ac:spMkLst>
        </pc:spChg>
      </pc:sldChg>
      <pc:sldChg chg="modSp add del mod">
        <pc:chgData name="Songqing" userId="c4d8cb49210192e2" providerId="LiveId" clId="{E6809159-52D0-4E75-90FC-6FCDBAFB1020}" dt="2023-04-15T12:55:20.496" v="733" actId="2696"/>
        <pc:sldMkLst>
          <pc:docMk/>
          <pc:sldMk cId="885857773" sldId="336"/>
        </pc:sldMkLst>
        <pc:spChg chg="mod">
          <ac:chgData name="Songqing" userId="c4d8cb49210192e2" providerId="LiveId" clId="{E6809159-52D0-4E75-90FC-6FCDBAFB1020}" dt="2023-04-15T12:54:25.820" v="715" actId="1076"/>
          <ac:spMkLst>
            <pc:docMk/>
            <pc:sldMk cId="885857773" sldId="336"/>
            <ac:spMk id="2" creationId="{00000000-0000-0000-0000-000000000000}"/>
          </ac:spMkLst>
        </pc:spChg>
      </pc:sldChg>
    </pc:docChg>
  </pc:docChgLst>
  <pc:docChgLst>
    <pc:chgData name="Songqing" userId="c4d8cb49210192e2" providerId="LiveId" clId="{FDD2D49E-3B2E-4B77-9FC1-28F0477D6D02}"/>
    <pc:docChg chg="custSel addSld delSld modSld modSection">
      <pc:chgData name="Songqing" userId="c4d8cb49210192e2" providerId="LiveId" clId="{FDD2D49E-3B2E-4B77-9FC1-28F0477D6D02}" dt="2023-08-30T02:52:50.581" v="73" actId="14100"/>
      <pc:docMkLst>
        <pc:docMk/>
      </pc:docMkLst>
      <pc:sldChg chg="del">
        <pc:chgData name="Songqing" userId="c4d8cb49210192e2" providerId="LiveId" clId="{FDD2D49E-3B2E-4B77-9FC1-28F0477D6D02}" dt="2023-08-30T01:59:37.886" v="0" actId="47"/>
        <pc:sldMkLst>
          <pc:docMk/>
          <pc:sldMk cId="2726820711" sldId="324"/>
        </pc:sldMkLst>
      </pc:sldChg>
      <pc:sldChg chg="modSp mod">
        <pc:chgData name="Songqing" userId="c4d8cb49210192e2" providerId="LiveId" clId="{FDD2D49E-3B2E-4B77-9FC1-28F0477D6D02}" dt="2023-08-30T02:52:50.581" v="73" actId="14100"/>
        <pc:sldMkLst>
          <pc:docMk/>
          <pc:sldMk cId="128686343" sldId="335"/>
        </pc:sldMkLst>
        <pc:spChg chg="mod">
          <ac:chgData name="Songqing" userId="c4d8cb49210192e2" providerId="LiveId" clId="{FDD2D49E-3B2E-4B77-9FC1-28F0477D6D02}" dt="2023-08-30T02:52:50.581" v="73" actId="14100"/>
          <ac:spMkLst>
            <pc:docMk/>
            <pc:sldMk cId="128686343" sldId="335"/>
            <ac:spMk id="2" creationId="{00000000-0000-0000-0000-000000000000}"/>
          </ac:spMkLst>
        </pc:spChg>
        <pc:picChg chg="mod">
          <ac:chgData name="Songqing" userId="c4d8cb49210192e2" providerId="LiveId" clId="{FDD2D49E-3B2E-4B77-9FC1-28F0477D6D02}" dt="2023-08-30T02:52:43.889" v="71" actId="1076"/>
          <ac:picMkLst>
            <pc:docMk/>
            <pc:sldMk cId="128686343" sldId="335"/>
            <ac:picMk id="3" creationId="{3CD0FA1A-CF71-CEF9-E646-58C944618772}"/>
          </ac:picMkLst>
        </pc:picChg>
      </pc:sldChg>
      <pc:sldChg chg="delSp modSp add mod">
        <pc:chgData name="Songqing" userId="c4d8cb49210192e2" providerId="LiveId" clId="{FDD2D49E-3B2E-4B77-9FC1-28F0477D6D02}" dt="2023-08-30T02:00:20.158" v="13" actId="20577"/>
        <pc:sldMkLst>
          <pc:docMk/>
          <pc:sldMk cId="3777453095" sldId="336"/>
        </pc:sldMkLst>
        <pc:spChg chg="mod">
          <ac:chgData name="Songqing" userId="c4d8cb49210192e2" providerId="LiveId" clId="{FDD2D49E-3B2E-4B77-9FC1-28F0477D6D02}" dt="2023-08-30T02:00:20.158" v="13" actId="20577"/>
          <ac:spMkLst>
            <pc:docMk/>
            <pc:sldMk cId="3777453095" sldId="336"/>
            <ac:spMk id="2" creationId="{00000000-0000-0000-0000-000000000000}"/>
          </ac:spMkLst>
        </pc:spChg>
        <pc:picChg chg="del">
          <ac:chgData name="Songqing" userId="c4d8cb49210192e2" providerId="LiveId" clId="{FDD2D49E-3B2E-4B77-9FC1-28F0477D6D02}" dt="2023-08-30T02:00:02.238" v="2" actId="478"/>
          <ac:picMkLst>
            <pc:docMk/>
            <pc:sldMk cId="3777453095" sldId="336"/>
            <ac:picMk id="3" creationId="{3CD0FA1A-CF71-CEF9-E646-58C944618772}"/>
          </ac:picMkLst>
        </pc:picChg>
      </pc:sldChg>
      <pc:sldChg chg="addSp modSp add mod">
        <pc:chgData name="Songqing" userId="c4d8cb49210192e2" providerId="LiveId" clId="{FDD2D49E-3B2E-4B77-9FC1-28F0477D6D02}" dt="2023-08-30T02:51:27.218" v="69" actId="1076"/>
        <pc:sldMkLst>
          <pc:docMk/>
          <pc:sldMk cId="1201768863" sldId="337"/>
        </pc:sldMkLst>
        <pc:spChg chg="mod">
          <ac:chgData name="Songqing" userId="c4d8cb49210192e2" providerId="LiveId" clId="{FDD2D49E-3B2E-4B77-9FC1-28F0477D6D02}" dt="2023-08-30T02:18:06.611" v="64" actId="20577"/>
          <ac:spMkLst>
            <pc:docMk/>
            <pc:sldMk cId="1201768863" sldId="337"/>
            <ac:spMk id="2" creationId="{00000000-0000-0000-0000-000000000000}"/>
          </ac:spMkLst>
        </pc:spChg>
        <pc:spChg chg="add mod">
          <ac:chgData name="Songqing" userId="c4d8cb49210192e2" providerId="LiveId" clId="{FDD2D49E-3B2E-4B77-9FC1-28F0477D6D02}" dt="2023-08-30T02:15:15.545" v="27" actId="14100"/>
          <ac:spMkLst>
            <pc:docMk/>
            <pc:sldMk cId="1201768863" sldId="337"/>
            <ac:spMk id="4" creationId="{CAE7DEBE-4304-2855-19AE-544BB006B289}"/>
          </ac:spMkLst>
        </pc:spChg>
        <pc:spChg chg="add mod">
          <ac:chgData name="Songqing" userId="c4d8cb49210192e2" providerId="LiveId" clId="{FDD2D49E-3B2E-4B77-9FC1-28F0477D6D02}" dt="2023-08-30T02:17:58.573" v="58" actId="14100"/>
          <ac:spMkLst>
            <pc:docMk/>
            <pc:sldMk cId="1201768863" sldId="337"/>
            <ac:spMk id="6" creationId="{C444D363-AB98-A92D-94BD-BDD7416FD2CB}"/>
          </ac:spMkLst>
        </pc:spChg>
        <pc:spChg chg="add mod">
          <ac:chgData name="Songqing" userId="c4d8cb49210192e2" providerId="LiveId" clId="{FDD2D49E-3B2E-4B77-9FC1-28F0477D6D02}" dt="2023-08-30T02:45:59.480" v="67" actId="14100"/>
          <ac:spMkLst>
            <pc:docMk/>
            <pc:sldMk cId="1201768863" sldId="337"/>
            <ac:spMk id="8" creationId="{3A9DB3C0-0302-2959-D381-874AF2C830CD}"/>
          </ac:spMkLst>
        </pc:spChg>
        <pc:spChg chg="add mod">
          <ac:chgData name="Songqing" userId="c4d8cb49210192e2" providerId="LiveId" clId="{FDD2D49E-3B2E-4B77-9FC1-28F0477D6D02}" dt="2023-08-30T02:51:27.218" v="69" actId="1076"/>
          <ac:spMkLst>
            <pc:docMk/>
            <pc:sldMk cId="1201768863" sldId="337"/>
            <ac:spMk id="10" creationId="{10BF2813-2297-1F4C-C31D-DE9730FDCC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30/08/2023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07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8593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884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82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121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899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2092" y="2768489"/>
            <a:ext cx="6624452" cy="995330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Preparing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000" b="1" i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Testing</a:t>
            </a:r>
            <a:r>
              <a:rPr lang="en-AU" sz="4800" b="1" i="1" dirty="0">
                <a:solidFill>
                  <a:schemeClr val="accent2"/>
                </a:solidFill>
              </a:rPr>
              <a:t> </a:t>
            </a:r>
            <a:r>
              <a:rPr lang="en-AU" sz="4000" b="1" i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08511" y="102748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8512" y="2547257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Considerations when drafting test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AD6EBC-E72E-25C1-89DF-EDD400F00FBC}"/>
              </a:ext>
            </a:extLst>
          </p:cNvPr>
          <p:cNvSpPr/>
          <p:nvPr/>
        </p:nvSpPr>
        <p:spPr>
          <a:xfrm>
            <a:off x="1808513" y="2053968"/>
            <a:ext cx="1978427" cy="455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Test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C9208-2425-4C04-8FB7-2AF6DE3F3363}"/>
              </a:ext>
            </a:extLst>
          </p:cNvPr>
          <p:cNvSpPr/>
          <p:nvPr/>
        </p:nvSpPr>
        <p:spPr>
          <a:xfrm>
            <a:off x="1808511" y="3040546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Common steps to design API testing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B07FD5-B6D9-1F1C-0875-5A262587DCEC}"/>
              </a:ext>
            </a:extLst>
          </p:cNvPr>
          <p:cNvSpPr/>
          <p:nvPr/>
        </p:nvSpPr>
        <p:spPr>
          <a:xfrm>
            <a:off x="1808511" y="3533835"/>
            <a:ext cx="6680859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Execution sequence</a:t>
            </a:r>
          </a:p>
        </p:txBody>
      </p:sp>
    </p:spTree>
    <p:extLst>
      <p:ext uri="{BB962C8B-B14F-4D97-AF65-F5344CB8AC3E}">
        <p14:creationId xmlns:p14="http://schemas.microsoft.com/office/powerpoint/2010/main" val="229783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>
            <a:extLst>
              <a:ext uri="{FF2B5EF4-FFF2-40B4-BE49-F238E27FC236}">
                <a16:creationId xmlns:a16="http://schemas.microsoft.com/office/drawing/2014/main" id="{8BDE247D-481C-51F6-F7CB-405308514C87}"/>
              </a:ext>
            </a:extLst>
          </p:cNvPr>
          <p:cNvSpPr/>
          <p:nvPr/>
        </p:nvSpPr>
        <p:spPr>
          <a:xfrm>
            <a:off x="2891162" y="3169276"/>
            <a:ext cx="5451732" cy="228600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856" y="1402724"/>
            <a:ext cx="940082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Equivalence</a:t>
            </a:r>
            <a:r>
              <a:rPr lang="en-AU" sz="1800" b="1" kern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Class</a:t>
            </a:r>
            <a:r>
              <a:rPr lang="en-AU" sz="1800" b="1" kern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Partitioning (ECP) 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31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>
            <a:extLst>
              <a:ext uri="{FF2B5EF4-FFF2-40B4-BE49-F238E27FC236}">
                <a16:creationId xmlns:a16="http://schemas.microsoft.com/office/drawing/2014/main" id="{384F6B4B-DDF2-9C0B-D30B-487E90CDFD49}"/>
              </a:ext>
            </a:extLst>
          </p:cNvPr>
          <p:cNvSpPr/>
          <p:nvPr/>
        </p:nvSpPr>
        <p:spPr>
          <a:xfrm>
            <a:off x="892628" y="2708493"/>
            <a:ext cx="4386943" cy="2375136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8BDE247D-481C-51F6-F7CB-405308514C87}"/>
              </a:ext>
            </a:extLst>
          </p:cNvPr>
          <p:cNvSpPr/>
          <p:nvPr/>
        </p:nvSpPr>
        <p:spPr>
          <a:xfrm>
            <a:off x="6233082" y="2286000"/>
            <a:ext cx="5451732" cy="204562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522" y="826712"/>
            <a:ext cx="417567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Data source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7096" y="3869963"/>
            <a:ext cx="2096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Excel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7096" y="4345633"/>
            <a:ext cx="2096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7096" y="3394293"/>
            <a:ext cx="1998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CSV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1552" y="2708493"/>
            <a:ext cx="237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API</a:t>
            </a:r>
            <a:r>
              <a:rPr lang="en-AU" sz="2400" b="1" dirty="0">
                <a:solidFill>
                  <a:srgbClr val="C00000"/>
                </a:solidFill>
              </a:rPr>
              <a:t> </a:t>
            </a:r>
            <a:r>
              <a:rPr lang="en-AU" sz="2400" b="1" dirty="0">
                <a:solidFill>
                  <a:schemeClr val="accent2"/>
                </a:solidFill>
              </a:rPr>
              <a:t>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1552" y="3242414"/>
            <a:ext cx="4865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Testing data generation tool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4D208-07FA-9C1B-6AC1-0D655002A849}"/>
              </a:ext>
            </a:extLst>
          </p:cNvPr>
          <p:cNvSpPr txBox="1"/>
          <p:nvPr/>
        </p:nvSpPr>
        <p:spPr>
          <a:xfrm>
            <a:off x="2323094" y="2121525"/>
            <a:ext cx="1998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C00000"/>
                </a:solidFill>
              </a:rPr>
              <a:t>Static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00630-43A0-4D4A-CDA5-A84E5F7C14CB}"/>
              </a:ext>
            </a:extLst>
          </p:cNvPr>
          <p:cNvSpPr txBox="1"/>
          <p:nvPr/>
        </p:nvSpPr>
        <p:spPr>
          <a:xfrm>
            <a:off x="7622549" y="1526338"/>
            <a:ext cx="2738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C00000"/>
                </a:solidFill>
              </a:rPr>
              <a:t>Dynamic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173FE-046B-7168-3B2B-CAB66AB1EBEB}"/>
              </a:ext>
            </a:extLst>
          </p:cNvPr>
          <p:cNvSpPr txBox="1"/>
          <p:nvPr/>
        </p:nvSpPr>
        <p:spPr>
          <a:xfrm>
            <a:off x="1917095" y="2959098"/>
            <a:ext cx="3023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Manual input</a:t>
            </a:r>
          </a:p>
        </p:txBody>
      </p:sp>
    </p:spTree>
    <p:extLst>
      <p:ext uri="{BB962C8B-B14F-4D97-AF65-F5344CB8AC3E}">
        <p14:creationId xmlns:p14="http://schemas.microsoft.com/office/powerpoint/2010/main" val="45586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799" y="2338896"/>
            <a:ext cx="496811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Data driven testing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59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427" y="1576896"/>
            <a:ext cx="784194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Flat files – csv, </a:t>
            </a:r>
            <a:r>
              <a:rPr lang="en-AU" dirty="0" err="1">
                <a:solidFill>
                  <a:srgbClr val="0070C0"/>
                </a:solidFill>
                <a:latin typeface="Arial Black" panose="020B0A04020102020204" pitchFamily="34" charset="0"/>
              </a:rPr>
              <a:t>json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, excel …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7DEBE-4304-2855-19AE-544BB006B289}"/>
              </a:ext>
            </a:extLst>
          </p:cNvPr>
          <p:cNvSpPr txBox="1"/>
          <p:nvPr/>
        </p:nvSpPr>
        <p:spPr>
          <a:xfrm>
            <a:off x="1752599" y="2673420"/>
            <a:ext cx="9938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https://community.postman.com/t/api-testing-a-beginners-view-data-driven-testing-in-postman/20302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4D363-AB98-A92D-94BD-BDD7416FD2CB}"/>
              </a:ext>
            </a:extLst>
          </p:cNvPr>
          <p:cNvSpPr txBox="1"/>
          <p:nvPr/>
        </p:nvSpPr>
        <p:spPr>
          <a:xfrm>
            <a:off x="1752598" y="3925278"/>
            <a:ext cx="9764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https://raghwendra-sonu.medium.com/data-driven-testing-with-postman-using-csv-and-json-files-c4f112015eb3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DB3C0-0302-2959-D381-874AF2C830CD}"/>
              </a:ext>
            </a:extLst>
          </p:cNvPr>
          <p:cNvSpPr txBox="1"/>
          <p:nvPr/>
        </p:nvSpPr>
        <p:spPr>
          <a:xfrm>
            <a:off x="1752597" y="4918893"/>
            <a:ext cx="10330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https://www.numpyninja.com/post/data-driven-testing-in-postman-1#:~:text=%E2%80%9CData%2DDriven%20Testing%20in%20Postman,data%20from%20a%20different%20file.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F2813-2297-1F4C-C31D-DE9730FDCCAE}"/>
              </a:ext>
            </a:extLst>
          </p:cNvPr>
          <p:cNvSpPr txBox="1"/>
          <p:nvPr/>
        </p:nvSpPr>
        <p:spPr>
          <a:xfrm>
            <a:off x="1933427" y="61707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https://www.guru99.com/data-driven-testing.html</a:t>
            </a:r>
          </a:p>
        </p:txBody>
      </p:sp>
    </p:spTree>
    <p:extLst>
      <p:ext uri="{BB962C8B-B14F-4D97-AF65-F5344CB8AC3E}">
        <p14:creationId xmlns:p14="http://schemas.microsoft.com/office/powerpoint/2010/main" val="120176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074" y="836667"/>
            <a:ext cx="729847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Data driven testing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 -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Database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 descr="Figure 7.1 – Data-driven testing workflow&#10;">
            <a:extLst>
              <a:ext uri="{FF2B5EF4-FFF2-40B4-BE49-F238E27FC236}">
                <a16:creationId xmlns:a16="http://schemas.microsoft.com/office/drawing/2014/main" id="{3CD0FA1A-CF71-CEF9-E646-58C944618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37" y="2471058"/>
            <a:ext cx="8642894" cy="3082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68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9628" y="2393324"/>
            <a:ext cx="72105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Data driven testing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 -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Demo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5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5308" y="2357690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14565</TotalTime>
  <Words>229</Words>
  <Application>Microsoft Office PowerPoint</Application>
  <PresentationFormat>Widescreen</PresentationFormat>
  <Paragraphs>40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Century Gothic</vt:lpstr>
      <vt:lpstr>Symbol</vt:lpstr>
      <vt:lpstr>Times New Roman</vt:lpstr>
      <vt:lpstr>Wingdings 3</vt:lpstr>
      <vt:lpstr>Wisp</vt:lpstr>
      <vt:lpstr>PowerPoint Presentation</vt:lpstr>
      <vt:lpstr>Learning Objectives   </vt:lpstr>
      <vt:lpstr>Equivalence Class Partitioning (ECP)    </vt:lpstr>
      <vt:lpstr>Test Data source   </vt:lpstr>
      <vt:lpstr>Data driven testing   </vt:lpstr>
      <vt:lpstr>Flat files – csv, json, excel …   </vt:lpstr>
      <vt:lpstr>Data driven testing - Database   </vt:lpstr>
      <vt:lpstr>Data driven testing - Demo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</cp:lastModifiedBy>
  <cp:revision>715</cp:revision>
  <dcterms:created xsi:type="dcterms:W3CDTF">2020-08-03T09:43:10Z</dcterms:created>
  <dcterms:modified xsi:type="dcterms:W3CDTF">2023-08-30T02:52:51Z</dcterms:modified>
</cp:coreProperties>
</file>