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308" r:id="rId3"/>
    <p:sldId id="327" r:id="rId4"/>
    <p:sldId id="347" r:id="rId5"/>
    <p:sldId id="337" r:id="rId6"/>
    <p:sldId id="342" r:id="rId7"/>
    <p:sldId id="343" r:id="rId8"/>
    <p:sldId id="345" r:id="rId9"/>
    <p:sldId id="348" r:id="rId10"/>
    <p:sldId id="341" r:id="rId11"/>
    <p:sldId id="322" r:id="rId12"/>
    <p:sldId id="339" r:id="rId13"/>
    <p:sldId id="346" r:id="rId14"/>
    <p:sldId id="325" r:id="rId15"/>
    <p:sldId id="328" r:id="rId16"/>
    <p:sldId id="323" r:id="rId17"/>
    <p:sldId id="334" r:id="rId18"/>
    <p:sldId id="330" r:id="rId19"/>
    <p:sldId id="344" r:id="rId20"/>
    <p:sldId id="315" r:id="rId21"/>
    <p:sldId id="316" r:id="rId22"/>
    <p:sldId id="332" r:id="rId23"/>
    <p:sldId id="318" r:id="rId24"/>
    <p:sldId id="30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08"/>
            <p14:sldId id="327"/>
            <p14:sldId id="347"/>
            <p14:sldId id="337"/>
            <p14:sldId id="342"/>
            <p14:sldId id="343"/>
            <p14:sldId id="345"/>
            <p14:sldId id="348"/>
            <p14:sldId id="341"/>
            <p14:sldId id="322"/>
            <p14:sldId id="339"/>
            <p14:sldId id="346"/>
            <p14:sldId id="325"/>
            <p14:sldId id="328"/>
            <p14:sldId id="323"/>
            <p14:sldId id="334"/>
            <p14:sldId id="330"/>
            <p14:sldId id="344"/>
            <p14:sldId id="315"/>
            <p14:sldId id="316"/>
          </p14:sldIdLst>
        </p14:section>
        <p14:section name="Untitled Section" id="{96B2A4F6-E483-46D3-B718-858E0B0CB8CB}">
          <p14:sldIdLst>
            <p14:sldId id="332"/>
            <p14:sldId id="318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B2FC"/>
    <a:srgbClr val="CEC9BA"/>
    <a:srgbClr val="786F54"/>
    <a:srgbClr val="E19B7F"/>
    <a:srgbClr val="74869C"/>
    <a:srgbClr val="2E01AB"/>
    <a:srgbClr val="8005B1"/>
    <a:srgbClr val="2E8488"/>
    <a:srgbClr val="044EA8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C1CECD-480D-4FA7-AD7C-706386E277C9}" v="7" dt="2023-04-22T17:33:35.0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04" autoAdjust="0"/>
    <p:restoredTop sz="94650"/>
  </p:normalViewPr>
  <p:slideViewPr>
    <p:cSldViewPr snapToGrid="0">
      <p:cViewPr varScale="1">
        <p:scale>
          <a:sx n="140" d="100"/>
          <a:sy n="140" d="100"/>
        </p:scale>
        <p:origin x="24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" userId="c4d8cb49210192e2" providerId="LiveId" clId="{93C1CECD-480D-4FA7-AD7C-706386E277C9}"/>
    <pc:docChg chg="undo custSel addSld delSld modSld sldOrd modSection">
      <pc:chgData name="Songqing" userId="c4d8cb49210192e2" providerId="LiveId" clId="{93C1CECD-480D-4FA7-AD7C-706386E277C9}" dt="2023-04-22T17:34:44.951" v="357" actId="20577"/>
      <pc:docMkLst>
        <pc:docMk/>
      </pc:docMkLst>
      <pc:sldChg chg="modSp mod">
        <pc:chgData name="Songqing" userId="c4d8cb49210192e2" providerId="LiveId" clId="{93C1CECD-480D-4FA7-AD7C-706386E277C9}" dt="2023-04-22T14:36:22.769" v="8" actId="20577"/>
        <pc:sldMkLst>
          <pc:docMk/>
          <pc:sldMk cId="3813058601" sldId="256"/>
        </pc:sldMkLst>
        <pc:spChg chg="mod">
          <ac:chgData name="Songqing" userId="c4d8cb49210192e2" providerId="LiveId" clId="{93C1CECD-480D-4FA7-AD7C-706386E277C9}" dt="2023-04-22T14:36:22.769" v="8" actId="20577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2247735642" sldId="303"/>
        </pc:sldMkLst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2180420246" sldId="304"/>
        </pc:sldMkLst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942506135" sldId="305"/>
        </pc:sldMkLst>
      </pc:sldChg>
      <pc:sldChg chg="modSp mod">
        <pc:chgData name="Songqing" userId="c4d8cb49210192e2" providerId="LiveId" clId="{93C1CECD-480D-4FA7-AD7C-706386E277C9}" dt="2023-04-22T17:33:35.050" v="344" actId="14100"/>
        <pc:sldMkLst>
          <pc:docMk/>
          <pc:sldMk cId="1207033259" sldId="308"/>
        </pc:sldMkLst>
        <pc:spChg chg="mod">
          <ac:chgData name="Songqing" userId="c4d8cb49210192e2" providerId="LiveId" clId="{93C1CECD-480D-4FA7-AD7C-706386E277C9}" dt="2023-04-22T17:33:35.050" v="344" actId="14100"/>
          <ac:spMkLst>
            <pc:docMk/>
            <pc:sldMk cId="1207033259" sldId="308"/>
            <ac:spMk id="2" creationId="{6539024E-1F6A-C2B9-9C0A-0144C1FE2E4E}"/>
          </ac:spMkLst>
        </pc:spChg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1386347104" sldId="309"/>
        </pc:sldMkLst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2858780333" sldId="311"/>
        </pc:sldMkLst>
      </pc:sldChg>
      <pc:sldChg chg="del">
        <pc:chgData name="Songqing" userId="c4d8cb49210192e2" providerId="LiveId" clId="{93C1CECD-480D-4FA7-AD7C-706386E277C9}" dt="2023-04-22T19:40:49.206" v="10" actId="47"/>
        <pc:sldMkLst>
          <pc:docMk/>
          <pc:sldMk cId="2398645522" sldId="312"/>
        </pc:sldMkLst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413227472" sldId="317"/>
        </pc:sldMkLst>
      </pc:sldChg>
      <pc:sldChg chg="modSp mod">
        <pc:chgData name="Songqing" userId="c4d8cb49210192e2" providerId="LiveId" clId="{93C1CECD-480D-4FA7-AD7C-706386E277C9}" dt="2023-04-22T19:41:36.962" v="14" actId="1076"/>
        <pc:sldMkLst>
          <pc:docMk/>
          <pc:sldMk cId="2902447746" sldId="325"/>
        </pc:sldMkLst>
        <pc:spChg chg="mod">
          <ac:chgData name="Songqing" userId="c4d8cb49210192e2" providerId="LiveId" clId="{93C1CECD-480D-4FA7-AD7C-706386E277C9}" dt="2023-04-22T19:41:22.334" v="12" actId="1076"/>
          <ac:spMkLst>
            <pc:docMk/>
            <pc:sldMk cId="2902447746" sldId="325"/>
            <ac:spMk id="4" creationId="{A0CE9C82-686A-5084-4B0E-203431BA7E7D}"/>
          </ac:spMkLst>
        </pc:spChg>
        <pc:spChg chg="mod">
          <ac:chgData name="Songqing" userId="c4d8cb49210192e2" providerId="LiveId" clId="{93C1CECD-480D-4FA7-AD7C-706386E277C9}" dt="2023-04-22T19:41:36.962" v="14" actId="1076"/>
          <ac:spMkLst>
            <pc:docMk/>
            <pc:sldMk cId="2902447746" sldId="325"/>
            <ac:spMk id="5" creationId="{887BD748-9D45-EEF1-6772-0C2B9E132AA6}"/>
          </ac:spMkLst>
        </pc:spChg>
        <pc:spChg chg="mod">
          <ac:chgData name="Songqing" userId="c4d8cb49210192e2" providerId="LiveId" clId="{93C1CECD-480D-4FA7-AD7C-706386E277C9}" dt="2023-04-22T19:41:32.189" v="13" actId="1076"/>
          <ac:spMkLst>
            <pc:docMk/>
            <pc:sldMk cId="2902447746" sldId="325"/>
            <ac:spMk id="6" creationId="{23E69DFC-73B1-C5FA-6AD3-65B9B1C06AFE}"/>
          </ac:spMkLst>
        </pc:spChg>
      </pc:sldChg>
      <pc:sldChg chg="modSp mod">
        <pc:chgData name="Songqing" userId="c4d8cb49210192e2" providerId="LiveId" clId="{93C1CECD-480D-4FA7-AD7C-706386E277C9}" dt="2023-04-22T17:31:50.296" v="323" actId="20577"/>
        <pc:sldMkLst>
          <pc:docMk/>
          <pc:sldMk cId="3328123108" sldId="327"/>
        </pc:sldMkLst>
        <pc:spChg chg="mod">
          <ac:chgData name="Songqing" userId="c4d8cb49210192e2" providerId="LiveId" clId="{93C1CECD-480D-4FA7-AD7C-706386E277C9}" dt="2023-04-22T17:31:50.296" v="323" actId="20577"/>
          <ac:spMkLst>
            <pc:docMk/>
            <pc:sldMk cId="3328123108" sldId="327"/>
            <ac:spMk id="2" creationId="{00000000-0000-0000-0000-000000000000}"/>
          </ac:spMkLst>
        </pc:spChg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69005355" sldId="331"/>
        </pc:sldMkLst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2173282626" sldId="333"/>
        </pc:sldMkLst>
      </pc:sldChg>
      <pc:sldChg chg="modSp mod ord">
        <pc:chgData name="Songqing" userId="c4d8cb49210192e2" providerId="LiveId" clId="{93C1CECD-480D-4FA7-AD7C-706386E277C9}" dt="2023-04-22T17:34:44.951" v="357" actId="20577"/>
        <pc:sldMkLst>
          <pc:docMk/>
          <pc:sldMk cId="3083099032" sldId="337"/>
        </pc:sldMkLst>
        <pc:spChg chg="mod">
          <ac:chgData name="Songqing" userId="c4d8cb49210192e2" providerId="LiveId" clId="{93C1CECD-480D-4FA7-AD7C-706386E277C9}" dt="2023-04-22T17:34:44.951" v="357" actId="20577"/>
          <ac:spMkLst>
            <pc:docMk/>
            <pc:sldMk cId="3083099032" sldId="337"/>
            <ac:spMk id="2" creationId="{00000000-0000-0000-0000-000000000000}"/>
          </ac:spMkLst>
        </pc:spChg>
      </pc:sldChg>
      <pc:sldChg chg="del">
        <pc:chgData name="Songqing" userId="c4d8cb49210192e2" providerId="LiveId" clId="{93C1CECD-480D-4FA7-AD7C-706386E277C9}" dt="2023-04-22T19:40:49.206" v="10" actId="47"/>
        <pc:sldMkLst>
          <pc:docMk/>
          <pc:sldMk cId="2388337663" sldId="338"/>
        </pc:sldMkLst>
      </pc:sldChg>
      <pc:sldChg chg="del">
        <pc:chgData name="Songqing" userId="c4d8cb49210192e2" providerId="LiveId" clId="{93C1CECD-480D-4FA7-AD7C-706386E277C9}" dt="2023-04-22T19:40:49.206" v="10" actId="47"/>
        <pc:sldMkLst>
          <pc:docMk/>
          <pc:sldMk cId="2580069215" sldId="340"/>
        </pc:sldMkLst>
      </pc:sldChg>
      <pc:sldChg chg="addSp delSp modSp mod">
        <pc:chgData name="Songqing" userId="c4d8cb49210192e2" providerId="LiveId" clId="{93C1CECD-480D-4FA7-AD7C-706386E277C9}" dt="2023-04-22T19:46:54.036" v="66" actId="207"/>
        <pc:sldMkLst>
          <pc:docMk/>
          <pc:sldMk cId="3614543193" sldId="343"/>
        </pc:sldMkLst>
        <pc:spChg chg="del">
          <ac:chgData name="Songqing" userId="c4d8cb49210192e2" providerId="LiveId" clId="{93C1CECD-480D-4FA7-AD7C-706386E277C9}" dt="2023-04-22T19:42:39.803" v="16" actId="478"/>
          <ac:spMkLst>
            <pc:docMk/>
            <pc:sldMk cId="3614543193" sldId="343"/>
            <ac:spMk id="3" creationId="{0D39557E-3D00-FB86-0801-1FB082497C76}"/>
          </ac:spMkLst>
        </pc:spChg>
        <pc:spChg chg="del">
          <ac:chgData name="Songqing" userId="c4d8cb49210192e2" providerId="LiveId" clId="{93C1CECD-480D-4FA7-AD7C-706386E277C9}" dt="2023-04-22T19:42:39.803" v="16" actId="478"/>
          <ac:spMkLst>
            <pc:docMk/>
            <pc:sldMk cId="3614543193" sldId="343"/>
            <ac:spMk id="4" creationId="{EAFD530C-1314-107A-662D-D1071FEAB061}"/>
          </ac:spMkLst>
        </pc:spChg>
        <pc:spChg chg="del">
          <ac:chgData name="Songqing" userId="c4d8cb49210192e2" providerId="LiveId" clId="{93C1CECD-480D-4FA7-AD7C-706386E277C9}" dt="2023-04-22T19:42:39.803" v="16" actId="478"/>
          <ac:spMkLst>
            <pc:docMk/>
            <pc:sldMk cId="3614543193" sldId="343"/>
            <ac:spMk id="5" creationId="{D1957E2B-C95E-F46A-E30B-C42948C4E099}"/>
          </ac:spMkLst>
        </pc:spChg>
        <pc:spChg chg="add mod">
          <ac:chgData name="Songqing" userId="c4d8cb49210192e2" providerId="LiveId" clId="{93C1CECD-480D-4FA7-AD7C-706386E277C9}" dt="2023-04-22T19:46:54.036" v="66" actId="207"/>
          <ac:spMkLst>
            <pc:docMk/>
            <pc:sldMk cId="3614543193" sldId="343"/>
            <ac:spMk id="7" creationId="{E1258E66-8628-FC6F-D1A5-DA81430F83ED}"/>
          </ac:spMkLst>
        </pc:spChg>
        <pc:spChg chg="add mod">
          <ac:chgData name="Songqing" userId="c4d8cb49210192e2" providerId="LiveId" clId="{93C1CECD-480D-4FA7-AD7C-706386E277C9}" dt="2023-04-22T19:46:48.017" v="64" actId="207"/>
          <ac:spMkLst>
            <pc:docMk/>
            <pc:sldMk cId="3614543193" sldId="343"/>
            <ac:spMk id="8" creationId="{1693A789-7E00-2A9C-B497-8C391BA9A0DB}"/>
          </ac:spMkLst>
        </pc:spChg>
        <pc:spChg chg="add mod">
          <ac:chgData name="Songqing" userId="c4d8cb49210192e2" providerId="LiveId" clId="{93C1CECD-480D-4FA7-AD7C-706386E277C9}" dt="2023-04-22T19:46:44.342" v="63" actId="207"/>
          <ac:spMkLst>
            <pc:docMk/>
            <pc:sldMk cId="3614543193" sldId="343"/>
            <ac:spMk id="9" creationId="{B08AEFFB-FA97-CE52-DD87-86E52D377DC0}"/>
          </ac:spMkLst>
        </pc:spChg>
        <pc:spChg chg="del">
          <ac:chgData name="Songqing" userId="c4d8cb49210192e2" providerId="LiveId" clId="{93C1CECD-480D-4FA7-AD7C-706386E277C9}" dt="2023-04-22T19:45:21.997" v="24" actId="478"/>
          <ac:spMkLst>
            <pc:docMk/>
            <pc:sldMk cId="3614543193" sldId="343"/>
            <ac:spMk id="80" creationId="{00000000-0000-0000-0000-000000000000}"/>
          </ac:spMkLst>
        </pc:spChg>
        <pc:picChg chg="add mod">
          <ac:chgData name="Songqing" userId="c4d8cb49210192e2" providerId="LiveId" clId="{93C1CECD-480D-4FA7-AD7C-706386E277C9}" dt="2023-04-22T19:45:50.640" v="32" actId="1076"/>
          <ac:picMkLst>
            <pc:docMk/>
            <pc:sldMk cId="3614543193" sldId="343"/>
            <ac:picMk id="6" creationId="{86FAEA78-2A6B-832D-5333-F7923D1472F1}"/>
          </ac:picMkLst>
        </pc:picChg>
      </pc:sldChg>
      <pc:sldChg chg="addSp delSp modSp add mod">
        <pc:chgData name="Songqing" userId="c4d8cb49210192e2" providerId="LiveId" clId="{93C1CECD-480D-4FA7-AD7C-706386E277C9}" dt="2023-04-22T16:19:54.395" v="252" actId="1076"/>
        <pc:sldMkLst>
          <pc:docMk/>
          <pc:sldMk cId="1335039003" sldId="345"/>
        </pc:sldMkLst>
        <pc:spChg chg="del">
          <ac:chgData name="Songqing" userId="c4d8cb49210192e2" providerId="LiveId" clId="{93C1CECD-480D-4FA7-AD7C-706386E277C9}" dt="2023-04-22T16:19:50.585" v="250" actId="478"/>
          <ac:spMkLst>
            <pc:docMk/>
            <pc:sldMk cId="1335039003" sldId="345"/>
            <ac:spMk id="2" creationId="{00000000-0000-0000-0000-000000000000}"/>
          </ac:spMkLst>
        </pc:spChg>
        <pc:spChg chg="mod">
          <ac:chgData name="Songqing" userId="c4d8cb49210192e2" providerId="LiveId" clId="{93C1CECD-480D-4FA7-AD7C-706386E277C9}" dt="2023-04-22T19:55:37.595" v="248" actId="255"/>
          <ac:spMkLst>
            <pc:docMk/>
            <pc:sldMk cId="1335039003" sldId="345"/>
            <ac:spMk id="3" creationId="{0D39557E-3D00-FB86-0801-1FB082497C76}"/>
          </ac:spMkLst>
        </pc:spChg>
        <pc:spChg chg="mod">
          <ac:chgData name="Songqing" userId="c4d8cb49210192e2" providerId="LiveId" clId="{93C1CECD-480D-4FA7-AD7C-706386E277C9}" dt="2023-04-22T16:19:54.395" v="252" actId="1076"/>
          <ac:spMkLst>
            <pc:docMk/>
            <pc:sldMk cId="1335039003" sldId="345"/>
            <ac:spMk id="4" creationId="{EAFD530C-1314-107A-662D-D1071FEAB061}"/>
          </ac:spMkLst>
        </pc:spChg>
        <pc:spChg chg="mod">
          <ac:chgData name="Songqing" userId="c4d8cb49210192e2" providerId="LiveId" clId="{93C1CECD-480D-4FA7-AD7C-706386E277C9}" dt="2023-04-22T19:55:32.893" v="247" actId="255"/>
          <ac:spMkLst>
            <pc:docMk/>
            <pc:sldMk cId="1335039003" sldId="345"/>
            <ac:spMk id="5" creationId="{D1957E2B-C95E-F46A-E30B-C42948C4E099}"/>
          </ac:spMkLst>
        </pc:spChg>
        <pc:spChg chg="add mod">
          <ac:chgData name="Songqing" userId="c4d8cb49210192e2" providerId="LiveId" clId="{93C1CECD-480D-4FA7-AD7C-706386E277C9}" dt="2023-04-22T19:55:23.624" v="245" actId="255"/>
          <ac:spMkLst>
            <pc:docMk/>
            <pc:sldMk cId="1335039003" sldId="345"/>
            <ac:spMk id="6" creationId="{4C1FC41C-C56C-71F3-F744-9E5E51FE955A}"/>
          </ac:spMkLst>
        </pc:spChg>
        <pc:spChg chg="add del mod">
          <ac:chgData name="Songqing" userId="c4d8cb49210192e2" providerId="LiveId" clId="{93C1CECD-480D-4FA7-AD7C-706386E277C9}" dt="2023-04-22T16:19:53.495" v="251" actId="478"/>
          <ac:spMkLst>
            <pc:docMk/>
            <pc:sldMk cId="1335039003" sldId="345"/>
            <ac:spMk id="8" creationId="{06C4D837-933A-7B4F-0D8E-DCA9BF4A3E76}"/>
          </ac:spMkLst>
        </pc:spChg>
        <pc:spChg chg="del">
          <ac:chgData name="Songqing" userId="c4d8cb49210192e2" providerId="LiveId" clId="{93C1CECD-480D-4FA7-AD7C-706386E277C9}" dt="2023-04-22T19:56:00.109" v="249" actId="478"/>
          <ac:spMkLst>
            <pc:docMk/>
            <pc:sldMk cId="1335039003" sldId="345"/>
            <ac:spMk id="80" creationId="{00000000-0000-0000-0000-000000000000}"/>
          </ac:spMkLst>
        </pc:spChg>
      </pc:sldChg>
      <pc:sldChg chg="add">
        <pc:chgData name="Songqing" userId="c4d8cb49210192e2" providerId="LiveId" clId="{93C1CECD-480D-4FA7-AD7C-706386E277C9}" dt="2023-04-22T19:47:48.450" v="67" actId="2890"/>
        <pc:sldMkLst>
          <pc:docMk/>
          <pc:sldMk cId="2191391383" sldId="346"/>
        </pc:sldMkLst>
      </pc:sldChg>
      <pc:sldChg chg="modSp add mod">
        <pc:chgData name="Songqing" userId="c4d8cb49210192e2" providerId="LiveId" clId="{93C1CECD-480D-4FA7-AD7C-706386E277C9}" dt="2023-04-22T17:33:25.362" v="342" actId="14100"/>
        <pc:sldMkLst>
          <pc:docMk/>
          <pc:sldMk cId="1512227629" sldId="347"/>
        </pc:sldMkLst>
        <pc:spChg chg="mod">
          <ac:chgData name="Songqing" userId="c4d8cb49210192e2" providerId="LiveId" clId="{93C1CECD-480D-4FA7-AD7C-706386E277C9}" dt="2023-04-22T17:33:25.362" v="342" actId="14100"/>
          <ac:spMkLst>
            <pc:docMk/>
            <pc:sldMk cId="1512227629" sldId="347"/>
            <ac:spMk id="2" creationId="{00000000-0000-0000-0000-000000000000}"/>
          </ac:spMkLst>
        </pc:spChg>
      </pc:sldChg>
      <pc:sldChg chg="add">
        <pc:chgData name="Songqing" userId="c4d8cb49210192e2" providerId="LiveId" clId="{93C1CECD-480D-4FA7-AD7C-706386E277C9}" dt="2023-04-22T17:34:33.300" v="345" actId="2890"/>
        <pc:sldMkLst>
          <pc:docMk/>
          <pc:sldMk cId="4243295660" sldId="348"/>
        </pc:sldMkLst>
      </pc:sldChg>
    </pc:docChg>
  </pc:docChgLst>
  <pc:docChgLst>
    <pc:chgData name="Songqing Gu" userId="c4d8cb49210192e2" providerId="LiveId" clId="{93C1CECD-480D-4FA7-AD7C-706386E277C9}"/>
    <pc:docChg chg="modSld">
      <pc:chgData name="Songqing Gu" userId="c4d8cb49210192e2" providerId="LiveId" clId="{93C1CECD-480D-4FA7-AD7C-706386E277C9}" dt="2023-05-30T01:50:09.105" v="19" actId="14100"/>
      <pc:docMkLst>
        <pc:docMk/>
      </pc:docMkLst>
      <pc:sldChg chg="modSp mod">
        <pc:chgData name="Songqing Gu" userId="c4d8cb49210192e2" providerId="LiveId" clId="{93C1CECD-480D-4FA7-AD7C-706386E277C9}" dt="2023-05-25T09:16:57.536" v="18" actId="20577"/>
        <pc:sldMkLst>
          <pc:docMk/>
          <pc:sldMk cId="3373275006" sldId="330"/>
        </pc:sldMkLst>
        <pc:spChg chg="mod">
          <ac:chgData name="Songqing Gu" userId="c4d8cb49210192e2" providerId="LiveId" clId="{93C1CECD-480D-4FA7-AD7C-706386E277C9}" dt="2023-05-25T09:16:57.536" v="18" actId="20577"/>
          <ac:spMkLst>
            <pc:docMk/>
            <pc:sldMk cId="3373275006" sldId="330"/>
            <ac:spMk id="2" creationId="{00000000-0000-0000-0000-000000000000}"/>
          </ac:spMkLst>
        </pc:spChg>
      </pc:sldChg>
      <pc:sldChg chg="modSp mod">
        <pc:chgData name="Songqing Gu" userId="c4d8cb49210192e2" providerId="LiveId" clId="{93C1CECD-480D-4FA7-AD7C-706386E277C9}" dt="2023-05-30T01:50:09.105" v="19" actId="14100"/>
        <pc:sldMkLst>
          <pc:docMk/>
          <pc:sldMk cId="1335039003" sldId="345"/>
        </pc:sldMkLst>
        <pc:spChg chg="mod">
          <ac:chgData name="Songqing Gu" userId="c4d8cb49210192e2" providerId="LiveId" clId="{93C1CECD-480D-4FA7-AD7C-706386E277C9}" dt="2023-05-30T01:50:09.105" v="19" actId="14100"/>
          <ac:spMkLst>
            <pc:docMk/>
            <pc:sldMk cId="1335039003" sldId="345"/>
            <ac:spMk id="4" creationId="{EAFD530C-1314-107A-662D-D1071FEAB061}"/>
          </ac:spMkLst>
        </pc:spChg>
      </pc:sldChg>
    </pc:docChg>
  </pc:docChgLst>
  <pc:docChgLst>
    <pc:chgData name="Songqing" userId="c4d8cb49210192e2" providerId="LiveId" clId="{D253B87B-FCD9-46BC-920B-DA31D69B59D7}"/>
    <pc:docChg chg="undo custSel addSld delSld modSld sldOrd modSection">
      <pc:chgData name="Songqing" userId="c4d8cb49210192e2" providerId="LiveId" clId="{D253B87B-FCD9-46BC-920B-DA31D69B59D7}" dt="2023-04-22T13:48:03.035" v="2133" actId="108"/>
      <pc:docMkLst>
        <pc:docMk/>
      </pc:docMkLst>
      <pc:sldChg chg="modSp mod">
        <pc:chgData name="Songqing" userId="c4d8cb49210192e2" providerId="LiveId" clId="{D253B87B-FCD9-46BC-920B-DA31D69B59D7}" dt="2023-03-14T14:13:44.873" v="20"/>
        <pc:sldMkLst>
          <pc:docMk/>
          <pc:sldMk cId="3813058601" sldId="256"/>
        </pc:sldMkLst>
        <pc:spChg chg="mod">
          <ac:chgData name="Songqing" userId="c4d8cb49210192e2" providerId="LiveId" clId="{D253B87B-FCD9-46BC-920B-DA31D69B59D7}" dt="2023-03-14T14:13:44.873" v="20"/>
          <ac:spMkLst>
            <pc:docMk/>
            <pc:sldMk cId="3813058601" sldId="256"/>
            <ac:spMk id="3" creationId="{00000000-0000-0000-0000-000000000000}"/>
          </ac:spMkLst>
        </pc:spChg>
      </pc:sldChg>
      <pc:sldChg chg="del ord">
        <pc:chgData name="Songqing" userId="c4d8cb49210192e2" providerId="LiveId" clId="{D253B87B-FCD9-46BC-920B-DA31D69B59D7}" dt="2023-04-22T13:08:23.927" v="2002" actId="47"/>
        <pc:sldMkLst>
          <pc:docMk/>
          <pc:sldMk cId="3113703618" sldId="261"/>
        </pc:sldMkLst>
      </pc:sldChg>
      <pc:sldChg chg="del ord">
        <pc:chgData name="Songqing" userId="c4d8cb49210192e2" providerId="LiveId" clId="{D253B87B-FCD9-46BC-920B-DA31D69B59D7}" dt="2023-04-22T13:08:23.927" v="2002" actId="47"/>
        <pc:sldMkLst>
          <pc:docMk/>
          <pc:sldMk cId="2556401176" sldId="300"/>
        </pc:sldMkLst>
      </pc:sldChg>
      <pc:sldChg chg="modSp del mod">
        <pc:chgData name="Songqing" userId="c4d8cb49210192e2" providerId="LiveId" clId="{D253B87B-FCD9-46BC-920B-DA31D69B59D7}" dt="2023-04-01T05:10:22.856" v="35" actId="2696"/>
        <pc:sldMkLst>
          <pc:docMk/>
          <pc:sldMk cId="2297835283" sldId="302"/>
        </pc:sldMkLst>
        <pc:spChg chg="mod">
          <ac:chgData name="Songqing" userId="c4d8cb49210192e2" providerId="LiveId" clId="{D253B87B-FCD9-46BC-920B-DA31D69B59D7}" dt="2023-04-01T05:10:02.730" v="34" actId="1076"/>
          <ac:spMkLst>
            <pc:docMk/>
            <pc:sldMk cId="2297835283" sldId="302"/>
            <ac:spMk id="2" creationId="{00000000-0000-0000-0000-000000000000}"/>
          </ac:spMkLst>
        </pc:spChg>
      </pc:sldChg>
      <pc:sldChg chg="addSp delSp modSp mod">
        <pc:chgData name="Songqing" userId="c4d8cb49210192e2" providerId="LiveId" clId="{D253B87B-FCD9-46BC-920B-DA31D69B59D7}" dt="2023-04-02T00:16:59.980" v="72" actId="20577"/>
        <pc:sldMkLst>
          <pc:docMk/>
          <pc:sldMk cId="2247735642" sldId="303"/>
        </pc:sldMkLst>
        <pc:spChg chg="mod">
          <ac:chgData name="Songqing" userId="c4d8cb49210192e2" providerId="LiveId" clId="{D253B87B-FCD9-46BC-920B-DA31D69B59D7}" dt="2023-04-02T00:16:59.980" v="72" actId="20577"/>
          <ac:spMkLst>
            <pc:docMk/>
            <pc:sldMk cId="2247735642" sldId="303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1T05:14:19.725" v="54" actId="478"/>
          <ac:spMkLst>
            <pc:docMk/>
            <pc:sldMk cId="2247735642" sldId="303"/>
            <ac:spMk id="24" creationId="{00000000-0000-0000-0000-000000000000}"/>
          </ac:spMkLst>
        </pc:spChg>
        <pc:picChg chg="add mod">
          <ac:chgData name="Songqing" userId="c4d8cb49210192e2" providerId="LiveId" clId="{D253B87B-FCD9-46BC-920B-DA31D69B59D7}" dt="2023-04-01T05:13:58.348" v="50" actId="1076"/>
          <ac:picMkLst>
            <pc:docMk/>
            <pc:sldMk cId="2247735642" sldId="303"/>
            <ac:picMk id="5" creationId="{F352B082-6869-DDCA-1DDF-6DDAF735C122}"/>
          </ac:picMkLst>
        </pc:picChg>
        <pc:picChg chg="add mod">
          <ac:chgData name="Songqing" userId="c4d8cb49210192e2" providerId="LiveId" clId="{D253B87B-FCD9-46BC-920B-DA31D69B59D7}" dt="2023-04-01T05:14:05.707" v="52" actId="1076"/>
          <ac:picMkLst>
            <pc:docMk/>
            <pc:sldMk cId="2247735642" sldId="303"/>
            <ac:picMk id="9" creationId="{36C0C6C7-F5B8-6FF4-7219-17EBCD89C16E}"/>
          </ac:picMkLst>
        </pc:picChg>
        <pc:picChg chg="del">
          <ac:chgData name="Songqing" userId="c4d8cb49210192e2" providerId="LiveId" clId="{D253B87B-FCD9-46BC-920B-DA31D69B59D7}" dt="2023-04-01T05:13:42.100" v="43" actId="478"/>
          <ac:picMkLst>
            <pc:docMk/>
            <pc:sldMk cId="2247735642" sldId="303"/>
            <ac:picMk id="26" creationId="{00000000-0000-0000-0000-000000000000}"/>
          </ac:picMkLst>
        </pc:picChg>
        <pc:picChg chg="del">
          <ac:chgData name="Songqing" userId="c4d8cb49210192e2" providerId="LiveId" clId="{D253B87B-FCD9-46BC-920B-DA31D69B59D7}" dt="2023-04-01T05:13:38.491" v="40" actId="478"/>
          <ac:picMkLst>
            <pc:docMk/>
            <pc:sldMk cId="2247735642" sldId="303"/>
            <ac:picMk id="27" creationId="{00000000-0000-0000-0000-000000000000}"/>
          </ac:picMkLst>
        </pc:picChg>
        <pc:picChg chg="mod">
          <ac:chgData name="Songqing" userId="c4d8cb49210192e2" providerId="LiveId" clId="{D253B87B-FCD9-46BC-920B-DA31D69B59D7}" dt="2023-04-01T05:14:08.264" v="53" actId="1076"/>
          <ac:picMkLst>
            <pc:docMk/>
            <pc:sldMk cId="2247735642" sldId="303"/>
            <ac:picMk id="29" creationId="{00000000-0000-0000-0000-000000000000}"/>
          </ac:picMkLst>
        </pc:picChg>
        <pc:picChg chg="mod">
          <ac:chgData name="Songqing" userId="c4d8cb49210192e2" providerId="LiveId" clId="{D253B87B-FCD9-46BC-920B-DA31D69B59D7}" dt="2023-04-01T05:14:26.726" v="55" actId="1076"/>
          <ac:picMkLst>
            <pc:docMk/>
            <pc:sldMk cId="2247735642" sldId="303"/>
            <ac:picMk id="37" creationId="{00000000-0000-0000-0000-000000000000}"/>
          </ac:picMkLst>
        </pc:picChg>
        <pc:picChg chg="add mod">
          <ac:chgData name="Songqing" userId="c4d8cb49210192e2" providerId="LiveId" clId="{D253B87B-FCD9-46BC-920B-DA31D69B59D7}" dt="2023-04-01T05:14:30.145" v="56" actId="1076"/>
          <ac:picMkLst>
            <pc:docMk/>
            <pc:sldMk cId="2247735642" sldId="303"/>
            <ac:picMk id="1026" creationId="{70F56220-2D46-A331-9E1A-14A5B3EE3B05}"/>
          </ac:picMkLst>
        </pc:picChg>
        <pc:cxnChg chg="del mod">
          <ac:chgData name="Songqing" userId="c4d8cb49210192e2" providerId="LiveId" clId="{D253B87B-FCD9-46BC-920B-DA31D69B59D7}" dt="2023-04-01T05:13:39.628" v="41" actId="478"/>
          <ac:cxnSpMkLst>
            <pc:docMk/>
            <pc:sldMk cId="2247735642" sldId="303"/>
            <ac:cxnSpMk id="8" creationId="{00000000-0000-0000-0000-000000000000}"/>
          </ac:cxnSpMkLst>
        </pc:cxnChg>
        <pc:cxnChg chg="del mod">
          <ac:chgData name="Songqing" userId="c4d8cb49210192e2" providerId="LiveId" clId="{D253B87B-FCD9-46BC-920B-DA31D69B59D7}" dt="2023-04-01T05:13:40.658" v="42" actId="478"/>
          <ac:cxnSpMkLst>
            <pc:docMk/>
            <pc:sldMk cId="2247735642" sldId="303"/>
            <ac:cxnSpMk id="33" creationId="{00000000-0000-0000-0000-000000000000}"/>
          </ac:cxnSpMkLst>
        </pc:cxnChg>
        <pc:cxnChg chg="mod">
          <ac:chgData name="Songqing" userId="c4d8cb49210192e2" providerId="LiveId" clId="{D253B87B-FCD9-46BC-920B-DA31D69B59D7}" dt="2023-04-01T05:10:49.914" v="36" actId="14100"/>
          <ac:cxnSpMkLst>
            <pc:docMk/>
            <pc:sldMk cId="2247735642" sldId="303"/>
            <ac:cxnSpMk id="44" creationId="{00000000-0000-0000-0000-000000000000}"/>
          </ac:cxnSpMkLst>
        </pc:cxnChg>
      </pc:sldChg>
      <pc:sldChg chg="addSp modSp">
        <pc:chgData name="Songqing" userId="c4d8cb49210192e2" providerId="LiveId" clId="{D253B87B-FCD9-46BC-920B-DA31D69B59D7}" dt="2023-04-01T05:15:22.802" v="58" actId="1076"/>
        <pc:sldMkLst>
          <pc:docMk/>
          <pc:sldMk cId="942506135" sldId="305"/>
        </pc:sldMkLst>
        <pc:picChg chg="add mod">
          <ac:chgData name="Songqing" userId="c4d8cb49210192e2" providerId="LiveId" clId="{D253B87B-FCD9-46BC-920B-DA31D69B59D7}" dt="2023-04-01T05:15:22.802" v="58" actId="1076"/>
          <ac:picMkLst>
            <pc:docMk/>
            <pc:sldMk cId="942506135" sldId="305"/>
            <ac:picMk id="6" creationId="{BFF8A6D2-538D-A98A-5B80-DCCE40B0E089}"/>
          </ac:picMkLst>
        </pc:pic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956434690" sldId="307"/>
        </pc:sldMkLst>
      </pc:sldChg>
      <pc:sldChg chg="addSp delSp modSp mod">
        <pc:chgData name="Songqing" userId="c4d8cb49210192e2" providerId="LiveId" clId="{D253B87B-FCD9-46BC-920B-DA31D69B59D7}" dt="2023-04-22T13:18:51.102" v="2068" actId="1076"/>
        <pc:sldMkLst>
          <pc:docMk/>
          <pc:sldMk cId="1207033259" sldId="308"/>
        </pc:sldMkLst>
        <pc:spChg chg="add mod">
          <ac:chgData name="Songqing" userId="c4d8cb49210192e2" providerId="LiveId" clId="{D253B87B-FCD9-46BC-920B-DA31D69B59D7}" dt="2023-04-22T13:18:51.102" v="2068" actId="1076"/>
          <ac:spMkLst>
            <pc:docMk/>
            <pc:sldMk cId="1207033259" sldId="308"/>
            <ac:spMk id="2" creationId="{6539024E-1F6A-C2B9-9C0A-0144C1FE2E4E}"/>
          </ac:spMkLst>
        </pc:spChg>
        <pc:spChg chg="add del mod">
          <ac:chgData name="Songqing" userId="c4d8cb49210192e2" providerId="LiveId" clId="{D253B87B-FCD9-46BC-920B-DA31D69B59D7}" dt="2023-04-22T13:13:37.638" v="2019" actId="478"/>
          <ac:spMkLst>
            <pc:docMk/>
            <pc:sldMk cId="1207033259" sldId="308"/>
            <ac:spMk id="3" creationId="{859325B8-EE9C-0CC1-173D-45859788EB1A}"/>
          </ac:spMkLst>
        </pc:spChg>
        <pc:spChg chg="mod">
          <ac:chgData name="Songqing" userId="c4d8cb49210192e2" providerId="LiveId" clId="{D253B87B-FCD9-46BC-920B-DA31D69B59D7}" dt="2023-04-22T13:18:15.591" v="2064" actId="1076"/>
          <ac:spMkLst>
            <pc:docMk/>
            <pc:sldMk cId="1207033259" sldId="308"/>
            <ac:spMk id="21506" creationId="{00000000-0000-0000-0000-000000000000}"/>
          </ac:spMkLst>
        </pc:spChg>
        <pc:spChg chg="del mod">
          <ac:chgData name="Songqing" userId="c4d8cb49210192e2" providerId="LiveId" clId="{D253B87B-FCD9-46BC-920B-DA31D69B59D7}" dt="2023-04-08T19:26:47.519" v="891" actId="478"/>
          <ac:spMkLst>
            <pc:docMk/>
            <pc:sldMk cId="1207033259" sldId="308"/>
            <ac:spMk id="21507" creationId="{00000000-0000-0000-0000-000000000000}"/>
          </ac:spMkLst>
        </pc:spChg>
        <pc:spChg chg="del mod">
          <ac:chgData name="Songqing" userId="c4d8cb49210192e2" providerId="LiveId" clId="{D253B87B-FCD9-46BC-920B-DA31D69B59D7}" dt="2023-04-22T13:18:42.135" v="2067" actId="478"/>
          <ac:spMkLst>
            <pc:docMk/>
            <pc:sldMk cId="1207033259" sldId="308"/>
            <ac:spMk id="21508" creationId="{00000000-0000-0000-0000-000000000000}"/>
          </ac:spMkLst>
        </pc:spChg>
      </pc:sldChg>
      <pc:sldChg chg="ord">
        <pc:chgData name="Songqing" userId="c4d8cb49210192e2" providerId="LiveId" clId="{D253B87B-FCD9-46BC-920B-DA31D69B59D7}" dt="2023-04-01T07:56:38.690" v="61"/>
        <pc:sldMkLst>
          <pc:docMk/>
          <pc:sldMk cId="1386347104" sldId="309"/>
        </pc:sldMkLst>
      </pc:sldChg>
      <pc:sldChg chg="modSp del mod ord">
        <pc:chgData name="Songqing" userId="c4d8cb49210192e2" providerId="LiveId" clId="{D253B87B-FCD9-46BC-920B-DA31D69B59D7}" dt="2023-04-22T13:08:23.927" v="2002" actId="47"/>
        <pc:sldMkLst>
          <pc:docMk/>
          <pc:sldMk cId="627864415" sldId="310"/>
        </pc:sldMkLst>
        <pc:spChg chg="mod">
          <ac:chgData name="Songqing" userId="c4d8cb49210192e2" providerId="LiveId" clId="{D253B87B-FCD9-46BC-920B-DA31D69B59D7}" dt="2023-04-08T17:55:51.294" v="669" actId="20577"/>
          <ac:spMkLst>
            <pc:docMk/>
            <pc:sldMk cId="627864415" sldId="310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08T19:26:37.658" v="890" actId="14100"/>
          <ac:spMkLst>
            <pc:docMk/>
            <pc:sldMk cId="627864415" sldId="310"/>
            <ac:spMk id="6" creationId="{00000000-0000-0000-0000-000000000000}"/>
          </ac:spMkLst>
        </pc:spChg>
      </pc:sldChg>
      <pc:sldChg chg="addSp delSp modSp mod ord">
        <pc:chgData name="Songqing" userId="c4d8cb49210192e2" providerId="LiveId" clId="{D253B87B-FCD9-46BC-920B-DA31D69B59D7}" dt="2023-04-08T15:49:04.535" v="617" actId="20577"/>
        <pc:sldMkLst>
          <pc:docMk/>
          <pc:sldMk cId="2858780333" sldId="311"/>
        </pc:sldMkLst>
        <pc:spChg chg="mod">
          <ac:chgData name="Songqing" userId="c4d8cb49210192e2" providerId="LiveId" clId="{D253B87B-FCD9-46BC-920B-DA31D69B59D7}" dt="2023-04-08T15:49:04.535" v="617" actId="20577"/>
          <ac:spMkLst>
            <pc:docMk/>
            <pc:sldMk cId="2858780333" sldId="311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4" creationId="{00000000-0000-0000-0000-000000000000}"/>
          </ac:spMkLst>
        </pc:spChg>
        <pc:spChg chg="mod">
          <ac:chgData name="Songqing" userId="c4d8cb49210192e2" providerId="LiveId" clId="{D253B87B-FCD9-46BC-920B-DA31D69B59D7}" dt="2023-04-08T15:05:31.143" v="320" actId="1076"/>
          <ac:spMkLst>
            <pc:docMk/>
            <pc:sldMk cId="2858780333" sldId="311"/>
            <ac:spMk id="5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6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7" creationId="{00000000-0000-0000-0000-000000000000}"/>
          </ac:spMkLst>
        </pc:spChg>
        <pc:spChg chg="del mod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8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9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1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3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4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5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6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21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22" creationId="{00000000-0000-0000-0000-000000000000}"/>
          </ac:spMkLst>
        </pc:spChg>
        <pc:picChg chg="add mod">
          <ac:chgData name="Songqing" userId="c4d8cb49210192e2" providerId="LiveId" clId="{D253B87B-FCD9-46BC-920B-DA31D69B59D7}" dt="2023-04-02T00:21:21.169" v="92" actId="1076"/>
          <ac:picMkLst>
            <pc:docMk/>
            <pc:sldMk cId="2858780333" sldId="311"/>
            <ac:picMk id="3" creationId="{4252084F-0B2F-B102-4A01-CBF67D8D6E1D}"/>
          </ac:picMkLst>
        </pc:picChg>
        <pc:cxnChg chg="del mod">
          <ac:chgData name="Songqing" userId="c4d8cb49210192e2" providerId="LiveId" clId="{D253B87B-FCD9-46BC-920B-DA31D69B59D7}" dt="2023-04-02T00:21:15.965" v="91" actId="478"/>
          <ac:cxnSpMkLst>
            <pc:docMk/>
            <pc:sldMk cId="2858780333" sldId="311"/>
            <ac:cxnSpMk id="12" creationId="{00000000-0000-0000-0000-000000000000}"/>
          </ac:cxnSpMkLst>
        </pc:cxnChg>
      </pc:sldChg>
      <pc:sldChg chg="addSp modSp mod ord">
        <pc:chgData name="Songqing" userId="c4d8cb49210192e2" providerId="LiveId" clId="{D253B87B-FCD9-46BC-920B-DA31D69B59D7}" dt="2023-04-22T13:48:03.035" v="2133" actId="108"/>
        <pc:sldMkLst>
          <pc:docMk/>
          <pc:sldMk cId="2398645522" sldId="312"/>
        </pc:sldMkLst>
        <pc:spChg chg="add mod">
          <ac:chgData name="Songqing" userId="c4d8cb49210192e2" providerId="LiveId" clId="{D253B87B-FCD9-46BC-920B-DA31D69B59D7}" dt="2023-04-21T19:57:56.870" v="1172" actId="1076"/>
          <ac:spMkLst>
            <pc:docMk/>
            <pc:sldMk cId="2398645522" sldId="312"/>
            <ac:spMk id="3" creationId="{B8D8FD81-6557-1BCD-8860-5248CF024BA1}"/>
          </ac:spMkLst>
        </pc:spChg>
        <pc:spChg chg="add mod">
          <ac:chgData name="Songqing" userId="c4d8cb49210192e2" providerId="LiveId" clId="{D253B87B-FCD9-46BC-920B-DA31D69B59D7}" dt="2023-04-21T19:50:35.665" v="1126" actId="1076"/>
          <ac:spMkLst>
            <pc:docMk/>
            <pc:sldMk cId="2398645522" sldId="312"/>
            <ac:spMk id="5" creationId="{0E3943EE-24E8-6AF6-03DD-E42797DB8381}"/>
          </ac:spMkLst>
        </pc:spChg>
        <pc:spChg chg="add mod">
          <ac:chgData name="Songqing" userId="c4d8cb49210192e2" providerId="LiveId" clId="{D253B87B-FCD9-46BC-920B-DA31D69B59D7}" dt="2023-04-21T19:49:34.620" v="1111" actId="1076"/>
          <ac:spMkLst>
            <pc:docMk/>
            <pc:sldMk cId="2398645522" sldId="312"/>
            <ac:spMk id="7" creationId="{F22CA38A-031F-E342-D3B6-1F264A9A02AD}"/>
          </ac:spMkLst>
        </pc:spChg>
        <pc:spChg chg="add mod">
          <ac:chgData name="Songqing" userId="c4d8cb49210192e2" providerId="LiveId" clId="{D253B87B-FCD9-46BC-920B-DA31D69B59D7}" dt="2023-04-21T19:51:14.806" v="1135" actId="1076"/>
          <ac:spMkLst>
            <pc:docMk/>
            <pc:sldMk cId="2398645522" sldId="312"/>
            <ac:spMk id="8" creationId="{8E9DC6D3-CB7A-13C2-1800-B29FFF45855A}"/>
          </ac:spMkLst>
        </pc:spChg>
        <pc:spChg chg="add mod">
          <ac:chgData name="Songqing" userId="c4d8cb49210192e2" providerId="LiveId" clId="{D253B87B-FCD9-46BC-920B-DA31D69B59D7}" dt="2023-04-21T19:57:28.168" v="1168" actId="1076"/>
          <ac:spMkLst>
            <pc:docMk/>
            <pc:sldMk cId="2398645522" sldId="312"/>
            <ac:spMk id="23" creationId="{B88D52B7-8BA6-1FE8-CF64-2349AC93704A}"/>
          </ac:spMkLst>
        </pc:spChg>
        <pc:spChg chg="mod">
          <ac:chgData name="Songqing" userId="c4d8cb49210192e2" providerId="LiveId" clId="{D253B87B-FCD9-46BC-920B-DA31D69B59D7}" dt="2023-04-22T13:47:38.028" v="2130" actId="1076"/>
          <ac:spMkLst>
            <pc:docMk/>
            <pc:sldMk cId="2398645522" sldId="312"/>
            <ac:spMk id="35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45.576" v="2131" actId="1076"/>
          <ac:spMkLst>
            <pc:docMk/>
            <pc:sldMk cId="2398645522" sldId="312"/>
            <ac:spMk id="40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29.551" v="2129" actId="14100"/>
          <ac:spMkLst>
            <pc:docMk/>
            <pc:sldMk cId="2398645522" sldId="312"/>
            <ac:spMk id="55" creationId="{00000000-0000-0000-0000-000000000000}"/>
          </ac:spMkLst>
        </pc:spChg>
        <pc:spChg chg="mod">
          <ac:chgData name="Songqing" userId="c4d8cb49210192e2" providerId="LiveId" clId="{D253B87B-FCD9-46BC-920B-DA31D69B59D7}" dt="2023-04-22T13:48:03.035" v="2133" actId="108"/>
          <ac:spMkLst>
            <pc:docMk/>
            <pc:sldMk cId="2398645522" sldId="312"/>
            <ac:spMk id="66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55.175" v="2132" actId="108"/>
          <ac:spMkLst>
            <pc:docMk/>
            <pc:sldMk cId="2398645522" sldId="312"/>
            <ac:spMk id="73" creationId="{00000000-0000-0000-0000-000000000000}"/>
          </ac:spMkLst>
        </pc:spChg>
        <pc:cxnChg chg="add mod">
          <ac:chgData name="Songqing" userId="c4d8cb49210192e2" providerId="LiveId" clId="{D253B87B-FCD9-46BC-920B-DA31D69B59D7}" dt="2023-04-22T13:47:38.028" v="2130" actId="1076"/>
          <ac:cxnSpMkLst>
            <pc:docMk/>
            <pc:sldMk cId="2398645522" sldId="312"/>
            <ac:cxnSpMk id="10" creationId="{86A99A32-9358-86D9-38BC-9217D7DDCA0C}"/>
          </ac:cxnSpMkLst>
        </pc:cxnChg>
        <pc:cxnChg chg="add mod">
          <ac:chgData name="Songqing" userId="c4d8cb49210192e2" providerId="LiveId" clId="{D253B87B-FCD9-46BC-920B-DA31D69B59D7}" dt="2023-04-21T19:50:38.811" v="1127" actId="14100"/>
          <ac:cxnSpMkLst>
            <pc:docMk/>
            <pc:sldMk cId="2398645522" sldId="312"/>
            <ac:cxnSpMk id="11" creationId="{EC0B6F6A-ED35-C4AC-A5D9-CBE250E56391}"/>
          </ac:cxnSpMkLst>
        </pc:cxnChg>
        <pc:cxnChg chg="add mod">
          <ac:chgData name="Songqing" userId="c4d8cb49210192e2" providerId="LiveId" clId="{D253B87B-FCD9-46BC-920B-DA31D69B59D7}" dt="2023-04-21T19:50:54.615" v="1130" actId="14100"/>
          <ac:cxnSpMkLst>
            <pc:docMk/>
            <pc:sldMk cId="2398645522" sldId="312"/>
            <ac:cxnSpMk id="16" creationId="{D2C8B685-C108-F089-329B-E887F3898BC8}"/>
          </ac:cxnSpMkLst>
        </pc:cxnChg>
        <pc:cxnChg chg="add mod">
          <ac:chgData name="Songqing" userId="c4d8cb49210192e2" providerId="LiveId" clId="{D253B87B-FCD9-46BC-920B-DA31D69B59D7}" dt="2023-04-21T19:51:17.412" v="1136" actId="14100"/>
          <ac:cxnSpMkLst>
            <pc:docMk/>
            <pc:sldMk cId="2398645522" sldId="312"/>
            <ac:cxnSpMk id="19" creationId="{0703C5D7-934B-978B-7EBD-A11E9680479A}"/>
          </ac:cxnSpMkLst>
        </pc:cxnChg>
        <pc:cxnChg chg="add mod">
          <ac:chgData name="Songqing" userId="c4d8cb49210192e2" providerId="LiveId" clId="{D253B87B-FCD9-46BC-920B-DA31D69B59D7}" dt="2023-04-21T19:57:38.760" v="1171" actId="14100"/>
          <ac:cxnSpMkLst>
            <pc:docMk/>
            <pc:sldMk cId="2398645522" sldId="312"/>
            <ac:cxnSpMk id="24" creationId="{BE1C6BF6-4737-2D1B-9CFA-E7A7B0C220F1}"/>
          </ac:cxnSpMkLst>
        </pc:cxnChg>
        <pc:cxnChg chg="mod">
          <ac:chgData name="Songqing" userId="c4d8cb49210192e2" providerId="LiveId" clId="{D253B87B-FCD9-46BC-920B-DA31D69B59D7}" dt="2023-04-22T13:47:45.576" v="2131" actId="1076"/>
          <ac:cxnSpMkLst>
            <pc:docMk/>
            <pc:sldMk cId="2398645522" sldId="312"/>
            <ac:cxnSpMk id="26" creationId="{00000000-0000-0000-0000-000000000000}"/>
          </ac:cxnSpMkLst>
        </pc:cxnChg>
        <pc:cxnChg chg="mod">
          <ac:chgData name="Songqing" userId="c4d8cb49210192e2" providerId="LiveId" clId="{D253B87B-FCD9-46BC-920B-DA31D69B59D7}" dt="2023-04-22T13:47:45.576" v="2131" actId="1076"/>
          <ac:cxnSpMkLst>
            <pc:docMk/>
            <pc:sldMk cId="2398645522" sldId="312"/>
            <ac:cxnSpMk id="28" creationId="{00000000-0000-0000-0000-000000000000}"/>
          </ac:cxnSpMkLst>
        </pc:cxnChg>
        <pc:cxnChg chg="mod">
          <ac:chgData name="Songqing" userId="c4d8cb49210192e2" providerId="LiveId" clId="{D253B87B-FCD9-46BC-920B-DA31D69B59D7}" dt="2023-04-22T13:47:29.551" v="2129" actId="14100"/>
          <ac:cxnSpMkLst>
            <pc:docMk/>
            <pc:sldMk cId="2398645522" sldId="312"/>
            <ac:cxnSpMk id="30" creationId="{00000000-0000-0000-0000-000000000000}"/>
          </ac:cxnSpMkLst>
        </pc:cxnChg>
        <pc:cxnChg chg="mod">
          <ac:chgData name="Songqing" userId="c4d8cb49210192e2" providerId="LiveId" clId="{D253B87B-FCD9-46BC-920B-DA31D69B59D7}" dt="2023-04-21T19:59:09.656" v="1181" actId="1582"/>
          <ac:cxnSpMkLst>
            <pc:docMk/>
            <pc:sldMk cId="2398645522" sldId="312"/>
            <ac:cxnSpMk id="34" creationId="{00000000-0000-0000-0000-000000000000}"/>
          </ac:cxnSpMkLst>
        </pc:cxn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405679236" sldId="313"/>
        </pc:sldMkLst>
      </pc:sldChg>
      <pc:sldChg chg="del">
        <pc:chgData name="Songqing" userId="c4d8cb49210192e2" providerId="LiveId" clId="{D253B87B-FCD9-46BC-920B-DA31D69B59D7}" dt="2023-04-02T01:19:48.891" v="197" actId="2696"/>
        <pc:sldMkLst>
          <pc:docMk/>
          <pc:sldMk cId="4023077795" sldId="314"/>
        </pc:sldMkLst>
      </pc:sldChg>
      <pc:sldChg chg="modSp mod">
        <pc:chgData name="Songqing" userId="c4d8cb49210192e2" providerId="LiveId" clId="{D253B87B-FCD9-46BC-920B-DA31D69B59D7}" dt="2023-04-08T17:58:57.111" v="744" actId="20577"/>
        <pc:sldMkLst>
          <pc:docMk/>
          <pc:sldMk cId="2525518975" sldId="315"/>
        </pc:sldMkLst>
        <pc:spChg chg="mod">
          <ac:chgData name="Songqing" userId="c4d8cb49210192e2" providerId="LiveId" clId="{D253B87B-FCD9-46BC-920B-DA31D69B59D7}" dt="2023-04-08T17:58:57.111" v="744" actId="20577"/>
          <ac:spMkLst>
            <pc:docMk/>
            <pc:sldMk cId="2525518975" sldId="315"/>
            <ac:spMk id="2" creationId="{00000000-0000-0000-0000-000000000000}"/>
          </ac:spMkLst>
        </pc:spChg>
      </pc:sldChg>
      <pc:sldChg chg="addSp modSp mod ord">
        <pc:chgData name="Songqing" userId="c4d8cb49210192e2" providerId="LiveId" clId="{D253B87B-FCD9-46BC-920B-DA31D69B59D7}" dt="2023-04-22T13:22:39.157" v="2096" actId="20577"/>
        <pc:sldMkLst>
          <pc:docMk/>
          <pc:sldMk cId="413227472" sldId="317"/>
        </pc:sldMkLst>
        <pc:spChg chg="mod">
          <ac:chgData name="Songqing" userId="c4d8cb49210192e2" providerId="LiveId" clId="{D253B87B-FCD9-46BC-920B-DA31D69B59D7}" dt="2023-04-22T12:27:03.420" v="1627" actId="1076"/>
          <ac:spMkLst>
            <pc:docMk/>
            <pc:sldMk cId="413227472" sldId="317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3:22:39.157" v="2096" actId="20577"/>
          <ac:spMkLst>
            <pc:docMk/>
            <pc:sldMk cId="413227472" sldId="317"/>
            <ac:spMk id="3" creationId="{AFB455D9-7D2B-F604-2F76-901C3119A43D}"/>
          </ac:spMkLst>
        </pc:spChg>
      </pc:sldChg>
      <pc:sldChg chg="addSp delSp modSp mod">
        <pc:chgData name="Songqing" userId="c4d8cb49210192e2" providerId="LiveId" clId="{D253B87B-FCD9-46BC-920B-DA31D69B59D7}" dt="2023-04-08T17:55:36.107" v="668" actId="478"/>
        <pc:sldMkLst>
          <pc:docMk/>
          <pc:sldMk cId="2924215782" sldId="318"/>
        </pc:sldMkLst>
        <pc:spChg chg="mod">
          <ac:chgData name="Songqing" userId="c4d8cb49210192e2" providerId="LiveId" clId="{D253B87B-FCD9-46BC-920B-DA31D69B59D7}" dt="2023-04-08T15:57:07.973" v="663" actId="1076"/>
          <ac:spMkLst>
            <pc:docMk/>
            <pc:sldMk cId="2924215782" sldId="318"/>
            <ac:spMk id="4" creationId="{00000000-0000-0000-0000-000000000000}"/>
          </ac:spMkLst>
        </pc:spChg>
        <pc:spChg chg="add mod">
          <ac:chgData name="Songqing" userId="c4d8cb49210192e2" providerId="LiveId" clId="{D253B87B-FCD9-46BC-920B-DA31D69B59D7}" dt="2023-04-08T15:57:02.752" v="662" actId="14100"/>
          <ac:spMkLst>
            <pc:docMk/>
            <pc:sldMk cId="2924215782" sldId="318"/>
            <ac:spMk id="5" creationId="{2C1B7393-223D-166D-35CD-F3B8AFF2F5E8}"/>
          </ac:spMkLst>
        </pc:spChg>
        <pc:spChg chg="add del mod">
          <ac:chgData name="Songqing" userId="c4d8cb49210192e2" providerId="LiveId" clId="{D253B87B-FCD9-46BC-920B-DA31D69B59D7}" dt="2023-04-08T17:55:36.107" v="668" actId="478"/>
          <ac:spMkLst>
            <pc:docMk/>
            <pc:sldMk cId="2924215782" sldId="318"/>
            <ac:spMk id="7" creationId="{CDD0BF39-D8B2-C576-99BE-A5481941466D}"/>
          </ac:spMkLst>
        </pc:spChg>
      </pc:sldChg>
      <pc:sldChg chg="del">
        <pc:chgData name="Songqing" userId="c4d8cb49210192e2" providerId="LiveId" clId="{D253B87B-FCD9-46BC-920B-DA31D69B59D7}" dt="2023-04-08T17:57:32.827" v="670" actId="2696"/>
        <pc:sldMkLst>
          <pc:docMk/>
          <pc:sldMk cId="375882777" sldId="320"/>
        </pc:sldMkLst>
      </pc:sldChg>
      <pc:sldChg chg="addSp delSp modSp mod ord">
        <pc:chgData name="Songqing" userId="c4d8cb49210192e2" providerId="LiveId" clId="{D253B87B-FCD9-46BC-920B-DA31D69B59D7}" dt="2023-04-22T13:37:49.341" v="2116" actId="14100"/>
        <pc:sldMkLst>
          <pc:docMk/>
          <pc:sldMk cId="3672308756" sldId="322"/>
        </pc:sldMkLst>
        <pc:spChg chg="mod">
          <ac:chgData name="Songqing" userId="c4d8cb49210192e2" providerId="LiveId" clId="{D253B87B-FCD9-46BC-920B-DA31D69B59D7}" dt="2023-04-22T12:47:31.896" v="1956" actId="14100"/>
          <ac:spMkLst>
            <pc:docMk/>
            <pc:sldMk cId="3672308756" sldId="322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3:37:16.831" v="2110" actId="255"/>
          <ac:spMkLst>
            <pc:docMk/>
            <pc:sldMk cId="3672308756" sldId="322"/>
            <ac:spMk id="3" creationId="{17D58D55-368D-8F97-0B82-3D4CF27F02E0}"/>
          </ac:spMkLst>
        </pc:spChg>
        <pc:spChg chg="add mod">
          <ac:chgData name="Songqing" userId="c4d8cb49210192e2" providerId="LiveId" clId="{D253B87B-FCD9-46BC-920B-DA31D69B59D7}" dt="2023-04-22T13:37:49.341" v="2116" actId="14100"/>
          <ac:spMkLst>
            <pc:docMk/>
            <pc:sldMk cId="3672308756" sldId="322"/>
            <ac:spMk id="4" creationId="{870B8279-6158-4CA8-53F1-60E42474F6AC}"/>
          </ac:spMkLst>
        </pc:spChg>
        <pc:spChg chg="add del mod">
          <ac:chgData name="Songqing" userId="c4d8cb49210192e2" providerId="LiveId" clId="{D253B87B-FCD9-46BC-920B-DA31D69B59D7}" dt="2023-04-21T20:06:28.903" v="1183" actId="478"/>
          <ac:spMkLst>
            <pc:docMk/>
            <pc:sldMk cId="3672308756" sldId="322"/>
            <ac:spMk id="5" creationId="{C4D1D074-DA44-42AE-E1F0-56B2EC8870BF}"/>
          </ac:spMkLst>
        </pc:spChg>
        <pc:spChg chg="add del mod">
          <ac:chgData name="Songqing" userId="c4d8cb49210192e2" providerId="LiveId" clId="{D253B87B-FCD9-46BC-920B-DA31D69B59D7}" dt="2023-04-22T12:52:14.320" v="1982" actId="478"/>
          <ac:spMkLst>
            <pc:docMk/>
            <pc:sldMk cId="3672308756" sldId="322"/>
            <ac:spMk id="6" creationId="{6F58E267-720C-508A-01FA-9472864A351C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7" creationId="{04EDC746-B924-ADCD-A1D8-B8D65E28B2D4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8" creationId="{A0371E0D-B194-01E5-DFBD-F2E3ABB562A2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9" creationId="{AAC525E1-8DCC-09C2-7936-63F5FA30DF0E}"/>
          </ac:spMkLst>
        </pc:spChg>
        <pc:spChg chg="add mod">
          <ac:chgData name="Songqing" userId="c4d8cb49210192e2" providerId="LiveId" clId="{D253B87B-FCD9-46BC-920B-DA31D69B59D7}" dt="2023-04-22T13:37:46.481" v="2115" actId="1076"/>
          <ac:spMkLst>
            <pc:docMk/>
            <pc:sldMk cId="3672308756" sldId="322"/>
            <ac:spMk id="13" creationId="{F341FC7A-B4C9-8834-F34D-548FF51B21C1}"/>
          </ac:spMkLst>
        </pc:spChg>
        <pc:cxnChg chg="add mod">
          <ac:chgData name="Songqing" userId="c4d8cb49210192e2" providerId="LiveId" clId="{D253B87B-FCD9-46BC-920B-DA31D69B59D7}" dt="2023-04-22T12:52:34.195" v="1985" actId="1076"/>
          <ac:cxnSpMkLst>
            <pc:docMk/>
            <pc:sldMk cId="3672308756" sldId="322"/>
            <ac:cxnSpMk id="10" creationId="{44EF8AD3-E487-8D9E-5147-5EAE52BC0E04}"/>
          </ac:cxnSpMkLst>
        </pc:cxnChg>
        <pc:cxnChg chg="add mod">
          <ac:chgData name="Songqing" userId="c4d8cb49210192e2" providerId="LiveId" clId="{D253B87B-FCD9-46BC-920B-DA31D69B59D7}" dt="2023-04-22T12:52:57.707" v="1986" actId="14100"/>
          <ac:cxnSpMkLst>
            <pc:docMk/>
            <pc:sldMk cId="3672308756" sldId="322"/>
            <ac:cxnSpMk id="11" creationId="{C87DADED-675C-9F28-DCD5-FEF933547109}"/>
          </ac:cxnSpMkLst>
        </pc:cxnChg>
        <pc:cxnChg chg="add del mod">
          <ac:chgData name="Songqing" userId="c4d8cb49210192e2" providerId="LiveId" clId="{D253B87B-FCD9-46BC-920B-DA31D69B59D7}" dt="2023-04-22T12:47:46.729" v="1957" actId="478"/>
          <ac:cxnSpMkLst>
            <pc:docMk/>
            <pc:sldMk cId="3672308756" sldId="322"/>
            <ac:cxnSpMk id="12" creationId="{F63EA0C6-24F7-0F90-1DCF-53AA8BE5D512}"/>
          </ac:cxnSpMkLst>
        </pc:cxnChg>
      </pc:sldChg>
      <pc:sldChg chg="modSp mod ord">
        <pc:chgData name="Songqing" userId="c4d8cb49210192e2" providerId="LiveId" clId="{D253B87B-FCD9-46BC-920B-DA31D69B59D7}" dt="2023-04-22T11:28:25.061" v="1580" actId="14100"/>
        <pc:sldMkLst>
          <pc:docMk/>
          <pc:sldMk cId="3278352769" sldId="323"/>
        </pc:sldMkLst>
        <pc:spChg chg="mod">
          <ac:chgData name="Songqing" userId="c4d8cb49210192e2" providerId="LiveId" clId="{D253B87B-FCD9-46BC-920B-DA31D69B59D7}" dt="2023-04-22T11:28:25.061" v="1580" actId="14100"/>
          <ac:spMkLst>
            <pc:docMk/>
            <pc:sldMk cId="3278352769" sldId="323"/>
            <ac:spMk id="2" creationId="{00000000-0000-0000-0000-000000000000}"/>
          </ac:spMkLst>
        </pc:sp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726820711" sldId="324"/>
        </pc:sldMkLst>
      </pc:sldChg>
      <pc:sldChg chg="addSp delSp modSp mod ord">
        <pc:chgData name="Songqing" userId="c4d8cb49210192e2" providerId="LiveId" clId="{D253B87B-FCD9-46BC-920B-DA31D69B59D7}" dt="2023-04-22T12:58:32.721" v="2001" actId="1076"/>
        <pc:sldMkLst>
          <pc:docMk/>
          <pc:sldMk cId="2902447746" sldId="325"/>
        </pc:sldMkLst>
        <pc:spChg chg="mod">
          <ac:chgData name="Songqing" userId="c4d8cb49210192e2" providerId="LiveId" clId="{D253B87B-FCD9-46BC-920B-DA31D69B59D7}" dt="2023-04-22T12:58:16.929" v="1998" actId="14100"/>
          <ac:spMkLst>
            <pc:docMk/>
            <pc:sldMk cId="2902447746" sldId="325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2:58:28.982" v="2000" actId="1076"/>
          <ac:spMkLst>
            <pc:docMk/>
            <pc:sldMk cId="2902447746" sldId="325"/>
            <ac:spMk id="4" creationId="{A0CE9C82-686A-5084-4B0E-203431BA7E7D}"/>
          </ac:spMkLst>
        </pc:spChg>
        <pc:spChg chg="add mod">
          <ac:chgData name="Songqing" userId="c4d8cb49210192e2" providerId="LiveId" clId="{D253B87B-FCD9-46BC-920B-DA31D69B59D7}" dt="2023-04-22T12:58:22.784" v="1999" actId="1076"/>
          <ac:spMkLst>
            <pc:docMk/>
            <pc:sldMk cId="2902447746" sldId="325"/>
            <ac:spMk id="5" creationId="{887BD748-9D45-EEF1-6772-0C2B9E132AA6}"/>
          </ac:spMkLst>
        </pc:spChg>
        <pc:spChg chg="add mod">
          <ac:chgData name="Songqing" userId="c4d8cb49210192e2" providerId="LiveId" clId="{D253B87B-FCD9-46BC-920B-DA31D69B59D7}" dt="2023-04-22T12:58:32.721" v="2001" actId="1076"/>
          <ac:spMkLst>
            <pc:docMk/>
            <pc:sldMk cId="2902447746" sldId="325"/>
            <ac:spMk id="6" creationId="{23E69DFC-73B1-C5FA-6AD3-65B9B1C06AFE}"/>
          </ac:spMkLst>
        </pc:spChg>
        <pc:spChg chg="add del mod">
          <ac:chgData name="Songqing" userId="c4d8cb49210192e2" providerId="LiveId" clId="{D253B87B-FCD9-46BC-920B-DA31D69B59D7}" dt="2023-04-22T12:57:42.409" v="1996" actId="478"/>
          <ac:spMkLst>
            <pc:docMk/>
            <pc:sldMk cId="2902447746" sldId="325"/>
            <ac:spMk id="7" creationId="{D419C859-E6AD-2FC7-AE7D-14A6C906209C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8" creationId="{09EC026B-1365-CB6C-5011-288E2CB6BC94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9" creationId="{14B0957D-9DE9-1537-C8BA-894AA172403F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10" creationId="{54254A6E-2602-2475-C1B8-F1624EF4760A}"/>
          </ac:spMkLst>
        </pc:spChg>
        <pc:cxnChg chg="add mod">
          <ac:chgData name="Songqing" userId="c4d8cb49210192e2" providerId="LiveId" clId="{D253B87B-FCD9-46BC-920B-DA31D69B59D7}" dt="2023-04-22T12:57:38.050" v="1995" actId="1076"/>
          <ac:cxnSpMkLst>
            <pc:docMk/>
            <pc:sldMk cId="2902447746" sldId="325"/>
            <ac:cxnSpMk id="11" creationId="{503EADA5-9E66-9E2A-2EA7-D31436E9C953}"/>
          </ac:cxnSpMkLst>
        </pc:cxnChg>
        <pc:cxnChg chg="add mod">
          <ac:chgData name="Songqing" userId="c4d8cb49210192e2" providerId="LiveId" clId="{D253B87B-FCD9-46BC-920B-DA31D69B59D7}" dt="2023-04-22T12:57:38.050" v="1995" actId="1076"/>
          <ac:cxnSpMkLst>
            <pc:docMk/>
            <pc:sldMk cId="2902447746" sldId="325"/>
            <ac:cxnSpMk id="12" creationId="{A506EC48-98E8-5C14-0399-EE24AF935F8C}"/>
          </ac:cxnSpMkLst>
        </pc:cxnChg>
      </pc:sldChg>
      <pc:sldChg chg="modSp del mod">
        <pc:chgData name="Songqing" userId="c4d8cb49210192e2" providerId="LiveId" clId="{D253B87B-FCD9-46BC-920B-DA31D69B59D7}" dt="2023-04-06T02:46:15.719" v="283" actId="2696"/>
        <pc:sldMkLst>
          <pc:docMk/>
          <pc:sldMk cId="1963722721" sldId="326"/>
        </pc:sldMkLst>
        <pc:spChg chg="mod">
          <ac:chgData name="Songqing" userId="c4d8cb49210192e2" providerId="LiveId" clId="{D253B87B-FCD9-46BC-920B-DA31D69B59D7}" dt="2023-04-02T01:20:02.360" v="203" actId="14100"/>
          <ac:spMkLst>
            <pc:docMk/>
            <pc:sldMk cId="1963722721" sldId="326"/>
            <ac:spMk id="2" creationId="{00000000-0000-0000-0000-000000000000}"/>
          </ac:spMkLst>
        </pc:spChg>
      </pc:sldChg>
      <pc:sldChg chg="addSp delSp modSp mod ord">
        <pc:chgData name="Songqing" userId="c4d8cb49210192e2" providerId="LiveId" clId="{D253B87B-FCD9-46BC-920B-DA31D69B59D7}" dt="2023-04-22T13:25:28.158" v="2106" actId="478"/>
        <pc:sldMkLst>
          <pc:docMk/>
          <pc:sldMk cId="3328123108" sldId="327"/>
        </pc:sldMkLst>
        <pc:spChg chg="mod">
          <ac:chgData name="Songqing" userId="c4d8cb49210192e2" providerId="LiveId" clId="{D253B87B-FCD9-46BC-920B-DA31D69B59D7}" dt="2023-04-22T11:23:58.661" v="1528" actId="1076"/>
          <ac:spMkLst>
            <pc:docMk/>
            <pc:sldMk cId="3328123108" sldId="327"/>
            <ac:spMk id="2" creationId="{00000000-0000-0000-0000-000000000000}"/>
          </ac:spMkLst>
        </pc:spChg>
        <pc:spChg chg="add del mod">
          <ac:chgData name="Songqing" userId="c4d8cb49210192e2" providerId="LiveId" clId="{D253B87B-FCD9-46BC-920B-DA31D69B59D7}" dt="2023-04-22T11:16:45.521" v="1425" actId="478"/>
          <ac:spMkLst>
            <pc:docMk/>
            <pc:sldMk cId="3328123108" sldId="327"/>
            <ac:spMk id="3" creationId="{D332F776-7F90-7DD1-C814-F573542A311C}"/>
          </ac:spMkLst>
        </pc:spChg>
        <pc:spChg chg="add del mod">
          <ac:chgData name="Songqing" userId="c4d8cb49210192e2" providerId="LiveId" clId="{D253B87B-FCD9-46BC-920B-DA31D69B59D7}" dt="2023-04-22T11:16:46.620" v="1426" actId="478"/>
          <ac:spMkLst>
            <pc:docMk/>
            <pc:sldMk cId="3328123108" sldId="327"/>
            <ac:spMk id="4" creationId="{ABE08B85-3881-3C42-5278-6EDCB7E9AEC9}"/>
          </ac:spMkLst>
        </pc:spChg>
        <pc:spChg chg="add del mod">
          <ac:chgData name="Songqing" userId="c4d8cb49210192e2" providerId="LiveId" clId="{D253B87B-FCD9-46BC-920B-DA31D69B59D7}" dt="2023-04-22T11:16:48.647" v="1427" actId="478"/>
          <ac:spMkLst>
            <pc:docMk/>
            <pc:sldMk cId="3328123108" sldId="327"/>
            <ac:spMk id="5" creationId="{5627882B-CBF9-3AB4-C36C-8AB27EB1CE37}"/>
          </ac:spMkLst>
        </pc:spChg>
        <pc:spChg chg="add 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6" creationId="{0D77D6F5-B7F9-A23F-F679-7C53A5368C79}"/>
          </ac:spMkLst>
        </pc:spChg>
        <pc:spChg chg="del">
          <ac:chgData name="Songqing" userId="c4d8cb49210192e2" providerId="LiveId" clId="{D253B87B-FCD9-46BC-920B-DA31D69B59D7}" dt="2023-04-22T13:25:28.158" v="2106" actId="478"/>
          <ac:spMkLst>
            <pc:docMk/>
            <pc:sldMk cId="3328123108" sldId="327"/>
            <ac:spMk id="80" creationId="{00000000-0000-0000-0000-000000000000}"/>
          </ac:spMkLst>
        </pc:spChg>
        <pc:spChg chg="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81" creationId="{00000000-0000-0000-0000-000000000000}"/>
          </ac:spMkLst>
        </pc:spChg>
        <pc:spChg chg="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82" creationId="{00000000-0000-0000-0000-000000000000}"/>
          </ac:spMkLst>
        </pc:spChg>
        <pc:cxnChg chg="add del mod">
          <ac:chgData name="Songqing" userId="c4d8cb49210192e2" providerId="LiveId" clId="{D253B87B-FCD9-46BC-920B-DA31D69B59D7}" dt="2023-03-14T14:26:55.238" v="32" actId="478"/>
          <ac:cxnSpMkLst>
            <pc:docMk/>
            <pc:sldMk cId="3328123108" sldId="327"/>
            <ac:cxnSpMk id="6" creationId="{B5CBD535-CDD2-99BA-4367-EE634B08EE27}"/>
          </ac:cxnSpMkLst>
        </pc:cxnChg>
        <pc:cxnChg chg="add del mod ord">
          <ac:chgData name="Songqing" userId="c4d8cb49210192e2" providerId="LiveId" clId="{D253B87B-FCD9-46BC-920B-DA31D69B59D7}" dt="2023-04-22T11:16:41.371" v="1424" actId="478"/>
          <ac:cxnSpMkLst>
            <pc:docMk/>
            <pc:sldMk cId="3328123108" sldId="327"/>
            <ac:cxnSpMk id="9" creationId="{B1370D8B-6555-B9F3-73FB-189BD416DD34}"/>
          </ac:cxnSpMkLst>
        </pc:cxnChg>
      </pc:sldChg>
      <pc:sldChg chg="ord">
        <pc:chgData name="Songqing" userId="c4d8cb49210192e2" providerId="LiveId" clId="{D253B87B-FCD9-46BC-920B-DA31D69B59D7}" dt="2023-04-02T00:27:21.624" v="99"/>
        <pc:sldMkLst>
          <pc:docMk/>
          <pc:sldMk cId="3615647746" sldId="328"/>
        </pc:sldMkLst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125594860" sldId="329"/>
        </pc:sldMkLst>
      </pc:sldChg>
      <pc:sldChg chg="addSp delSp modSp mod">
        <pc:chgData name="Songqing" userId="c4d8cb49210192e2" providerId="LiveId" clId="{D253B87B-FCD9-46BC-920B-DA31D69B59D7}" dt="2023-04-22T11:27:59.484" v="1577" actId="255"/>
        <pc:sldMkLst>
          <pc:docMk/>
          <pc:sldMk cId="3373275006" sldId="330"/>
        </pc:sldMkLst>
        <pc:spChg chg="mod">
          <ac:chgData name="Songqing" userId="c4d8cb49210192e2" providerId="LiveId" clId="{D253B87B-FCD9-46BC-920B-DA31D69B59D7}" dt="2023-04-22T11:27:59.484" v="1577" actId="255"/>
          <ac:spMkLst>
            <pc:docMk/>
            <pc:sldMk cId="3373275006" sldId="330"/>
            <ac:spMk id="2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8T15:09:55.897" v="385" actId="12"/>
          <ac:spMkLst>
            <pc:docMk/>
            <pc:sldMk cId="3373275006" sldId="330"/>
            <ac:spMk id="3" creationId="{00000000-0000-0000-0000-000000000000}"/>
          </ac:spMkLst>
        </pc:spChg>
        <pc:spChg chg="add mod">
          <ac:chgData name="Songqing" userId="c4d8cb49210192e2" providerId="LiveId" clId="{D253B87B-FCD9-46BC-920B-DA31D69B59D7}" dt="2023-04-08T17:58:23.961" v="720" actId="20577"/>
          <ac:spMkLst>
            <pc:docMk/>
            <pc:sldMk cId="3373275006" sldId="330"/>
            <ac:spMk id="4" creationId="{317170BE-3862-6D30-B833-CD725827E4D6}"/>
          </ac:spMkLst>
        </pc:spChg>
      </pc:sldChg>
      <pc:sldChg chg="addSp delSp modSp add mod ord">
        <pc:chgData name="Songqing" userId="c4d8cb49210192e2" providerId="LiveId" clId="{D253B87B-FCD9-46BC-920B-DA31D69B59D7}" dt="2023-04-22T13:24:20.785" v="2105" actId="1076"/>
        <pc:sldMkLst>
          <pc:docMk/>
          <pc:sldMk cId="69005355" sldId="331"/>
        </pc:sldMkLst>
        <pc:spChg chg="mod">
          <ac:chgData name="Songqing" userId="c4d8cb49210192e2" providerId="LiveId" clId="{D253B87B-FCD9-46BC-920B-DA31D69B59D7}" dt="2023-04-22T13:24:20.785" v="2105" actId="1076"/>
          <ac:spMkLst>
            <pc:docMk/>
            <pc:sldMk cId="69005355" sldId="331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22T13:24:18.431" v="2104" actId="1076"/>
          <ac:spMkLst>
            <pc:docMk/>
            <pc:sldMk cId="69005355" sldId="331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6" creationId="{A5EB58B6-5C82-A95D-6595-39FA9D14E826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7" creationId="{DA242A2A-4FA6-14A4-AC4E-D1FA69042B40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8" creationId="{094873D3-1191-401F-34B1-A77B4BE2B83D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9" creationId="{41A7C2CA-0CD3-5C24-EA5A-2E316CBAFC5A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10" creationId="{B8436D58-6B27-116B-410E-32F370CBB7DE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11" creationId="{687AD08E-BBD1-3707-9C51-37AB158A4F88}"/>
          </ac:spMkLst>
        </pc:spChg>
        <pc:picChg chg="del">
          <ac:chgData name="Songqing" userId="c4d8cb49210192e2" providerId="LiveId" clId="{D253B87B-FCD9-46BC-920B-DA31D69B59D7}" dt="2023-04-02T01:12:59.431" v="123" actId="478"/>
          <ac:picMkLst>
            <pc:docMk/>
            <pc:sldMk cId="69005355" sldId="331"/>
            <ac:picMk id="3" creationId="{4252084F-0B2F-B102-4A01-CBF67D8D6E1D}"/>
          </ac:picMkLst>
        </pc:picChg>
        <pc:picChg chg="add del mod">
          <ac:chgData name="Songqing" userId="c4d8cb49210192e2" providerId="LiveId" clId="{D253B87B-FCD9-46BC-920B-DA31D69B59D7}" dt="2023-04-22T13:24:13.863" v="2103" actId="478"/>
          <ac:picMkLst>
            <pc:docMk/>
            <pc:sldMk cId="69005355" sldId="331"/>
            <ac:picMk id="4" creationId="{7DB23E28-9395-336E-9EA7-9B08D0D35F8A}"/>
          </ac:picMkLst>
        </pc:picChg>
      </pc:sldChg>
      <pc:sldChg chg="addSp delSp modSp add mod ord">
        <pc:chgData name="Songqing" userId="c4d8cb49210192e2" providerId="LiveId" clId="{D253B87B-FCD9-46BC-920B-DA31D69B59D7}" dt="2023-04-22T13:10:39.020" v="2005" actId="255"/>
        <pc:sldMkLst>
          <pc:docMk/>
          <pc:sldMk cId="2075869107" sldId="332"/>
        </pc:sldMkLst>
        <pc:spChg chg="mod">
          <ac:chgData name="Songqing" userId="c4d8cb49210192e2" providerId="LiveId" clId="{D253B87B-FCD9-46BC-920B-DA31D69B59D7}" dt="2023-04-22T13:10:39.020" v="2005" actId="255"/>
          <ac:spMkLst>
            <pc:docMk/>
            <pc:sldMk cId="2075869107" sldId="332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6T02:42:37.510" v="274" actId="478"/>
          <ac:spMkLst>
            <pc:docMk/>
            <pc:sldMk cId="2075869107" sldId="332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6T02:42:42.550" v="275" actId="478"/>
          <ac:spMkLst>
            <pc:docMk/>
            <pc:sldMk cId="2075869107" sldId="332"/>
            <ac:spMk id="6" creationId="{260FCD9E-B396-B43F-2E0F-72EBA274C366}"/>
          </ac:spMkLst>
        </pc:spChg>
        <pc:picChg chg="del">
          <ac:chgData name="Songqing" userId="c4d8cb49210192e2" providerId="LiveId" clId="{D253B87B-FCD9-46BC-920B-DA31D69B59D7}" dt="2023-04-06T02:42:44.540" v="276" actId="478"/>
          <ac:picMkLst>
            <pc:docMk/>
            <pc:sldMk cId="2075869107" sldId="332"/>
            <ac:picMk id="3" creationId="{4252084F-0B2F-B102-4A01-CBF67D8D6E1D}"/>
          </ac:picMkLst>
        </pc:picChg>
      </pc:sldChg>
      <pc:sldChg chg="addSp delSp modSp add mod ord">
        <pc:chgData name="Songqing" userId="c4d8cb49210192e2" providerId="LiveId" clId="{D253B87B-FCD9-46BC-920B-DA31D69B59D7}" dt="2023-04-22T13:12:41.541" v="2012" actId="1076"/>
        <pc:sldMkLst>
          <pc:docMk/>
          <pc:sldMk cId="2173282626" sldId="333"/>
        </pc:sldMkLst>
        <pc:spChg chg="mod">
          <ac:chgData name="Songqing" userId="c4d8cb49210192e2" providerId="LiveId" clId="{D253B87B-FCD9-46BC-920B-DA31D69B59D7}" dt="2023-04-22T13:12:41.541" v="2012" actId="1076"/>
          <ac:spMkLst>
            <pc:docMk/>
            <pc:sldMk cId="2173282626" sldId="333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0:33.116" v="619" actId="478"/>
          <ac:spMkLst>
            <pc:docMk/>
            <pc:sldMk cId="2173282626" sldId="333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8T19:25:35.799" v="861" actId="478"/>
          <ac:spMkLst>
            <pc:docMk/>
            <pc:sldMk cId="2173282626" sldId="333"/>
            <ac:spMk id="6" creationId="{F37795EA-1422-97A6-E75D-D918C0C162CA}"/>
          </ac:spMkLst>
        </pc:spChg>
        <pc:picChg chg="del">
          <ac:chgData name="Songqing" userId="c4d8cb49210192e2" providerId="LiveId" clId="{D253B87B-FCD9-46BC-920B-DA31D69B59D7}" dt="2023-04-22T13:12:27.823" v="2008" actId="478"/>
          <ac:picMkLst>
            <pc:docMk/>
            <pc:sldMk cId="2173282626" sldId="333"/>
            <ac:picMk id="4" creationId="{7DB23E28-9395-336E-9EA7-9B08D0D35F8A}"/>
          </ac:picMkLst>
        </pc:picChg>
      </pc:sldChg>
      <pc:sldChg chg="delSp modSp add mod ord">
        <pc:chgData name="Songqing" userId="c4d8cb49210192e2" providerId="LiveId" clId="{D253B87B-FCD9-46BC-920B-DA31D69B59D7}" dt="2023-04-22T11:27:14.129" v="1575" actId="20577"/>
        <pc:sldMkLst>
          <pc:docMk/>
          <pc:sldMk cId="2108580856" sldId="334"/>
        </pc:sldMkLst>
        <pc:spChg chg="mod">
          <ac:chgData name="Songqing" userId="c4d8cb49210192e2" providerId="LiveId" clId="{D253B87B-FCD9-46BC-920B-DA31D69B59D7}" dt="2023-04-22T11:27:14.129" v="1575" actId="20577"/>
          <ac:spMkLst>
            <pc:docMk/>
            <pc:sldMk cId="2108580856" sldId="334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41.609" v="651" actId="478"/>
          <ac:spMkLst>
            <pc:docMk/>
            <pc:sldMk cId="2108580856" sldId="334"/>
            <ac:spMk id="3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41.609" v="651" actId="478"/>
          <ac:spMkLst>
            <pc:docMk/>
            <pc:sldMk cId="2108580856" sldId="334"/>
            <ac:spMk id="4" creationId="{317170BE-3862-6D30-B833-CD725827E4D6}"/>
          </ac:spMkLst>
        </pc:spChg>
      </pc:sldChg>
      <pc:sldChg chg="delSp modSp add del mod">
        <pc:chgData name="Songqing" userId="c4d8cb49210192e2" providerId="LiveId" clId="{D253B87B-FCD9-46BC-920B-DA31D69B59D7}" dt="2023-04-08T15:53:43.267" v="654" actId="47"/>
        <pc:sldMkLst>
          <pc:docMk/>
          <pc:sldMk cId="52152789" sldId="335"/>
        </pc:sldMkLst>
        <pc:spChg chg="mod">
          <ac:chgData name="Songqing" userId="c4d8cb49210192e2" providerId="LiveId" clId="{D253B87B-FCD9-46BC-920B-DA31D69B59D7}" dt="2023-04-08T15:36:47.831" v="563" actId="5793"/>
          <ac:spMkLst>
            <pc:docMk/>
            <pc:sldMk cId="52152789" sldId="335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50.338" v="652" actId="478"/>
          <ac:spMkLst>
            <pc:docMk/>
            <pc:sldMk cId="52152789" sldId="335"/>
            <ac:spMk id="3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50.338" v="652" actId="478"/>
          <ac:spMkLst>
            <pc:docMk/>
            <pc:sldMk cId="52152789" sldId="335"/>
            <ac:spMk id="4" creationId="{317170BE-3862-6D30-B833-CD725827E4D6}"/>
          </ac:spMkLst>
        </pc:spChg>
      </pc:sldChg>
      <pc:sldChg chg="delSp modSp add del mod ord">
        <pc:chgData name="Songqing" userId="c4d8cb49210192e2" providerId="LiveId" clId="{D253B87B-FCD9-46BC-920B-DA31D69B59D7}" dt="2023-04-21T19:46:38.655" v="1036" actId="2696"/>
        <pc:sldMkLst>
          <pc:docMk/>
          <pc:sldMk cId="1341260443" sldId="336"/>
        </pc:sldMkLst>
        <pc:spChg chg="mod">
          <ac:chgData name="Songqing" userId="c4d8cb49210192e2" providerId="LiveId" clId="{D253B87B-FCD9-46BC-920B-DA31D69B59D7}" dt="2023-04-08T15:51:30.808" v="633" actId="20577"/>
          <ac:spMkLst>
            <pc:docMk/>
            <pc:sldMk cId="1341260443" sldId="336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1:37.786" v="634" actId="478"/>
          <ac:spMkLst>
            <pc:docMk/>
            <pc:sldMk cId="1341260443" sldId="336"/>
            <ac:spMk id="6" creationId="{F37795EA-1422-97A6-E75D-D918C0C162CA}"/>
          </ac:spMkLst>
        </pc:spChg>
        <pc:picChg chg="del mod">
          <ac:chgData name="Songqing" userId="c4d8cb49210192e2" providerId="LiveId" clId="{D253B87B-FCD9-46BC-920B-DA31D69B59D7}" dt="2023-04-16T13:18:17.832" v="1033" actId="478"/>
          <ac:picMkLst>
            <pc:docMk/>
            <pc:sldMk cId="1341260443" sldId="336"/>
            <ac:picMk id="4" creationId="{7DB23E28-9395-336E-9EA7-9B08D0D35F8A}"/>
          </ac:picMkLst>
        </pc:picChg>
      </pc:sldChg>
      <pc:sldChg chg="delSp modSp add mod ord">
        <pc:chgData name="Songqing" userId="c4d8cb49210192e2" providerId="LiveId" clId="{D253B87B-FCD9-46BC-920B-DA31D69B59D7}" dt="2023-04-22T13:11:46.730" v="2007" actId="14100"/>
        <pc:sldMkLst>
          <pc:docMk/>
          <pc:sldMk cId="3083099032" sldId="337"/>
        </pc:sldMkLst>
        <pc:spChg chg="mod">
          <ac:chgData name="Songqing" userId="c4d8cb49210192e2" providerId="LiveId" clId="{D253B87B-FCD9-46BC-920B-DA31D69B59D7}" dt="2023-04-22T13:11:46.730" v="2007" actId="14100"/>
          <ac:spMkLst>
            <pc:docMk/>
            <pc:sldMk cId="3083099032" sldId="337"/>
            <ac:spMk id="2" creationId="{00000000-0000-0000-0000-000000000000}"/>
          </ac:spMkLst>
        </pc:spChg>
        <pc:picChg chg="del mod">
          <ac:chgData name="Songqing" userId="c4d8cb49210192e2" providerId="LiveId" clId="{D253B87B-FCD9-46BC-920B-DA31D69B59D7}" dt="2023-04-22T11:28:50.317" v="1584" actId="478"/>
          <ac:picMkLst>
            <pc:docMk/>
            <pc:sldMk cId="3083099032" sldId="337"/>
            <ac:picMk id="4" creationId="{7DB23E28-9395-336E-9EA7-9B08D0D35F8A}"/>
          </ac:picMkLst>
        </pc:picChg>
      </pc:sldChg>
      <pc:sldChg chg="delSp modSp add mod">
        <pc:chgData name="Songqing" userId="c4d8cb49210192e2" providerId="LiveId" clId="{D253B87B-FCD9-46BC-920B-DA31D69B59D7}" dt="2023-04-22T13:23:40.105" v="2097" actId="255"/>
        <pc:sldMkLst>
          <pc:docMk/>
          <pc:sldMk cId="2388337663" sldId="338"/>
        </pc:sldMkLst>
        <pc:spChg chg="mod">
          <ac:chgData name="Songqing" userId="c4d8cb49210192e2" providerId="LiveId" clId="{D253B87B-FCD9-46BC-920B-DA31D69B59D7}" dt="2023-04-22T13:23:40.105" v="2097" actId="255"/>
          <ac:spMkLst>
            <pc:docMk/>
            <pc:sldMk cId="2388337663" sldId="338"/>
            <ac:spMk id="2" creationId="{00000000-0000-0000-0000-000000000000}"/>
          </ac:spMkLst>
        </pc:spChg>
        <pc:picChg chg="del">
          <ac:chgData name="Songqing" userId="c4d8cb49210192e2" providerId="LiveId" clId="{D253B87B-FCD9-46BC-920B-DA31D69B59D7}" dt="2023-04-22T12:43:18.644" v="1812" actId="478"/>
          <ac:picMkLst>
            <pc:docMk/>
            <pc:sldMk cId="2388337663" sldId="338"/>
            <ac:picMk id="4" creationId="{7DB23E28-9395-336E-9EA7-9B08D0D35F8A}"/>
          </ac:picMkLst>
        </pc:picChg>
      </pc:sldChg>
      <pc:sldChg chg="addSp delSp modSp add mod">
        <pc:chgData name="Songqing" userId="c4d8cb49210192e2" providerId="LiveId" clId="{D253B87B-FCD9-46BC-920B-DA31D69B59D7}" dt="2023-04-22T13:38:22.856" v="2117" actId="1076"/>
        <pc:sldMkLst>
          <pc:docMk/>
          <pc:sldMk cId="765302659" sldId="339"/>
        </pc:sldMkLst>
        <pc:spChg chg="del mod">
          <ac:chgData name="Songqing" userId="c4d8cb49210192e2" providerId="LiveId" clId="{D253B87B-FCD9-46BC-920B-DA31D69B59D7}" dt="2023-04-21T20:06:56.061" v="1191" actId="478"/>
          <ac:spMkLst>
            <pc:docMk/>
            <pc:sldMk cId="765302659" sldId="339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21T20:06:36.964" v="1185" actId="478"/>
          <ac:spMkLst>
            <pc:docMk/>
            <pc:sldMk cId="765302659" sldId="339"/>
            <ac:spMk id="3" creationId="{17D58D55-368D-8F97-0B82-3D4CF27F02E0}"/>
          </ac:spMkLst>
        </pc:spChg>
        <pc:spChg chg="del">
          <ac:chgData name="Songqing" userId="c4d8cb49210192e2" providerId="LiveId" clId="{D253B87B-FCD9-46BC-920B-DA31D69B59D7}" dt="2023-04-21T20:06:33.560" v="1184" actId="478"/>
          <ac:spMkLst>
            <pc:docMk/>
            <pc:sldMk cId="765302659" sldId="339"/>
            <ac:spMk id="4" creationId="{870B8279-6158-4CA8-53F1-60E42474F6AC}"/>
          </ac:spMkLst>
        </pc:spChg>
        <pc:spChg chg="mod">
          <ac:chgData name="Songqing" userId="c4d8cb49210192e2" providerId="LiveId" clId="{D253B87B-FCD9-46BC-920B-DA31D69B59D7}" dt="2023-04-21T20:07:31.539" v="1198" actId="255"/>
          <ac:spMkLst>
            <pc:docMk/>
            <pc:sldMk cId="765302659" sldId="339"/>
            <ac:spMk id="5" creationId="{C4D1D074-DA44-42AE-E1F0-56B2EC8870BF}"/>
          </ac:spMkLst>
        </pc:spChg>
        <pc:spChg chg="add del mod">
          <ac:chgData name="Songqing" userId="c4d8cb49210192e2" providerId="LiveId" clId="{D253B87B-FCD9-46BC-920B-DA31D69B59D7}" dt="2023-04-21T20:06:59.385" v="1192" actId="478"/>
          <ac:spMkLst>
            <pc:docMk/>
            <pc:sldMk cId="765302659" sldId="339"/>
            <ac:spMk id="7" creationId="{84DDFE02-D867-9D00-A119-9EF0F162B568}"/>
          </ac:spMkLst>
        </pc:spChg>
        <pc:spChg chg="add mod">
          <ac:chgData name="Songqing" userId="c4d8cb49210192e2" providerId="LiveId" clId="{D253B87B-FCD9-46BC-920B-DA31D69B59D7}" dt="2023-04-22T07:13:47.109" v="1370" actId="14100"/>
          <ac:spMkLst>
            <pc:docMk/>
            <pc:sldMk cId="765302659" sldId="339"/>
            <ac:spMk id="8" creationId="{625E1624-1E21-D720-B2C2-1D8728AA0F33}"/>
          </ac:spMkLst>
        </pc:spChg>
        <pc:spChg chg="add mod">
          <ac:chgData name="Songqing" userId="c4d8cb49210192e2" providerId="LiveId" clId="{D253B87B-FCD9-46BC-920B-DA31D69B59D7}" dt="2023-04-22T13:38:22.856" v="2117" actId="1076"/>
          <ac:spMkLst>
            <pc:docMk/>
            <pc:sldMk cId="765302659" sldId="339"/>
            <ac:spMk id="9" creationId="{66B5D8AA-D7CF-1730-A917-03B73B0D8B80}"/>
          </ac:spMkLst>
        </pc:spChg>
      </pc:sldChg>
      <pc:sldChg chg="addSp delSp modSp add mod">
        <pc:chgData name="Songqing" userId="c4d8cb49210192e2" providerId="LiveId" clId="{D253B87B-FCD9-46BC-920B-DA31D69B59D7}" dt="2023-04-22T06:21:51.385" v="1313" actId="20577"/>
        <pc:sldMkLst>
          <pc:docMk/>
          <pc:sldMk cId="2580069215" sldId="340"/>
        </pc:sldMkLst>
        <pc:spChg chg="del">
          <ac:chgData name="Songqing" userId="c4d8cb49210192e2" providerId="LiveId" clId="{D253B87B-FCD9-46BC-920B-DA31D69B59D7}" dt="2023-04-22T06:19:58.509" v="1285" actId="478"/>
          <ac:spMkLst>
            <pc:docMk/>
            <pc:sldMk cId="2580069215" sldId="340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21T20:17:59.935" v="1200" actId="478"/>
          <ac:spMkLst>
            <pc:docMk/>
            <pc:sldMk cId="2580069215" sldId="340"/>
            <ac:spMk id="3" creationId="{B8D8FD81-6557-1BCD-8860-5248CF024BA1}"/>
          </ac:spMkLst>
        </pc:spChg>
        <pc:spChg chg="del">
          <ac:chgData name="Songqing" userId="c4d8cb49210192e2" providerId="LiveId" clId="{D253B87B-FCD9-46BC-920B-DA31D69B59D7}" dt="2023-04-21T20:18:27.575" v="1211" actId="478"/>
          <ac:spMkLst>
            <pc:docMk/>
            <pc:sldMk cId="2580069215" sldId="340"/>
            <ac:spMk id="4" creationId="{00000000-0000-0000-0000-000000000000}"/>
          </ac:spMkLst>
        </pc:spChg>
        <pc:spChg chg="del">
          <ac:chgData name="Songqing" userId="c4d8cb49210192e2" providerId="LiveId" clId="{D253B87B-FCD9-46BC-920B-DA31D69B59D7}" dt="2023-04-21T20:18:01.163" v="1201" actId="478"/>
          <ac:spMkLst>
            <pc:docMk/>
            <pc:sldMk cId="2580069215" sldId="340"/>
            <ac:spMk id="5" creationId="{0E3943EE-24E8-6AF6-03DD-E42797DB8381}"/>
          </ac:spMkLst>
        </pc:spChg>
        <pc:spChg chg="mod">
          <ac:chgData name="Songqing" userId="c4d8cb49210192e2" providerId="LiveId" clId="{D253B87B-FCD9-46BC-920B-DA31D69B59D7}" dt="2023-04-22T06:21:51.385" v="1313" actId="20577"/>
          <ac:spMkLst>
            <pc:docMk/>
            <pc:sldMk cId="2580069215" sldId="340"/>
            <ac:spMk id="6" creationId="{00000000-0000-0000-0000-000000000000}"/>
          </ac:spMkLst>
        </pc:spChg>
        <pc:spChg chg="del">
          <ac:chgData name="Songqing" userId="c4d8cb49210192e2" providerId="LiveId" clId="{D253B87B-FCD9-46BC-920B-DA31D69B59D7}" dt="2023-04-21T20:18:17.713" v="1210" actId="478"/>
          <ac:spMkLst>
            <pc:docMk/>
            <pc:sldMk cId="2580069215" sldId="340"/>
            <ac:spMk id="7" creationId="{F22CA38A-031F-E342-D3B6-1F264A9A02AD}"/>
          </ac:spMkLst>
        </pc:spChg>
        <pc:spChg chg="del">
          <ac:chgData name="Songqing" userId="c4d8cb49210192e2" providerId="LiveId" clId="{D253B87B-FCD9-46BC-920B-DA31D69B59D7}" dt="2023-04-21T20:18:13.585" v="1209" actId="478"/>
          <ac:spMkLst>
            <pc:docMk/>
            <pc:sldMk cId="2580069215" sldId="340"/>
            <ac:spMk id="8" creationId="{8E9DC6D3-CB7A-13C2-1800-B29FFF45855A}"/>
          </ac:spMkLst>
        </pc:spChg>
        <pc:spChg chg="add del mod">
          <ac:chgData name="Songqing" userId="c4d8cb49210192e2" providerId="LiveId" clId="{D253B87B-FCD9-46BC-920B-DA31D69B59D7}" dt="2023-04-22T06:20:01.219" v="1286" actId="478"/>
          <ac:spMkLst>
            <pc:docMk/>
            <pc:sldMk cId="2580069215" sldId="340"/>
            <ac:spMk id="12" creationId="{78ACD9E5-55B2-5784-9D13-AC2BF566D7D5}"/>
          </ac:spMkLst>
        </pc:spChg>
        <pc:spChg chg="del mod">
          <ac:chgData name="Songqing" userId="c4d8cb49210192e2" providerId="LiveId" clId="{D253B87B-FCD9-46BC-920B-DA31D69B59D7}" dt="2023-04-21T20:18:08.465" v="1207" actId="478"/>
          <ac:spMkLst>
            <pc:docMk/>
            <pc:sldMk cId="2580069215" sldId="340"/>
            <ac:spMk id="23" creationId="{B88D52B7-8BA6-1FE8-CF64-2349AC93704A}"/>
          </ac:spMkLst>
        </pc:spChg>
        <pc:cxnChg chg="del mod">
          <ac:chgData name="Songqing" userId="c4d8cb49210192e2" providerId="LiveId" clId="{D253B87B-FCD9-46BC-920B-DA31D69B59D7}" dt="2023-04-21T20:18:03.905" v="1204" actId="478"/>
          <ac:cxnSpMkLst>
            <pc:docMk/>
            <pc:sldMk cId="2580069215" sldId="340"/>
            <ac:cxnSpMk id="10" creationId="{86A99A32-9358-86D9-38BC-9217D7DDCA0C}"/>
          </ac:cxnSpMkLst>
        </pc:cxnChg>
        <pc:cxnChg chg="del mod">
          <ac:chgData name="Songqing" userId="c4d8cb49210192e2" providerId="LiveId" clId="{D253B87B-FCD9-46BC-920B-DA31D69B59D7}" dt="2023-04-21T20:18:02.224" v="1202" actId="478"/>
          <ac:cxnSpMkLst>
            <pc:docMk/>
            <pc:sldMk cId="2580069215" sldId="340"/>
            <ac:cxnSpMk id="11" creationId="{EC0B6F6A-ED35-C4AC-A5D9-CBE250E56391}"/>
          </ac:cxnSpMkLst>
        </pc:cxnChg>
        <pc:cxnChg chg="del mod">
          <ac:chgData name="Songqing" userId="c4d8cb49210192e2" providerId="LiveId" clId="{D253B87B-FCD9-46BC-920B-DA31D69B59D7}" dt="2023-04-21T20:18:03.061" v="1203" actId="478"/>
          <ac:cxnSpMkLst>
            <pc:docMk/>
            <pc:sldMk cId="2580069215" sldId="340"/>
            <ac:cxnSpMk id="16" creationId="{D2C8B685-C108-F089-329B-E887F3898BC8}"/>
          </ac:cxnSpMkLst>
        </pc:cxnChg>
        <pc:cxnChg chg="del mod">
          <ac:chgData name="Songqing" userId="c4d8cb49210192e2" providerId="LiveId" clId="{D253B87B-FCD9-46BC-920B-DA31D69B59D7}" dt="2023-04-21T20:18:10.073" v="1208" actId="478"/>
          <ac:cxnSpMkLst>
            <pc:docMk/>
            <pc:sldMk cId="2580069215" sldId="340"/>
            <ac:cxnSpMk id="19" creationId="{0703C5D7-934B-978B-7EBD-A11E9680479A}"/>
          </ac:cxnSpMkLst>
        </pc:cxnChg>
        <pc:cxnChg chg="del mod">
          <ac:chgData name="Songqing" userId="c4d8cb49210192e2" providerId="LiveId" clId="{D253B87B-FCD9-46BC-920B-DA31D69B59D7}" dt="2023-04-21T20:18:06.865" v="1206" actId="478"/>
          <ac:cxnSpMkLst>
            <pc:docMk/>
            <pc:sldMk cId="2580069215" sldId="340"/>
            <ac:cxnSpMk id="24" creationId="{BE1C6BF6-4737-2D1B-9CFA-E7A7B0C220F1}"/>
          </ac:cxnSpMkLst>
        </pc:cxnChg>
      </pc:sldChg>
      <pc:sldChg chg="delSp modSp add mod">
        <pc:chgData name="Songqing" userId="c4d8cb49210192e2" providerId="LiveId" clId="{D253B87B-FCD9-46BC-920B-DA31D69B59D7}" dt="2023-04-22T13:36:53.742" v="2109" actId="1076"/>
        <pc:sldMkLst>
          <pc:docMk/>
          <pc:sldMk cId="2812613281" sldId="341"/>
        </pc:sldMkLst>
        <pc:spChg chg="mod">
          <ac:chgData name="Songqing" userId="c4d8cb49210192e2" providerId="LiveId" clId="{D253B87B-FCD9-46BC-920B-DA31D69B59D7}" dt="2023-04-22T13:36:34.454" v="2107" actId="1076"/>
          <ac:spMkLst>
            <pc:docMk/>
            <pc:sldMk cId="2812613281" sldId="341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3" creationId="{D332F776-7F90-7DD1-C814-F573542A311C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4" creationId="{ABE08B85-3881-3C42-5278-6EDCB7E9AEC9}"/>
          </ac:spMkLst>
        </pc:spChg>
        <pc:spChg chg="del">
          <ac:chgData name="Songqing" userId="c4d8cb49210192e2" providerId="LiveId" clId="{D253B87B-FCD9-46BC-920B-DA31D69B59D7}" dt="2023-04-22T11:34:20.271" v="1596" actId="478"/>
          <ac:spMkLst>
            <pc:docMk/>
            <pc:sldMk cId="2812613281" sldId="341"/>
            <ac:spMk id="5" creationId="{5627882B-CBF9-3AB4-C36C-8AB27EB1CE37}"/>
          </ac:spMkLst>
        </pc:spChg>
        <pc:spChg chg="del">
          <ac:chgData name="Songqing" userId="c4d8cb49210192e2" providerId="LiveId" clId="{D253B87B-FCD9-46BC-920B-DA31D69B59D7}" dt="2023-04-22T11:34:16.672" v="1595" actId="478"/>
          <ac:spMkLst>
            <pc:docMk/>
            <pc:sldMk cId="2812613281" sldId="341"/>
            <ac:spMk id="6" creationId="{0D77D6F5-B7F9-A23F-F679-7C53A5368C79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81" creationId="{00000000-0000-0000-0000-000000000000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82" creationId="{00000000-0000-0000-0000-000000000000}"/>
          </ac:spMkLst>
        </pc:spChg>
        <pc:cxnChg chg="mod">
          <ac:chgData name="Songqing" userId="c4d8cb49210192e2" providerId="LiveId" clId="{D253B87B-FCD9-46BC-920B-DA31D69B59D7}" dt="2023-04-22T13:36:53.742" v="2109" actId="1076"/>
          <ac:cxnSpMkLst>
            <pc:docMk/>
            <pc:sldMk cId="2812613281" sldId="341"/>
            <ac:cxnSpMk id="9" creationId="{B1370D8B-6555-B9F3-73FB-189BD416DD34}"/>
          </ac:cxnSpMkLst>
        </pc:cxnChg>
      </pc:sldChg>
      <pc:sldChg chg="modSp add mod">
        <pc:chgData name="Songqing" userId="c4d8cb49210192e2" providerId="LiveId" clId="{D253B87B-FCD9-46BC-920B-DA31D69B59D7}" dt="2023-04-22T13:20:56.093" v="2071" actId="255"/>
        <pc:sldMkLst>
          <pc:docMk/>
          <pc:sldMk cId="350163550" sldId="342"/>
        </pc:sldMkLst>
        <pc:spChg chg="mod">
          <ac:chgData name="Songqing" userId="c4d8cb49210192e2" providerId="LiveId" clId="{D253B87B-FCD9-46BC-920B-DA31D69B59D7}" dt="2023-04-22T13:20:56.093" v="2071" actId="255"/>
          <ac:spMkLst>
            <pc:docMk/>
            <pc:sldMk cId="350163550" sldId="342"/>
            <ac:spMk id="6" creationId="{0D77D6F5-B7F9-A23F-F679-7C53A5368C79}"/>
          </ac:spMkLst>
        </pc:spChg>
        <pc:spChg chg="mod">
          <ac:chgData name="Songqing" userId="c4d8cb49210192e2" providerId="LiveId" clId="{D253B87B-FCD9-46BC-920B-DA31D69B59D7}" dt="2023-04-22T13:20:44.657" v="2069" actId="255"/>
          <ac:spMkLst>
            <pc:docMk/>
            <pc:sldMk cId="350163550" sldId="342"/>
            <ac:spMk id="81" creationId="{00000000-0000-0000-0000-000000000000}"/>
          </ac:spMkLst>
        </pc:spChg>
        <pc:spChg chg="mod">
          <ac:chgData name="Songqing" userId="c4d8cb49210192e2" providerId="LiveId" clId="{D253B87B-FCD9-46BC-920B-DA31D69B59D7}" dt="2023-04-22T13:20:50.296" v="2070" actId="255"/>
          <ac:spMkLst>
            <pc:docMk/>
            <pc:sldMk cId="350163550" sldId="342"/>
            <ac:spMk id="82" creationId="{00000000-0000-0000-0000-000000000000}"/>
          </ac:spMkLst>
        </pc:spChg>
      </pc:sldChg>
      <pc:sldChg chg="addSp delSp modSp add mod">
        <pc:chgData name="Songqing" userId="c4d8cb49210192e2" providerId="LiveId" clId="{D253B87B-FCD9-46BC-920B-DA31D69B59D7}" dt="2023-04-22T12:25:45.824" v="1626" actId="14100"/>
        <pc:sldMkLst>
          <pc:docMk/>
          <pc:sldMk cId="3614543193" sldId="343"/>
        </pc:sldMkLst>
        <pc:spChg chg="mod">
          <ac:chgData name="Songqing" userId="c4d8cb49210192e2" providerId="LiveId" clId="{D253B87B-FCD9-46BC-920B-DA31D69B59D7}" dt="2023-04-22T11:22:37.657" v="1518" actId="1076"/>
          <ac:spMkLst>
            <pc:docMk/>
            <pc:sldMk cId="3614543193" sldId="343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2:24:04.917" v="1614" actId="1076"/>
          <ac:spMkLst>
            <pc:docMk/>
            <pc:sldMk cId="3614543193" sldId="343"/>
            <ac:spMk id="3" creationId="{0D39557E-3D00-FB86-0801-1FB082497C76}"/>
          </ac:spMkLst>
        </pc:spChg>
        <pc:spChg chg="add mod">
          <ac:chgData name="Songqing" userId="c4d8cb49210192e2" providerId="LiveId" clId="{D253B87B-FCD9-46BC-920B-DA31D69B59D7}" dt="2023-04-22T12:25:45.824" v="1626" actId="14100"/>
          <ac:spMkLst>
            <pc:docMk/>
            <pc:sldMk cId="3614543193" sldId="343"/>
            <ac:spMk id="4" creationId="{EAFD530C-1314-107A-662D-D1071FEAB061}"/>
          </ac:spMkLst>
        </pc:spChg>
        <pc:spChg chg="add mod">
          <ac:chgData name="Songqing" userId="c4d8cb49210192e2" providerId="LiveId" clId="{D253B87B-FCD9-46BC-920B-DA31D69B59D7}" dt="2023-04-22T12:25:14.894" v="1622" actId="20577"/>
          <ac:spMkLst>
            <pc:docMk/>
            <pc:sldMk cId="3614543193" sldId="343"/>
            <ac:spMk id="5" creationId="{D1957E2B-C95E-F46A-E30B-C42948C4E099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6" creationId="{0D77D6F5-B7F9-A23F-F679-7C53A5368C79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81" creationId="{00000000-0000-0000-0000-000000000000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82" creationId="{00000000-0000-0000-0000-000000000000}"/>
          </ac:spMkLst>
        </pc:spChg>
      </pc:sldChg>
      <pc:sldChg chg="add">
        <pc:chgData name="Songqing" userId="c4d8cb49210192e2" providerId="LiveId" clId="{D253B87B-FCD9-46BC-920B-DA31D69B59D7}" dt="2023-04-22T11:26:14.174" v="1537" actId="2890"/>
        <pc:sldMkLst>
          <pc:docMk/>
          <pc:sldMk cId="3940857652" sldId="344"/>
        </pc:sldMkLst>
      </pc:sldChg>
      <pc:sldChg chg="add del ord">
        <pc:chgData name="Songqing" userId="c4d8cb49210192e2" providerId="LiveId" clId="{D253B87B-FCD9-46BC-920B-DA31D69B59D7}" dt="2023-04-22T11:25:31.311" v="1536" actId="2696"/>
        <pc:sldMkLst>
          <pc:docMk/>
          <pc:sldMk cId="4143342712" sldId="3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007FC-5F96-42B8-A128-42E663CB1BE6}" type="datetimeFigureOut">
              <a:rPr lang="en-AU" smtClean="0"/>
              <a:t>12/7/2025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639DE-77CB-4311-8A8B-DE9896A2C6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3037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43298" y="2616089"/>
            <a:ext cx="7688994" cy="1020692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chemeClr val="accent2"/>
                </a:solidFill>
                <a:latin typeface="Arial Black" panose="020B0A04020102020204" pitchFamily="34" charset="0"/>
                <a:ea typeface="+mj-ea"/>
                <a:cs typeface="+mj-cs"/>
              </a:rPr>
              <a:t>Postman </a:t>
            </a: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Scripting</a:t>
            </a:r>
            <a:endParaRPr lang="en-AU" sz="4000" dirty="0">
              <a:solidFill>
                <a:schemeClr val="accent2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666835" y="6138579"/>
            <a:ext cx="4322618" cy="44737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78428" y="1821593"/>
            <a:ext cx="7315200" cy="6858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200" b="1" dirty="0">
                <a:solidFill>
                  <a:srgbClr val="0070C0"/>
                </a:solidFill>
              </a:rPr>
              <a:t>Learning Objectives 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39024E-1F6A-C2B9-9C0A-0144C1FE2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428" y="3010685"/>
            <a:ext cx="6292357" cy="1954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400" i="1" dirty="0">
                <a:solidFill>
                  <a:schemeClr val="accent2"/>
                </a:solidFill>
              </a:rPr>
              <a:t>JavaScripting 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400" i="1" dirty="0">
                <a:solidFill>
                  <a:schemeClr val="accent2"/>
                </a:solidFill>
              </a:rPr>
              <a:t>Postman  JavaScripts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400" i="1" dirty="0">
                <a:solidFill>
                  <a:schemeClr val="accent2"/>
                </a:solidFill>
              </a:rPr>
              <a:t>How Postman organize test scripts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400" i="1" dirty="0">
                <a:solidFill>
                  <a:schemeClr val="accent2"/>
                </a:solidFill>
              </a:rPr>
              <a:t>Different ways of running test scripts</a:t>
            </a:r>
          </a:p>
        </p:txBody>
      </p:sp>
    </p:spTree>
    <p:extLst>
      <p:ext uri="{BB962C8B-B14F-4D97-AF65-F5344CB8AC3E}">
        <p14:creationId xmlns:p14="http://schemas.microsoft.com/office/powerpoint/2010/main" val="1207033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026" y="3198654"/>
            <a:ext cx="5310358" cy="614394"/>
          </a:xfrm>
          <a:solidFill>
            <a:srgbClr val="0070C0"/>
          </a:solidFill>
          <a:effectLst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AU" sz="2800" b="1" dirty="0">
                <a:solidFill>
                  <a:schemeClr val="bg1"/>
                </a:solidFill>
              </a:rPr>
              <a:t>JavaScripting Introduction</a:t>
            </a:r>
            <a:br>
              <a:rPr lang="en-AU" sz="2800" b="1" dirty="0">
                <a:solidFill>
                  <a:schemeClr val="bg1"/>
                </a:solidFill>
              </a:rPr>
            </a:br>
            <a:br>
              <a:rPr lang="en-AU" sz="2800" b="1" dirty="0">
                <a:solidFill>
                  <a:schemeClr val="bg1"/>
                </a:solidFill>
              </a:rPr>
            </a:br>
            <a:br>
              <a:rPr lang="en-AU" sz="2800" b="1" dirty="0">
                <a:solidFill>
                  <a:schemeClr val="bg1"/>
                </a:solidFill>
              </a:rPr>
            </a:br>
            <a:endParaRPr lang="en-AU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123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0495" y="2732310"/>
            <a:ext cx="6999105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dirty="0">
                <a:solidFill>
                  <a:srgbClr val="0070C0"/>
                </a:solidFill>
                <a:latin typeface="Arial Black" panose="020B0A04020102020204" pitchFamily="34" charset="0"/>
              </a:rPr>
              <a:t>Postman JavaScripting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227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114" y="2530551"/>
            <a:ext cx="7933187" cy="705957"/>
          </a:xfrm>
          <a:effectLst/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4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400" dirty="0">
                <a:solidFill>
                  <a:schemeClr val="accent2"/>
                </a:solidFill>
                <a:latin typeface="Arial Black" panose="020B0A04020102020204" pitchFamily="34" charset="0"/>
              </a:rPr>
              <a:t>JavaScript</a:t>
            </a:r>
            <a:br>
              <a:rPr lang="en-US" sz="4400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099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5279" y="2452864"/>
            <a:ext cx="5265873" cy="562566"/>
          </a:xfrm>
          <a:solidFill>
            <a:srgbClr val="0070C0"/>
          </a:solidFill>
          <a:effectLst/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chemeClr val="bg1"/>
                </a:solidFill>
              </a:rPr>
              <a:t>Test Scripting</a:t>
            </a:r>
            <a:br>
              <a:rPr lang="en-AU" sz="2800" b="1" dirty="0">
                <a:solidFill>
                  <a:schemeClr val="bg1"/>
                </a:solidFill>
              </a:rPr>
            </a:br>
            <a:br>
              <a:rPr lang="en-AU" sz="2800" b="1" dirty="0">
                <a:solidFill>
                  <a:schemeClr val="bg1"/>
                </a:solidFill>
              </a:rPr>
            </a:br>
            <a:br>
              <a:rPr lang="en-AU" sz="2800" b="1" dirty="0">
                <a:solidFill>
                  <a:schemeClr val="bg1"/>
                </a:solidFill>
              </a:rPr>
            </a:br>
            <a:endParaRPr lang="en-AU" sz="2800" b="1" dirty="0">
              <a:solidFill>
                <a:schemeClr val="bg1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3756440" y="6424416"/>
            <a:ext cx="50627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https://learning.postman.com/docs/writing-scripts/intro-to-scripts/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65281" y="3326524"/>
            <a:ext cx="6430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Postman JavaScript introduction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665279" y="3842570"/>
            <a:ext cx="3654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Test script types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77D6F5-B7F9-A23F-F679-7C53A5368C79}"/>
              </a:ext>
            </a:extLst>
          </p:cNvPr>
          <p:cNvSpPr txBox="1"/>
          <p:nvPr/>
        </p:nvSpPr>
        <p:spPr>
          <a:xfrm>
            <a:off x="1665279" y="4298390"/>
            <a:ext cx="5062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Execution order of script</a:t>
            </a:r>
          </a:p>
        </p:txBody>
      </p:sp>
    </p:spTree>
    <p:extLst>
      <p:ext uri="{BB962C8B-B14F-4D97-AF65-F5344CB8AC3E}">
        <p14:creationId xmlns:p14="http://schemas.microsoft.com/office/powerpoint/2010/main" val="350163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8649" y="955493"/>
            <a:ext cx="8052179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Postman</a:t>
            </a:r>
            <a:r>
              <a:rPr lang="en-AU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JavaScript</a:t>
            </a:r>
            <a:r>
              <a:rPr lang="en-AU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introduction</a:t>
            </a:r>
            <a:br>
              <a:rPr lang="en-AU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6" name="Picture 5" descr="Figure 6.4 – Test assertion fails&#10;">
            <a:extLst>
              <a:ext uri="{FF2B5EF4-FFF2-40B4-BE49-F238E27FC236}">
                <a16:creationId xmlns:a16="http://schemas.microsoft.com/office/drawing/2014/main" id="{86FAEA78-2A6B-832D-5333-F7923D1472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78" y="1885013"/>
            <a:ext cx="7234179" cy="468983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258E66-8628-FC6F-D1A5-DA81430F83ED}"/>
              </a:ext>
            </a:extLst>
          </p:cNvPr>
          <p:cNvSpPr txBox="1"/>
          <p:nvPr/>
        </p:nvSpPr>
        <p:spPr>
          <a:xfrm>
            <a:off x="8143284" y="2232254"/>
            <a:ext cx="3616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accent2"/>
                </a:solidFill>
              </a:rPr>
              <a:t>Postman</a:t>
            </a:r>
            <a:r>
              <a:rPr lang="en-AU" sz="2000" b="1" dirty="0">
                <a:solidFill>
                  <a:srgbClr val="FF0000"/>
                </a:solidFill>
              </a:rPr>
              <a:t> </a:t>
            </a:r>
            <a:r>
              <a:rPr lang="en-AU" sz="2000" b="1" dirty="0">
                <a:solidFill>
                  <a:schemeClr val="accent2"/>
                </a:solidFill>
              </a:rPr>
              <a:t>JavaScript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93A789-7E00-2A9C-B497-8C391BA9A0DB}"/>
              </a:ext>
            </a:extLst>
          </p:cNvPr>
          <p:cNvSpPr txBox="1"/>
          <p:nvPr/>
        </p:nvSpPr>
        <p:spPr>
          <a:xfrm>
            <a:off x="8143284" y="3012380"/>
            <a:ext cx="3616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accent2"/>
                </a:solidFill>
              </a:rPr>
              <a:t>Test 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8AEFFB-FA97-CE52-DD87-86E52D377DC0}"/>
              </a:ext>
            </a:extLst>
          </p:cNvPr>
          <p:cNvSpPr txBox="1"/>
          <p:nvPr/>
        </p:nvSpPr>
        <p:spPr>
          <a:xfrm>
            <a:off x="8143284" y="3825527"/>
            <a:ext cx="3616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accent2"/>
                </a:solidFill>
              </a:rPr>
              <a:t>Assertion</a:t>
            </a:r>
          </a:p>
        </p:txBody>
      </p:sp>
    </p:spTree>
    <p:extLst>
      <p:ext uri="{BB962C8B-B14F-4D97-AF65-F5344CB8AC3E}">
        <p14:creationId xmlns:p14="http://schemas.microsoft.com/office/powerpoint/2010/main" val="3614543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39557E-3D00-FB86-0801-1FB082497C76}"/>
              </a:ext>
            </a:extLst>
          </p:cNvPr>
          <p:cNvSpPr txBox="1"/>
          <p:nvPr/>
        </p:nvSpPr>
        <p:spPr>
          <a:xfrm>
            <a:off x="1374340" y="4675099"/>
            <a:ext cx="6430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Debugging:  console.log()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FD530C-1314-107A-662D-D1071FEAB061}"/>
              </a:ext>
            </a:extLst>
          </p:cNvPr>
          <p:cNvSpPr txBox="1"/>
          <p:nvPr/>
        </p:nvSpPr>
        <p:spPr>
          <a:xfrm>
            <a:off x="1430255" y="3028890"/>
            <a:ext cx="4665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DSL:   </a:t>
            </a:r>
            <a:r>
              <a:rPr lang="en-AU" sz="2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pm.response.to.have</a:t>
            </a:r>
            <a: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957E2B-C95E-F46A-E30B-C42948C4E099}"/>
              </a:ext>
            </a:extLst>
          </p:cNvPr>
          <p:cNvSpPr txBox="1"/>
          <p:nvPr/>
        </p:nvSpPr>
        <p:spPr>
          <a:xfrm>
            <a:off x="1396621" y="2263928"/>
            <a:ext cx="6430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pm.test</a:t>
            </a:r>
            <a: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1FC41C-C56C-71F3-F744-9E5E51FE955A}"/>
              </a:ext>
            </a:extLst>
          </p:cNvPr>
          <p:cNvSpPr txBox="1"/>
          <p:nvPr/>
        </p:nvSpPr>
        <p:spPr>
          <a:xfrm>
            <a:off x="1430255" y="3800441"/>
            <a:ext cx="9124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assertion:   </a:t>
            </a:r>
            <a:r>
              <a:rPr lang="en-AU" sz="2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pm.expect</a:t>
            </a:r>
            <a: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(“something”).</a:t>
            </a:r>
            <a:r>
              <a:rPr lang="en-AU" sz="2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to.equal</a:t>
            </a:r>
            <a:r>
              <a:rPr lang="en-AU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(“something”) </a:t>
            </a:r>
          </a:p>
        </p:txBody>
      </p:sp>
    </p:spTree>
    <p:extLst>
      <p:ext uri="{BB962C8B-B14F-4D97-AF65-F5344CB8AC3E}">
        <p14:creationId xmlns:p14="http://schemas.microsoft.com/office/powerpoint/2010/main" val="1335039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9146" y="3152343"/>
            <a:ext cx="7933187" cy="705957"/>
          </a:xfrm>
          <a:effectLst/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Demo </a:t>
            </a:r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–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chemeClr val="accent2"/>
                </a:solidFill>
              </a:rPr>
              <a:t>Postman JavaScript</a:t>
            </a:r>
            <a:br>
              <a:rPr lang="en-US" sz="3200" b="1" dirty="0">
                <a:solidFill>
                  <a:srgbClr val="002060"/>
                </a:solidFill>
              </a:rPr>
            </a:br>
            <a:br>
              <a:rPr lang="en-AU" sz="3200" b="1" dirty="0">
                <a:solidFill>
                  <a:srgbClr val="002060"/>
                </a:solidFill>
              </a:rPr>
            </a:br>
            <a:endParaRPr lang="en-AU" sz="32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295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370D8B-6555-B9F3-73FB-189BD416DD34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2349403" y="3020734"/>
            <a:ext cx="2197" cy="762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209" y="922088"/>
            <a:ext cx="5233902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Test Scripting Types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3756440" y="6424416"/>
            <a:ext cx="50627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https://learning.postman.com/docs/writing-scripts/intro-to-scripts/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52006" y="2606724"/>
            <a:ext cx="3635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Pre-request script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37506" y="3691395"/>
            <a:ext cx="2900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Test script</a:t>
            </a: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D332F776-7F90-7DD1-C814-F573542A311C}"/>
              </a:ext>
            </a:extLst>
          </p:cNvPr>
          <p:cNvSpPr/>
          <p:nvPr/>
        </p:nvSpPr>
        <p:spPr>
          <a:xfrm>
            <a:off x="2197003" y="2715934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sz="2400" b="1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ABE08B85-3881-3C42-5278-6EDCB7E9AEC9}"/>
              </a:ext>
            </a:extLst>
          </p:cNvPr>
          <p:cNvSpPr/>
          <p:nvPr/>
        </p:nvSpPr>
        <p:spPr>
          <a:xfrm>
            <a:off x="2199200" y="3782891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sz="2400" b="1" dirty="0">
                <a:solidFill>
                  <a:srgbClr val="00B0F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12613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6510" y="831186"/>
            <a:ext cx="5981720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Pre-request scripts</a:t>
            </a:r>
            <a:b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D58D55-368D-8F97-0B82-3D4CF27F02E0}"/>
              </a:ext>
            </a:extLst>
          </p:cNvPr>
          <p:cNvSpPr txBox="1"/>
          <p:nvPr/>
        </p:nvSpPr>
        <p:spPr>
          <a:xfrm>
            <a:off x="1616509" y="1964467"/>
            <a:ext cx="5981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Prepare for next request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B8279-6158-4CA8-53F1-60E42474F6AC}"/>
              </a:ext>
            </a:extLst>
          </p:cNvPr>
          <p:cNvSpPr txBox="1"/>
          <p:nvPr/>
        </p:nvSpPr>
        <p:spPr>
          <a:xfrm>
            <a:off x="1590595" y="2554772"/>
            <a:ext cx="6353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Get executed before request sent out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EDC746-B924-ADCD-A1D8-B8D65E28B2D4}"/>
              </a:ext>
            </a:extLst>
          </p:cNvPr>
          <p:cNvSpPr/>
          <p:nvPr/>
        </p:nvSpPr>
        <p:spPr>
          <a:xfrm>
            <a:off x="8924148" y="5543416"/>
            <a:ext cx="1671058" cy="498764"/>
          </a:xfrm>
          <a:prstGeom prst="rect">
            <a:avLst/>
          </a:prstGeom>
          <a:solidFill>
            <a:srgbClr val="CEC9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Request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371E0D-B194-01E5-DFBD-F2E3ABB562A2}"/>
              </a:ext>
            </a:extLst>
          </p:cNvPr>
          <p:cNvSpPr/>
          <p:nvPr/>
        </p:nvSpPr>
        <p:spPr>
          <a:xfrm>
            <a:off x="7943697" y="4856277"/>
            <a:ext cx="1671058" cy="498764"/>
          </a:xfrm>
          <a:prstGeom prst="rect">
            <a:avLst/>
          </a:prstGeom>
          <a:solidFill>
            <a:srgbClr val="74869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Folder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C525E1-8DCC-09C2-7936-63F5FA30DF0E}"/>
              </a:ext>
            </a:extLst>
          </p:cNvPr>
          <p:cNvSpPr/>
          <p:nvPr/>
        </p:nvSpPr>
        <p:spPr>
          <a:xfrm>
            <a:off x="6955973" y="4129964"/>
            <a:ext cx="1671058" cy="498764"/>
          </a:xfrm>
          <a:prstGeom prst="rect">
            <a:avLst/>
          </a:prstGeom>
          <a:solidFill>
            <a:srgbClr val="E19B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Collection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cxnSp>
        <p:nvCxnSpPr>
          <p:cNvPr id="10" name="Elbow Connector 10">
            <a:extLst>
              <a:ext uri="{FF2B5EF4-FFF2-40B4-BE49-F238E27FC236}">
                <a16:creationId xmlns:a16="http://schemas.microsoft.com/office/drawing/2014/main" id="{44EF8AD3-E487-8D9E-5147-5EAE52BC0E04}"/>
              </a:ext>
            </a:extLst>
          </p:cNvPr>
          <p:cNvCxnSpPr>
            <a:stCxn id="9" idx="2"/>
            <a:endCxn id="8" idx="1"/>
          </p:cNvCxnSpPr>
          <p:nvPr/>
        </p:nvCxnSpPr>
        <p:spPr>
          <a:xfrm rot="16200000" flipH="1">
            <a:off x="7629134" y="4791095"/>
            <a:ext cx="476931" cy="1521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2">
            <a:extLst>
              <a:ext uri="{FF2B5EF4-FFF2-40B4-BE49-F238E27FC236}">
                <a16:creationId xmlns:a16="http://schemas.microsoft.com/office/drawing/2014/main" id="{C87DADED-675C-9F28-DCD5-FEF933547109}"/>
              </a:ext>
            </a:extLst>
          </p:cNvPr>
          <p:cNvCxnSpPr>
            <a:cxnSpLocks/>
            <a:stCxn id="8" idx="2"/>
            <a:endCxn id="7" idx="1"/>
          </p:cNvCxnSpPr>
          <p:nvPr/>
        </p:nvCxnSpPr>
        <p:spPr>
          <a:xfrm rot="16200000" flipH="1">
            <a:off x="8632809" y="5501458"/>
            <a:ext cx="437757" cy="1449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341FC7A-B4C9-8834-F34D-548FF51B21C1}"/>
              </a:ext>
            </a:extLst>
          </p:cNvPr>
          <p:cNvSpPr txBox="1"/>
          <p:nvPr/>
        </p:nvSpPr>
        <p:spPr>
          <a:xfrm>
            <a:off x="1616509" y="3145077"/>
            <a:ext cx="3619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 level scope</a:t>
            </a:r>
          </a:p>
        </p:txBody>
      </p:sp>
    </p:spTree>
    <p:extLst>
      <p:ext uri="{BB962C8B-B14F-4D97-AF65-F5344CB8AC3E}">
        <p14:creationId xmlns:p14="http://schemas.microsoft.com/office/powerpoint/2010/main" val="3672308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D1D074-DA44-42AE-E1F0-56B2EC8870BF}"/>
              </a:ext>
            </a:extLst>
          </p:cNvPr>
          <p:cNvSpPr txBox="1"/>
          <p:nvPr/>
        </p:nvSpPr>
        <p:spPr>
          <a:xfrm>
            <a:off x="1104880" y="1025216"/>
            <a:ext cx="4991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Common</a:t>
            </a:r>
            <a:r>
              <a:rPr lang="en-AU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use</a:t>
            </a:r>
            <a:r>
              <a:rPr lang="en-AU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cases</a:t>
            </a:r>
            <a:r>
              <a:rPr lang="en-AU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5E1624-1E21-D720-B2C2-1D8728AA0F33}"/>
              </a:ext>
            </a:extLst>
          </p:cNvPr>
          <p:cNvSpPr txBox="1"/>
          <p:nvPr/>
        </p:nvSpPr>
        <p:spPr>
          <a:xfrm>
            <a:off x="1104879" y="2040667"/>
            <a:ext cx="6395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Pass data between requests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B5D8AA-D7CF-1730-A917-03B73B0D8B80}"/>
              </a:ext>
            </a:extLst>
          </p:cNvPr>
          <p:cNvSpPr txBox="1"/>
          <p:nvPr/>
        </p:nvSpPr>
        <p:spPr>
          <a:xfrm>
            <a:off x="1104879" y="2732953"/>
            <a:ext cx="5415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Build request flow</a:t>
            </a:r>
          </a:p>
        </p:txBody>
      </p:sp>
    </p:spTree>
    <p:extLst>
      <p:ext uri="{BB962C8B-B14F-4D97-AF65-F5344CB8AC3E}">
        <p14:creationId xmlns:p14="http://schemas.microsoft.com/office/powerpoint/2010/main" val="765302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114" y="2530551"/>
            <a:ext cx="7933187" cy="705957"/>
          </a:xfrm>
          <a:effectLst/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4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400" dirty="0">
                <a:solidFill>
                  <a:schemeClr val="accent2"/>
                </a:solidFill>
                <a:latin typeface="Arial Black" panose="020B0A04020102020204" pitchFamily="34" charset="0"/>
              </a:rPr>
              <a:t>Pre-request script</a:t>
            </a:r>
            <a:br>
              <a:rPr lang="en-US" sz="4400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391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9423" y="1069722"/>
            <a:ext cx="4566577" cy="668981"/>
          </a:xfrm>
          <a:effectLst/>
        </p:spPr>
        <p:txBody>
          <a:bodyPr>
            <a:noAutofit/>
          </a:bodyPr>
          <a:lstStyle/>
          <a:p>
            <a:r>
              <a:rPr lang="en-AU" alt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Test scripts</a:t>
            </a:r>
            <a:br>
              <a:rPr lang="en-AU" alt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sz="4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CE9C82-686A-5084-4B0E-203431BA7E7D}"/>
              </a:ext>
            </a:extLst>
          </p:cNvPr>
          <p:cNvSpPr txBox="1"/>
          <p:nvPr/>
        </p:nvSpPr>
        <p:spPr>
          <a:xfrm>
            <a:off x="1529423" y="223283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Check</a:t>
            </a:r>
            <a:r>
              <a:rPr lang="en-AU" sz="2800" dirty="0">
                <a:solidFill>
                  <a:schemeClr val="accent2"/>
                </a:solidFill>
              </a:rPr>
              <a:t> </a:t>
            </a:r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response</a:t>
            </a:r>
            <a:r>
              <a:rPr lang="en-AU" sz="2800" dirty="0">
                <a:solidFill>
                  <a:schemeClr val="accent2"/>
                </a:solidFill>
              </a:rPr>
              <a:t> </a:t>
            </a:r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message</a:t>
            </a:r>
            <a:endParaRPr lang="en-A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7BD748-9D45-EEF1-6772-0C2B9E132AA6}"/>
              </a:ext>
            </a:extLst>
          </p:cNvPr>
          <p:cNvSpPr txBox="1"/>
          <p:nvPr/>
        </p:nvSpPr>
        <p:spPr>
          <a:xfrm>
            <a:off x="1529423" y="2870148"/>
            <a:ext cx="7581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Get executed after response received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E69DFC-73B1-C5FA-6AD3-65B9B1C06AFE}"/>
              </a:ext>
            </a:extLst>
          </p:cNvPr>
          <p:cNvSpPr txBox="1"/>
          <p:nvPr/>
        </p:nvSpPr>
        <p:spPr>
          <a:xfrm>
            <a:off x="1529423" y="3429000"/>
            <a:ext cx="3619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 level scope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EC026B-1365-CB6C-5011-288E2CB6BC94}"/>
              </a:ext>
            </a:extLst>
          </p:cNvPr>
          <p:cNvSpPr/>
          <p:nvPr/>
        </p:nvSpPr>
        <p:spPr>
          <a:xfrm>
            <a:off x="7984365" y="4363553"/>
            <a:ext cx="1671058" cy="498764"/>
          </a:xfrm>
          <a:prstGeom prst="rect">
            <a:avLst/>
          </a:prstGeom>
          <a:solidFill>
            <a:srgbClr val="E19B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Collection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B0957D-9DE9-1537-C8BA-894AA172403F}"/>
              </a:ext>
            </a:extLst>
          </p:cNvPr>
          <p:cNvSpPr/>
          <p:nvPr/>
        </p:nvSpPr>
        <p:spPr>
          <a:xfrm>
            <a:off x="8948567" y="5081311"/>
            <a:ext cx="1671058" cy="498764"/>
          </a:xfrm>
          <a:prstGeom prst="rect">
            <a:avLst/>
          </a:prstGeom>
          <a:solidFill>
            <a:srgbClr val="74869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Folder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254A6E-2602-2475-C1B8-F1624EF4760A}"/>
              </a:ext>
            </a:extLst>
          </p:cNvPr>
          <p:cNvSpPr/>
          <p:nvPr/>
        </p:nvSpPr>
        <p:spPr>
          <a:xfrm>
            <a:off x="9916272" y="5799069"/>
            <a:ext cx="1671058" cy="498764"/>
          </a:xfrm>
          <a:prstGeom prst="rect">
            <a:avLst/>
          </a:prstGeom>
          <a:solidFill>
            <a:srgbClr val="CEC9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Request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cxnSp>
        <p:nvCxnSpPr>
          <p:cNvPr id="11" name="Elbow Connector 47">
            <a:extLst>
              <a:ext uri="{FF2B5EF4-FFF2-40B4-BE49-F238E27FC236}">
                <a16:creationId xmlns:a16="http://schemas.microsoft.com/office/drawing/2014/main" id="{503EADA5-9E66-9E2A-2EA7-D31436E9C953}"/>
              </a:ext>
            </a:extLst>
          </p:cNvPr>
          <p:cNvCxnSpPr>
            <a:stCxn id="8" idx="2"/>
            <a:endCxn id="9" idx="1"/>
          </p:cNvCxnSpPr>
          <p:nvPr/>
        </p:nvCxnSpPr>
        <p:spPr>
          <a:xfrm rot="16200000" flipH="1">
            <a:off x="8650042" y="5032168"/>
            <a:ext cx="468376" cy="1286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49">
            <a:extLst>
              <a:ext uri="{FF2B5EF4-FFF2-40B4-BE49-F238E27FC236}">
                <a16:creationId xmlns:a16="http://schemas.microsoft.com/office/drawing/2014/main" id="{A506EC48-98E8-5C14-0399-EE24AF935F8C}"/>
              </a:ext>
            </a:extLst>
          </p:cNvPr>
          <p:cNvCxnSpPr>
            <a:stCxn id="9" idx="2"/>
            <a:endCxn id="10" idx="1"/>
          </p:cNvCxnSpPr>
          <p:nvPr/>
        </p:nvCxnSpPr>
        <p:spPr>
          <a:xfrm rot="16200000" flipH="1">
            <a:off x="9615996" y="5748175"/>
            <a:ext cx="468376" cy="1321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447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056" y="559934"/>
            <a:ext cx="7649835" cy="705957"/>
          </a:xfrm>
          <a:effectLst/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Check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response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message</a:t>
            </a:r>
            <a:br>
              <a:rPr lang="en-AU" b="1" dirty="0">
                <a:solidFill>
                  <a:schemeClr val="accent2"/>
                </a:solidFill>
              </a:rPr>
            </a:br>
            <a:br>
              <a:rPr lang="en-US" sz="3100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58829" y="2030101"/>
            <a:ext cx="2284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Check status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70152" y="5009256"/>
            <a:ext cx="3073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Check the response body</a:t>
            </a:r>
          </a:p>
        </p:txBody>
      </p:sp>
      <p:sp>
        <p:nvSpPr>
          <p:cNvPr id="7" name="Rectangle 6"/>
          <p:cNvSpPr/>
          <p:nvPr/>
        </p:nvSpPr>
        <p:spPr>
          <a:xfrm>
            <a:off x="1596394" y="3506382"/>
            <a:ext cx="18069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Check header</a:t>
            </a:r>
          </a:p>
        </p:txBody>
      </p:sp>
      <p:cxnSp>
        <p:nvCxnSpPr>
          <p:cNvPr id="12" name="Straight Connector 11"/>
          <p:cNvCxnSpPr>
            <a:stCxn id="13" idx="4"/>
            <a:endCxn id="15" idx="0"/>
          </p:cNvCxnSpPr>
          <p:nvPr/>
        </p:nvCxnSpPr>
        <p:spPr>
          <a:xfrm>
            <a:off x="3591769" y="2408150"/>
            <a:ext cx="10410" cy="2651933"/>
          </a:xfrm>
          <a:prstGeom prst="line">
            <a:avLst/>
          </a:prstGeom>
          <a:ln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owchart: Connector 12"/>
          <p:cNvSpPr/>
          <p:nvPr/>
        </p:nvSpPr>
        <p:spPr>
          <a:xfrm>
            <a:off x="3439369" y="2103350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b="1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14" name="Flowchart: Connector 13"/>
          <p:cNvSpPr/>
          <p:nvPr/>
        </p:nvSpPr>
        <p:spPr>
          <a:xfrm>
            <a:off x="3449779" y="3556303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15" name="Flowchart: Connector 14"/>
          <p:cNvSpPr/>
          <p:nvPr/>
        </p:nvSpPr>
        <p:spPr>
          <a:xfrm>
            <a:off x="3449779" y="5060083"/>
            <a:ext cx="304800" cy="3048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b="1" dirty="0">
                <a:solidFill>
                  <a:srgbClr val="00B0F0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09582" y="2012059"/>
            <a:ext cx="4230254" cy="1064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pm.test(“Status code 200", function () {</a:t>
            </a:r>
          </a:p>
          <a:p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pm.response.to.have.status (200);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});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43049" y="5009256"/>
            <a:ext cx="6817315" cy="1585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pm.test(“Body checking", function () {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AU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jsonData = pm.response.json();</a:t>
            </a:r>
            <a:endParaRPr lang="en-AU" sz="28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    pm.expect(</a:t>
            </a:r>
            <a:r>
              <a:rPr lang="en-AU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pm.response.text</a:t>
            </a: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()).to.include("string_to_search");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});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43049" y="3449679"/>
            <a:ext cx="6817315" cy="1186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pm.test(“Header Content-Type", function () {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pm.response.to.have.header ("Content-Type", "application/</a:t>
            </a:r>
            <a:r>
              <a:rPr lang="en-AU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json</a:t>
            </a:r>
            <a:r>
              <a:rPr lang="en-AU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615647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7865482" y="3260434"/>
            <a:ext cx="3772336" cy="26693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/>
          <p:cNvSpPr/>
          <p:nvPr/>
        </p:nvSpPr>
        <p:spPr>
          <a:xfrm>
            <a:off x="443345" y="2225963"/>
            <a:ext cx="3921413" cy="263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8213" y="729070"/>
            <a:ext cx="8514130" cy="696690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Execution Order of Scripts</a:t>
            </a:r>
            <a:br>
              <a:rPr lang="en-AU" sz="4000" b="1" dirty="0"/>
            </a:br>
            <a:br>
              <a:rPr lang="en-AU" sz="4000" b="1" dirty="0">
                <a:solidFill>
                  <a:srgbClr val="002060"/>
                </a:solidFill>
              </a:rPr>
            </a:br>
            <a:br>
              <a:rPr lang="en-AU" sz="4000" b="1" dirty="0">
                <a:solidFill>
                  <a:srgbClr val="002060"/>
                </a:solidFill>
              </a:rPr>
            </a:br>
            <a:endParaRPr lang="en-AU" sz="4000" b="1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53693" y="3260435"/>
            <a:ext cx="1447055" cy="159840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9446" y="3260434"/>
            <a:ext cx="1414727" cy="159840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79050" y="3813571"/>
            <a:ext cx="1671058" cy="498764"/>
          </a:xfrm>
          <a:prstGeom prst="rect">
            <a:avLst/>
          </a:prstGeom>
          <a:solidFill>
            <a:srgbClr val="CEC9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Request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1598599" y="3126432"/>
            <a:ext cx="1671058" cy="498764"/>
          </a:xfrm>
          <a:prstGeom prst="rect">
            <a:avLst/>
          </a:prstGeom>
          <a:solidFill>
            <a:srgbClr val="74869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Folder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0875" y="2400119"/>
            <a:ext cx="1671058" cy="498764"/>
          </a:xfrm>
          <a:prstGeom prst="rect">
            <a:avLst/>
          </a:prstGeom>
          <a:solidFill>
            <a:srgbClr val="E19B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Collection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cxnSp>
        <p:nvCxnSpPr>
          <p:cNvPr id="11" name="Elbow Connector 10"/>
          <p:cNvCxnSpPr>
            <a:stCxn id="9" idx="2"/>
            <a:endCxn id="8" idx="1"/>
          </p:cNvCxnSpPr>
          <p:nvPr/>
        </p:nvCxnSpPr>
        <p:spPr>
          <a:xfrm rot="16200000" flipH="1">
            <a:off x="1284036" y="3061250"/>
            <a:ext cx="476931" cy="1521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endCxn id="7" idx="1"/>
          </p:cNvCxnSpPr>
          <p:nvPr/>
        </p:nvCxnSpPr>
        <p:spPr>
          <a:xfrm rot="16200000" flipH="1">
            <a:off x="2163020" y="3646923"/>
            <a:ext cx="687138" cy="1449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7" idx="3"/>
            <a:endCxn id="5" idx="1"/>
          </p:cNvCxnSpPr>
          <p:nvPr/>
        </p:nvCxnSpPr>
        <p:spPr>
          <a:xfrm flipV="1">
            <a:off x="4250108" y="4059640"/>
            <a:ext cx="303585" cy="33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5" idx="3"/>
            <a:endCxn id="6" idx="1"/>
          </p:cNvCxnSpPr>
          <p:nvPr/>
        </p:nvCxnSpPr>
        <p:spPr>
          <a:xfrm flipV="1">
            <a:off x="6000748" y="4059639"/>
            <a:ext cx="228698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919051" y="3813571"/>
            <a:ext cx="1671058" cy="498764"/>
          </a:xfrm>
          <a:prstGeom prst="rect">
            <a:avLst/>
          </a:prstGeom>
          <a:solidFill>
            <a:srgbClr val="E19B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Collection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3253" y="4531329"/>
            <a:ext cx="1671058" cy="498764"/>
          </a:xfrm>
          <a:prstGeom prst="rect">
            <a:avLst/>
          </a:prstGeom>
          <a:solidFill>
            <a:srgbClr val="74869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Folder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50958" y="5249087"/>
            <a:ext cx="1671058" cy="498764"/>
          </a:xfrm>
          <a:prstGeom prst="rect">
            <a:avLst/>
          </a:prstGeom>
          <a:solidFill>
            <a:srgbClr val="CEC9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Request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cxnSp>
        <p:nvCxnSpPr>
          <p:cNvPr id="48" name="Elbow Connector 47"/>
          <p:cNvCxnSpPr>
            <a:stCxn id="26" idx="2"/>
            <a:endCxn id="27" idx="1"/>
          </p:cNvCxnSpPr>
          <p:nvPr/>
        </p:nvCxnSpPr>
        <p:spPr>
          <a:xfrm rot="16200000" flipH="1">
            <a:off x="8584728" y="4482186"/>
            <a:ext cx="468376" cy="1286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/>
          <p:cNvCxnSpPr>
            <a:stCxn id="27" idx="2"/>
            <a:endCxn id="28" idx="1"/>
          </p:cNvCxnSpPr>
          <p:nvPr/>
        </p:nvCxnSpPr>
        <p:spPr>
          <a:xfrm rot="16200000" flipH="1">
            <a:off x="9550682" y="5198193"/>
            <a:ext cx="468376" cy="1321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>
            <a:stCxn id="6" idx="3"/>
            <a:endCxn id="26" idx="1"/>
          </p:cNvCxnSpPr>
          <p:nvPr/>
        </p:nvCxnSpPr>
        <p:spPr>
          <a:xfrm>
            <a:off x="7644173" y="4059639"/>
            <a:ext cx="274878" cy="33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3756440" y="6424416"/>
            <a:ext cx="50627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https://learning.postman.com/docs/writing-scripts/intro-to-scripts/</a:t>
            </a:r>
          </a:p>
        </p:txBody>
      </p:sp>
    </p:spTree>
    <p:extLst>
      <p:ext uri="{BB962C8B-B14F-4D97-AF65-F5344CB8AC3E}">
        <p14:creationId xmlns:p14="http://schemas.microsoft.com/office/powerpoint/2010/main" val="3278352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574" y="2636236"/>
            <a:ext cx="8849940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Demo – </a:t>
            </a:r>
            <a:r>
              <a:rPr lang="en-AU" altLang="en-US" dirty="0">
                <a:solidFill>
                  <a:schemeClr val="accent2"/>
                </a:solidFill>
                <a:latin typeface="Arial Black" panose="020B0A04020102020204" pitchFamily="34" charset="0"/>
              </a:rPr>
              <a:t>Execution of Order of Scripts</a:t>
            </a:r>
            <a:b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580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5264" y="3094509"/>
            <a:ext cx="5687992" cy="599667"/>
          </a:xfrm>
          <a:solidFill>
            <a:srgbClr val="0070C0"/>
          </a:solidFill>
          <a:effectLst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AU" altLang="en-US" sz="2800" b="1" dirty="0">
                <a:solidFill>
                  <a:schemeClr val="bg1"/>
                </a:solidFill>
              </a:rPr>
              <a:t>Test script Execution</a:t>
            </a:r>
            <a:br>
              <a:rPr lang="en-AU" altLang="en-US" sz="2800" b="1" dirty="0">
                <a:solidFill>
                  <a:schemeClr val="bg1"/>
                </a:solidFill>
              </a:rPr>
            </a:br>
            <a:endParaRPr lang="en-AU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75264" y="3944960"/>
            <a:ext cx="4169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Manually run test script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170BE-3862-6D30-B833-CD725827E4D6}"/>
              </a:ext>
            </a:extLst>
          </p:cNvPr>
          <p:cNvSpPr txBox="1"/>
          <p:nvPr/>
        </p:nvSpPr>
        <p:spPr>
          <a:xfrm>
            <a:off x="2075265" y="4380410"/>
            <a:ext cx="470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Automate script testing by Newman</a:t>
            </a:r>
          </a:p>
        </p:txBody>
      </p:sp>
    </p:spTree>
    <p:extLst>
      <p:ext uri="{BB962C8B-B14F-4D97-AF65-F5344CB8AC3E}">
        <p14:creationId xmlns:p14="http://schemas.microsoft.com/office/powerpoint/2010/main" val="3373275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145" y="2969774"/>
            <a:ext cx="8247927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Demo – </a:t>
            </a:r>
            <a:r>
              <a:rPr lang="en-AU" altLang="en-US" dirty="0">
                <a:solidFill>
                  <a:schemeClr val="accent2"/>
                </a:solidFill>
                <a:latin typeface="Arial Black" panose="020B0A04020102020204" pitchFamily="34" charset="0"/>
              </a:rPr>
              <a:t>Manually run API Tests</a:t>
            </a:r>
            <a:b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857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0070" y="3080829"/>
            <a:ext cx="7437042" cy="696341"/>
          </a:xfrm>
          <a:solidFill>
            <a:schemeClr val="accent2"/>
          </a:solidFill>
          <a:effectLst/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Automated testing by Newman</a:t>
            </a:r>
            <a:br>
              <a:rPr lang="en-AU" b="1" dirty="0">
                <a:solidFill>
                  <a:schemeClr val="bg1"/>
                </a:solidFill>
              </a:rPr>
            </a:br>
            <a:br>
              <a:rPr lang="en-AU" b="1" dirty="0">
                <a:solidFill>
                  <a:schemeClr val="bg1"/>
                </a:solidFill>
              </a:rPr>
            </a:br>
            <a:endParaRPr lang="en-AU" sz="2200" b="1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08348" y="5485603"/>
            <a:ext cx="8037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/>
              <a:t>https://learning.postman.com/docs/running-collections/intro-to-collection-runs/</a:t>
            </a:r>
          </a:p>
        </p:txBody>
      </p:sp>
    </p:spTree>
    <p:extLst>
      <p:ext uri="{BB962C8B-B14F-4D97-AF65-F5344CB8AC3E}">
        <p14:creationId xmlns:p14="http://schemas.microsoft.com/office/powerpoint/2010/main" val="2525518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4468" y="719833"/>
            <a:ext cx="6918878" cy="696690"/>
          </a:xfrm>
          <a:effectLst/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Newman Introduction</a:t>
            </a:r>
            <a:br>
              <a:rPr lang="en-AU" b="1" dirty="0">
                <a:solidFill>
                  <a:schemeClr val="accent2"/>
                </a:solidFill>
              </a:rPr>
            </a:br>
            <a:endParaRPr lang="en-AU" sz="2200" b="1" dirty="0">
              <a:solidFill>
                <a:schemeClr val="accent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71417" y="1720564"/>
            <a:ext cx="1042785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Postman's collection runner engine that sends API requests, receives the response, and then runs your test against the response.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It is like postman's command line companion that generates specified reports.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It is extensible and so can be integrated into continuous integration (CI/CD) servers and build systems. </a:t>
            </a:r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1144467" y="3955811"/>
            <a:ext cx="107150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rgbClr val="000000"/>
                </a:solidFill>
                <a:latin typeface="Calibri" panose="020F0502020204030204" pitchFamily="34" charset="0"/>
              </a:rPr>
              <a:t>Benefits of using Newman </a:t>
            </a:r>
            <a:endParaRPr lang="en-AU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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Makes it easy to run a collection of tests using command line</a:t>
            </a:r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 </a:t>
            </a:r>
          </a:p>
          <a:p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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Gives the ability to run a collection of tests written in postman right from most build tools</a:t>
            </a:r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 </a:t>
            </a:r>
          </a:p>
          <a:p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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Enables generating and storing report directly from the command line after Installing Newman.</a:t>
            </a:r>
          </a:p>
        </p:txBody>
      </p:sp>
    </p:spTree>
    <p:extLst>
      <p:ext uri="{BB962C8B-B14F-4D97-AF65-F5344CB8AC3E}">
        <p14:creationId xmlns:p14="http://schemas.microsoft.com/office/powerpoint/2010/main" val="3858815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053" y="2723043"/>
            <a:ext cx="5329003" cy="705957"/>
          </a:xfrm>
          <a:effectLst/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000" dirty="0">
                <a:solidFill>
                  <a:schemeClr val="accent2"/>
                </a:solidFill>
                <a:latin typeface="Arial Black" panose="020B0A04020102020204" pitchFamily="34" charset="0"/>
              </a:rPr>
              <a:t>Newman</a:t>
            </a:r>
            <a:br>
              <a:rPr lang="en-AU" sz="4000" dirty="0">
                <a:solidFill>
                  <a:schemeClr val="accent2"/>
                </a:solidFill>
                <a:latin typeface="Arial Black" panose="020B0A04020102020204" pitchFamily="34" charset="0"/>
              </a:rPr>
            </a:br>
            <a:br>
              <a:rPr lang="en-US" sz="4000" b="1" dirty="0">
                <a:solidFill>
                  <a:srgbClr val="002060"/>
                </a:solidFill>
              </a:rPr>
            </a:br>
            <a:br>
              <a:rPr lang="en-AU" sz="4000" b="1" dirty="0">
                <a:solidFill>
                  <a:srgbClr val="002060"/>
                </a:solidFill>
              </a:rPr>
            </a:br>
            <a:endParaRPr lang="en-AU" sz="4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869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435" y="1006161"/>
            <a:ext cx="3713020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28434" y="2581657"/>
            <a:ext cx="100306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https://learning.postman.com/docs/writing-scripts/script-references/test-examples/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B7393-223D-166D-35CD-F3B8AFF2F5E8}"/>
              </a:ext>
            </a:extLst>
          </p:cNvPr>
          <p:cNvSpPr txBox="1"/>
          <p:nvPr/>
        </p:nvSpPr>
        <p:spPr>
          <a:xfrm>
            <a:off x="1228434" y="2049921"/>
            <a:ext cx="8753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https://learning.postman.com/docs/introduction/overview/</a:t>
            </a:r>
          </a:p>
        </p:txBody>
      </p:sp>
    </p:spTree>
    <p:extLst>
      <p:ext uri="{BB962C8B-B14F-4D97-AF65-F5344CB8AC3E}">
        <p14:creationId xmlns:p14="http://schemas.microsoft.com/office/powerpoint/2010/main" val="2924215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541660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23511</TotalTime>
  <Words>610</Words>
  <Application>Microsoft Macintosh PowerPoint</Application>
  <PresentationFormat>Widescreen</PresentationFormat>
  <Paragraphs>115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Arial Black</vt:lpstr>
      <vt:lpstr>Calibri</vt:lpstr>
      <vt:lpstr>Century Gothic</vt:lpstr>
      <vt:lpstr>Wingdings</vt:lpstr>
      <vt:lpstr>Wingdings 3</vt:lpstr>
      <vt:lpstr>幼圆</vt:lpstr>
      <vt:lpstr>Wisp</vt:lpstr>
      <vt:lpstr>PowerPoint Presentation</vt:lpstr>
      <vt:lpstr>Learning Objectives   </vt:lpstr>
      <vt:lpstr>JavaScripting Introduction   </vt:lpstr>
      <vt:lpstr>Postman JavaScripting   </vt:lpstr>
      <vt:lpstr>Demo – JavaScript  </vt:lpstr>
      <vt:lpstr>Test Scripting   </vt:lpstr>
      <vt:lpstr>Postman JavaScript introduction    </vt:lpstr>
      <vt:lpstr>PowerPoint Presentation</vt:lpstr>
      <vt:lpstr>Demo – Postman JavaScript  </vt:lpstr>
      <vt:lpstr>Test Scripting Types   </vt:lpstr>
      <vt:lpstr>Pre-request scripts </vt:lpstr>
      <vt:lpstr>PowerPoint Presentation</vt:lpstr>
      <vt:lpstr>Demo – Pre-request script  </vt:lpstr>
      <vt:lpstr>Test scripts </vt:lpstr>
      <vt:lpstr>Demo – Check response message   </vt:lpstr>
      <vt:lpstr>Execution Order of Scripts   </vt:lpstr>
      <vt:lpstr>Demo – Execution of Order of Scripts </vt:lpstr>
      <vt:lpstr>Test script Execution </vt:lpstr>
      <vt:lpstr>Demo – Manually run API Tests </vt:lpstr>
      <vt:lpstr>Automated testing by Newman  </vt:lpstr>
      <vt:lpstr>Newman Introduction </vt:lpstr>
      <vt:lpstr>Demo – Newman   </vt:lpstr>
      <vt:lpstr>References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703</cp:revision>
  <dcterms:created xsi:type="dcterms:W3CDTF">2020-08-03T09:43:10Z</dcterms:created>
  <dcterms:modified xsi:type="dcterms:W3CDTF">2025-07-12T02:14:52Z</dcterms:modified>
</cp:coreProperties>
</file>