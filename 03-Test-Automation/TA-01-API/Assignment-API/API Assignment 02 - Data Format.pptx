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261" r:id="rId4"/>
    <p:sldId id="284" r:id="rId5"/>
    <p:sldId id="303" r:id="rId6"/>
    <p:sldId id="30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1"/>
            <p14:sldId id="261"/>
          </p14:sldIdLst>
        </p14:section>
        <p14:section name="Untitled Section" id="{96B2A4F6-E483-46D3-B718-858E0B0CB8CB}">
          <p14:sldIdLst>
            <p14:sldId id="284"/>
            <p14:sldId id="303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D6F7E721-36B2-48CC-933D-BD7348BC27C3}"/>
    <pc:docChg chg="custSel modSld">
      <pc:chgData name="Songqing" userId="c4d8cb49210192e2" providerId="LiveId" clId="{D6F7E721-36B2-48CC-933D-BD7348BC27C3}" dt="2023-04-13T01:37:38.751" v="28" actId="207"/>
      <pc:docMkLst>
        <pc:docMk/>
      </pc:docMkLst>
      <pc:sldChg chg="modSp mod">
        <pc:chgData name="Songqing" userId="c4d8cb49210192e2" providerId="LiveId" clId="{D6F7E721-36B2-48CC-933D-BD7348BC27C3}" dt="2023-04-13T01:37:38.751" v="28" actId="207"/>
        <pc:sldMkLst>
          <pc:docMk/>
          <pc:sldMk cId="3813058601" sldId="256"/>
        </pc:sldMkLst>
        <pc:spChg chg="mod">
          <ac:chgData name="Songqing" userId="c4d8cb49210192e2" providerId="LiveId" clId="{D6F7E721-36B2-48CC-933D-BD7348BC27C3}" dt="2023-04-13T01:37:38.751" v="28" actId="207"/>
          <ac:spMkLst>
            <pc:docMk/>
            <pc:sldMk cId="3813058601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13/04/2023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ditor.swagger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wagger.io/docs/specification/about/" TargetMode="External"/><Relationship Id="rId2" Type="http://schemas.openxmlformats.org/officeDocument/2006/relationships/hyperlink" Target="https://petstore.swagger.io/v2/swagger.js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888" y="2693973"/>
            <a:ext cx="9232786" cy="1470054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API Assignments </a:t>
            </a: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–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 </a:t>
            </a: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Data Format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48" y="74352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468327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2"/>
                </a:solidFill>
              </a:rPr>
              <a:t>Your success is our success</a:t>
            </a:r>
            <a:endParaRPr lang="en-AU" sz="1400" dirty="0">
              <a:solidFill>
                <a:schemeClr val="accent2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03782" y="582411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>
                <a:solidFill>
                  <a:srgbClr val="00B0F0"/>
                </a:solidFill>
              </a:rPr>
              <a:t>Funny Gorilla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>
                <a:solidFill>
                  <a:srgbClr val="002060"/>
                </a:solidFill>
              </a:rPr>
              <a:t>-</a:t>
            </a:r>
            <a:r>
              <a:rPr lang="en-US" altLang="zh-CN" sz="2000" b="1" i="1">
                <a:solidFill>
                  <a:schemeClr val="accent2"/>
                </a:solidFill>
              </a:rPr>
              <a:t>IT</a:t>
            </a:r>
            <a:r>
              <a:rPr lang="zh-CN" altLang="en-US" sz="2000" b="1" i="1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2819401" y="1828801"/>
            <a:ext cx="64373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rgbClr val="00B0F0"/>
                </a:solidFill>
                <a:latin typeface="Arial Black" panose="020B0A04020102020204" pitchFamily="34" charset="0"/>
              </a:rPr>
              <a:t>Prerequisites:</a:t>
            </a:r>
            <a:endParaRPr lang="en-US" altLang="en-US" sz="3200" b="1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13051" y="2590800"/>
            <a:ext cx="6437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Use online Swagger Editor tool</a:t>
            </a:r>
            <a:endParaRPr lang="en-US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6593" y="2856036"/>
            <a:ext cx="2467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https://editor.swagger.io/</a:t>
            </a:r>
            <a:endParaRPr lang="en-A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7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607040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REST API Design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939782" y="2632497"/>
            <a:ext cx="6096000" cy="787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Creating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an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API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specification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Adding the API to Postman</a:t>
            </a: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8234" y="614873"/>
            <a:ext cx="8911687" cy="733636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Case</a:t>
            </a:r>
            <a:r>
              <a:rPr lang="en-AU" dirty="0"/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Study</a:t>
            </a:r>
            <a:r>
              <a:rPr lang="en-AU" dirty="0"/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–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To do list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97527" y="2197381"/>
            <a:ext cx="10507085" cy="2474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We will create a specification for the API of an imaginary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to-do list application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. imagine that you are going to create the API for an application that can create and display items on a to-do list.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This application will allow users to create new </a:t>
            </a:r>
            <a:r>
              <a:rPr lang="en-AU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to-do items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It will also allow users to mark those items as complete and to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make changes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to the item after they have created it.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They can also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delete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an item that they no longer want to track.</a:t>
            </a:r>
          </a:p>
        </p:txBody>
      </p:sp>
    </p:spTree>
    <p:extLst>
      <p:ext uri="{BB962C8B-B14F-4D97-AF65-F5344CB8AC3E}">
        <p14:creationId xmlns:p14="http://schemas.microsoft.com/office/powerpoint/2010/main" val="5429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191404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2643" y="2506833"/>
            <a:ext cx="4166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https://petstore.swagger.io/v2/swagger.json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2062643" y="2093456"/>
            <a:ext cx="2284600" cy="364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Example OpenAPI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7026" y="3522613"/>
            <a:ext cx="4217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https://swagger.io/docs/specification/about/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2076499" y="3234144"/>
            <a:ext cx="2699778" cy="364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OpenAPI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16366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27654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7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12135</TotalTime>
  <Words>208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Century Gothic</vt:lpstr>
      <vt:lpstr>Symbol</vt:lpstr>
      <vt:lpstr>Times New Roman</vt:lpstr>
      <vt:lpstr>Wingdings 3</vt:lpstr>
      <vt:lpstr>Wisp</vt:lpstr>
      <vt:lpstr>PowerPoint Presentation</vt:lpstr>
      <vt:lpstr>PowerPoint Presentation</vt:lpstr>
      <vt:lpstr>REST API Design Assignment</vt:lpstr>
      <vt:lpstr>Case Study – To do list application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</cp:lastModifiedBy>
  <cp:revision>612</cp:revision>
  <dcterms:created xsi:type="dcterms:W3CDTF">2020-08-03T09:43:10Z</dcterms:created>
  <dcterms:modified xsi:type="dcterms:W3CDTF">2023-04-13T01:37:45Z</dcterms:modified>
</cp:coreProperties>
</file>