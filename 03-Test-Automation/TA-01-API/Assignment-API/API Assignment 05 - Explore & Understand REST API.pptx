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1" r:id="rId3"/>
    <p:sldId id="261" r:id="rId4"/>
    <p:sldId id="284" r:id="rId5"/>
    <p:sldId id="304" r:id="rId6"/>
    <p:sldId id="303" r:id="rId7"/>
    <p:sldId id="30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01"/>
            <p14:sldId id="261"/>
          </p14:sldIdLst>
        </p14:section>
        <p14:section name="Untitled Section" id="{96B2A4F6-E483-46D3-B718-858E0B0CB8CB}">
          <p14:sldIdLst>
            <p14:sldId id="284"/>
            <p14:sldId id="304"/>
            <p14:sldId id="303"/>
            <p14:sldId id="3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488"/>
    <a:srgbClr val="74B2FC"/>
    <a:srgbClr val="044EA8"/>
    <a:srgbClr val="1D3B8F"/>
    <a:srgbClr val="C9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5CE3C4-2E32-4D5C-A76F-4C50A3A464D5}" v="1" dt="2023-05-29T23:49:22.9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" userId="c4d8cb49210192e2" providerId="LiveId" clId="{113CE34B-028A-463B-A7A4-57A534DB4AE9}"/>
    <pc:docChg chg="custSel addSld delSld modSld sldOrd modSection">
      <pc:chgData name="Songqing" userId="c4d8cb49210192e2" providerId="LiveId" clId="{113CE34B-028A-463B-A7A4-57A534DB4AE9}" dt="2023-04-13T07:17:16.658" v="889" actId="20577"/>
      <pc:docMkLst>
        <pc:docMk/>
      </pc:docMkLst>
      <pc:sldChg chg="modSp mod">
        <pc:chgData name="Songqing" userId="c4d8cb49210192e2" providerId="LiveId" clId="{113CE34B-028A-463B-A7A4-57A534DB4AE9}" dt="2023-04-13T03:02:53.518" v="634" actId="20577"/>
        <pc:sldMkLst>
          <pc:docMk/>
          <pc:sldMk cId="3813058601" sldId="256"/>
        </pc:sldMkLst>
        <pc:spChg chg="mod">
          <ac:chgData name="Songqing" userId="c4d8cb49210192e2" providerId="LiveId" clId="{113CE34B-028A-463B-A7A4-57A534DB4AE9}" dt="2023-04-13T03:02:53.518" v="634" actId="20577"/>
          <ac:spMkLst>
            <pc:docMk/>
            <pc:sldMk cId="3813058601" sldId="256"/>
            <ac:spMk id="3" creationId="{00000000-0000-0000-0000-000000000000}"/>
          </ac:spMkLst>
        </pc:spChg>
      </pc:sldChg>
      <pc:sldChg chg="modSp mod">
        <pc:chgData name="Songqing" userId="c4d8cb49210192e2" providerId="LiveId" clId="{113CE34B-028A-463B-A7A4-57A534DB4AE9}" dt="2023-04-13T07:17:16.658" v="889" actId="20577"/>
        <pc:sldMkLst>
          <pc:docMk/>
          <pc:sldMk cId="3113703618" sldId="261"/>
        </pc:sldMkLst>
        <pc:spChg chg="mod">
          <ac:chgData name="Songqing" userId="c4d8cb49210192e2" providerId="LiveId" clId="{113CE34B-028A-463B-A7A4-57A534DB4AE9}" dt="2023-04-13T07:16:29.598" v="830" actId="20577"/>
          <ac:spMkLst>
            <pc:docMk/>
            <pc:sldMk cId="3113703618" sldId="261"/>
            <ac:spMk id="2" creationId="{00000000-0000-0000-0000-000000000000}"/>
          </ac:spMkLst>
        </pc:spChg>
        <pc:spChg chg="mod">
          <ac:chgData name="Songqing" userId="c4d8cb49210192e2" providerId="LiveId" clId="{113CE34B-028A-463B-A7A4-57A534DB4AE9}" dt="2023-04-13T07:17:16.658" v="889" actId="20577"/>
          <ac:spMkLst>
            <pc:docMk/>
            <pc:sldMk cId="3113703618" sldId="261"/>
            <ac:spMk id="5" creationId="{00000000-0000-0000-0000-000000000000}"/>
          </ac:spMkLst>
        </pc:spChg>
      </pc:sldChg>
      <pc:sldChg chg="addSp delSp modSp mod">
        <pc:chgData name="Songqing" userId="c4d8cb49210192e2" providerId="LiveId" clId="{113CE34B-028A-463B-A7A4-57A534DB4AE9}" dt="2023-04-09T20:16:34.543" v="263" actId="20577"/>
        <pc:sldMkLst>
          <pc:docMk/>
          <pc:sldMk cId="54292618" sldId="284"/>
        </pc:sldMkLst>
        <pc:spChg chg="mod">
          <ac:chgData name="Songqing" userId="c4d8cb49210192e2" providerId="LiveId" clId="{113CE34B-028A-463B-A7A4-57A534DB4AE9}" dt="2023-04-09T20:16:34.543" v="263" actId="20577"/>
          <ac:spMkLst>
            <pc:docMk/>
            <pc:sldMk cId="54292618" sldId="284"/>
            <ac:spMk id="3" creationId="{00000000-0000-0000-0000-000000000000}"/>
          </ac:spMkLst>
        </pc:spChg>
        <pc:spChg chg="del mod">
          <ac:chgData name="Songqing" userId="c4d8cb49210192e2" providerId="LiveId" clId="{113CE34B-028A-463B-A7A4-57A534DB4AE9}" dt="2023-04-09T19:13:03.584" v="240" actId="478"/>
          <ac:spMkLst>
            <pc:docMk/>
            <pc:sldMk cId="54292618" sldId="284"/>
            <ac:spMk id="4" creationId="{00000000-0000-0000-0000-000000000000}"/>
          </ac:spMkLst>
        </pc:spChg>
        <pc:spChg chg="add mod">
          <ac:chgData name="Songqing" userId="c4d8cb49210192e2" providerId="LiveId" clId="{113CE34B-028A-463B-A7A4-57A534DB4AE9}" dt="2023-04-09T19:12:54.695" v="239" actId="1076"/>
          <ac:spMkLst>
            <pc:docMk/>
            <pc:sldMk cId="54292618" sldId="284"/>
            <ac:spMk id="5" creationId="{04E9AD8E-A34C-16FF-3B6B-0AA097A068EC}"/>
          </ac:spMkLst>
        </pc:spChg>
        <pc:picChg chg="add mod">
          <ac:chgData name="Songqing" userId="c4d8cb49210192e2" providerId="LiveId" clId="{113CE34B-028A-463B-A7A4-57A534DB4AE9}" dt="2023-04-09T19:13:55.304" v="242" actId="1076"/>
          <ac:picMkLst>
            <pc:docMk/>
            <pc:sldMk cId="54292618" sldId="284"/>
            <ac:picMk id="7" creationId="{330AE65A-D514-D159-BB3B-202B3EBBB8FF}"/>
          </ac:picMkLst>
        </pc:picChg>
      </pc:sldChg>
      <pc:sldChg chg="delSp modSp mod">
        <pc:chgData name="Songqing" userId="c4d8cb49210192e2" providerId="LiveId" clId="{113CE34B-028A-463B-A7A4-57A534DB4AE9}" dt="2023-04-09T18:57:23.530" v="67" actId="20577"/>
        <pc:sldMkLst>
          <pc:docMk/>
          <pc:sldMk cId="4066671522" sldId="301"/>
        </pc:sldMkLst>
        <pc:spChg chg="del mod">
          <ac:chgData name="Songqing" userId="c4d8cb49210192e2" providerId="LiveId" clId="{113CE34B-028A-463B-A7A4-57A534DB4AE9}" dt="2023-04-09T18:56:17.810" v="20" actId="478"/>
          <ac:spMkLst>
            <pc:docMk/>
            <pc:sldMk cId="4066671522" sldId="301"/>
            <ac:spMk id="2" creationId="{00000000-0000-0000-0000-000000000000}"/>
          </ac:spMkLst>
        </pc:spChg>
        <pc:spChg chg="mod">
          <ac:chgData name="Songqing" userId="c4d8cb49210192e2" providerId="LiveId" clId="{113CE34B-028A-463B-A7A4-57A534DB4AE9}" dt="2023-04-09T18:57:23.530" v="67" actId="20577"/>
          <ac:spMkLst>
            <pc:docMk/>
            <pc:sldMk cId="4066671522" sldId="301"/>
            <ac:spMk id="6" creationId="{00000000-0000-0000-0000-000000000000}"/>
          </ac:spMkLst>
        </pc:spChg>
      </pc:sldChg>
      <pc:sldChg chg="addSp delSp modSp mod">
        <pc:chgData name="Songqing" userId="c4d8cb49210192e2" providerId="LiveId" clId="{113CE34B-028A-463B-A7A4-57A534DB4AE9}" dt="2023-04-13T01:48:35.993" v="602" actId="1076"/>
        <pc:sldMkLst>
          <pc:docMk/>
          <pc:sldMk cId="3163664778" sldId="303"/>
        </pc:sldMkLst>
        <pc:spChg chg="mod">
          <ac:chgData name="Songqing" userId="c4d8cb49210192e2" providerId="LiveId" clId="{113CE34B-028A-463B-A7A4-57A534DB4AE9}" dt="2023-04-13T01:48:35.993" v="602" actId="1076"/>
          <ac:spMkLst>
            <pc:docMk/>
            <pc:sldMk cId="3163664778" sldId="303"/>
            <ac:spMk id="3" creationId="{00000000-0000-0000-0000-000000000000}"/>
          </ac:spMkLst>
        </pc:spChg>
        <pc:spChg chg="del">
          <ac:chgData name="Songqing" userId="c4d8cb49210192e2" providerId="LiveId" clId="{113CE34B-028A-463B-A7A4-57A534DB4AE9}" dt="2023-04-09T21:09:26.887" v="576" actId="478"/>
          <ac:spMkLst>
            <pc:docMk/>
            <pc:sldMk cId="3163664778" sldId="303"/>
            <ac:spMk id="4" creationId="{00000000-0000-0000-0000-000000000000}"/>
          </ac:spMkLst>
        </pc:spChg>
        <pc:spChg chg="del">
          <ac:chgData name="Songqing" userId="c4d8cb49210192e2" providerId="LiveId" clId="{113CE34B-028A-463B-A7A4-57A534DB4AE9}" dt="2023-04-09T21:07:02.592" v="574" actId="478"/>
          <ac:spMkLst>
            <pc:docMk/>
            <pc:sldMk cId="3163664778" sldId="303"/>
            <ac:spMk id="6" creationId="{00000000-0000-0000-0000-000000000000}"/>
          </ac:spMkLst>
        </pc:spChg>
        <pc:spChg chg="del">
          <ac:chgData name="Songqing" userId="c4d8cb49210192e2" providerId="LiveId" clId="{113CE34B-028A-463B-A7A4-57A534DB4AE9}" dt="2023-04-09T21:07:02.592" v="574" actId="478"/>
          <ac:spMkLst>
            <pc:docMk/>
            <pc:sldMk cId="3163664778" sldId="303"/>
            <ac:spMk id="7" creationId="{00000000-0000-0000-0000-000000000000}"/>
          </ac:spMkLst>
        </pc:spChg>
        <pc:spChg chg="add mod">
          <ac:chgData name="Songqing" userId="c4d8cb49210192e2" providerId="LiveId" clId="{113CE34B-028A-463B-A7A4-57A534DB4AE9}" dt="2023-04-09T21:11:52.930" v="580" actId="1076"/>
          <ac:spMkLst>
            <pc:docMk/>
            <pc:sldMk cId="3163664778" sldId="303"/>
            <ac:spMk id="8" creationId="{D15C1852-6787-3C01-CB66-FC048F2C3DDF}"/>
          </ac:spMkLst>
        </pc:spChg>
      </pc:sldChg>
      <pc:sldChg chg="addSp modSp add mod ord">
        <pc:chgData name="Songqing" userId="c4d8cb49210192e2" providerId="LiveId" clId="{113CE34B-028A-463B-A7A4-57A534DB4AE9}" dt="2023-04-13T07:16:02.935" v="814" actId="207"/>
        <pc:sldMkLst>
          <pc:docMk/>
          <pc:sldMk cId="115232857" sldId="304"/>
        </pc:sldMkLst>
        <pc:spChg chg="mod">
          <ac:chgData name="Songqing" userId="c4d8cb49210192e2" providerId="LiveId" clId="{113CE34B-028A-463B-A7A4-57A534DB4AE9}" dt="2023-04-13T07:13:50.821" v="769" actId="1076"/>
          <ac:spMkLst>
            <pc:docMk/>
            <pc:sldMk cId="115232857" sldId="304"/>
            <ac:spMk id="2" creationId="{00000000-0000-0000-0000-000000000000}"/>
          </ac:spMkLst>
        </pc:spChg>
        <pc:spChg chg="mod">
          <ac:chgData name="Songqing" userId="c4d8cb49210192e2" providerId="LiveId" clId="{113CE34B-028A-463B-A7A4-57A534DB4AE9}" dt="2023-04-13T07:16:02.935" v="814" actId="207"/>
          <ac:spMkLst>
            <pc:docMk/>
            <pc:sldMk cId="115232857" sldId="304"/>
            <ac:spMk id="5" creationId="{00000000-0000-0000-0000-000000000000}"/>
          </ac:spMkLst>
        </pc:spChg>
        <pc:spChg chg="add mod">
          <ac:chgData name="Songqing" userId="c4d8cb49210192e2" providerId="LiveId" clId="{113CE34B-028A-463B-A7A4-57A534DB4AE9}" dt="2023-04-13T07:15:58.500" v="813" actId="207"/>
          <ac:spMkLst>
            <pc:docMk/>
            <pc:sldMk cId="115232857" sldId="304"/>
            <ac:spMk id="6" creationId="{07C8ED93-B4C0-8997-977C-3012F1C09674}"/>
          </ac:spMkLst>
        </pc:spChg>
        <pc:spChg chg="add mod">
          <ac:chgData name="Songqing" userId="c4d8cb49210192e2" providerId="LiveId" clId="{113CE34B-028A-463B-A7A4-57A534DB4AE9}" dt="2023-04-13T07:15:53.558" v="812" actId="207"/>
          <ac:spMkLst>
            <pc:docMk/>
            <pc:sldMk cId="115232857" sldId="304"/>
            <ac:spMk id="7" creationId="{3D404C8E-0237-C6DA-9820-6F277C360CBB}"/>
          </ac:spMkLst>
        </pc:spChg>
        <pc:picChg chg="add mod">
          <ac:chgData name="Songqing" userId="c4d8cb49210192e2" providerId="LiveId" clId="{113CE34B-028A-463B-A7A4-57A534DB4AE9}" dt="2023-04-13T07:15:44.852" v="811" actId="1076"/>
          <ac:picMkLst>
            <pc:docMk/>
            <pc:sldMk cId="115232857" sldId="304"/>
            <ac:picMk id="4" creationId="{FEC56516-0911-FC8E-04EF-79AF7A170962}"/>
          </ac:picMkLst>
        </pc:picChg>
      </pc:sldChg>
      <pc:sldChg chg="modSp add del mod">
        <pc:chgData name="Songqing" userId="c4d8cb49210192e2" providerId="LiveId" clId="{113CE34B-028A-463B-A7A4-57A534DB4AE9}" dt="2023-04-13T07:16:09.554" v="815" actId="2696"/>
        <pc:sldMkLst>
          <pc:docMk/>
          <pc:sldMk cId="1589323828" sldId="305"/>
        </pc:sldMkLst>
        <pc:spChg chg="mod">
          <ac:chgData name="Songqing" userId="c4d8cb49210192e2" providerId="LiveId" clId="{113CE34B-028A-463B-A7A4-57A534DB4AE9}" dt="2023-04-09T21:02:25.170" v="569" actId="207"/>
          <ac:spMkLst>
            <pc:docMk/>
            <pc:sldMk cId="1589323828" sldId="305"/>
            <ac:spMk id="2" creationId="{00000000-0000-0000-0000-000000000000}"/>
          </ac:spMkLst>
        </pc:spChg>
        <pc:spChg chg="mod">
          <ac:chgData name="Songqing" userId="c4d8cb49210192e2" providerId="LiveId" clId="{113CE34B-028A-463B-A7A4-57A534DB4AE9}" dt="2023-04-09T20:19:06.846" v="396" actId="20577"/>
          <ac:spMkLst>
            <pc:docMk/>
            <pc:sldMk cId="1589323828" sldId="305"/>
            <ac:spMk id="5" creationId="{00000000-0000-0000-0000-000000000000}"/>
          </ac:spMkLst>
        </pc:spChg>
      </pc:sldChg>
    </pc:docChg>
  </pc:docChgLst>
  <pc:docChgLst>
    <pc:chgData name="Songqing Gu" userId="c4d8cb49210192e2" providerId="LiveId" clId="{8F5CE3C4-2E32-4D5C-A76F-4C50A3A464D5}"/>
    <pc:docChg chg="modSld">
      <pc:chgData name="Songqing Gu" userId="c4d8cb49210192e2" providerId="LiveId" clId="{8F5CE3C4-2E32-4D5C-A76F-4C50A3A464D5}" dt="2023-05-29T23:49:35.046" v="8" actId="14100"/>
      <pc:docMkLst>
        <pc:docMk/>
      </pc:docMkLst>
      <pc:sldChg chg="modSp mod">
        <pc:chgData name="Songqing Gu" userId="c4d8cb49210192e2" providerId="LiveId" clId="{8F5CE3C4-2E32-4D5C-A76F-4C50A3A464D5}" dt="2023-05-28T04:18:03.697" v="4" actId="20577"/>
        <pc:sldMkLst>
          <pc:docMk/>
          <pc:sldMk cId="3813058601" sldId="256"/>
        </pc:sldMkLst>
        <pc:spChg chg="mod">
          <ac:chgData name="Songqing Gu" userId="c4d8cb49210192e2" providerId="LiveId" clId="{8F5CE3C4-2E32-4D5C-A76F-4C50A3A464D5}" dt="2023-05-28T04:18:03.697" v="4" actId="20577"/>
          <ac:spMkLst>
            <pc:docMk/>
            <pc:sldMk cId="3813058601" sldId="256"/>
            <ac:spMk id="3" creationId="{00000000-0000-0000-0000-000000000000}"/>
          </ac:spMkLst>
        </pc:spChg>
      </pc:sldChg>
      <pc:sldChg chg="addSp modSp mod">
        <pc:chgData name="Songqing Gu" userId="c4d8cb49210192e2" providerId="LiveId" clId="{8F5CE3C4-2E32-4D5C-A76F-4C50A3A464D5}" dt="2023-05-23T10:09:03.109" v="2" actId="14100"/>
        <pc:sldMkLst>
          <pc:docMk/>
          <pc:sldMk cId="3163664778" sldId="303"/>
        </pc:sldMkLst>
        <pc:spChg chg="add mod">
          <ac:chgData name="Songqing Gu" userId="c4d8cb49210192e2" providerId="LiveId" clId="{8F5CE3C4-2E32-4D5C-A76F-4C50A3A464D5}" dt="2023-05-23T10:09:03.109" v="2" actId="14100"/>
          <ac:spMkLst>
            <pc:docMk/>
            <pc:sldMk cId="3163664778" sldId="303"/>
            <ac:spMk id="5" creationId="{683B3BC2-58A9-20B4-2E80-E071FC32E8A4}"/>
          </ac:spMkLst>
        </pc:spChg>
      </pc:sldChg>
      <pc:sldChg chg="addSp modSp mod">
        <pc:chgData name="Songqing Gu" userId="c4d8cb49210192e2" providerId="LiveId" clId="{8F5CE3C4-2E32-4D5C-A76F-4C50A3A464D5}" dt="2023-05-29T23:49:35.046" v="8" actId="14100"/>
        <pc:sldMkLst>
          <pc:docMk/>
          <pc:sldMk cId="115232857" sldId="304"/>
        </pc:sldMkLst>
        <pc:spChg chg="add mod">
          <ac:chgData name="Songqing Gu" userId="c4d8cb49210192e2" providerId="LiveId" clId="{8F5CE3C4-2E32-4D5C-A76F-4C50A3A464D5}" dt="2023-05-29T23:49:35.046" v="8" actId="14100"/>
          <ac:spMkLst>
            <pc:docMk/>
            <pc:sldMk cId="115232857" sldId="304"/>
            <ac:spMk id="3" creationId="{0D5D22F3-15AE-9AD8-CA39-A7B267FEA0C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30/05/2023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30/05/2023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30/05/2023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30/05/2023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30/05/2023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30/05/2023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30/05/2023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30/05/2023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30/05/2023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30/05/2023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30/05/2023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5143" y="2468352"/>
            <a:ext cx="9975605" cy="1470054"/>
          </a:xfrm>
          <a:effectLst/>
        </p:spPr>
        <p:txBody>
          <a:bodyPr>
            <a:noAutofit/>
          </a:bodyPr>
          <a:lstStyle/>
          <a:p>
            <a:r>
              <a:rPr lang="en-AU" sz="3600" i="1" dirty="0">
                <a:solidFill>
                  <a:schemeClr val="accent2"/>
                </a:solidFill>
                <a:latin typeface="Arial Black" panose="020B0A04020102020204" pitchFamily="34" charset="0"/>
                <a:ea typeface="+mj-ea"/>
                <a:cs typeface="+mj-cs"/>
              </a:rPr>
              <a:t>Explore </a:t>
            </a:r>
            <a:r>
              <a:rPr lang="en-AU" sz="3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ea typeface="+mj-ea"/>
                <a:cs typeface="+mj-cs"/>
              </a:rPr>
              <a:t>&amp;</a:t>
            </a:r>
            <a:r>
              <a:rPr lang="en-AU" sz="3600" i="1" dirty="0">
                <a:solidFill>
                  <a:schemeClr val="accent2"/>
                </a:solidFill>
                <a:latin typeface="Arial Black" panose="020B0A04020102020204" pitchFamily="34" charset="0"/>
                <a:ea typeface="+mj-ea"/>
                <a:cs typeface="+mj-cs"/>
              </a:rPr>
              <a:t> Understand Rest API</a:t>
            </a:r>
            <a:endParaRPr lang="en-AU" sz="3600" i="1" dirty="0">
              <a:solidFill>
                <a:srgbClr val="0070C0"/>
              </a:solidFill>
              <a:latin typeface="Arial Black" panose="020B0A04020102020204" pitchFamily="34" charset="0"/>
              <a:ea typeface="+mj-ea"/>
              <a:cs typeface="+mj-cs"/>
            </a:endParaRPr>
          </a:p>
          <a:p>
            <a:r>
              <a:rPr lang="en-AU" sz="3600" i="1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            </a:t>
            </a:r>
            <a:r>
              <a:rPr lang="en-AU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ea typeface="+mj-ea"/>
                <a:cs typeface="+mj-cs"/>
              </a:rPr>
              <a:t>- </a:t>
            </a:r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API </a:t>
            </a:r>
            <a:r>
              <a:rPr lang="en-AU" sz="320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Assignments 05</a:t>
            </a:r>
            <a:endParaRPr lang="en-AU" sz="3200" dirty="0">
              <a:solidFill>
                <a:srgbClr val="0070C0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48" y="74352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468327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2"/>
                </a:solidFill>
              </a:rPr>
              <a:t>Your success is our success</a:t>
            </a:r>
            <a:endParaRPr lang="en-AU" sz="1400" dirty="0">
              <a:solidFill>
                <a:schemeClr val="accent2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703782" y="5824117"/>
            <a:ext cx="4322618" cy="44737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altLang="zh-CN" sz="2000" b="1">
                <a:solidFill>
                  <a:srgbClr val="00B0F0"/>
                </a:solidFill>
              </a:rPr>
              <a:t>Funny Gorilla</a:t>
            </a:r>
            <a:r>
              <a:rPr lang="zh-CN" altLang="en-US" sz="2000" b="1" i="1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>
                <a:solidFill>
                  <a:srgbClr val="002060"/>
                </a:solidFill>
              </a:rPr>
              <a:t>-</a:t>
            </a:r>
            <a:r>
              <a:rPr lang="en-US" altLang="zh-CN" sz="2000" b="1" i="1">
                <a:solidFill>
                  <a:schemeClr val="accent2"/>
                </a:solidFill>
              </a:rPr>
              <a:t>IT</a:t>
            </a:r>
            <a:r>
              <a:rPr lang="zh-CN" altLang="en-US" sz="2000" b="1" i="1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 txBox="1">
            <a:spLocks noChangeArrowheads="1"/>
          </p:cNvSpPr>
          <p:nvPr/>
        </p:nvSpPr>
        <p:spPr bwMode="auto">
          <a:xfrm>
            <a:off x="2819401" y="1828801"/>
            <a:ext cx="6437313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200">
                <a:solidFill>
                  <a:srgbClr val="00B0F0"/>
                </a:solidFill>
                <a:latin typeface="Arial Black" panose="020B0A04020102020204" pitchFamily="34" charset="0"/>
              </a:rPr>
              <a:t>Prerequisites:</a:t>
            </a:r>
            <a:endParaRPr lang="en-US" altLang="en-US" sz="3200" b="1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736851" y="2525775"/>
            <a:ext cx="6437313" cy="44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Gitbash (for Windows only)</a:t>
            </a:r>
          </a:p>
        </p:txBody>
      </p:sp>
    </p:spTree>
    <p:extLst>
      <p:ext uri="{BB962C8B-B14F-4D97-AF65-F5344CB8AC3E}">
        <p14:creationId xmlns:p14="http://schemas.microsoft.com/office/powerpoint/2010/main" val="406667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782" y="1607040"/>
            <a:ext cx="7943127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939781" y="2632497"/>
            <a:ext cx="9392247" cy="953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Learn how explore and understand a REST API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Use cURL command line tool to invoke API endpoints</a:t>
            </a:r>
          </a:p>
        </p:txBody>
      </p:sp>
    </p:spTree>
    <p:extLst>
      <p:ext uri="{BB962C8B-B14F-4D97-AF65-F5344CB8AC3E}">
        <p14:creationId xmlns:p14="http://schemas.microsoft.com/office/powerpoint/2010/main" val="3113703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98234" y="614873"/>
            <a:ext cx="8911687" cy="733636"/>
          </a:xfrm>
        </p:spPr>
        <p:txBody>
          <a:bodyPr/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Target API </a:t>
            </a:r>
            <a:r>
              <a:rPr lang="en-AU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AU" dirty="0" err="1">
                <a:solidFill>
                  <a:schemeClr val="accent2"/>
                </a:solidFill>
                <a:latin typeface="Arial Black" panose="020B0A04020102020204" pitchFamily="34" charset="0"/>
              </a:rPr>
              <a:t>JSONPlaceHoder</a:t>
            </a:r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E9AD8E-A34C-16FF-3B6B-0AA097A068EC}"/>
              </a:ext>
            </a:extLst>
          </p:cNvPr>
          <p:cNvSpPr txBox="1"/>
          <p:nvPr/>
        </p:nvSpPr>
        <p:spPr>
          <a:xfrm>
            <a:off x="1284514" y="169625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https://jsonplaceholder.typicode.com/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0AE65A-D514-D159-BB3B-202B3EBBB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514" y="2505670"/>
            <a:ext cx="8420533" cy="356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92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163" y="1008326"/>
            <a:ext cx="7943127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63163" y="3206987"/>
            <a:ext cx="8702066" cy="466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4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Step</a:t>
            </a:r>
            <a:r>
              <a:rPr lang="en-AU" sz="24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 </a:t>
            </a:r>
            <a:r>
              <a:rPr lang="en-AU" sz="24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two</a:t>
            </a:r>
            <a:r>
              <a:rPr lang="en-AU" sz="24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: </a:t>
            </a: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Map out API Endpoints, http verb, status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C56516-0911-FC8E-04EF-79AF7A170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56" y="3934786"/>
            <a:ext cx="10690444" cy="4694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C8ED93-B4C0-8997-977C-3012F1C09674}"/>
              </a:ext>
            </a:extLst>
          </p:cNvPr>
          <p:cNvSpPr txBox="1"/>
          <p:nvPr/>
        </p:nvSpPr>
        <p:spPr>
          <a:xfrm>
            <a:off x="1563163" y="2572617"/>
            <a:ext cx="7635267" cy="466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4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Step</a:t>
            </a:r>
            <a:r>
              <a:rPr lang="en-AU" sz="24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 </a:t>
            </a:r>
            <a:r>
              <a:rPr lang="en-AU" sz="24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one</a:t>
            </a:r>
            <a:r>
              <a:rPr lang="en-AU" sz="24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: </a:t>
            </a: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Define business entity relationship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D404C8E-0237-C6DA-9820-6F277C360CBB}"/>
              </a:ext>
            </a:extLst>
          </p:cNvPr>
          <p:cNvSpPr txBox="1">
            <a:spLocks/>
          </p:cNvSpPr>
          <p:nvPr/>
        </p:nvSpPr>
        <p:spPr>
          <a:xfrm>
            <a:off x="1538139" y="5006314"/>
            <a:ext cx="10972800" cy="66898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solidFill>
                  <a:srgbClr val="0070C0"/>
                </a:solidFill>
                <a:latin typeface="Arial Black" panose="020B0A04020102020204" pitchFamily="34" charset="0"/>
              </a:rPr>
              <a:t>Step three: </a:t>
            </a:r>
            <a:r>
              <a:rPr lang="en-A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Invoker API Endpoints by </a:t>
            </a:r>
            <a:r>
              <a:rPr lang="en-AU" sz="2400" dirty="0" err="1">
                <a:solidFill>
                  <a:schemeClr val="accent2"/>
                </a:solidFill>
                <a:latin typeface="Arial Black" panose="020B0A04020102020204" pitchFamily="34" charset="0"/>
              </a:rPr>
              <a:t>cURL</a:t>
            </a:r>
            <a:endParaRPr lang="en-AU" sz="24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D5D22F3-15AE-9AD8-CA39-A7B267FEA0C6}"/>
              </a:ext>
            </a:extLst>
          </p:cNvPr>
          <p:cNvSpPr txBox="1">
            <a:spLocks/>
          </p:cNvSpPr>
          <p:nvPr/>
        </p:nvSpPr>
        <p:spPr>
          <a:xfrm>
            <a:off x="1501556" y="1977186"/>
            <a:ext cx="9558330" cy="66898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solidFill>
                  <a:srgbClr val="0070C0"/>
                </a:solidFill>
                <a:latin typeface="Arial Black" panose="020B0A04020102020204" pitchFamily="34" charset="0"/>
              </a:rPr>
              <a:t>Step 0: </a:t>
            </a:r>
            <a:r>
              <a:rPr lang="en-A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Invoker API Endpoints by </a:t>
            </a:r>
            <a:r>
              <a:rPr lang="en-AU" sz="2400" dirty="0" err="1">
                <a:solidFill>
                  <a:schemeClr val="accent2"/>
                </a:solidFill>
                <a:latin typeface="Arial Black" panose="020B0A04020102020204" pitchFamily="34" charset="0"/>
              </a:rPr>
              <a:t>cURL</a:t>
            </a:r>
            <a:endParaRPr lang="en-AU" sz="24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32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782" y="1191404"/>
            <a:ext cx="7943127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936205" y="2659625"/>
            <a:ext cx="5037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https://everything.curl.dev/http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5C1852-6787-3C01-CB66-FC048F2C3DDF}"/>
              </a:ext>
            </a:extLst>
          </p:cNvPr>
          <p:cNvSpPr txBox="1"/>
          <p:nvPr/>
        </p:nvSpPr>
        <p:spPr>
          <a:xfrm>
            <a:off x="1936205" y="21676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https://www.baeldung.com/curl-rest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3B3BC2-58A9-20B4-2E80-E071FC32E8A4}"/>
              </a:ext>
            </a:extLst>
          </p:cNvPr>
          <p:cNvSpPr txBox="1"/>
          <p:nvPr/>
        </p:nvSpPr>
        <p:spPr>
          <a:xfrm>
            <a:off x="1936205" y="3182713"/>
            <a:ext cx="8459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https://www.booleanworld.com/curl-command-tutorial-examples/</a:t>
            </a:r>
          </a:p>
        </p:txBody>
      </p:sp>
    </p:spTree>
    <p:extLst>
      <p:ext uri="{BB962C8B-B14F-4D97-AF65-F5344CB8AC3E}">
        <p14:creationId xmlns:p14="http://schemas.microsoft.com/office/powerpoint/2010/main" val="3163664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27653" name="Rectangle 6"/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27654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701372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12293</TotalTime>
  <Words>165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Century Gothic</vt:lpstr>
      <vt:lpstr>Symbol</vt:lpstr>
      <vt:lpstr>Wingdings 3</vt:lpstr>
      <vt:lpstr>Wisp</vt:lpstr>
      <vt:lpstr>PowerPoint Presentation</vt:lpstr>
      <vt:lpstr>PowerPoint Presentation</vt:lpstr>
      <vt:lpstr>Targets</vt:lpstr>
      <vt:lpstr>Target API – JSONPlaceHoder </vt:lpstr>
      <vt:lpstr>Steps</vt:lpstr>
      <vt:lpstr>Reference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612</cp:revision>
  <dcterms:created xsi:type="dcterms:W3CDTF">2020-08-03T09:43:10Z</dcterms:created>
  <dcterms:modified xsi:type="dcterms:W3CDTF">2023-05-29T23:49:41Z</dcterms:modified>
</cp:coreProperties>
</file>