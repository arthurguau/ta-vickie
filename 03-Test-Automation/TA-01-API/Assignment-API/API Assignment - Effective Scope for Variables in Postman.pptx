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301" r:id="rId3"/>
    <p:sldId id="261" r:id="rId4"/>
    <p:sldId id="284" r:id="rId5"/>
    <p:sldId id="303" r:id="rId6"/>
    <p:sldId id="30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AAF580E-2583-42CA-B0FA-385A997457CF}">
          <p14:sldIdLst>
            <p14:sldId id="256"/>
            <p14:sldId id="301"/>
            <p14:sldId id="261"/>
          </p14:sldIdLst>
        </p14:section>
        <p14:section name="Untitled Section" id="{96B2A4F6-E483-46D3-B718-858E0B0CB8CB}">
          <p14:sldIdLst>
            <p14:sldId id="284"/>
            <p14:sldId id="303"/>
            <p14:sldId id="3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, S. (Songqing)" initials="GS(" lastIdx="2" clrIdx="0">
    <p:extLst>
      <p:ext uri="{19B8F6BF-5375-455C-9EA6-DF929625EA0E}">
        <p15:presenceInfo xmlns:p15="http://schemas.microsoft.com/office/powerpoint/2012/main" userId="Gu, S. (Songqing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8488"/>
    <a:srgbClr val="74B2FC"/>
    <a:srgbClr val="044EA8"/>
    <a:srgbClr val="1D3B8F"/>
    <a:srgbClr val="C9E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65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12379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87335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76453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5586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36543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16045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46810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285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4319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47164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8099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912662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178977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3667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67589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059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FFB29-0314-491D-9FB0-66C9BD8AD8C0}" type="datetimeFigureOut">
              <a:rPr lang="en-AU" smtClean="0"/>
              <a:t>18/02/2023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3A1C6DAF-6EB8-4D5C-9BCD-63A633C96412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2883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ditor.swagger.io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wagger.io/docs/specification/about/" TargetMode="External"/><Relationship Id="rId2" Type="http://schemas.openxmlformats.org/officeDocument/2006/relationships/hyperlink" Target="https://petstore.swagger.io/v2/swagger.jso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80243" y="3126435"/>
            <a:ext cx="7688994" cy="1470054"/>
          </a:xfrm>
          <a:effectLst/>
        </p:spPr>
        <p:txBody>
          <a:bodyPr>
            <a:noAutofit/>
          </a:bodyPr>
          <a:lstStyle/>
          <a:p>
            <a:r>
              <a:rPr lang="en-AU" sz="4000" dirty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Rest</a:t>
            </a:r>
            <a:r>
              <a:rPr lang="en-AU" sz="4800" b="1" dirty="0" smtClean="0">
                <a:solidFill>
                  <a:srgbClr val="002060"/>
                </a:solidFill>
              </a:rPr>
              <a:t> </a:t>
            </a:r>
            <a:r>
              <a:rPr lang="en-AU" sz="4000" dirty="0" smtClean="0">
                <a:solidFill>
                  <a:srgbClr val="0070C0"/>
                </a:solidFill>
                <a:latin typeface="Arial Black" panose="020B0A04020102020204" pitchFamily="34" charset="0"/>
                <a:ea typeface="+mj-ea"/>
                <a:cs typeface="+mj-cs"/>
              </a:rPr>
              <a:t>API Assignments</a:t>
            </a: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  <a:ea typeface="+mj-ea"/>
              <a:cs typeface="+mj-cs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48" y="74352"/>
            <a:ext cx="2096652" cy="1487570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468327" y="1484977"/>
            <a:ext cx="26323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altLang="zh-CN" sz="1400" b="1" i="1" dirty="0">
                <a:solidFill>
                  <a:schemeClr val="accent2"/>
                </a:solidFill>
              </a:rPr>
              <a:t>Your success is our success</a:t>
            </a:r>
            <a:endParaRPr lang="en-AU" sz="1400" dirty="0">
              <a:solidFill>
                <a:schemeClr val="accent2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703782" y="5824117"/>
            <a:ext cx="4322618" cy="447373"/>
          </a:xfrm>
          <a:prstGeom prst="rect">
            <a:avLst/>
          </a:prstGeom>
          <a:effectLst/>
        </p:spPr>
        <p:txBody>
          <a:bodyPr vert="horz" lIns="91440" tIns="45720" rIns="91440" bIns="45720" rtlCol="0" anchor="b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54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AU" altLang="zh-CN" sz="2000" b="1" smtClean="0">
                <a:solidFill>
                  <a:srgbClr val="00B0F0"/>
                </a:solidFill>
              </a:rPr>
              <a:t>Funny Gorilla</a:t>
            </a:r>
            <a:r>
              <a:rPr lang="zh-CN" altLang="en-US" sz="2000" b="1" i="1" smtClean="0">
                <a:solidFill>
                  <a:schemeClr val="accent2"/>
                </a:solidFill>
                <a:cs typeface="幼圆"/>
              </a:rPr>
              <a:t>诙猩猩</a:t>
            </a:r>
            <a:r>
              <a:rPr lang="en-AU" altLang="zh-CN" sz="2000" b="1" smtClean="0">
                <a:solidFill>
                  <a:srgbClr val="002060"/>
                </a:solidFill>
              </a:rPr>
              <a:t>-</a:t>
            </a:r>
            <a:r>
              <a:rPr lang="en-US" altLang="zh-CN" sz="2000" b="1" i="1" smtClean="0">
                <a:solidFill>
                  <a:schemeClr val="accent2"/>
                </a:solidFill>
              </a:rPr>
              <a:t>IT</a:t>
            </a:r>
            <a:r>
              <a:rPr lang="zh-CN" altLang="en-US" sz="2000" b="1" i="1" smtClean="0">
                <a:solidFill>
                  <a:schemeClr val="accent2"/>
                </a:solidFill>
              </a:rPr>
              <a:t>培训</a:t>
            </a:r>
            <a:endParaRPr lang="en-AU" sz="1400" b="1" i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305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 txBox="1">
            <a:spLocks noChangeArrowheads="1"/>
          </p:cNvSpPr>
          <p:nvPr/>
        </p:nvSpPr>
        <p:spPr bwMode="auto">
          <a:xfrm>
            <a:off x="2819401" y="1828801"/>
            <a:ext cx="6437313" cy="671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3200">
                <a:solidFill>
                  <a:srgbClr val="00B0F0"/>
                </a:solidFill>
                <a:latin typeface="Arial Black" panose="020B0A04020102020204" pitchFamily="34" charset="0"/>
              </a:rPr>
              <a:t>Prerequisites:</a:t>
            </a:r>
            <a:endParaRPr lang="en-US" altLang="en-US" sz="3200" b="1">
              <a:solidFill>
                <a:srgbClr val="00B0F0"/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813051" y="2590800"/>
            <a:ext cx="6437313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262626"/>
                </a:solidFill>
                <a:latin typeface="Century Gothic" panose="020B050202020202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285750" indent="-285750" eaLnBrk="1" hangingPunct="1">
              <a:buFont typeface="Arial" panose="020B0604020202020204" pitchFamily="34" charset="0"/>
              <a:buChar char="•"/>
              <a:defRPr/>
            </a:pPr>
            <a:r>
              <a:rPr lang="en-US" altLang="en-US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Use online </a:t>
            </a:r>
            <a:r>
              <a:rPr lang="en-US" altLang="en-US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Arial Black" panose="020B0A04020102020204" pitchFamily="34" charset="0"/>
              </a:rPr>
              <a:t>Swagger Editor tool</a:t>
            </a:r>
            <a:endParaRPr lang="en-US" altLang="en-US" sz="1400" b="1" dirty="0">
              <a:solidFill>
                <a:schemeClr val="tx1">
                  <a:lumMod val="50000"/>
                  <a:lumOff val="50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116593" y="2856036"/>
            <a:ext cx="24674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https://editor.swagger.io/</a:t>
            </a:r>
            <a:endParaRPr lang="en-AU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6671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1607040"/>
            <a:ext cx="79431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REST API Design Assignment</a:t>
            </a: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39782" y="2632497"/>
            <a:ext cx="6096000" cy="787652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Creating</a:t>
            </a:r>
            <a:r>
              <a:rPr lang="en-AU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an</a:t>
            </a:r>
            <a:r>
              <a:rPr lang="en-AU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API</a:t>
            </a:r>
            <a:r>
              <a:rPr lang="en-AU" b="1" dirty="0">
                <a:solidFill>
                  <a:srgbClr val="222222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specification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Adding the API to </a:t>
            </a: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Postman</a:t>
            </a:r>
            <a:endParaRPr lang="en-AU" b="1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703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98234" y="614873"/>
            <a:ext cx="8911687" cy="733636"/>
          </a:xfrm>
        </p:spPr>
        <p:txBody>
          <a:bodyPr/>
          <a:lstStyle/>
          <a:p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Case</a:t>
            </a:r>
            <a:r>
              <a:rPr lang="en-AU" dirty="0" smtClean="0"/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Study</a:t>
            </a:r>
            <a:r>
              <a:rPr lang="en-AU" dirty="0" smtClean="0"/>
              <a:t> </a:t>
            </a:r>
            <a:r>
              <a:rPr lang="en-AU" dirty="0">
                <a:solidFill>
                  <a:srgbClr val="0070C0"/>
                </a:solidFill>
                <a:latin typeface="Arial Black" panose="020B0A04020102020204" pitchFamily="34" charset="0"/>
              </a:rPr>
              <a:t>– </a:t>
            </a:r>
            <a:r>
              <a:rPr lang="en-AU" dirty="0">
                <a:solidFill>
                  <a:schemeClr val="accent2"/>
                </a:solidFill>
                <a:latin typeface="Arial Black" panose="020B0A04020102020204" pitchFamily="34" charset="0"/>
              </a:rPr>
              <a:t>To do list application</a:t>
            </a:r>
            <a:endParaRPr lang="en-AU" dirty="0">
              <a:solidFill>
                <a:schemeClr val="accent2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97527" y="2197381"/>
            <a:ext cx="10507085" cy="2474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</a:t>
            </a: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e will create a specification for the API of an imaginary </a:t>
            </a:r>
            <a:r>
              <a:rPr lang="en-AU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to-do list application</a:t>
            </a: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. imagine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that you are going to create the API for an application that can create and display items on a to-do list. </a:t>
            </a:r>
            <a:endParaRPr lang="en-AU" b="1" dirty="0" smtClean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This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application will allow users to create new </a:t>
            </a:r>
            <a:r>
              <a:rPr lang="en-AU" b="1" i="1" dirty="0">
                <a:solidFill>
                  <a:schemeClr val="accent2"/>
                </a:solidFill>
                <a:latin typeface="Century Gothic" panose="020B0502020202020204" pitchFamily="34" charset="0"/>
              </a:rPr>
              <a:t>to-do items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. </a:t>
            </a:r>
            <a:endParaRPr lang="en-AU" b="1" dirty="0" smtClean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It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will also allow users to mark those items as complete and to </a:t>
            </a:r>
            <a:r>
              <a:rPr lang="en-AU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make changes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to the item after they have created it. </a:t>
            </a:r>
            <a:endParaRPr lang="en-AU" b="1" dirty="0" smtClean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They 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can also </a:t>
            </a:r>
            <a:r>
              <a:rPr lang="en-AU" b="1" dirty="0">
                <a:solidFill>
                  <a:schemeClr val="accent2"/>
                </a:solidFill>
                <a:latin typeface="Century Gothic" panose="020B0502020202020204" pitchFamily="34" charset="0"/>
              </a:rPr>
              <a:t>delete</a:t>
            </a:r>
            <a:r>
              <a:rPr lang="en-AU" b="1" dirty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 an item that they no longer want to track.</a:t>
            </a:r>
          </a:p>
        </p:txBody>
      </p:sp>
    </p:spTree>
    <p:extLst>
      <p:ext uri="{BB962C8B-B14F-4D97-AF65-F5344CB8AC3E}">
        <p14:creationId xmlns:p14="http://schemas.microsoft.com/office/powerpoint/2010/main" val="542926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9782" y="1191404"/>
            <a:ext cx="7943127" cy="668981"/>
          </a:xfrm>
          <a:effectLst/>
        </p:spPr>
        <p:txBody>
          <a:bodyPr>
            <a:normAutofit fontScale="90000"/>
          </a:bodyPr>
          <a:lstStyle/>
          <a:p>
            <a:r>
              <a:rPr lang="en-AU" sz="4000" dirty="0" smtClean="0">
                <a:solidFill>
                  <a:srgbClr val="0070C0"/>
                </a:solidFill>
                <a:latin typeface="Arial Black" panose="020B0A04020102020204" pitchFamily="34" charset="0"/>
              </a:rPr>
              <a:t>Reference</a:t>
            </a:r>
            <a:endParaRPr lang="en-AU" sz="40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062643" y="2506833"/>
            <a:ext cx="41666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https://petstore.swagger.io/v2/swagger.json</a:t>
            </a:r>
            <a:endParaRPr lang="en-AU" dirty="0"/>
          </a:p>
        </p:txBody>
      </p:sp>
      <p:sp>
        <p:nvSpPr>
          <p:cNvPr id="4" name="Rectangle 3"/>
          <p:cNvSpPr/>
          <p:nvPr/>
        </p:nvSpPr>
        <p:spPr>
          <a:xfrm>
            <a:off x="2062643" y="2093456"/>
            <a:ext cx="2284600" cy="364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Example OpenAPI</a:t>
            </a:r>
            <a:endParaRPr lang="en-AU" b="1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037026" y="3522613"/>
            <a:ext cx="42178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solidFill>
                  <a:srgbClr val="0000FF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https://swagger.io/docs/specification/about/</a:t>
            </a:r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2076499" y="3234144"/>
            <a:ext cx="2699778" cy="36497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AU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entury Gothic" panose="020B0502020202020204" pitchFamily="34" charset="0"/>
              </a:rPr>
              <a:t>OpenAPI Specification</a:t>
            </a:r>
            <a:endParaRPr lang="en-AU" b="1" dirty="0">
              <a:solidFill>
                <a:schemeClr val="tx1">
                  <a:lumMod val="50000"/>
                  <a:lumOff val="50000"/>
                </a:schemeClr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3664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5114" y="1035051"/>
            <a:ext cx="1311275" cy="930275"/>
          </a:xfrm>
          <a:prstGeom prst="rect">
            <a:avLst/>
          </a:prstGeo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235200" y="3073401"/>
            <a:ext cx="5308600" cy="1185863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Mail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info@funnygorilla.com.au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Linkedin</a:t>
            </a:r>
            <a:r>
              <a:rPr lang="en-AU" sz="1500" dirty="0"/>
              <a:t>: 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https://mt.linkedin.com/in/songqing-gu-2ba9034b/de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Web Chat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FunnyGorilla</a:t>
            </a:r>
          </a:p>
          <a:p>
            <a:pPr marL="0" indent="0">
              <a:buNone/>
              <a:defRPr/>
            </a:pPr>
            <a:r>
              <a:rPr lang="en-AU" sz="1500" b="1" dirty="0">
                <a:solidFill>
                  <a:schemeClr val="accent2"/>
                </a:solidFill>
              </a:rPr>
              <a:t>Phone</a:t>
            </a:r>
            <a:r>
              <a:rPr lang="en-AU" sz="1500" dirty="0"/>
              <a:t>: </a:t>
            </a:r>
            <a:r>
              <a:rPr lang="en-AU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0420891343</a:t>
            </a:r>
          </a:p>
          <a:p>
            <a:pPr marL="0" indent="0">
              <a:buNone/>
              <a:defRPr/>
            </a:pPr>
            <a:endParaRPr lang="en-AU" dirty="0"/>
          </a:p>
          <a:p>
            <a:pPr marL="0" indent="0">
              <a:buNone/>
              <a:defRPr/>
            </a:pPr>
            <a:endParaRPr lang="en-AU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8491538" y="1965325"/>
            <a:ext cx="1974850" cy="2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  <a:defRPr/>
            </a:pPr>
            <a:r>
              <a:rPr lang="en-AU" altLang="zh-CN" sz="1050" b="1" i="1">
                <a:solidFill>
                  <a:schemeClr val="accent2"/>
                </a:solidFill>
                <a:cs typeface="幼圆"/>
              </a:rPr>
              <a:t>Your success is our success</a:t>
            </a:r>
            <a:endParaRPr lang="en-AU" altLang="en-US" sz="1050">
              <a:solidFill>
                <a:schemeClr val="accent2"/>
              </a:solidFill>
            </a:endParaRPr>
          </a:p>
        </p:txBody>
      </p:sp>
      <p:sp>
        <p:nvSpPr>
          <p:cNvPr id="27653" name="Rectangle 6"/>
          <p:cNvSpPr>
            <a:spLocks noChangeArrowheads="1"/>
          </p:cNvSpPr>
          <p:nvPr/>
        </p:nvSpPr>
        <p:spPr bwMode="auto">
          <a:xfrm>
            <a:off x="2235200" y="2589213"/>
            <a:ext cx="1543050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AU" altLang="en-US" sz="2700" b="1">
                <a:solidFill>
                  <a:srgbClr val="00B0F0"/>
                </a:solidFill>
              </a:rPr>
              <a:t>Contact</a:t>
            </a:r>
            <a:endParaRPr lang="en-AU" altLang="en-US" sz="2700">
              <a:solidFill>
                <a:schemeClr val="tx1"/>
              </a:solidFill>
            </a:endParaRPr>
          </a:p>
        </p:txBody>
      </p:sp>
      <p:pic>
        <p:nvPicPr>
          <p:cNvPr id="27654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6800" y="4648200"/>
            <a:ext cx="1265238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47013725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12135</TotalTime>
  <Words>168</Words>
  <Application>Microsoft Office PowerPoint</Application>
  <PresentationFormat>Widescreen</PresentationFormat>
  <Paragraphs>25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Arial Black</vt:lpstr>
      <vt:lpstr>Century Gothic</vt:lpstr>
      <vt:lpstr>Symbol</vt:lpstr>
      <vt:lpstr>Times New Roman</vt:lpstr>
      <vt:lpstr>Wingdings 3</vt:lpstr>
      <vt:lpstr>幼圆</vt:lpstr>
      <vt:lpstr>Wisp</vt:lpstr>
      <vt:lpstr>PowerPoint Presentation</vt:lpstr>
      <vt:lpstr>PowerPoint Presentation</vt:lpstr>
      <vt:lpstr>REST API Design Assignment</vt:lpstr>
      <vt:lpstr>Case Study – To do list application</vt:lpstr>
      <vt:lpstr>Reference</vt:lpstr>
      <vt:lpstr>PowerPoint Presentation</vt:lpstr>
    </vt:vector>
  </TitlesOfParts>
  <Company>ING Bank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Some Advice to Students</dc:title>
  <dc:creator>Gu, S. (Songqing)</dc:creator>
  <cp:lastModifiedBy>Gu, S. (Songqing)</cp:lastModifiedBy>
  <cp:revision>612</cp:revision>
  <dcterms:created xsi:type="dcterms:W3CDTF">2020-08-03T09:43:10Z</dcterms:created>
  <dcterms:modified xsi:type="dcterms:W3CDTF">2023-02-19T05:09:43Z</dcterms:modified>
</cp:coreProperties>
</file>