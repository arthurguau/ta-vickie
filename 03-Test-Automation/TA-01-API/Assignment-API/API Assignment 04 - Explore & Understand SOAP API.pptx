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301" r:id="rId3"/>
    <p:sldId id="302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AAF580E-2583-42CA-B0FA-385A997457CF}">
          <p14:sldIdLst>
            <p14:sldId id="256"/>
            <p14:sldId id="301"/>
          </p14:sldIdLst>
        </p14:section>
        <p14:section name="Untitled Section" id="{96B2A4F6-E483-46D3-B718-858E0B0CB8CB}">
          <p14:sldIdLst>
            <p14:sldId id="30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u, S. (Songqing)" initials="GS(" lastIdx="2" clrIdx="0">
    <p:extLst>
      <p:ext uri="{19B8F6BF-5375-455C-9EA6-DF929625EA0E}">
        <p15:presenceInfo xmlns:p15="http://schemas.microsoft.com/office/powerpoint/2012/main" userId="Gu, S. (Songqing)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8488"/>
    <a:srgbClr val="74B2FC"/>
    <a:srgbClr val="044EA8"/>
    <a:srgbClr val="1D3B8F"/>
    <a:srgbClr val="C9E8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414"/>
    <p:restoredTop sz="94658"/>
  </p:normalViewPr>
  <p:slideViewPr>
    <p:cSldViewPr snapToGrid="0">
      <p:cViewPr varScale="1">
        <p:scale>
          <a:sx n="106" d="100"/>
          <a:sy n="106" d="100"/>
        </p:scale>
        <p:origin x="1536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ngqing" userId="c4d8cb49210192e2" providerId="LiveId" clId="{113CE34B-028A-463B-A7A4-57A534DB4AE9}"/>
    <pc:docChg chg="custSel addSld delSld modSld sldOrd modSection">
      <pc:chgData name="Songqing" userId="c4d8cb49210192e2" providerId="LiveId" clId="{113CE34B-028A-463B-A7A4-57A534DB4AE9}" dt="2023-04-13T07:17:16.658" v="889" actId="20577"/>
      <pc:docMkLst>
        <pc:docMk/>
      </pc:docMkLst>
      <pc:sldChg chg="modSp mod">
        <pc:chgData name="Songqing" userId="c4d8cb49210192e2" providerId="LiveId" clId="{113CE34B-028A-463B-A7A4-57A534DB4AE9}" dt="2023-04-13T03:02:53.518" v="634" actId="20577"/>
        <pc:sldMkLst>
          <pc:docMk/>
          <pc:sldMk cId="3813058601" sldId="256"/>
        </pc:sldMkLst>
        <pc:spChg chg="mod">
          <ac:chgData name="Songqing" userId="c4d8cb49210192e2" providerId="LiveId" clId="{113CE34B-028A-463B-A7A4-57A534DB4AE9}" dt="2023-04-13T03:02:53.518" v="634" actId="20577"/>
          <ac:spMkLst>
            <pc:docMk/>
            <pc:sldMk cId="3813058601" sldId="256"/>
            <ac:spMk id="3" creationId="{00000000-0000-0000-0000-000000000000}"/>
          </ac:spMkLst>
        </pc:spChg>
      </pc:sldChg>
      <pc:sldChg chg="modSp mod">
        <pc:chgData name="Songqing" userId="c4d8cb49210192e2" providerId="LiveId" clId="{113CE34B-028A-463B-A7A4-57A534DB4AE9}" dt="2023-04-13T07:17:16.658" v="889" actId="20577"/>
        <pc:sldMkLst>
          <pc:docMk/>
          <pc:sldMk cId="3113703618" sldId="261"/>
        </pc:sldMkLst>
        <pc:spChg chg="mod">
          <ac:chgData name="Songqing" userId="c4d8cb49210192e2" providerId="LiveId" clId="{113CE34B-028A-463B-A7A4-57A534DB4AE9}" dt="2023-04-13T07:16:29.598" v="830" actId="20577"/>
          <ac:spMkLst>
            <pc:docMk/>
            <pc:sldMk cId="3113703618" sldId="261"/>
            <ac:spMk id="2" creationId="{00000000-0000-0000-0000-000000000000}"/>
          </ac:spMkLst>
        </pc:spChg>
        <pc:spChg chg="mod">
          <ac:chgData name="Songqing" userId="c4d8cb49210192e2" providerId="LiveId" clId="{113CE34B-028A-463B-A7A4-57A534DB4AE9}" dt="2023-04-13T07:17:16.658" v="889" actId="20577"/>
          <ac:spMkLst>
            <pc:docMk/>
            <pc:sldMk cId="3113703618" sldId="261"/>
            <ac:spMk id="5" creationId="{00000000-0000-0000-0000-000000000000}"/>
          </ac:spMkLst>
        </pc:spChg>
      </pc:sldChg>
      <pc:sldChg chg="addSp delSp modSp mod">
        <pc:chgData name="Songqing" userId="c4d8cb49210192e2" providerId="LiveId" clId="{113CE34B-028A-463B-A7A4-57A534DB4AE9}" dt="2023-04-09T20:16:34.543" v="263" actId="20577"/>
        <pc:sldMkLst>
          <pc:docMk/>
          <pc:sldMk cId="54292618" sldId="284"/>
        </pc:sldMkLst>
        <pc:spChg chg="mod">
          <ac:chgData name="Songqing" userId="c4d8cb49210192e2" providerId="LiveId" clId="{113CE34B-028A-463B-A7A4-57A534DB4AE9}" dt="2023-04-09T20:16:34.543" v="263" actId="20577"/>
          <ac:spMkLst>
            <pc:docMk/>
            <pc:sldMk cId="54292618" sldId="284"/>
            <ac:spMk id="3" creationId="{00000000-0000-0000-0000-000000000000}"/>
          </ac:spMkLst>
        </pc:spChg>
        <pc:spChg chg="del mod">
          <ac:chgData name="Songqing" userId="c4d8cb49210192e2" providerId="LiveId" clId="{113CE34B-028A-463B-A7A4-57A534DB4AE9}" dt="2023-04-09T19:13:03.584" v="240" actId="478"/>
          <ac:spMkLst>
            <pc:docMk/>
            <pc:sldMk cId="54292618" sldId="284"/>
            <ac:spMk id="4" creationId="{00000000-0000-0000-0000-000000000000}"/>
          </ac:spMkLst>
        </pc:spChg>
        <pc:spChg chg="add mod">
          <ac:chgData name="Songqing" userId="c4d8cb49210192e2" providerId="LiveId" clId="{113CE34B-028A-463B-A7A4-57A534DB4AE9}" dt="2023-04-09T19:12:54.695" v="239" actId="1076"/>
          <ac:spMkLst>
            <pc:docMk/>
            <pc:sldMk cId="54292618" sldId="284"/>
            <ac:spMk id="5" creationId="{04E9AD8E-A34C-16FF-3B6B-0AA097A068EC}"/>
          </ac:spMkLst>
        </pc:spChg>
        <pc:picChg chg="add mod">
          <ac:chgData name="Songqing" userId="c4d8cb49210192e2" providerId="LiveId" clId="{113CE34B-028A-463B-A7A4-57A534DB4AE9}" dt="2023-04-09T19:13:55.304" v="242" actId="1076"/>
          <ac:picMkLst>
            <pc:docMk/>
            <pc:sldMk cId="54292618" sldId="284"/>
            <ac:picMk id="7" creationId="{330AE65A-D514-D159-BB3B-202B3EBBB8FF}"/>
          </ac:picMkLst>
        </pc:picChg>
      </pc:sldChg>
      <pc:sldChg chg="delSp modSp mod">
        <pc:chgData name="Songqing" userId="c4d8cb49210192e2" providerId="LiveId" clId="{113CE34B-028A-463B-A7A4-57A534DB4AE9}" dt="2023-04-09T18:57:23.530" v="67" actId="20577"/>
        <pc:sldMkLst>
          <pc:docMk/>
          <pc:sldMk cId="4066671522" sldId="301"/>
        </pc:sldMkLst>
        <pc:spChg chg="del mod">
          <ac:chgData name="Songqing" userId="c4d8cb49210192e2" providerId="LiveId" clId="{113CE34B-028A-463B-A7A4-57A534DB4AE9}" dt="2023-04-09T18:56:17.810" v="20" actId="478"/>
          <ac:spMkLst>
            <pc:docMk/>
            <pc:sldMk cId="4066671522" sldId="301"/>
            <ac:spMk id="2" creationId="{00000000-0000-0000-0000-000000000000}"/>
          </ac:spMkLst>
        </pc:spChg>
        <pc:spChg chg="mod">
          <ac:chgData name="Songqing" userId="c4d8cb49210192e2" providerId="LiveId" clId="{113CE34B-028A-463B-A7A4-57A534DB4AE9}" dt="2023-04-09T18:57:23.530" v="67" actId="20577"/>
          <ac:spMkLst>
            <pc:docMk/>
            <pc:sldMk cId="4066671522" sldId="301"/>
            <ac:spMk id="6" creationId="{00000000-0000-0000-0000-000000000000}"/>
          </ac:spMkLst>
        </pc:spChg>
      </pc:sldChg>
      <pc:sldChg chg="addSp delSp modSp mod">
        <pc:chgData name="Songqing" userId="c4d8cb49210192e2" providerId="LiveId" clId="{113CE34B-028A-463B-A7A4-57A534DB4AE9}" dt="2023-04-13T01:48:35.993" v="602" actId="1076"/>
        <pc:sldMkLst>
          <pc:docMk/>
          <pc:sldMk cId="3163664778" sldId="303"/>
        </pc:sldMkLst>
        <pc:spChg chg="mod">
          <ac:chgData name="Songqing" userId="c4d8cb49210192e2" providerId="LiveId" clId="{113CE34B-028A-463B-A7A4-57A534DB4AE9}" dt="2023-04-13T01:48:35.993" v="602" actId="1076"/>
          <ac:spMkLst>
            <pc:docMk/>
            <pc:sldMk cId="3163664778" sldId="303"/>
            <ac:spMk id="3" creationId="{00000000-0000-0000-0000-000000000000}"/>
          </ac:spMkLst>
        </pc:spChg>
        <pc:spChg chg="del">
          <ac:chgData name="Songqing" userId="c4d8cb49210192e2" providerId="LiveId" clId="{113CE34B-028A-463B-A7A4-57A534DB4AE9}" dt="2023-04-09T21:09:26.887" v="576" actId="478"/>
          <ac:spMkLst>
            <pc:docMk/>
            <pc:sldMk cId="3163664778" sldId="303"/>
            <ac:spMk id="4" creationId="{00000000-0000-0000-0000-000000000000}"/>
          </ac:spMkLst>
        </pc:spChg>
        <pc:spChg chg="del">
          <ac:chgData name="Songqing" userId="c4d8cb49210192e2" providerId="LiveId" clId="{113CE34B-028A-463B-A7A4-57A534DB4AE9}" dt="2023-04-09T21:07:02.592" v="574" actId="478"/>
          <ac:spMkLst>
            <pc:docMk/>
            <pc:sldMk cId="3163664778" sldId="303"/>
            <ac:spMk id="6" creationId="{00000000-0000-0000-0000-000000000000}"/>
          </ac:spMkLst>
        </pc:spChg>
        <pc:spChg chg="del">
          <ac:chgData name="Songqing" userId="c4d8cb49210192e2" providerId="LiveId" clId="{113CE34B-028A-463B-A7A4-57A534DB4AE9}" dt="2023-04-09T21:07:02.592" v="574" actId="478"/>
          <ac:spMkLst>
            <pc:docMk/>
            <pc:sldMk cId="3163664778" sldId="303"/>
            <ac:spMk id="7" creationId="{00000000-0000-0000-0000-000000000000}"/>
          </ac:spMkLst>
        </pc:spChg>
        <pc:spChg chg="add mod">
          <ac:chgData name="Songqing" userId="c4d8cb49210192e2" providerId="LiveId" clId="{113CE34B-028A-463B-A7A4-57A534DB4AE9}" dt="2023-04-09T21:11:52.930" v="580" actId="1076"/>
          <ac:spMkLst>
            <pc:docMk/>
            <pc:sldMk cId="3163664778" sldId="303"/>
            <ac:spMk id="8" creationId="{D15C1852-6787-3C01-CB66-FC048F2C3DDF}"/>
          </ac:spMkLst>
        </pc:spChg>
      </pc:sldChg>
      <pc:sldChg chg="addSp modSp add mod ord">
        <pc:chgData name="Songqing" userId="c4d8cb49210192e2" providerId="LiveId" clId="{113CE34B-028A-463B-A7A4-57A534DB4AE9}" dt="2023-04-13T07:16:02.935" v="814" actId="207"/>
        <pc:sldMkLst>
          <pc:docMk/>
          <pc:sldMk cId="115232857" sldId="304"/>
        </pc:sldMkLst>
        <pc:spChg chg="mod">
          <ac:chgData name="Songqing" userId="c4d8cb49210192e2" providerId="LiveId" clId="{113CE34B-028A-463B-A7A4-57A534DB4AE9}" dt="2023-04-13T07:13:50.821" v="769" actId="1076"/>
          <ac:spMkLst>
            <pc:docMk/>
            <pc:sldMk cId="115232857" sldId="304"/>
            <ac:spMk id="2" creationId="{00000000-0000-0000-0000-000000000000}"/>
          </ac:spMkLst>
        </pc:spChg>
        <pc:spChg chg="mod">
          <ac:chgData name="Songqing" userId="c4d8cb49210192e2" providerId="LiveId" clId="{113CE34B-028A-463B-A7A4-57A534DB4AE9}" dt="2023-04-13T07:16:02.935" v="814" actId="207"/>
          <ac:spMkLst>
            <pc:docMk/>
            <pc:sldMk cId="115232857" sldId="304"/>
            <ac:spMk id="5" creationId="{00000000-0000-0000-0000-000000000000}"/>
          </ac:spMkLst>
        </pc:spChg>
        <pc:spChg chg="add mod">
          <ac:chgData name="Songqing" userId="c4d8cb49210192e2" providerId="LiveId" clId="{113CE34B-028A-463B-A7A4-57A534DB4AE9}" dt="2023-04-13T07:15:58.500" v="813" actId="207"/>
          <ac:spMkLst>
            <pc:docMk/>
            <pc:sldMk cId="115232857" sldId="304"/>
            <ac:spMk id="6" creationId="{07C8ED93-B4C0-8997-977C-3012F1C09674}"/>
          </ac:spMkLst>
        </pc:spChg>
        <pc:spChg chg="add mod">
          <ac:chgData name="Songqing" userId="c4d8cb49210192e2" providerId="LiveId" clId="{113CE34B-028A-463B-A7A4-57A534DB4AE9}" dt="2023-04-13T07:15:53.558" v="812" actId="207"/>
          <ac:spMkLst>
            <pc:docMk/>
            <pc:sldMk cId="115232857" sldId="304"/>
            <ac:spMk id="7" creationId="{3D404C8E-0237-C6DA-9820-6F277C360CBB}"/>
          </ac:spMkLst>
        </pc:spChg>
        <pc:picChg chg="add mod">
          <ac:chgData name="Songqing" userId="c4d8cb49210192e2" providerId="LiveId" clId="{113CE34B-028A-463B-A7A4-57A534DB4AE9}" dt="2023-04-13T07:15:44.852" v="811" actId="1076"/>
          <ac:picMkLst>
            <pc:docMk/>
            <pc:sldMk cId="115232857" sldId="304"/>
            <ac:picMk id="4" creationId="{FEC56516-0911-FC8E-04EF-79AF7A170962}"/>
          </ac:picMkLst>
        </pc:picChg>
      </pc:sldChg>
      <pc:sldChg chg="modSp add del mod">
        <pc:chgData name="Songqing" userId="c4d8cb49210192e2" providerId="LiveId" clId="{113CE34B-028A-463B-A7A4-57A534DB4AE9}" dt="2023-04-13T07:16:09.554" v="815" actId="2696"/>
        <pc:sldMkLst>
          <pc:docMk/>
          <pc:sldMk cId="1589323828" sldId="305"/>
        </pc:sldMkLst>
        <pc:spChg chg="mod">
          <ac:chgData name="Songqing" userId="c4d8cb49210192e2" providerId="LiveId" clId="{113CE34B-028A-463B-A7A4-57A534DB4AE9}" dt="2023-04-09T21:02:25.170" v="569" actId="207"/>
          <ac:spMkLst>
            <pc:docMk/>
            <pc:sldMk cId="1589323828" sldId="305"/>
            <ac:spMk id="2" creationId="{00000000-0000-0000-0000-000000000000}"/>
          </ac:spMkLst>
        </pc:spChg>
        <pc:spChg chg="mod">
          <ac:chgData name="Songqing" userId="c4d8cb49210192e2" providerId="LiveId" clId="{113CE34B-028A-463B-A7A4-57A534DB4AE9}" dt="2023-04-09T20:19:06.846" v="396" actId="20577"/>
          <ac:spMkLst>
            <pc:docMk/>
            <pc:sldMk cId="1589323828" sldId="305"/>
            <ac:spMk id="5" creationId="{00000000-0000-0000-0000-000000000000}"/>
          </ac:spMkLst>
        </pc:spChg>
      </pc:sldChg>
    </pc:docChg>
  </pc:docChgLst>
  <pc:docChgLst>
    <pc:chgData name="Songqing Gu" userId="c4d8cb49210192e2" providerId="LiveId" clId="{E9E43831-8610-4B51-9232-04510EB9738C}"/>
    <pc:docChg chg="modSld">
      <pc:chgData name="Songqing Gu" userId="c4d8cb49210192e2" providerId="LiveId" clId="{E9E43831-8610-4B51-9232-04510EB9738C}" dt="2023-05-15T02:55:45.186" v="3" actId="20577"/>
      <pc:docMkLst>
        <pc:docMk/>
      </pc:docMkLst>
      <pc:sldChg chg="modSp mod">
        <pc:chgData name="Songqing Gu" userId="c4d8cb49210192e2" providerId="LiveId" clId="{E9E43831-8610-4B51-9232-04510EB9738C}" dt="2023-05-15T02:55:45.186" v="3" actId="20577"/>
        <pc:sldMkLst>
          <pc:docMk/>
          <pc:sldMk cId="3813058601" sldId="256"/>
        </pc:sldMkLst>
        <pc:spChg chg="mod">
          <ac:chgData name="Songqing Gu" userId="c4d8cb49210192e2" providerId="LiveId" clId="{E9E43831-8610-4B51-9232-04510EB9738C}" dt="2023-05-15T02:55:45.186" v="3" actId="20577"/>
          <ac:spMkLst>
            <pc:docMk/>
            <pc:sldMk cId="3813058601" sldId="256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30/7/2025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12379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30/7/2025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87335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30/7/2025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76453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30/7/2025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55860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30/7/2025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36543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30/7/2025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16045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30/7/2025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46810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30/7/2025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2858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30/7/2025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43192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30/7/2025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47164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30/7/2025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780995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30/7/2025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912662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30/7/2025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178977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30/7/2025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936676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30/7/2025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967589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30/7/2025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05932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2FFB29-0314-491D-9FB0-66C9BD8AD8C0}" type="datetimeFigureOut">
              <a:rPr lang="en-AU" smtClean="0"/>
              <a:t>30/7/2025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52883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38926" y="2823458"/>
            <a:ext cx="7719979" cy="1470054"/>
          </a:xfrm>
          <a:effectLst/>
        </p:spPr>
        <p:txBody>
          <a:bodyPr>
            <a:noAutofit/>
          </a:bodyPr>
          <a:lstStyle/>
          <a:p>
            <a:r>
              <a:rPr lang="en-AU" sz="3600" b="1" i="1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Explore </a:t>
            </a:r>
            <a:r>
              <a:rPr lang="en-AU" sz="36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j-ea"/>
                <a:cs typeface="+mj-cs"/>
              </a:rPr>
              <a:t>&amp;</a:t>
            </a:r>
            <a:r>
              <a:rPr lang="en-AU" sz="3600" b="1" i="1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 Understand SOAP API</a:t>
            </a:r>
            <a:endParaRPr lang="en-AU" sz="3600" b="1" i="1" dirty="0">
              <a:solidFill>
                <a:srgbClr val="0070C0"/>
              </a:solidFill>
              <a:latin typeface="+mj-lt"/>
              <a:ea typeface="+mj-ea"/>
              <a:cs typeface="+mj-cs"/>
            </a:endParaRPr>
          </a:p>
          <a:p>
            <a:r>
              <a:rPr lang="en-AU" sz="3600" b="1" i="1" dirty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            </a:t>
            </a:r>
            <a:r>
              <a:rPr lang="en-AU" sz="3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j-ea"/>
                <a:cs typeface="+mj-cs"/>
              </a:rPr>
              <a:t>- </a:t>
            </a:r>
            <a:r>
              <a:rPr lang="en-AU" sz="3200" b="1" dirty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API Assignments 04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5348" y="74352"/>
            <a:ext cx="2096652" cy="148757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4" name="TextBox 3"/>
          <p:cNvSpPr txBox="1"/>
          <p:nvPr/>
        </p:nvSpPr>
        <p:spPr>
          <a:xfrm>
            <a:off x="9468327" y="1484977"/>
            <a:ext cx="26323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altLang="zh-CN" sz="1400" b="1" i="1" dirty="0">
                <a:solidFill>
                  <a:schemeClr val="accent2"/>
                </a:solidFill>
              </a:rPr>
              <a:t>Your success is our success</a:t>
            </a:r>
            <a:endParaRPr lang="en-AU" sz="1400" dirty="0">
              <a:solidFill>
                <a:schemeClr val="accent2"/>
              </a:solidFill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3703782" y="5824117"/>
            <a:ext cx="4322618" cy="447373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altLang="zh-CN" sz="2000" b="1">
                <a:solidFill>
                  <a:srgbClr val="00B0F0"/>
                </a:solidFill>
              </a:rPr>
              <a:t>Funny Gorilla</a:t>
            </a:r>
            <a:r>
              <a:rPr lang="zh-CN" altLang="en-US" sz="2000" b="1" i="1">
                <a:solidFill>
                  <a:schemeClr val="accent2"/>
                </a:solidFill>
                <a:cs typeface="幼圆"/>
              </a:rPr>
              <a:t>诙猩猩</a:t>
            </a:r>
            <a:r>
              <a:rPr lang="en-AU" altLang="zh-CN" sz="2000" b="1">
                <a:solidFill>
                  <a:srgbClr val="002060"/>
                </a:solidFill>
              </a:rPr>
              <a:t>-</a:t>
            </a:r>
            <a:r>
              <a:rPr lang="en-US" altLang="zh-CN" sz="2000" b="1" i="1">
                <a:solidFill>
                  <a:schemeClr val="accent2"/>
                </a:solidFill>
              </a:rPr>
              <a:t>IT</a:t>
            </a:r>
            <a:r>
              <a:rPr lang="zh-CN" altLang="en-US" sz="2000" b="1" i="1">
                <a:solidFill>
                  <a:schemeClr val="accent2"/>
                </a:solidFill>
              </a:rPr>
              <a:t>培训</a:t>
            </a:r>
            <a:endParaRPr lang="en-AU" sz="1400" b="1" i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3058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 txBox="1">
            <a:spLocks noChangeArrowheads="1"/>
          </p:cNvSpPr>
          <p:nvPr/>
        </p:nvSpPr>
        <p:spPr bwMode="auto">
          <a:xfrm>
            <a:off x="1931633" y="3008359"/>
            <a:ext cx="6437313" cy="671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3200" b="1">
                <a:solidFill>
                  <a:srgbClr val="00B0F0"/>
                </a:solidFill>
                <a:latin typeface="+mj-lt"/>
              </a:rPr>
              <a:t>Prerequisites:</a:t>
            </a: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1849084" y="3679872"/>
            <a:ext cx="6437313" cy="44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  <a:lvl2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62626"/>
                </a:solidFill>
                <a:latin typeface="Century Gothic" panose="020B0502020202020204" pitchFamily="34" charset="0"/>
              </a:defRPr>
            </a:lvl2pPr>
            <a:lvl3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62626"/>
                </a:solidFill>
                <a:latin typeface="Century Gothic" panose="020B0502020202020204" pitchFamily="34" charset="0"/>
              </a:defRPr>
            </a:lvl3pPr>
            <a:lvl4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62626"/>
                </a:solidFill>
                <a:latin typeface="Century Gothic" panose="020B0502020202020204" pitchFamily="34" charset="0"/>
              </a:defRPr>
            </a:lvl4pPr>
            <a:lvl5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62626"/>
                </a:solidFill>
                <a:latin typeface="Century Gothic" panose="020B0502020202020204" pitchFamily="34" charset="0"/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285750" indent="-285750" eaLnBrk="1" hangingPunct="1">
              <a:buFont typeface="Arial" panose="020B0604020202020204" pitchFamily="34" charset="0"/>
              <a:buChar char="•"/>
              <a:defRPr/>
            </a:pPr>
            <a:r>
              <a:rPr lang="en-US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Gitbash (for Windows only)</a:t>
            </a:r>
          </a:p>
        </p:txBody>
      </p:sp>
    </p:spTree>
    <p:extLst>
      <p:ext uri="{BB962C8B-B14F-4D97-AF65-F5344CB8AC3E}">
        <p14:creationId xmlns:p14="http://schemas.microsoft.com/office/powerpoint/2010/main" val="40666715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5114" y="1035051"/>
            <a:ext cx="1311275" cy="930275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2235200" y="3073401"/>
            <a:ext cx="5308600" cy="1185863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  <a:defRPr/>
            </a:pPr>
            <a:r>
              <a:rPr lang="en-AU" sz="1500" b="1" dirty="0">
                <a:solidFill>
                  <a:schemeClr val="accent2"/>
                </a:solidFill>
              </a:rPr>
              <a:t>Mail</a:t>
            </a:r>
            <a:r>
              <a:rPr lang="en-AU" sz="1500" dirty="0"/>
              <a:t>:  </a:t>
            </a:r>
            <a:r>
              <a:rPr lang="en-AU" sz="15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info@funnygorilla.com.au</a:t>
            </a:r>
          </a:p>
          <a:p>
            <a:pPr marL="0" indent="0">
              <a:buNone/>
              <a:defRPr/>
            </a:pPr>
            <a:r>
              <a:rPr lang="en-AU" sz="1500" b="1" dirty="0">
                <a:solidFill>
                  <a:schemeClr val="accent2"/>
                </a:solidFill>
              </a:rPr>
              <a:t>Linkedin</a:t>
            </a:r>
            <a:r>
              <a:rPr lang="en-AU" sz="1500" dirty="0"/>
              <a:t>:  </a:t>
            </a:r>
            <a:r>
              <a:rPr lang="en-AU" sz="15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https://mt.linkedin.com/in/songqing-gu-2ba9034b/de</a:t>
            </a:r>
          </a:p>
          <a:p>
            <a:pPr marL="0" indent="0">
              <a:buNone/>
              <a:defRPr/>
            </a:pPr>
            <a:r>
              <a:rPr lang="en-AU" sz="1500" b="1" dirty="0">
                <a:solidFill>
                  <a:schemeClr val="accent2"/>
                </a:solidFill>
              </a:rPr>
              <a:t>Web Chat</a:t>
            </a:r>
            <a:r>
              <a:rPr lang="en-AU" sz="1500" dirty="0"/>
              <a:t>: </a:t>
            </a:r>
            <a:r>
              <a:rPr lang="en-AU" sz="15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FunnyGorilla</a:t>
            </a:r>
          </a:p>
          <a:p>
            <a:pPr marL="0" indent="0">
              <a:buNone/>
              <a:defRPr/>
            </a:pPr>
            <a:r>
              <a:rPr lang="en-AU" sz="1500" b="1" dirty="0">
                <a:solidFill>
                  <a:schemeClr val="accent2"/>
                </a:solidFill>
              </a:rPr>
              <a:t>Phone</a:t>
            </a:r>
            <a:r>
              <a:rPr lang="en-AU" sz="1500" dirty="0"/>
              <a:t>: </a:t>
            </a:r>
            <a:r>
              <a:rPr lang="en-AU" sz="15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0420891343</a:t>
            </a:r>
          </a:p>
          <a:p>
            <a:pPr marL="0" indent="0">
              <a:buNone/>
              <a:defRPr/>
            </a:pPr>
            <a:endParaRPr lang="en-AU" dirty="0"/>
          </a:p>
          <a:p>
            <a:pPr marL="0" indent="0">
              <a:buNone/>
              <a:defRPr/>
            </a:pPr>
            <a:endParaRPr lang="en-AU" dirty="0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8491538" y="1965325"/>
            <a:ext cx="1974850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r>
              <a:rPr lang="en-AU" altLang="zh-CN" sz="1050" b="1" i="1">
                <a:solidFill>
                  <a:schemeClr val="accent2"/>
                </a:solidFill>
                <a:cs typeface="幼圆"/>
              </a:rPr>
              <a:t>Your success is our success</a:t>
            </a:r>
            <a:endParaRPr lang="en-AU" altLang="en-US" sz="1050">
              <a:solidFill>
                <a:schemeClr val="accent2"/>
              </a:solidFill>
            </a:endParaRPr>
          </a:p>
        </p:txBody>
      </p:sp>
      <p:sp>
        <p:nvSpPr>
          <p:cNvPr id="27653" name="Rectangle 6"/>
          <p:cNvSpPr>
            <a:spLocks noChangeArrowheads="1"/>
          </p:cNvSpPr>
          <p:nvPr/>
        </p:nvSpPr>
        <p:spPr bwMode="auto">
          <a:xfrm>
            <a:off x="2235200" y="2589213"/>
            <a:ext cx="154305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AU" altLang="en-US" sz="2700" b="1">
                <a:solidFill>
                  <a:srgbClr val="00B0F0"/>
                </a:solidFill>
              </a:rPr>
              <a:t>Contact</a:t>
            </a:r>
            <a:endParaRPr lang="en-AU" altLang="en-US" sz="2700">
              <a:solidFill>
                <a:schemeClr val="tx1"/>
              </a:solidFill>
            </a:endParaRPr>
          </a:p>
        </p:txBody>
      </p:sp>
      <p:pic>
        <p:nvPicPr>
          <p:cNvPr id="27654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6800" y="4648200"/>
            <a:ext cx="1265238" cy="159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47013725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12284</TotalTime>
  <Words>69</Words>
  <Application>Microsoft Macintosh PowerPoint</Application>
  <PresentationFormat>Widescreen</PresentationFormat>
  <Paragraphs>12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Century Gothic</vt:lpstr>
      <vt:lpstr>Wingdings 3</vt:lpstr>
      <vt:lpstr>幼圆</vt:lpstr>
      <vt:lpstr>Wisp</vt:lpstr>
      <vt:lpstr>PowerPoint Presentation</vt:lpstr>
      <vt:lpstr>PowerPoint Presentation</vt:lpstr>
      <vt:lpstr>PowerPoint Presentation</vt:lpstr>
    </vt:vector>
  </TitlesOfParts>
  <Company>ING Bank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Some Advice to Students</dc:title>
  <dc:creator>Gu, S. (Songqing)</dc:creator>
  <cp:lastModifiedBy>Songqing Gu</cp:lastModifiedBy>
  <cp:revision>616</cp:revision>
  <dcterms:created xsi:type="dcterms:W3CDTF">2020-08-03T09:43:10Z</dcterms:created>
  <dcterms:modified xsi:type="dcterms:W3CDTF">2025-07-30T13:07:25Z</dcterms:modified>
</cp:coreProperties>
</file>