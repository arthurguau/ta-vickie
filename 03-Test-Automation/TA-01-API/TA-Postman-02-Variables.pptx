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308" r:id="rId3"/>
    <p:sldId id="349" r:id="rId4"/>
    <p:sldId id="317" r:id="rId5"/>
    <p:sldId id="312" r:id="rId6"/>
    <p:sldId id="353" r:id="rId7"/>
    <p:sldId id="347" r:id="rId8"/>
    <p:sldId id="340" r:id="rId9"/>
    <p:sldId id="345" r:id="rId10"/>
    <p:sldId id="342" r:id="rId11"/>
    <p:sldId id="350" r:id="rId12"/>
    <p:sldId id="341" r:id="rId13"/>
    <p:sldId id="309" r:id="rId14"/>
    <p:sldId id="333" r:id="rId15"/>
    <p:sldId id="351" r:id="rId16"/>
    <p:sldId id="343" r:id="rId17"/>
    <p:sldId id="352" r:id="rId18"/>
    <p:sldId id="344" r:id="rId19"/>
    <p:sldId id="338" r:id="rId20"/>
    <p:sldId id="348" r:id="rId21"/>
    <p:sldId id="346" r:id="rId22"/>
    <p:sldId id="318" r:id="rId23"/>
    <p:sldId id="30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  <p14:sldId id="349"/>
            <p14:sldId id="317"/>
            <p14:sldId id="312"/>
            <p14:sldId id="353"/>
            <p14:sldId id="347"/>
            <p14:sldId id="340"/>
            <p14:sldId id="345"/>
            <p14:sldId id="342"/>
            <p14:sldId id="350"/>
            <p14:sldId id="341"/>
            <p14:sldId id="309"/>
            <p14:sldId id="333"/>
            <p14:sldId id="351"/>
            <p14:sldId id="343"/>
            <p14:sldId id="352"/>
            <p14:sldId id="344"/>
            <p14:sldId id="338"/>
            <p14:sldId id="348"/>
            <p14:sldId id="346"/>
          </p14:sldIdLst>
        </p14:section>
        <p14:section name="Untitled Section" id="{96B2A4F6-E483-46D3-B718-858E0B0CB8CB}">
          <p14:sldIdLst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74B2FC"/>
    <a:srgbClr val="CEC9BA"/>
    <a:srgbClr val="786F54"/>
    <a:srgbClr val="E19B7F"/>
    <a:srgbClr val="74869C"/>
    <a:srgbClr val="2E01AB"/>
    <a:srgbClr val="8005B1"/>
    <a:srgbClr val="2E848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ED5308-E6AF-4142-96F9-8E906A19567D}" v="16" dt="2023-06-04T03:19:41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42" autoAdjust="0"/>
    <p:restoredTop sz="94740"/>
  </p:normalViewPr>
  <p:slideViewPr>
    <p:cSldViewPr snapToGrid="0">
      <p:cViewPr varScale="1">
        <p:scale>
          <a:sx n="127" d="100"/>
          <a:sy n="127" d="100"/>
        </p:scale>
        <p:origin x="10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470D0FF9-195B-41A6-AEE1-0985DFF6BA0C}"/>
    <pc:docChg chg="custSel addSld delSld modSld modSection">
      <pc:chgData name="Songqing Gu" userId="c4d8cb49210192e2" providerId="LiveId" clId="{470D0FF9-195B-41A6-AEE1-0985DFF6BA0C}" dt="2023-05-28T04:33:02.380" v="24" actId="20577"/>
      <pc:docMkLst>
        <pc:docMk/>
      </pc:docMkLst>
      <pc:sldChg chg="addSp delSp modSp mod">
        <pc:chgData name="Songqing Gu" userId="c4d8cb49210192e2" providerId="LiveId" clId="{470D0FF9-195B-41A6-AEE1-0985DFF6BA0C}" dt="2023-05-28T04:33:02.380" v="24" actId="20577"/>
        <pc:sldMkLst>
          <pc:docMk/>
          <pc:sldMk cId="2858780333" sldId="311"/>
        </pc:sldMkLst>
        <pc:spChg chg="del mod">
          <ac:chgData name="Songqing Gu" userId="c4d8cb49210192e2" providerId="LiveId" clId="{470D0FF9-195B-41A6-AEE1-0985DFF6BA0C}" dt="2023-05-28T04:32:58.490" v="21" actId="478"/>
          <ac:spMkLst>
            <pc:docMk/>
            <pc:sldMk cId="2858780333" sldId="311"/>
            <ac:spMk id="2" creationId="{00000000-0000-0000-0000-000000000000}"/>
          </ac:spMkLst>
        </pc:spChg>
        <pc:spChg chg="add mod">
          <ac:chgData name="Songqing Gu" userId="c4d8cb49210192e2" providerId="LiveId" clId="{470D0FF9-195B-41A6-AEE1-0985DFF6BA0C}" dt="2023-05-28T04:33:02.380" v="24" actId="20577"/>
          <ac:spMkLst>
            <pc:docMk/>
            <pc:sldMk cId="2858780333" sldId="311"/>
            <ac:spMk id="4" creationId="{6E5100F9-57A0-FFC1-135E-CC10CAC07C02}"/>
          </ac:spMkLst>
        </pc:spChg>
        <pc:spChg chg="del">
          <ac:chgData name="Songqing Gu" userId="c4d8cb49210192e2" providerId="LiveId" clId="{470D0FF9-195B-41A6-AEE1-0985DFF6BA0C}" dt="2023-05-22T02:39:52.834" v="18" actId="478"/>
          <ac:spMkLst>
            <pc:docMk/>
            <pc:sldMk cId="2858780333" sldId="311"/>
            <ac:spMk id="5" creationId="{00000000-0000-0000-0000-000000000000}"/>
          </ac:spMkLst>
        </pc:spChg>
        <pc:spChg chg="add del mod">
          <ac:chgData name="Songqing Gu" userId="c4d8cb49210192e2" providerId="LiveId" clId="{470D0FF9-195B-41A6-AEE1-0985DFF6BA0C}" dt="2023-05-22T02:39:55.888" v="19" actId="478"/>
          <ac:spMkLst>
            <pc:docMk/>
            <pc:sldMk cId="2858780333" sldId="311"/>
            <ac:spMk id="6" creationId="{5E16DF1F-6584-D163-1261-25CE1FFEEBF3}"/>
          </ac:spMkLst>
        </pc:spChg>
        <pc:picChg chg="del">
          <ac:chgData name="Songqing Gu" userId="c4d8cb49210192e2" providerId="LiveId" clId="{470D0FF9-195B-41A6-AEE1-0985DFF6BA0C}" dt="2023-05-28T04:32:58.490" v="21" actId="478"/>
          <ac:picMkLst>
            <pc:docMk/>
            <pc:sldMk cId="2858780333" sldId="311"/>
            <ac:picMk id="3" creationId="{4252084F-0B2F-B102-4A01-CBF67D8D6E1D}"/>
          </ac:picMkLst>
        </pc:picChg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525518975" sldId="315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858815385" sldId="316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72308756" sldId="32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278352769" sldId="323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902447746" sldId="325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328123108" sldId="327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15647746" sldId="328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373275006" sldId="330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075869107" sldId="33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108580856" sldId="334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083099032" sldId="337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765302659" sldId="339"/>
        </pc:sldMkLst>
      </pc:sldChg>
      <pc:sldChg chg="add">
        <pc:chgData name="Songqing Gu" userId="c4d8cb49210192e2" providerId="LiveId" clId="{470D0FF9-195B-41A6-AEE1-0985DFF6BA0C}" dt="2023-05-22T02:39:24.507" v="1" actId="2890"/>
        <pc:sldMkLst>
          <pc:docMk/>
          <pc:sldMk cId="123737480" sldId="341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812613281" sldId="341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50163550" sldId="342"/>
        </pc:sldMkLst>
      </pc:sldChg>
      <pc:sldChg chg="add">
        <pc:chgData name="Songqing Gu" userId="c4d8cb49210192e2" providerId="LiveId" clId="{470D0FF9-195B-41A6-AEE1-0985DFF6BA0C}" dt="2023-05-28T04:32:52.505" v="20" actId="2890"/>
        <pc:sldMkLst>
          <pc:docMk/>
          <pc:sldMk cId="3843972093" sldId="34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14543193" sldId="343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940857652" sldId="344"/>
        </pc:sldMkLst>
      </pc:sldChg>
    </pc:docChg>
  </pc:docChgLst>
  <pc:docChgLst>
    <pc:chgData name="Songqing Gu" userId="c4d8cb49210192e2" providerId="LiveId" clId="{BFED5308-E6AF-4142-96F9-8E906A19567D}"/>
    <pc:docChg chg="undo custSel addSld delSld modSld sldOrd modSection">
      <pc:chgData name="Songqing Gu" userId="c4d8cb49210192e2" providerId="LiveId" clId="{BFED5308-E6AF-4142-96F9-8E906A19567D}" dt="2023-06-04T03:19:44.340" v="594" actId="20577"/>
      <pc:docMkLst>
        <pc:docMk/>
      </pc:docMkLst>
      <pc:sldChg chg="modSp mod">
        <pc:chgData name="Songqing Gu" userId="c4d8cb49210192e2" providerId="LiveId" clId="{BFED5308-E6AF-4142-96F9-8E906A19567D}" dt="2023-06-04T01:55:10.771" v="356" actId="20577"/>
        <pc:sldMkLst>
          <pc:docMk/>
          <pc:sldMk cId="3813058601" sldId="256"/>
        </pc:sldMkLst>
        <pc:spChg chg="mod">
          <ac:chgData name="Songqing Gu" userId="c4d8cb49210192e2" providerId="LiveId" clId="{BFED5308-E6AF-4142-96F9-8E906A19567D}" dt="2023-06-04T01:55:10.771" v="356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BFED5308-E6AF-4142-96F9-8E906A19567D}" dt="2023-05-31T14:50:44.878" v="35" actId="47"/>
        <pc:sldMkLst>
          <pc:docMk/>
          <pc:sldMk cId="2247735642" sldId="303"/>
        </pc:sldMkLst>
      </pc:sldChg>
      <pc:sldChg chg="del">
        <pc:chgData name="Songqing Gu" userId="c4d8cb49210192e2" providerId="LiveId" clId="{BFED5308-E6AF-4142-96F9-8E906A19567D}" dt="2023-06-04T03:08:54.145" v="392" actId="47"/>
        <pc:sldMkLst>
          <pc:docMk/>
          <pc:sldMk cId="2180420246" sldId="304"/>
        </pc:sldMkLst>
      </pc:sldChg>
      <pc:sldChg chg="del">
        <pc:chgData name="Songqing Gu" userId="c4d8cb49210192e2" providerId="LiveId" clId="{BFED5308-E6AF-4142-96F9-8E906A19567D}" dt="2023-06-04T03:08:54.145" v="392" actId="47"/>
        <pc:sldMkLst>
          <pc:docMk/>
          <pc:sldMk cId="942506135" sldId="305"/>
        </pc:sldMkLst>
      </pc:sldChg>
      <pc:sldChg chg="modSp mod ord">
        <pc:chgData name="Songqing Gu" userId="c4d8cb49210192e2" providerId="LiveId" clId="{BFED5308-E6AF-4142-96F9-8E906A19567D}" dt="2023-05-31T14:49:25.788" v="9"/>
        <pc:sldMkLst>
          <pc:docMk/>
          <pc:sldMk cId="1386347104" sldId="309"/>
        </pc:sldMkLst>
        <pc:spChg chg="mod">
          <ac:chgData name="Songqing Gu" userId="c4d8cb49210192e2" providerId="LiveId" clId="{BFED5308-E6AF-4142-96F9-8E906A19567D}" dt="2023-05-31T14:48:50.308" v="6" actId="20577"/>
          <ac:spMkLst>
            <pc:docMk/>
            <pc:sldMk cId="1386347104" sldId="309"/>
            <ac:spMk id="2" creationId="{00000000-0000-0000-0000-000000000000}"/>
          </ac:spMkLst>
        </pc:spChg>
      </pc:sldChg>
      <pc:sldChg chg="del">
        <pc:chgData name="Songqing Gu" userId="c4d8cb49210192e2" providerId="LiveId" clId="{BFED5308-E6AF-4142-96F9-8E906A19567D}" dt="2023-05-31T14:49:11.720" v="7" actId="47"/>
        <pc:sldMkLst>
          <pc:docMk/>
          <pc:sldMk cId="2858780333" sldId="311"/>
        </pc:sldMkLst>
      </pc:sldChg>
      <pc:sldChg chg="addSp delSp modSp mod ord">
        <pc:chgData name="Songqing Gu" userId="c4d8cb49210192e2" providerId="LiveId" clId="{BFED5308-E6AF-4142-96F9-8E906A19567D}" dt="2023-06-04T03:19:44.340" v="594" actId="20577"/>
        <pc:sldMkLst>
          <pc:docMk/>
          <pc:sldMk cId="2398645522" sldId="312"/>
        </pc:sldMkLst>
        <pc:spChg chg="mod">
          <ac:chgData name="Songqing Gu" userId="c4d8cb49210192e2" providerId="LiveId" clId="{BFED5308-E6AF-4142-96F9-8E906A19567D}" dt="2023-06-04T01:54:07.677" v="311" actId="20577"/>
          <ac:spMkLst>
            <pc:docMk/>
            <pc:sldMk cId="2398645522" sldId="312"/>
            <ac:spMk id="2" creationId="{00000000-0000-0000-0000-000000000000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3" creationId="{B8D8FD81-6557-1BCD-8860-5248CF024BA1}"/>
          </ac:spMkLst>
        </pc:spChg>
        <pc:spChg chg="del mod">
          <ac:chgData name="Songqing Gu" userId="c4d8cb49210192e2" providerId="LiveId" clId="{BFED5308-E6AF-4142-96F9-8E906A19567D}" dt="2023-06-04T03:18:26.032" v="584" actId="478"/>
          <ac:spMkLst>
            <pc:docMk/>
            <pc:sldMk cId="2398645522" sldId="312"/>
            <ac:spMk id="4" creationId="{00000000-0000-0000-0000-000000000000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5" creationId="{0E3943EE-24E8-6AF6-03DD-E42797DB8381}"/>
          </ac:spMkLst>
        </pc:spChg>
        <pc:spChg chg="del mod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6" creationId="{00000000-0000-0000-0000-000000000000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7" creationId="{F22CA38A-031F-E342-D3B6-1F264A9A02AD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 Gu" userId="c4d8cb49210192e2" providerId="LiveId" clId="{BFED5308-E6AF-4142-96F9-8E906A19567D}" dt="2023-06-04T03:19:44.340" v="594" actId="20577"/>
          <ac:spMkLst>
            <pc:docMk/>
            <pc:sldMk cId="2398645522" sldId="312"/>
            <ac:spMk id="12" creationId="{910526E3-687A-6F9F-CBD0-2F887A62BFE9}"/>
          </ac:spMkLst>
        </pc:spChg>
        <pc:spChg chg="add mod">
          <ac:chgData name="Songqing Gu" userId="c4d8cb49210192e2" providerId="LiveId" clId="{BFED5308-E6AF-4142-96F9-8E906A19567D}" dt="2023-06-04T03:19:04.859" v="592" actId="207"/>
          <ac:spMkLst>
            <pc:docMk/>
            <pc:sldMk cId="2398645522" sldId="312"/>
            <ac:spMk id="14" creationId="{DAE8A471-3051-819B-F38E-7BEF19DDE9CD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23" creationId="{B88D52B7-8BA6-1FE8-CF64-2349AC93704A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35" creationId="{00000000-0000-0000-0000-000000000000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40" creationId="{00000000-0000-0000-0000-000000000000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55" creationId="{00000000-0000-0000-0000-000000000000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66" creationId="{00000000-0000-0000-0000-000000000000}"/>
          </ac:spMkLst>
        </pc:spChg>
        <pc:spChg chg="del">
          <ac:chgData name="Songqing Gu" userId="c4d8cb49210192e2" providerId="LiveId" clId="{BFED5308-E6AF-4142-96F9-8E906A19567D}" dt="2023-06-04T01:53:56.838" v="302" actId="478"/>
          <ac:spMkLst>
            <pc:docMk/>
            <pc:sldMk cId="2398645522" sldId="312"/>
            <ac:spMk id="73" creationId="{00000000-0000-0000-0000-000000000000}"/>
          </ac:spMkLst>
        </pc:sp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10" creationId="{86A99A32-9358-86D9-38BC-9217D7DDCA0C}"/>
          </ac:cxnSpMkLst>
        </pc:cxn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11" creationId="{EC0B6F6A-ED35-C4AC-A5D9-CBE250E56391}"/>
          </ac:cxnSpMkLst>
        </pc:cxn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16" creationId="{D2C8B685-C108-F089-329B-E887F3898BC8}"/>
          </ac:cxnSpMkLst>
        </pc:cxn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19" creationId="{0703C5D7-934B-978B-7EBD-A11E9680479A}"/>
          </ac:cxnSpMkLst>
        </pc:cxn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24" creationId="{BE1C6BF6-4737-2D1B-9CFA-E7A7B0C220F1}"/>
          </ac:cxnSpMkLst>
        </pc:cxn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26" creationId="{00000000-0000-0000-0000-000000000000}"/>
          </ac:cxnSpMkLst>
        </pc:cxn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28" creationId="{00000000-0000-0000-0000-000000000000}"/>
          </ac:cxnSpMkLst>
        </pc:cxn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30" creationId="{00000000-0000-0000-0000-000000000000}"/>
          </ac:cxnSpMkLst>
        </pc:cxnChg>
        <pc:cxnChg chg="del mod">
          <ac:chgData name="Songqing Gu" userId="c4d8cb49210192e2" providerId="LiveId" clId="{BFED5308-E6AF-4142-96F9-8E906A19567D}" dt="2023-06-04T01:53:56.838" v="302" actId="478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addSp delSp modSp mod ord">
        <pc:chgData name="Songqing Gu" userId="c4d8cb49210192e2" providerId="LiveId" clId="{BFED5308-E6AF-4142-96F9-8E906A19567D}" dt="2023-06-04T01:46:57.718" v="265" actId="255"/>
        <pc:sldMkLst>
          <pc:docMk/>
          <pc:sldMk cId="413227472" sldId="317"/>
        </pc:sldMkLst>
        <pc:spChg chg="mod">
          <ac:chgData name="Songqing Gu" userId="c4d8cb49210192e2" providerId="LiveId" clId="{BFED5308-E6AF-4142-96F9-8E906A19567D}" dt="2023-06-04T01:35:48.420" v="206" actId="20577"/>
          <ac:spMkLst>
            <pc:docMk/>
            <pc:sldMk cId="413227472" sldId="317"/>
            <ac:spMk id="2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37:50.849" v="219" actId="14100"/>
          <ac:spMkLst>
            <pc:docMk/>
            <pc:sldMk cId="413227472" sldId="317"/>
            <ac:spMk id="3" creationId="{AFB455D9-7D2B-F604-2F76-901C3119A43D}"/>
          </ac:spMkLst>
        </pc:spChg>
        <pc:spChg chg="add del mod">
          <ac:chgData name="Songqing Gu" userId="c4d8cb49210192e2" providerId="LiveId" clId="{BFED5308-E6AF-4142-96F9-8E906A19567D}" dt="2023-06-04T01:36:15.584" v="208" actId="478"/>
          <ac:spMkLst>
            <pc:docMk/>
            <pc:sldMk cId="413227472" sldId="317"/>
            <ac:spMk id="4" creationId="{9535DE87-7486-5F70-D8D5-94E3805BED0A}"/>
          </ac:spMkLst>
        </pc:spChg>
        <pc:spChg chg="add mod">
          <ac:chgData name="Songqing Gu" userId="c4d8cb49210192e2" providerId="LiveId" clId="{BFED5308-E6AF-4142-96F9-8E906A19567D}" dt="2023-06-04T01:46:41.123" v="263" actId="255"/>
          <ac:spMkLst>
            <pc:docMk/>
            <pc:sldMk cId="413227472" sldId="317"/>
            <ac:spMk id="6" creationId="{E1760654-49F7-4B7B-3060-71F369523D23}"/>
          </ac:spMkLst>
        </pc:spChg>
        <pc:spChg chg="add mod">
          <ac:chgData name="Songqing Gu" userId="c4d8cb49210192e2" providerId="LiveId" clId="{BFED5308-E6AF-4142-96F9-8E906A19567D}" dt="2023-06-04T01:46:57.718" v="265" actId="255"/>
          <ac:spMkLst>
            <pc:docMk/>
            <pc:sldMk cId="413227472" sldId="317"/>
            <ac:spMk id="8" creationId="{7D4FE7FB-3519-46F3-20F9-A4231DCE3F6C}"/>
          </ac:spMkLst>
        </pc:spChg>
      </pc:sldChg>
      <pc:sldChg chg="del">
        <pc:chgData name="Songqing Gu" userId="c4d8cb49210192e2" providerId="LiveId" clId="{BFED5308-E6AF-4142-96F9-8E906A19567D}" dt="2023-05-31T14:49:37.876" v="14" actId="2696"/>
        <pc:sldMkLst>
          <pc:docMk/>
          <pc:sldMk cId="69005355" sldId="331"/>
        </pc:sldMkLst>
      </pc:sldChg>
      <pc:sldChg chg="addSp delSp modSp mod ord setBg">
        <pc:chgData name="Songqing Gu" userId="c4d8cb49210192e2" providerId="LiveId" clId="{BFED5308-E6AF-4142-96F9-8E906A19567D}" dt="2023-06-04T03:14:44.196" v="576" actId="20577"/>
        <pc:sldMkLst>
          <pc:docMk/>
          <pc:sldMk cId="2388337663" sldId="338"/>
        </pc:sldMkLst>
        <pc:spChg chg="mod">
          <ac:chgData name="Songqing Gu" userId="c4d8cb49210192e2" providerId="LiveId" clId="{BFED5308-E6AF-4142-96F9-8E906A19567D}" dt="2023-06-04T03:09:42.847" v="399" actId="20577"/>
          <ac:spMkLst>
            <pc:docMk/>
            <pc:sldMk cId="2388337663" sldId="338"/>
            <ac:spMk id="2" creationId="{00000000-0000-0000-0000-000000000000}"/>
          </ac:spMkLst>
        </pc:spChg>
        <pc:spChg chg="add del mod">
          <ac:chgData name="Songqing Gu" userId="c4d8cb49210192e2" providerId="LiveId" clId="{BFED5308-E6AF-4142-96F9-8E906A19567D}" dt="2023-06-04T03:09:48.749" v="400" actId="478"/>
          <ac:spMkLst>
            <pc:docMk/>
            <pc:sldMk cId="2388337663" sldId="338"/>
            <ac:spMk id="3" creationId="{E972FF00-AC77-A3CC-4DE3-F8800C33F30C}"/>
          </ac:spMkLst>
        </pc:spChg>
        <pc:spChg chg="add mod">
          <ac:chgData name="Songqing Gu" userId="c4d8cb49210192e2" providerId="LiveId" clId="{BFED5308-E6AF-4142-96F9-8E906A19567D}" dt="2023-06-04T03:13:22.587" v="443" actId="20577"/>
          <ac:spMkLst>
            <pc:docMk/>
            <pc:sldMk cId="2388337663" sldId="338"/>
            <ac:spMk id="5" creationId="{D1FA108D-41EF-20D6-7598-207A0A8B0115}"/>
          </ac:spMkLst>
        </pc:spChg>
        <pc:spChg chg="add mod">
          <ac:chgData name="Songqing Gu" userId="c4d8cb49210192e2" providerId="LiveId" clId="{BFED5308-E6AF-4142-96F9-8E906A19567D}" dt="2023-06-04T03:13:41.117" v="485" actId="20577"/>
          <ac:spMkLst>
            <pc:docMk/>
            <pc:sldMk cId="2388337663" sldId="338"/>
            <ac:spMk id="8" creationId="{8C19ED68-F7B7-88F8-1549-A45972F07CA7}"/>
          </ac:spMkLst>
        </pc:spChg>
        <pc:spChg chg="add mod">
          <ac:chgData name="Songqing Gu" userId="c4d8cb49210192e2" providerId="LiveId" clId="{BFED5308-E6AF-4142-96F9-8E906A19567D}" dt="2023-06-04T03:14:44.196" v="576" actId="20577"/>
          <ac:spMkLst>
            <pc:docMk/>
            <pc:sldMk cId="2388337663" sldId="338"/>
            <ac:spMk id="10" creationId="{A9179B43-C021-3A56-D881-AF3C337D1D98}"/>
          </ac:spMkLst>
        </pc:spChg>
        <pc:spChg chg="add mod">
          <ac:chgData name="Songqing Gu" userId="c4d8cb49210192e2" providerId="LiveId" clId="{BFED5308-E6AF-4142-96F9-8E906A19567D}" dt="2023-06-04T03:14:01.763" v="522" actId="1076"/>
          <ac:spMkLst>
            <pc:docMk/>
            <pc:sldMk cId="2388337663" sldId="338"/>
            <ac:spMk id="12" creationId="{EE41B1E7-311A-CD80-D1D9-3B0DE5E36A3D}"/>
          </ac:spMkLst>
        </pc:spChg>
        <pc:spChg chg="add mod">
          <ac:chgData name="Songqing Gu" userId="c4d8cb49210192e2" providerId="LiveId" clId="{BFED5308-E6AF-4142-96F9-8E906A19567D}" dt="2023-06-04T03:14:28.114" v="555" actId="1076"/>
          <ac:spMkLst>
            <pc:docMk/>
            <pc:sldMk cId="2388337663" sldId="338"/>
            <ac:spMk id="14" creationId="{459D5F57-4133-9930-157B-E503D7FD60D2}"/>
          </ac:spMkLst>
        </pc:spChg>
        <pc:graphicFrameChg chg="add del mod">
          <ac:chgData name="Songqing Gu" userId="c4d8cb49210192e2" providerId="LiveId" clId="{BFED5308-E6AF-4142-96F9-8E906A19567D}" dt="2023-06-04T03:11:44.954" v="409"/>
          <ac:graphicFrameMkLst>
            <pc:docMk/>
            <pc:sldMk cId="2388337663" sldId="338"/>
            <ac:graphicFrameMk id="6" creationId="{CC679B08-4BC8-B08B-B0D6-8C5E0E7D00B1}"/>
          </ac:graphicFrameMkLst>
        </pc:graphicFrameChg>
      </pc:sldChg>
      <pc:sldChg chg="addSp modSp mod">
        <pc:chgData name="Songqing Gu" userId="c4d8cb49210192e2" providerId="LiveId" clId="{BFED5308-E6AF-4142-96F9-8E906A19567D}" dt="2023-06-04T01:42:10.411" v="239" actId="1076"/>
        <pc:sldMkLst>
          <pc:docMk/>
          <pc:sldMk cId="2580069215" sldId="340"/>
        </pc:sldMkLst>
        <pc:spChg chg="add mod">
          <ac:chgData name="Songqing Gu" userId="c4d8cb49210192e2" providerId="LiveId" clId="{BFED5308-E6AF-4142-96F9-8E906A19567D}" dt="2023-06-04T01:41:44.641" v="236" actId="20577"/>
          <ac:spMkLst>
            <pc:docMk/>
            <pc:sldMk cId="2580069215" sldId="340"/>
            <ac:spMk id="2" creationId="{0E461F11-ABAF-9D97-3C17-B4AB4C4FBA02}"/>
          </ac:spMkLst>
        </pc:spChg>
        <pc:spChg chg="mod">
          <ac:chgData name="Songqing Gu" userId="c4d8cb49210192e2" providerId="LiveId" clId="{BFED5308-E6AF-4142-96F9-8E906A19567D}" dt="2023-06-04T01:41:54.992" v="238" actId="12"/>
          <ac:spMkLst>
            <pc:docMk/>
            <pc:sldMk cId="2580069215" sldId="340"/>
            <ac:spMk id="6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42:10.411" v="239" actId="1076"/>
          <ac:spMkLst>
            <pc:docMk/>
            <pc:sldMk cId="2580069215" sldId="340"/>
            <ac:spMk id="35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42:10.411" v="239" actId="1076"/>
          <ac:spMkLst>
            <pc:docMk/>
            <pc:sldMk cId="2580069215" sldId="340"/>
            <ac:spMk id="40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42:10.411" v="239" actId="1076"/>
          <ac:spMkLst>
            <pc:docMk/>
            <pc:sldMk cId="2580069215" sldId="340"/>
            <ac:spMk id="55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42:10.411" v="239" actId="1076"/>
          <ac:spMkLst>
            <pc:docMk/>
            <pc:sldMk cId="2580069215" sldId="340"/>
            <ac:spMk id="66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42:10.411" v="239" actId="1076"/>
          <ac:spMkLst>
            <pc:docMk/>
            <pc:sldMk cId="2580069215" sldId="340"/>
            <ac:spMk id="73" creationId="{00000000-0000-0000-0000-000000000000}"/>
          </ac:spMkLst>
        </pc:spChg>
        <pc:cxnChg chg="mod">
          <ac:chgData name="Songqing Gu" userId="c4d8cb49210192e2" providerId="LiveId" clId="{BFED5308-E6AF-4142-96F9-8E906A19567D}" dt="2023-06-04T01:42:10.411" v="239" actId="1076"/>
          <ac:cxnSpMkLst>
            <pc:docMk/>
            <pc:sldMk cId="2580069215" sldId="340"/>
            <ac:cxnSpMk id="26" creationId="{00000000-0000-0000-0000-000000000000}"/>
          </ac:cxnSpMkLst>
        </pc:cxnChg>
        <pc:cxnChg chg="mod">
          <ac:chgData name="Songqing Gu" userId="c4d8cb49210192e2" providerId="LiveId" clId="{BFED5308-E6AF-4142-96F9-8E906A19567D}" dt="2023-06-04T01:42:10.411" v="239" actId="1076"/>
          <ac:cxnSpMkLst>
            <pc:docMk/>
            <pc:sldMk cId="2580069215" sldId="340"/>
            <ac:cxnSpMk id="28" creationId="{00000000-0000-0000-0000-000000000000}"/>
          </ac:cxnSpMkLst>
        </pc:cxnChg>
        <pc:cxnChg chg="mod">
          <ac:chgData name="Songqing Gu" userId="c4d8cb49210192e2" providerId="LiveId" clId="{BFED5308-E6AF-4142-96F9-8E906A19567D}" dt="2023-06-04T01:42:10.411" v="239" actId="1076"/>
          <ac:cxnSpMkLst>
            <pc:docMk/>
            <pc:sldMk cId="2580069215" sldId="340"/>
            <ac:cxnSpMk id="30" creationId="{00000000-0000-0000-0000-000000000000}"/>
          </ac:cxnSpMkLst>
        </pc:cxnChg>
        <pc:cxnChg chg="mod">
          <ac:chgData name="Songqing Gu" userId="c4d8cb49210192e2" providerId="LiveId" clId="{BFED5308-E6AF-4142-96F9-8E906A19567D}" dt="2023-06-04T01:42:10.411" v="239" actId="1076"/>
          <ac:cxnSpMkLst>
            <pc:docMk/>
            <pc:sldMk cId="2580069215" sldId="340"/>
            <ac:cxnSpMk id="34" creationId="{00000000-0000-0000-0000-000000000000}"/>
          </ac:cxnSpMkLst>
        </pc:cxnChg>
      </pc:sldChg>
      <pc:sldChg chg="del">
        <pc:chgData name="Songqing Gu" userId="c4d8cb49210192e2" providerId="LiveId" clId="{BFED5308-E6AF-4142-96F9-8E906A19567D}" dt="2023-05-31T14:49:11.720" v="7" actId="47"/>
        <pc:sldMkLst>
          <pc:docMk/>
          <pc:sldMk cId="123737480" sldId="341"/>
        </pc:sldMkLst>
      </pc:sldChg>
      <pc:sldChg chg="addSp modSp add mod">
        <pc:chgData name="Songqing Gu" userId="c4d8cb49210192e2" providerId="LiveId" clId="{BFED5308-E6AF-4142-96F9-8E906A19567D}" dt="2023-05-31T16:36:28.860" v="190" actId="1076"/>
        <pc:sldMkLst>
          <pc:docMk/>
          <pc:sldMk cId="2784727905" sldId="341"/>
        </pc:sldMkLst>
        <pc:spChg chg="add mod">
          <ac:chgData name="Songqing Gu" userId="c4d8cb49210192e2" providerId="LiveId" clId="{BFED5308-E6AF-4142-96F9-8E906A19567D}" dt="2023-05-31T16:36:28.860" v="190" actId="1076"/>
          <ac:spMkLst>
            <pc:docMk/>
            <pc:sldMk cId="2784727905" sldId="341"/>
            <ac:spMk id="4" creationId="{9BABE27B-AD00-5EE5-24FF-9AAF4DFE4BA5}"/>
          </ac:spMkLst>
        </pc:spChg>
        <pc:spChg chg="add mod">
          <ac:chgData name="Songqing Gu" userId="c4d8cb49210192e2" providerId="LiveId" clId="{BFED5308-E6AF-4142-96F9-8E906A19567D}" dt="2023-05-31T16:36:28.860" v="190" actId="1076"/>
          <ac:spMkLst>
            <pc:docMk/>
            <pc:sldMk cId="2784727905" sldId="341"/>
            <ac:spMk id="5" creationId="{22DD1E2F-2D80-99CB-A546-06D80CA5A4C5}"/>
          </ac:spMkLst>
        </pc:spChg>
      </pc:sldChg>
      <pc:sldChg chg="addSp delSp modSp add mod">
        <pc:chgData name="Songqing Gu" userId="c4d8cb49210192e2" providerId="LiveId" clId="{BFED5308-E6AF-4142-96F9-8E906A19567D}" dt="2023-05-31T16:36:18.393" v="188"/>
        <pc:sldMkLst>
          <pc:docMk/>
          <pc:sldMk cId="2959587493" sldId="342"/>
        </pc:sldMkLst>
        <pc:spChg chg="mod">
          <ac:chgData name="Songqing Gu" userId="c4d8cb49210192e2" providerId="LiveId" clId="{BFED5308-E6AF-4142-96F9-8E906A19567D}" dt="2023-05-31T14:54:29.710" v="131" actId="20577"/>
          <ac:spMkLst>
            <pc:docMk/>
            <pc:sldMk cId="2959587493" sldId="342"/>
            <ac:spMk id="2" creationId="{00000000-0000-0000-0000-000000000000}"/>
          </ac:spMkLst>
        </pc:spChg>
        <pc:spChg chg="del">
          <ac:chgData name="Songqing Gu" userId="c4d8cb49210192e2" providerId="LiveId" clId="{BFED5308-E6AF-4142-96F9-8E906A19567D}" dt="2023-05-31T16:36:14.844" v="186" actId="478"/>
          <ac:spMkLst>
            <pc:docMk/>
            <pc:sldMk cId="2959587493" sldId="342"/>
            <ac:spMk id="3" creationId="{AFB455D9-7D2B-F604-2F76-901C3119A43D}"/>
          </ac:spMkLst>
        </pc:spChg>
        <pc:spChg chg="add del mod">
          <ac:chgData name="Songqing Gu" userId="c4d8cb49210192e2" providerId="LiveId" clId="{BFED5308-E6AF-4142-96F9-8E906A19567D}" dt="2023-05-31T16:36:17.237" v="187" actId="478"/>
          <ac:spMkLst>
            <pc:docMk/>
            <pc:sldMk cId="2959587493" sldId="342"/>
            <ac:spMk id="5" creationId="{FC2945E1-E49E-8A8E-111B-6487CAEB397E}"/>
          </ac:spMkLst>
        </pc:spChg>
        <pc:spChg chg="add mod">
          <ac:chgData name="Songqing Gu" userId="c4d8cb49210192e2" providerId="LiveId" clId="{BFED5308-E6AF-4142-96F9-8E906A19567D}" dt="2023-05-31T16:36:18.393" v="188"/>
          <ac:spMkLst>
            <pc:docMk/>
            <pc:sldMk cId="2959587493" sldId="342"/>
            <ac:spMk id="6" creationId="{08380831-1A6E-0DCA-BD26-A378931D0BB2}"/>
          </ac:spMkLst>
        </pc:spChg>
        <pc:spChg chg="add mod">
          <ac:chgData name="Songqing Gu" userId="c4d8cb49210192e2" providerId="LiveId" clId="{BFED5308-E6AF-4142-96F9-8E906A19567D}" dt="2023-05-31T16:36:18.393" v="188"/>
          <ac:spMkLst>
            <pc:docMk/>
            <pc:sldMk cId="2959587493" sldId="342"/>
            <ac:spMk id="7" creationId="{88075569-F784-3874-8DD6-25AA538ECCC2}"/>
          </ac:spMkLst>
        </pc:spChg>
      </pc:sldChg>
      <pc:sldChg chg="del">
        <pc:chgData name="Songqing Gu" userId="c4d8cb49210192e2" providerId="LiveId" clId="{BFED5308-E6AF-4142-96F9-8E906A19567D}" dt="2023-05-31T14:49:11.720" v="7" actId="47"/>
        <pc:sldMkLst>
          <pc:docMk/>
          <pc:sldMk cId="3843972093" sldId="342"/>
        </pc:sldMkLst>
      </pc:sldChg>
      <pc:sldChg chg="addSp delSp modSp add mod ord">
        <pc:chgData name="Songqing Gu" userId="c4d8cb49210192e2" providerId="LiveId" clId="{BFED5308-E6AF-4142-96F9-8E906A19567D}" dt="2023-05-31T16:36:39.384" v="193"/>
        <pc:sldMkLst>
          <pc:docMk/>
          <pc:sldMk cId="3989741734" sldId="343"/>
        </pc:sldMkLst>
        <pc:spChg chg="mod">
          <ac:chgData name="Songqing Gu" userId="c4d8cb49210192e2" providerId="LiveId" clId="{BFED5308-E6AF-4142-96F9-8E906A19567D}" dt="2023-05-31T14:54:09.372" v="105" actId="20577"/>
          <ac:spMkLst>
            <pc:docMk/>
            <pc:sldMk cId="3989741734" sldId="343"/>
            <ac:spMk id="2" creationId="{00000000-0000-0000-0000-000000000000}"/>
          </ac:spMkLst>
        </pc:spChg>
        <pc:spChg chg="del">
          <ac:chgData name="Songqing Gu" userId="c4d8cb49210192e2" providerId="LiveId" clId="{BFED5308-E6AF-4142-96F9-8E906A19567D}" dt="2023-05-31T16:36:36.122" v="191" actId="478"/>
          <ac:spMkLst>
            <pc:docMk/>
            <pc:sldMk cId="3989741734" sldId="343"/>
            <ac:spMk id="3" creationId="{AFB455D9-7D2B-F604-2F76-901C3119A43D}"/>
          </ac:spMkLst>
        </pc:spChg>
        <pc:spChg chg="add del mod">
          <ac:chgData name="Songqing Gu" userId="c4d8cb49210192e2" providerId="LiveId" clId="{BFED5308-E6AF-4142-96F9-8E906A19567D}" dt="2023-05-31T16:36:38.260" v="192" actId="478"/>
          <ac:spMkLst>
            <pc:docMk/>
            <pc:sldMk cId="3989741734" sldId="343"/>
            <ac:spMk id="5" creationId="{D5AEBE56-2A13-26CD-4DFC-CC506661EE18}"/>
          </ac:spMkLst>
        </pc:spChg>
        <pc:spChg chg="add mod">
          <ac:chgData name="Songqing Gu" userId="c4d8cb49210192e2" providerId="LiveId" clId="{BFED5308-E6AF-4142-96F9-8E906A19567D}" dt="2023-05-31T16:36:39.384" v="193"/>
          <ac:spMkLst>
            <pc:docMk/>
            <pc:sldMk cId="3989741734" sldId="343"/>
            <ac:spMk id="6" creationId="{E36285CD-35A5-6E6C-0A62-8F8FC2C3EFB1}"/>
          </ac:spMkLst>
        </pc:spChg>
        <pc:spChg chg="add mod">
          <ac:chgData name="Songqing Gu" userId="c4d8cb49210192e2" providerId="LiveId" clId="{BFED5308-E6AF-4142-96F9-8E906A19567D}" dt="2023-05-31T16:36:39.384" v="193"/>
          <ac:spMkLst>
            <pc:docMk/>
            <pc:sldMk cId="3989741734" sldId="343"/>
            <ac:spMk id="7" creationId="{12F7AB5C-A459-5B76-E1B7-238F7AEA47E5}"/>
          </ac:spMkLst>
        </pc:spChg>
      </pc:sldChg>
      <pc:sldChg chg="addSp delSp modSp add mod">
        <pc:chgData name="Songqing Gu" userId="c4d8cb49210192e2" providerId="LiveId" clId="{BFED5308-E6AF-4142-96F9-8E906A19567D}" dt="2023-06-04T01:41:32.017" v="220" actId="1076"/>
        <pc:sldMkLst>
          <pc:docMk/>
          <pc:sldMk cId="3420691968" sldId="344"/>
        </pc:sldMkLst>
        <pc:spChg chg="mod">
          <ac:chgData name="Songqing Gu" userId="c4d8cb49210192e2" providerId="LiveId" clId="{BFED5308-E6AF-4142-96F9-8E906A19567D}" dt="2023-06-04T01:41:32.017" v="220" actId="1076"/>
          <ac:spMkLst>
            <pc:docMk/>
            <pc:sldMk cId="3420691968" sldId="344"/>
            <ac:spMk id="2" creationId="{00000000-0000-0000-0000-000000000000}"/>
          </ac:spMkLst>
        </pc:spChg>
        <pc:spChg chg="del">
          <ac:chgData name="Songqing Gu" userId="c4d8cb49210192e2" providerId="LiveId" clId="{BFED5308-E6AF-4142-96F9-8E906A19567D}" dt="2023-05-31T16:36:49.982" v="194" actId="478"/>
          <ac:spMkLst>
            <pc:docMk/>
            <pc:sldMk cId="3420691968" sldId="344"/>
            <ac:spMk id="3" creationId="{AFB455D9-7D2B-F604-2F76-901C3119A43D}"/>
          </ac:spMkLst>
        </pc:spChg>
        <pc:spChg chg="add del mod">
          <ac:chgData name="Songqing Gu" userId="c4d8cb49210192e2" providerId="LiveId" clId="{BFED5308-E6AF-4142-96F9-8E906A19567D}" dt="2023-05-31T16:36:56.117" v="195" actId="478"/>
          <ac:spMkLst>
            <pc:docMk/>
            <pc:sldMk cId="3420691968" sldId="344"/>
            <ac:spMk id="5" creationId="{7A45D5A3-C6F9-0B6F-7058-0D81FC29C9DF}"/>
          </ac:spMkLst>
        </pc:spChg>
        <pc:spChg chg="add mod">
          <ac:chgData name="Songqing Gu" userId="c4d8cb49210192e2" providerId="LiveId" clId="{BFED5308-E6AF-4142-96F9-8E906A19567D}" dt="2023-05-31T16:36:57.400" v="196"/>
          <ac:spMkLst>
            <pc:docMk/>
            <pc:sldMk cId="3420691968" sldId="344"/>
            <ac:spMk id="6" creationId="{1BB23B2D-FC58-5F30-0993-C7AF58BFCB2C}"/>
          </ac:spMkLst>
        </pc:spChg>
        <pc:spChg chg="add mod">
          <ac:chgData name="Songqing Gu" userId="c4d8cb49210192e2" providerId="LiveId" clId="{BFED5308-E6AF-4142-96F9-8E906A19567D}" dt="2023-05-31T16:36:57.400" v="196"/>
          <ac:spMkLst>
            <pc:docMk/>
            <pc:sldMk cId="3420691968" sldId="344"/>
            <ac:spMk id="7" creationId="{12424F6B-7E4B-5E20-0144-47EEF8D9E0C1}"/>
          </ac:spMkLst>
        </pc:spChg>
      </pc:sldChg>
      <pc:sldChg chg="add">
        <pc:chgData name="Songqing Gu" userId="c4d8cb49210192e2" providerId="LiveId" clId="{BFED5308-E6AF-4142-96F9-8E906A19567D}" dt="2023-06-04T01:35:36.875" v="197" actId="2890"/>
        <pc:sldMkLst>
          <pc:docMk/>
          <pc:sldMk cId="4116166139" sldId="345"/>
        </pc:sldMkLst>
      </pc:sldChg>
      <pc:sldChg chg="add">
        <pc:chgData name="Songqing Gu" userId="c4d8cb49210192e2" providerId="LiveId" clId="{BFED5308-E6AF-4142-96F9-8E906A19567D}" dt="2023-06-04T01:49:45.141" v="266" actId="2890"/>
        <pc:sldMkLst>
          <pc:docMk/>
          <pc:sldMk cId="798260814" sldId="346"/>
        </pc:sldMkLst>
      </pc:sldChg>
      <pc:sldChg chg="delSp modSp add mod">
        <pc:chgData name="Songqing Gu" userId="c4d8cb49210192e2" providerId="LiveId" clId="{BFED5308-E6AF-4142-96F9-8E906A19567D}" dt="2023-06-04T01:58:44.393" v="391" actId="1076"/>
        <pc:sldMkLst>
          <pc:docMk/>
          <pc:sldMk cId="938865805" sldId="347"/>
        </pc:sldMkLst>
        <pc:spChg chg="mod">
          <ac:chgData name="Songqing Gu" userId="c4d8cb49210192e2" providerId="LiveId" clId="{BFED5308-E6AF-4142-96F9-8E906A19567D}" dt="2023-06-04T01:54:35.351" v="346" actId="20577"/>
          <ac:spMkLst>
            <pc:docMk/>
            <pc:sldMk cId="938865805" sldId="347"/>
            <ac:spMk id="2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54:28.886" v="340" actId="1035"/>
          <ac:spMkLst>
            <pc:docMk/>
            <pc:sldMk cId="938865805" sldId="347"/>
            <ac:spMk id="3" creationId="{B8D8FD81-6557-1BCD-8860-5248CF024BA1}"/>
          </ac:spMkLst>
        </pc:spChg>
        <pc:spChg chg="del">
          <ac:chgData name="Songqing Gu" userId="c4d8cb49210192e2" providerId="LiveId" clId="{BFED5308-E6AF-4142-96F9-8E906A19567D}" dt="2023-06-04T01:54:16.275" v="312" actId="478"/>
          <ac:spMkLst>
            <pc:docMk/>
            <pc:sldMk cId="938865805" sldId="347"/>
            <ac:spMk id="4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54:28.886" v="340" actId="1035"/>
          <ac:spMkLst>
            <pc:docMk/>
            <pc:sldMk cId="938865805" sldId="347"/>
            <ac:spMk id="5" creationId="{0E3943EE-24E8-6AF6-03DD-E42797DB8381}"/>
          </ac:spMkLst>
        </pc:spChg>
        <pc:spChg chg="del">
          <ac:chgData name="Songqing Gu" userId="c4d8cb49210192e2" providerId="LiveId" clId="{BFED5308-E6AF-4142-96F9-8E906A19567D}" dt="2023-06-04T01:54:18.593" v="313" actId="478"/>
          <ac:spMkLst>
            <pc:docMk/>
            <pc:sldMk cId="938865805" sldId="347"/>
            <ac:spMk id="6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54:28.886" v="340" actId="1035"/>
          <ac:spMkLst>
            <pc:docMk/>
            <pc:sldMk cId="938865805" sldId="347"/>
            <ac:spMk id="7" creationId="{F22CA38A-031F-E342-D3B6-1F264A9A02AD}"/>
          </ac:spMkLst>
        </pc:spChg>
        <pc:spChg chg="mod">
          <ac:chgData name="Songqing Gu" userId="c4d8cb49210192e2" providerId="LiveId" clId="{BFED5308-E6AF-4142-96F9-8E906A19567D}" dt="2023-06-04T01:54:28.886" v="340" actId="1035"/>
          <ac:spMkLst>
            <pc:docMk/>
            <pc:sldMk cId="938865805" sldId="347"/>
            <ac:spMk id="8" creationId="{8E9DC6D3-CB7A-13C2-1800-B29FFF45855A}"/>
          </ac:spMkLst>
        </pc:spChg>
        <pc:spChg chg="mod">
          <ac:chgData name="Songqing Gu" userId="c4d8cb49210192e2" providerId="LiveId" clId="{BFED5308-E6AF-4142-96F9-8E906A19567D}" dt="2023-06-04T01:54:28.886" v="340" actId="1035"/>
          <ac:spMkLst>
            <pc:docMk/>
            <pc:sldMk cId="938865805" sldId="347"/>
            <ac:spMk id="23" creationId="{B88D52B7-8BA6-1FE8-CF64-2349AC93704A}"/>
          </ac:spMkLst>
        </pc:spChg>
        <pc:spChg chg="mod">
          <ac:chgData name="Songqing Gu" userId="c4d8cb49210192e2" providerId="LiveId" clId="{BFED5308-E6AF-4142-96F9-8E906A19567D}" dt="2023-06-04T01:58:22.087" v="388" actId="1076"/>
          <ac:spMkLst>
            <pc:docMk/>
            <pc:sldMk cId="938865805" sldId="347"/>
            <ac:spMk id="35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58:44.393" v="391" actId="1076"/>
          <ac:spMkLst>
            <pc:docMk/>
            <pc:sldMk cId="938865805" sldId="347"/>
            <ac:spMk id="40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54:28.886" v="340" actId="1035"/>
          <ac:spMkLst>
            <pc:docMk/>
            <pc:sldMk cId="938865805" sldId="347"/>
            <ac:spMk id="55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58:38.743" v="390" actId="1076"/>
          <ac:spMkLst>
            <pc:docMk/>
            <pc:sldMk cId="938865805" sldId="347"/>
            <ac:spMk id="66" creationId="{00000000-0000-0000-0000-000000000000}"/>
          </ac:spMkLst>
        </pc:spChg>
        <pc:spChg chg="mod">
          <ac:chgData name="Songqing Gu" userId="c4d8cb49210192e2" providerId="LiveId" clId="{BFED5308-E6AF-4142-96F9-8E906A19567D}" dt="2023-06-04T01:58:32.968" v="389" actId="1076"/>
          <ac:spMkLst>
            <pc:docMk/>
            <pc:sldMk cId="938865805" sldId="347"/>
            <ac:spMk id="73" creationId="{00000000-0000-0000-0000-000000000000}"/>
          </ac:spMkLst>
        </pc:spChg>
        <pc:cxnChg chg="mod">
          <ac:chgData name="Songqing Gu" userId="c4d8cb49210192e2" providerId="LiveId" clId="{BFED5308-E6AF-4142-96F9-8E906A19567D}" dt="2023-06-04T01:58:22.087" v="388" actId="1076"/>
          <ac:cxnSpMkLst>
            <pc:docMk/>
            <pc:sldMk cId="938865805" sldId="347"/>
            <ac:cxnSpMk id="10" creationId="{86A99A32-9358-86D9-38BC-9217D7DDCA0C}"/>
          </ac:cxnSpMkLst>
        </pc:cxnChg>
        <pc:cxnChg chg="mod">
          <ac:chgData name="Songqing Gu" userId="c4d8cb49210192e2" providerId="LiveId" clId="{BFED5308-E6AF-4142-96F9-8E906A19567D}" dt="2023-06-04T01:54:28.886" v="340" actId="1035"/>
          <ac:cxnSpMkLst>
            <pc:docMk/>
            <pc:sldMk cId="938865805" sldId="347"/>
            <ac:cxnSpMk id="11" creationId="{EC0B6F6A-ED35-C4AC-A5D9-CBE250E56391}"/>
          </ac:cxnSpMkLst>
        </pc:cxnChg>
        <pc:cxnChg chg="mod">
          <ac:chgData name="Songqing Gu" userId="c4d8cb49210192e2" providerId="LiveId" clId="{BFED5308-E6AF-4142-96F9-8E906A19567D}" dt="2023-06-04T01:54:28.886" v="340" actId="1035"/>
          <ac:cxnSpMkLst>
            <pc:docMk/>
            <pc:sldMk cId="938865805" sldId="347"/>
            <ac:cxnSpMk id="16" creationId="{D2C8B685-C108-F089-329B-E887F3898BC8}"/>
          </ac:cxnSpMkLst>
        </pc:cxnChg>
        <pc:cxnChg chg="mod">
          <ac:chgData name="Songqing Gu" userId="c4d8cb49210192e2" providerId="LiveId" clId="{BFED5308-E6AF-4142-96F9-8E906A19567D}" dt="2023-06-04T01:58:32.968" v="389" actId="1076"/>
          <ac:cxnSpMkLst>
            <pc:docMk/>
            <pc:sldMk cId="938865805" sldId="347"/>
            <ac:cxnSpMk id="19" creationId="{0703C5D7-934B-978B-7EBD-A11E9680479A}"/>
          </ac:cxnSpMkLst>
        </pc:cxnChg>
        <pc:cxnChg chg="mod">
          <ac:chgData name="Songqing Gu" userId="c4d8cb49210192e2" providerId="LiveId" clId="{BFED5308-E6AF-4142-96F9-8E906A19567D}" dt="2023-06-04T01:58:38.743" v="390" actId="1076"/>
          <ac:cxnSpMkLst>
            <pc:docMk/>
            <pc:sldMk cId="938865805" sldId="347"/>
            <ac:cxnSpMk id="24" creationId="{BE1C6BF6-4737-2D1B-9CFA-E7A7B0C220F1}"/>
          </ac:cxnSpMkLst>
        </pc:cxnChg>
        <pc:cxnChg chg="mod">
          <ac:chgData name="Songqing Gu" userId="c4d8cb49210192e2" providerId="LiveId" clId="{BFED5308-E6AF-4142-96F9-8E906A19567D}" dt="2023-06-04T01:58:44.393" v="391" actId="1076"/>
          <ac:cxnSpMkLst>
            <pc:docMk/>
            <pc:sldMk cId="938865805" sldId="347"/>
            <ac:cxnSpMk id="26" creationId="{00000000-0000-0000-0000-000000000000}"/>
          </ac:cxnSpMkLst>
        </pc:cxnChg>
        <pc:cxnChg chg="mod">
          <ac:chgData name="Songqing Gu" userId="c4d8cb49210192e2" providerId="LiveId" clId="{BFED5308-E6AF-4142-96F9-8E906A19567D}" dt="2023-06-04T01:58:44.393" v="391" actId="1076"/>
          <ac:cxnSpMkLst>
            <pc:docMk/>
            <pc:sldMk cId="938865805" sldId="347"/>
            <ac:cxnSpMk id="28" creationId="{00000000-0000-0000-0000-000000000000}"/>
          </ac:cxnSpMkLst>
        </pc:cxnChg>
        <pc:cxnChg chg="mod">
          <ac:chgData name="Songqing Gu" userId="c4d8cb49210192e2" providerId="LiveId" clId="{BFED5308-E6AF-4142-96F9-8E906A19567D}" dt="2023-06-04T01:58:38.743" v="390" actId="1076"/>
          <ac:cxnSpMkLst>
            <pc:docMk/>
            <pc:sldMk cId="938865805" sldId="347"/>
            <ac:cxnSpMk id="30" creationId="{00000000-0000-0000-0000-000000000000}"/>
          </ac:cxnSpMkLst>
        </pc:cxnChg>
        <pc:cxnChg chg="mod">
          <ac:chgData name="Songqing Gu" userId="c4d8cb49210192e2" providerId="LiveId" clId="{BFED5308-E6AF-4142-96F9-8E906A19567D}" dt="2023-06-04T01:58:38.743" v="390" actId="1076"/>
          <ac:cxnSpMkLst>
            <pc:docMk/>
            <pc:sldMk cId="938865805" sldId="347"/>
            <ac:cxnSpMk id="34" creationId="{00000000-0000-0000-0000-000000000000}"/>
          </ac:cxnSpMkLst>
        </pc:cxnChg>
      </pc:sldChg>
      <pc:sldChg chg="add">
        <pc:chgData name="Songqing Gu" userId="c4d8cb49210192e2" providerId="LiveId" clId="{BFED5308-E6AF-4142-96F9-8E906A19567D}" dt="2023-06-04T03:09:37.851" v="393" actId="2890"/>
        <pc:sldMkLst>
          <pc:docMk/>
          <pc:sldMk cId="1099144033" sldId="348"/>
        </pc:sldMkLst>
      </pc:sldChg>
    </pc:docChg>
  </pc:docChgLst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9:39:44.363" v="2137" actId="1076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3113703618" sldId="261"/>
        </pc:sldMkLst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3:18:51.102" v="2068" actId="1076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3:18:51.102" v="2068" actId="1076"/>
          <ac:spMkLst>
            <pc:docMk/>
            <pc:sldMk cId="1207033259" sldId="308"/>
            <ac:spMk id="2" creationId="{6539024E-1F6A-C2B9-9C0A-0144C1FE2E4E}"/>
          </ac:spMkLst>
        </pc:spChg>
        <pc:spChg chg="add del mod">
          <ac:chgData name="Songqing" userId="c4d8cb49210192e2" providerId="LiveId" clId="{D253B87B-FCD9-46BC-920B-DA31D69B59D7}" dt="2023-04-22T13:13:37.638" v="2019" actId="478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D253B87B-FCD9-46BC-920B-DA31D69B59D7}" dt="2023-04-22T13:18:15.591" v="2064" actId="1076"/>
          <ac:spMkLst>
            <pc:docMk/>
            <pc:sldMk cId="1207033259" sldId="308"/>
            <ac:spMk id="21506" creationId="{00000000-0000-0000-0000-000000000000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  <pc:spChg chg="del mod">
          <ac:chgData name="Songqing" userId="c4d8cb49210192e2" providerId="LiveId" clId="{D253B87B-FCD9-46BC-920B-DA31D69B59D7}" dt="2023-04-22T13:18:42.135" v="2067" actId="478"/>
          <ac:spMkLst>
            <pc:docMk/>
            <pc:sldMk cId="1207033259" sldId="308"/>
            <ac:spMk id="21508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del mod ord">
        <pc:chgData name="Songqing" userId="c4d8cb49210192e2" providerId="LiveId" clId="{D253B87B-FCD9-46BC-920B-DA31D69B59D7}" dt="2023-04-22T13:08:23.927" v="2002" actId="47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2T13:48:03.035" v="2133" actId="108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22T13:47:38.028" v="2130" actId="1076"/>
          <ac:spMkLst>
            <pc:docMk/>
            <pc:sldMk cId="2398645522" sldId="312"/>
            <ac:spMk id="35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45.576" v="2131" actId="1076"/>
          <ac:spMkLst>
            <pc:docMk/>
            <pc:sldMk cId="2398645522" sldId="312"/>
            <ac:spMk id="40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29.551" v="2129" actId="14100"/>
          <ac:spMkLst>
            <pc:docMk/>
            <pc:sldMk cId="2398645522" sldId="312"/>
            <ac:spMk id="55" creationId="{00000000-0000-0000-0000-000000000000}"/>
          </ac:spMkLst>
        </pc:spChg>
        <pc:spChg chg="mod">
          <ac:chgData name="Songqing" userId="c4d8cb49210192e2" providerId="LiveId" clId="{D253B87B-FCD9-46BC-920B-DA31D69B59D7}" dt="2023-04-22T13:48:03.035" v="2133" actId="108"/>
          <ac:spMkLst>
            <pc:docMk/>
            <pc:sldMk cId="2398645522" sldId="312"/>
            <ac:spMk id="66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55.175" v="2132" actId="108"/>
          <ac:spMkLst>
            <pc:docMk/>
            <pc:sldMk cId="2398645522" sldId="312"/>
            <ac:spMk id="73" creationId="{00000000-0000-0000-0000-000000000000}"/>
          </ac:spMkLst>
        </pc:spChg>
        <pc:cxnChg chg="add mod">
          <ac:chgData name="Songqing" userId="c4d8cb49210192e2" providerId="LiveId" clId="{D253B87B-FCD9-46BC-920B-DA31D69B59D7}" dt="2023-04-22T13:47:38.028" v="2130" actId="1076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29.551" v="2129" actId="14100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3:22:39.157" v="2096" actId="20577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22:39.157" v="2096" actId="20577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3:37:49.341" v="211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37:16.831" v="2110" actId="255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3:37:49.341" v="2116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3:37:46.481" v="2115" actId="1076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9:39:44.363" v="2137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9:39:34.972" v="2135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9:39:40.525" v="2136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9:39:44.363" v="2137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3:25:28.158" v="2106" actId="478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3:25:28.158" v="2106" actId="478"/>
          <ac:spMkLst>
            <pc:docMk/>
            <pc:sldMk cId="3328123108" sldId="327"/>
            <ac:spMk id="80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22T13:24:20.785" v="2105" actId="1076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22T13:24:20.785" v="2105" actId="1076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24:18.431" v="2104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del mod">
          <ac:chgData name="Songqing" userId="c4d8cb49210192e2" providerId="LiveId" clId="{D253B87B-FCD9-46BC-920B-DA31D69B59D7}" dt="2023-04-22T13:24:13.863" v="2103" actId="478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22T13:10:39.020" v="2005" actId="255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22T13:10:39.020" v="2005" actId="255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22T13:12:41.541" v="2012" actId="1076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22T13:12:41.541" v="2012" actId="1076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  <pc:picChg chg="del">
          <ac:chgData name="Songqing" userId="c4d8cb49210192e2" providerId="LiveId" clId="{D253B87B-FCD9-46BC-920B-DA31D69B59D7}" dt="2023-04-22T13:12:27.823" v="2008" actId="478"/>
          <ac:picMkLst>
            <pc:docMk/>
            <pc:sldMk cId="2173282626" sldId="333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3:11:46.730" v="2007" actId="14100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3:11:46.730" v="2007" actId="14100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3:23:40.105" v="2097" actId="255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3:23:40.105" v="2097" actId="255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13:38:22.856" v="2117" actId="1076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13:38:22.856" v="2117" actId="1076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3:36:53.742" v="2109" actId="1076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3:36:34.454" v="2107" actId="1076"/>
          <ac:spMkLst>
            <pc:docMk/>
            <pc:sldMk cId="2812613281" sldId="34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3" creationId="{D332F776-7F90-7DD1-C814-F573542A311C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4" creationId="{ABE08B85-3881-3C42-5278-6EDCB7E9AEC9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2" creationId="{00000000-0000-0000-0000-000000000000}"/>
          </ac:spMkLst>
        </pc:spChg>
        <pc:cxnChg chg="mod">
          <ac:chgData name="Songqing" userId="c4d8cb49210192e2" providerId="LiveId" clId="{D253B87B-FCD9-46BC-920B-DA31D69B59D7}" dt="2023-04-22T13:36:53.742" v="2109" actId="1076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3:20:56.093" v="2071" actId="255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3:20:56.093" v="2071" actId="255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20:44.657" v="2069" actId="255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20:50.296" v="2070" actId="255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12/7/2025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12/7/2025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ng.postman.com/docs/sending-requests/variables/#specifying-variable-detai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372" y="3250130"/>
            <a:ext cx="7688994" cy="821964"/>
          </a:xfrm>
          <a:effectLst/>
        </p:spPr>
        <p:txBody>
          <a:bodyPr>
            <a:noAutofit/>
          </a:bodyPr>
          <a:lstStyle/>
          <a:p>
            <a:pPr algn="ctr"/>
            <a:r>
              <a:rPr lang="en-AU" sz="4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Introduction to </a:t>
            </a:r>
            <a:r>
              <a:rPr lang="en-AU" sz="40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Variable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8428" y="2229238"/>
            <a:ext cx="5664344" cy="523016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9024E-1F6A-C2B9-9C0A-0144C1FE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8" y="2951242"/>
            <a:ext cx="7315200" cy="1585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Variable 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Variable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Test scripts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Different ways of running test scripts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C3E712-E1B0-1052-FD85-A1D108FD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B1DF93B-CDE1-BB08-7133-5AF0265B4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9396" y="3167492"/>
            <a:ext cx="5664344" cy="600640"/>
          </a:xfrm>
          <a:solidFill>
            <a:srgbClr val="0070C0"/>
          </a:solidFill>
        </p:spPr>
        <p:txBody>
          <a:bodyPr>
            <a:noAutofit/>
          </a:bodyPr>
          <a:lstStyle/>
          <a:p>
            <a:pPr eaLnBrk="1" hangingPunct="1"/>
            <a:r>
              <a:rPr lang="en-US" altLang="en-US" sz="3200" b="1" dirty="0">
                <a:solidFill>
                  <a:schemeClr val="bg1"/>
                </a:solidFill>
              </a:rPr>
              <a:t>Variable definition</a:t>
            </a:r>
          </a:p>
        </p:txBody>
      </p:sp>
    </p:spTree>
    <p:extLst>
      <p:ext uri="{BB962C8B-B14F-4D97-AF65-F5344CB8AC3E}">
        <p14:creationId xmlns:p14="http://schemas.microsoft.com/office/powerpoint/2010/main" val="278974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6212" y="1047159"/>
            <a:ext cx="526761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Variables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FB455D9-7D2B-F604-2F76-901C3119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212" y="1973792"/>
            <a:ext cx="9385861" cy="887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212121"/>
                </a:solidFill>
                <a:effectLst/>
              </a:rPr>
              <a:t>A variable is a symbolic representation of data that enables you to access a value.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60654-49F7-4B7B-3060-71F369523D23}"/>
              </a:ext>
            </a:extLst>
          </p:cNvPr>
          <p:cNvSpPr txBox="1"/>
          <p:nvPr/>
        </p:nvSpPr>
        <p:spPr>
          <a:xfrm>
            <a:off x="1334731" y="3163558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212121"/>
                </a:solidFill>
              </a:rPr>
              <a:t>Parameterize</a:t>
            </a:r>
            <a:r>
              <a:rPr lang="en-AU" sz="2400" b="1" dirty="0">
                <a:solidFill>
                  <a:srgbClr val="002060"/>
                </a:solidFill>
              </a:rPr>
              <a:t> </a:t>
            </a:r>
            <a:r>
              <a:rPr lang="en-AU" sz="2400" dirty="0">
                <a:solidFill>
                  <a:srgbClr val="212121"/>
                </a:solidFill>
              </a:rPr>
              <a:t>Requests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FE7FB-3519-46F3-20F9-A4231DCE3F6C}"/>
              </a:ext>
            </a:extLst>
          </p:cNvPr>
          <p:cNvSpPr txBox="1"/>
          <p:nvPr/>
        </p:nvSpPr>
        <p:spPr>
          <a:xfrm>
            <a:off x="1334731" y="3748333"/>
            <a:ext cx="725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12121"/>
                </a:solidFill>
                <a:effectLst/>
              </a:rPr>
              <a:t> </a:t>
            </a:r>
            <a:r>
              <a:rPr lang="en-US" sz="2400" dirty="0">
                <a:solidFill>
                  <a:srgbClr val="212121"/>
                </a:solidFill>
              </a:rPr>
              <a:t>pass</a:t>
            </a:r>
            <a:r>
              <a:rPr lang="en-US" sz="2400" b="0" i="0" dirty="0">
                <a:solidFill>
                  <a:srgbClr val="212121"/>
                </a:solidFill>
                <a:effectLst/>
              </a:rPr>
              <a:t> </a:t>
            </a:r>
            <a:r>
              <a:rPr lang="en-US" sz="2400" dirty="0">
                <a:solidFill>
                  <a:srgbClr val="212121"/>
                </a:solidFill>
              </a:rPr>
              <a:t>data</a:t>
            </a:r>
            <a:r>
              <a:rPr lang="en-US" sz="2400" b="0" i="0" dirty="0">
                <a:solidFill>
                  <a:srgbClr val="212121"/>
                </a:solidFill>
                <a:effectLst/>
              </a:rPr>
              <a:t> </a:t>
            </a:r>
            <a:r>
              <a:rPr lang="en-US" sz="2400" dirty="0">
                <a:solidFill>
                  <a:srgbClr val="212121"/>
                </a:solidFill>
              </a:rPr>
              <a:t>between</a:t>
            </a:r>
            <a:r>
              <a:rPr lang="en-US" sz="2400" b="0" i="0" dirty="0">
                <a:solidFill>
                  <a:srgbClr val="212121"/>
                </a:solidFill>
                <a:effectLst/>
              </a:rPr>
              <a:t> </a:t>
            </a:r>
            <a:r>
              <a:rPr lang="en-US" sz="2400" dirty="0">
                <a:solidFill>
                  <a:srgbClr val="212121"/>
                </a:solidFill>
              </a:rPr>
              <a:t>requests</a:t>
            </a:r>
            <a:r>
              <a:rPr lang="en-US" sz="2400" b="0" i="0" dirty="0">
                <a:solidFill>
                  <a:srgbClr val="212121"/>
                </a:solidFill>
                <a:effectLst/>
              </a:rPr>
              <a:t> </a:t>
            </a:r>
            <a:r>
              <a:rPr lang="en-US" sz="2400" dirty="0">
                <a:solidFill>
                  <a:srgbClr val="212121"/>
                </a:solidFill>
              </a:rPr>
              <a:t>and</a:t>
            </a:r>
            <a:r>
              <a:rPr lang="en-US" sz="2400" b="0" i="0" dirty="0">
                <a:solidFill>
                  <a:srgbClr val="212121"/>
                </a:solidFill>
                <a:effectLst/>
              </a:rPr>
              <a:t> </a:t>
            </a:r>
            <a:r>
              <a:rPr lang="en-US" sz="2400" dirty="0">
                <a:solidFill>
                  <a:srgbClr val="212121"/>
                </a:solidFill>
              </a:rPr>
              <a:t>tests</a:t>
            </a:r>
            <a:endParaRPr lang="en-AU" sz="2400" dirty="0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2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249" y="703995"/>
            <a:ext cx="3732424" cy="599704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Variable Type</a:t>
            </a:r>
            <a:br>
              <a:rPr lang="en-AU" sz="2800" b="1" dirty="0">
                <a:solidFill>
                  <a:srgbClr val="002060"/>
                </a:solidFill>
              </a:rPr>
            </a:br>
            <a:br>
              <a:rPr lang="en-AU" sz="2800" b="1" dirty="0">
                <a:solidFill>
                  <a:srgbClr val="002060"/>
                </a:solidFill>
              </a:rPr>
            </a:br>
            <a:endParaRPr lang="en-AU" sz="28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526E3-687A-6F9F-CBD0-2F887A62BFE9}"/>
              </a:ext>
            </a:extLst>
          </p:cNvPr>
          <p:cNvSpPr txBox="1"/>
          <p:nvPr/>
        </p:nvSpPr>
        <p:spPr>
          <a:xfrm>
            <a:off x="1292249" y="1815138"/>
            <a:ext cx="100259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effectLst/>
                <a:latin typeface="Inter-400"/>
              </a:rPr>
              <a:t>Default type</a:t>
            </a:r>
            <a:endParaRPr lang="en-US" sz="2400" b="0" dirty="0">
              <a:solidFill>
                <a:srgbClr val="212121"/>
              </a:solidFill>
              <a:effectLst/>
              <a:latin typeface="Inter-400"/>
            </a:endParaRPr>
          </a:p>
          <a:p>
            <a:r>
              <a:rPr lang="en-US" sz="2000" dirty="0">
                <a:solidFill>
                  <a:srgbClr val="212121"/>
                </a:solidFill>
              </a:rPr>
              <a:t>automatically </a:t>
            </a:r>
            <a:r>
              <a:rPr lang="en-US" sz="2000" b="0" i="0" dirty="0">
                <a:solidFill>
                  <a:srgbClr val="212121"/>
                </a:solidFill>
                <a:effectLst/>
              </a:rPr>
              <a:t>assigned to variables. This type is shown as plain text and doesn't have extra properties</a:t>
            </a:r>
            <a:r>
              <a:rPr lang="en-US" sz="2000" dirty="0">
                <a:solidFill>
                  <a:srgbClr val="212121"/>
                </a:solidFill>
              </a:rPr>
              <a:t>. </a:t>
            </a:r>
            <a:endParaRPr lang="en-US" sz="2000" b="0" i="0" dirty="0">
              <a:solidFill>
                <a:srgbClr val="212121"/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E8A471-3051-819B-F38E-7BEF19DDE9CD}"/>
              </a:ext>
            </a:extLst>
          </p:cNvPr>
          <p:cNvSpPr txBox="1"/>
          <p:nvPr/>
        </p:nvSpPr>
        <p:spPr>
          <a:xfrm>
            <a:off x="1292249" y="3429000"/>
            <a:ext cx="101654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chemeClr val="accent2"/>
                </a:solidFill>
                <a:effectLst/>
                <a:latin typeface="Inter-400"/>
              </a:rPr>
              <a:t>Secret type</a:t>
            </a:r>
            <a:r>
              <a:rPr lang="en-US" sz="2400" b="0" i="0" dirty="0">
                <a:solidFill>
                  <a:schemeClr val="accent2"/>
                </a:solidFill>
                <a:effectLst/>
                <a:latin typeface="Inter-400"/>
              </a:rPr>
              <a:t> </a:t>
            </a:r>
          </a:p>
          <a:p>
            <a:pPr algn="l"/>
            <a:r>
              <a:rPr lang="en-US" sz="2000" dirty="0">
                <a:solidFill>
                  <a:srgbClr val="212121"/>
                </a:solidFill>
              </a:rPr>
              <a:t>masks the </a:t>
            </a:r>
            <a:r>
              <a:rPr lang="en-US" sz="2000" b="0" i="0" u="none" strike="noStrike" dirty="0">
                <a:solidFill>
                  <a:srgbClr val="007BFF"/>
                </a:solidFill>
                <a:effectLst/>
                <a:latin typeface="Inter-400"/>
                <a:hlinkClick r:id="rId2"/>
              </a:rPr>
              <a:t>initial and current values</a:t>
            </a:r>
            <a:r>
              <a:rPr lang="en-US" sz="2000" b="0" i="0" dirty="0">
                <a:solidFill>
                  <a:srgbClr val="212121"/>
                </a:solidFill>
                <a:effectLst/>
                <a:latin typeface="Inter-400"/>
              </a:rPr>
              <a:t> </a:t>
            </a:r>
            <a:r>
              <a:rPr lang="en-US" sz="2000" dirty="0">
                <a:solidFill>
                  <a:srgbClr val="212121"/>
                </a:solidFill>
              </a:rPr>
              <a:t>for all workspace members and can be used to prevent unintentional disclosure of sensitive data, including API secrets, passwords, tokens, and keys.</a:t>
            </a:r>
          </a:p>
        </p:txBody>
      </p:sp>
    </p:spTree>
    <p:extLst>
      <p:ext uri="{BB962C8B-B14F-4D97-AF65-F5344CB8AC3E}">
        <p14:creationId xmlns:p14="http://schemas.microsoft.com/office/powerpoint/2010/main" val="239864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30CC61-74BF-9755-18B0-111C6DD79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31B4F24-610A-C758-66B4-E47BECFA1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9396" y="3167492"/>
            <a:ext cx="5664344" cy="600640"/>
          </a:xfrm>
          <a:solidFill>
            <a:srgbClr val="0070C0"/>
          </a:solidFill>
        </p:spPr>
        <p:txBody>
          <a:bodyPr>
            <a:noAutofit/>
          </a:bodyPr>
          <a:lstStyle/>
          <a:p>
            <a:pPr eaLnBrk="1" hangingPunct="1"/>
            <a:r>
              <a:rPr lang="en-US" altLang="en-US" sz="3200" b="1" dirty="0">
                <a:solidFill>
                  <a:schemeClr val="bg1"/>
                </a:solidFill>
              </a:rPr>
              <a:t>Variable scope</a:t>
            </a:r>
          </a:p>
        </p:txBody>
      </p:sp>
    </p:spTree>
    <p:extLst>
      <p:ext uri="{BB962C8B-B14F-4D97-AF65-F5344CB8AC3E}">
        <p14:creationId xmlns:p14="http://schemas.microsoft.com/office/powerpoint/2010/main" val="190503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653" y="1029364"/>
            <a:ext cx="4121723" cy="572352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Variable Scope</a:t>
            </a:r>
            <a:br>
              <a:rPr lang="en-AU" sz="2800" b="1" dirty="0">
                <a:solidFill>
                  <a:schemeClr val="accent2"/>
                </a:solidFill>
              </a:rPr>
            </a:b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cxnSp>
        <p:nvCxnSpPr>
          <p:cNvPr id="26" name="Elbow Connector 25"/>
          <p:cNvCxnSpPr>
            <a:cxnSpLocks/>
            <a:stCxn id="35" idx="2"/>
            <a:endCxn id="40" idx="1"/>
          </p:cNvCxnSpPr>
          <p:nvPr/>
        </p:nvCxnSpPr>
        <p:spPr>
          <a:xfrm rot="16200000" flipH="1">
            <a:off x="2072559" y="2676228"/>
            <a:ext cx="443332" cy="744568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cxnSpLocks/>
            <a:stCxn id="40" idx="2"/>
            <a:endCxn id="55" idx="1"/>
          </p:cNvCxnSpPr>
          <p:nvPr/>
        </p:nvCxnSpPr>
        <p:spPr>
          <a:xfrm rot="16200000" flipH="1">
            <a:off x="3899347" y="3154515"/>
            <a:ext cx="334348" cy="965707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cxnSpLocks/>
            <a:stCxn id="55" idx="2"/>
            <a:endCxn id="66" idx="1"/>
          </p:cNvCxnSpPr>
          <p:nvPr/>
        </p:nvCxnSpPr>
        <p:spPr>
          <a:xfrm rot="16200000" flipH="1">
            <a:off x="6055638" y="3556439"/>
            <a:ext cx="459176" cy="1324715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66" idx="2"/>
            <a:endCxn id="73" idx="1"/>
          </p:cNvCxnSpPr>
          <p:nvPr/>
        </p:nvCxnSpPr>
        <p:spPr>
          <a:xfrm rot="16200000" flipH="1">
            <a:off x="7656437" y="4443791"/>
            <a:ext cx="350081" cy="759301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300430" y="2483726"/>
            <a:ext cx="1243022" cy="3431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6509" y="3070160"/>
            <a:ext cx="1834318" cy="4000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49375" y="3619876"/>
            <a:ext cx="2146987" cy="3693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47584" y="4248367"/>
            <a:ext cx="1008485" cy="4000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11128" y="4798465"/>
            <a:ext cx="1008485" cy="4000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local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8FD81-6557-1BCD-8860-5248CF024BA1}"/>
              </a:ext>
            </a:extLst>
          </p:cNvPr>
          <p:cNvSpPr/>
          <p:nvPr/>
        </p:nvSpPr>
        <p:spPr>
          <a:xfrm>
            <a:off x="338951" y="4144790"/>
            <a:ext cx="1471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workspace</a:t>
            </a:r>
            <a:endParaRPr lang="en-AU" i="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943EE-24E8-6AF6-03DD-E42797DB8381}"/>
              </a:ext>
            </a:extLst>
          </p:cNvPr>
          <p:cNvSpPr/>
          <p:nvPr/>
        </p:nvSpPr>
        <p:spPr>
          <a:xfrm>
            <a:off x="2362201" y="4924557"/>
            <a:ext cx="1770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collection</a:t>
            </a:r>
            <a:endParaRPr lang="en-AU" i="0" dirty="0">
              <a:effectLst/>
              <a:latin typeface="Degular-Display-Semi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CA38A-031F-E342-D3B6-1F264A9A02AD}"/>
              </a:ext>
            </a:extLst>
          </p:cNvPr>
          <p:cNvSpPr/>
          <p:nvPr/>
        </p:nvSpPr>
        <p:spPr>
          <a:xfrm>
            <a:off x="4524844" y="5507554"/>
            <a:ext cx="4507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Up to selection by collection</a:t>
            </a:r>
            <a:endParaRPr lang="en-AU" i="0" dirty="0"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9DC6D3-CB7A-13C2-1800-B29FFF45855A}"/>
              </a:ext>
            </a:extLst>
          </p:cNvPr>
          <p:cNvSpPr/>
          <p:nvPr/>
        </p:nvSpPr>
        <p:spPr>
          <a:xfrm>
            <a:off x="9421090" y="3358228"/>
            <a:ext cx="773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script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86A99A32-9358-86D9-38BC-9217D7DDCA0C}"/>
              </a:ext>
            </a:extLst>
          </p:cNvPr>
          <p:cNvCxnSpPr>
            <a:cxnSpLocks/>
            <a:stCxn id="3" idx="0"/>
            <a:endCxn id="35" idx="2"/>
          </p:cNvCxnSpPr>
          <p:nvPr/>
        </p:nvCxnSpPr>
        <p:spPr>
          <a:xfrm rot="5400000" flipH="1" flipV="1">
            <a:off x="839409" y="3062259"/>
            <a:ext cx="1317944" cy="84711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EC0B6F6A-ED35-C4AC-A5D9-CBE250E56391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2930896" y="4011799"/>
            <a:ext cx="1229476" cy="5960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2C8B685-C108-F089-329B-E887F3898BC8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5428255" y="4157067"/>
            <a:ext cx="1487644" cy="121333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703C5D7-934B-978B-7EBD-A11E9680479A}"/>
              </a:ext>
            </a:extLst>
          </p:cNvPr>
          <p:cNvCxnSpPr>
            <a:cxnSpLocks/>
            <a:stCxn id="8" idx="2"/>
            <a:endCxn id="73" idx="0"/>
          </p:cNvCxnSpPr>
          <p:nvPr/>
        </p:nvCxnSpPr>
        <p:spPr>
          <a:xfrm rot="5400000">
            <a:off x="8726057" y="3716875"/>
            <a:ext cx="1070905" cy="10922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88D52B7-8BA6-1FE8-CF64-2349AC93704A}"/>
              </a:ext>
            </a:extLst>
          </p:cNvPr>
          <p:cNvSpPr/>
          <p:nvPr/>
        </p:nvSpPr>
        <p:spPr>
          <a:xfrm>
            <a:off x="7536213" y="2483726"/>
            <a:ext cx="32102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Used in data driven testing</a:t>
            </a:r>
            <a:endParaRPr lang="en-AU" i="0" dirty="0">
              <a:effectLst/>
              <a:latin typeface="Degular-Display-Semibold"/>
            </a:endParaRP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BE1C6BF6-4737-2D1B-9CFA-E7A7B0C220F1}"/>
              </a:ext>
            </a:extLst>
          </p:cNvPr>
          <p:cNvCxnSpPr>
            <a:cxnSpLocks/>
            <a:stCxn id="23" idx="2"/>
            <a:endCxn id="66" idx="0"/>
          </p:cNvCxnSpPr>
          <p:nvPr/>
        </p:nvCxnSpPr>
        <p:spPr>
          <a:xfrm rot="5400000">
            <a:off x="7598929" y="2705957"/>
            <a:ext cx="1395309" cy="16895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865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523132" y="1982103"/>
            <a:ext cx="87015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Lower variables override higher variables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</a:t>
            </a:r>
            <a:endParaRPr lang="en-AU" i="0" dirty="0">
              <a:solidFill>
                <a:schemeClr val="accent1">
                  <a:lumMod val="60000"/>
                  <a:lumOff val="40000"/>
                </a:schemeClr>
              </a:solidFill>
              <a:effectLst/>
            </a:endParaRPr>
          </a:p>
        </p:txBody>
      </p:sp>
      <p:cxnSp>
        <p:nvCxnSpPr>
          <p:cNvPr id="26" name="Elbow Connector 25"/>
          <p:cNvCxnSpPr>
            <a:stCxn id="35" idx="2"/>
            <a:endCxn id="40" idx="1"/>
          </p:cNvCxnSpPr>
          <p:nvPr/>
        </p:nvCxnSpPr>
        <p:spPr>
          <a:xfrm rot="16200000" flipH="1">
            <a:off x="2483734" y="3196459"/>
            <a:ext cx="200018" cy="750670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40" idx="2"/>
            <a:endCxn id="55" idx="1"/>
          </p:cNvCxnSpPr>
          <p:nvPr/>
        </p:nvCxnSpPr>
        <p:spPr>
          <a:xfrm rot="16200000" flipH="1">
            <a:off x="4041239" y="3457392"/>
            <a:ext cx="191480" cy="1020335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55" idx="2"/>
            <a:endCxn id="66" idx="1"/>
          </p:cNvCxnSpPr>
          <p:nvPr/>
        </p:nvCxnSpPr>
        <p:spPr>
          <a:xfrm rot="16200000" flipH="1">
            <a:off x="5809315" y="3897185"/>
            <a:ext cx="261935" cy="994198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66" idx="2"/>
            <a:endCxn id="73" idx="1"/>
          </p:cNvCxnSpPr>
          <p:nvPr/>
        </p:nvCxnSpPr>
        <p:spPr>
          <a:xfrm rot="16200000" flipH="1">
            <a:off x="7247795" y="4419097"/>
            <a:ext cx="200018" cy="812361"/>
          </a:xfrm>
          <a:prstGeom prst="bentConnector2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704165" y="3071750"/>
            <a:ext cx="1008485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9078" y="3471785"/>
            <a:ext cx="1335468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47147" y="3863282"/>
            <a:ext cx="1592072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37381" y="4325234"/>
            <a:ext cx="1008485" cy="400035"/>
          </a:xfrm>
          <a:prstGeom prst="rect">
            <a:avLst/>
          </a:prstGeom>
          <a:solidFill>
            <a:srgbClr val="74B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53985" y="4725269"/>
            <a:ext cx="1008485" cy="4000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local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61F11-ABAF-9D97-3C17-B4AB4C4F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442" y="1054834"/>
            <a:ext cx="5267617" cy="547630"/>
          </a:xfrm>
          <a:effectLst/>
        </p:spPr>
        <p:txBody>
          <a:bodyPr>
            <a:noAutofit/>
          </a:bodyPr>
          <a:lstStyle/>
          <a:p>
            <a:r>
              <a:rPr lang="en-AU" altLang="en-US" sz="2800" b="1" dirty="0">
                <a:solidFill>
                  <a:schemeClr val="accent2"/>
                </a:solidFill>
              </a:rPr>
              <a:t>Some rules</a:t>
            </a:r>
            <a:br>
              <a:rPr lang="en-AU" altLang="en-US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06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9998" y="2960914"/>
            <a:ext cx="5267617" cy="582008"/>
          </a:xfrm>
          <a:solidFill>
            <a:schemeClr val="accent2"/>
          </a:solidFill>
          <a:effectLst/>
        </p:spPr>
        <p:txBody>
          <a:bodyPr>
            <a:noAutofit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Global Variables</a:t>
            </a: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FB455D9-7D2B-F604-2F76-901C3119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957" y="3897087"/>
            <a:ext cx="2840102" cy="38520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When to use?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535DE87-7486-5F70-D8D5-94E3805BED0A}"/>
              </a:ext>
            </a:extLst>
          </p:cNvPr>
          <p:cNvSpPr txBox="1">
            <a:spLocks/>
          </p:cNvSpPr>
          <p:nvPr/>
        </p:nvSpPr>
        <p:spPr>
          <a:xfrm>
            <a:off x="1499957" y="4268849"/>
            <a:ext cx="3547674" cy="385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Sample examples</a:t>
            </a:r>
            <a:endParaRPr lang="en-US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166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028" y="3094510"/>
            <a:ext cx="5267617" cy="582008"/>
          </a:xfrm>
          <a:solidFill>
            <a:schemeClr val="accent2"/>
          </a:solidFill>
          <a:effectLst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Collection Variables</a:t>
            </a: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8380831-1A6E-0DCA-BD26-A378931D0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331" y="4102653"/>
            <a:ext cx="2840102" cy="48745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When to use?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8075569-F784-3874-8DD6-25AA538ECCC2}"/>
              </a:ext>
            </a:extLst>
          </p:cNvPr>
          <p:cNvSpPr txBox="1">
            <a:spLocks/>
          </p:cNvSpPr>
          <p:nvPr/>
        </p:nvSpPr>
        <p:spPr>
          <a:xfrm>
            <a:off x="1563331" y="4590107"/>
            <a:ext cx="3547674" cy="582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Sample examples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587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CD58D9-F736-F605-8C2C-179266E2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988A-BA57-FA27-D4ED-E94D423E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028" y="3094510"/>
            <a:ext cx="5267617" cy="582008"/>
          </a:xfrm>
          <a:solidFill>
            <a:schemeClr val="accent2"/>
          </a:solidFill>
          <a:effectLst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Environment Variables</a:t>
            </a: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7039DA0-F1BA-EF8D-28AE-BD4E7089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331" y="4102653"/>
            <a:ext cx="2840102" cy="48745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When to use?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4060627-7F40-EAA5-68FD-6291374F3E3F}"/>
              </a:ext>
            </a:extLst>
          </p:cNvPr>
          <p:cNvSpPr txBox="1">
            <a:spLocks/>
          </p:cNvSpPr>
          <p:nvPr/>
        </p:nvSpPr>
        <p:spPr>
          <a:xfrm>
            <a:off x="1563331" y="4590107"/>
            <a:ext cx="3547674" cy="582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Sample examples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817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812" y="1504359"/>
            <a:ext cx="3861685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b="1" dirty="0">
                <a:solidFill>
                  <a:srgbClr val="0070C0"/>
                </a:solidFill>
              </a:rPr>
              <a:t>Environment</a:t>
            </a:r>
            <a:br>
              <a:rPr lang="en-AU" altLang="en-US" b="1" dirty="0">
                <a:solidFill>
                  <a:srgbClr val="0070C0"/>
                </a:solidFill>
              </a:rPr>
            </a:br>
            <a:endParaRPr lang="en-AU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FB455D9-7D2B-F604-2F76-901C3119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812" y="2365601"/>
            <a:ext cx="9752532" cy="1050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needs to be deployed in different environments along its testing journey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BABE27B-AD00-5EE5-24FF-9AAF4DFE4BA5}"/>
              </a:ext>
            </a:extLst>
          </p:cNvPr>
          <p:cNvSpPr txBox="1">
            <a:spLocks/>
          </p:cNvSpPr>
          <p:nvPr/>
        </p:nvSpPr>
        <p:spPr>
          <a:xfrm>
            <a:off x="1865876" y="3151302"/>
            <a:ext cx="2840102" cy="582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When to use?</a:t>
            </a:r>
            <a:endParaRPr lang="en-US" altLang="en-US" sz="24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DD1E2F-2D80-99CB-A546-06D80CA5A4C5}"/>
              </a:ext>
            </a:extLst>
          </p:cNvPr>
          <p:cNvSpPr txBox="1">
            <a:spLocks/>
          </p:cNvSpPr>
          <p:nvPr/>
        </p:nvSpPr>
        <p:spPr>
          <a:xfrm>
            <a:off x="1865876" y="3594188"/>
            <a:ext cx="3547674" cy="582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Sample examples</a:t>
            </a:r>
            <a:endParaRPr lang="en-US" altLang="en-US" sz="20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727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Elbow Connector 61"/>
          <p:cNvCxnSpPr>
            <a:stCxn id="56" idx="2"/>
            <a:endCxn id="9" idx="3"/>
          </p:cNvCxnSpPr>
          <p:nvPr/>
        </p:nvCxnSpPr>
        <p:spPr>
          <a:xfrm rot="5400000">
            <a:off x="7066510" y="3194442"/>
            <a:ext cx="2723479" cy="191166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870219" y="4657916"/>
            <a:ext cx="3185707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Rectangle 58"/>
          <p:cNvSpPr/>
          <p:nvPr/>
        </p:nvSpPr>
        <p:spPr>
          <a:xfrm>
            <a:off x="7859816" y="3607224"/>
            <a:ext cx="319611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7807609" y="2465705"/>
            <a:ext cx="318436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631" y="2188263"/>
            <a:ext cx="817809" cy="6328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366" y="678186"/>
            <a:ext cx="6746089" cy="566674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How does Postman organize testing </a:t>
            </a:r>
            <a:br>
              <a:rPr lang="en-AU" sz="2800" b="1" dirty="0">
                <a:solidFill>
                  <a:schemeClr val="accent2"/>
                </a:solidFill>
              </a:rPr>
            </a:br>
            <a:br>
              <a:rPr lang="en-AU" sz="2800" b="1" dirty="0">
                <a:solidFill>
                  <a:schemeClr val="accent2"/>
                </a:solidFill>
              </a:rPr>
            </a:br>
            <a:endParaRPr lang="en-AU" sz="2800" b="1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439" y="3452849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5011" y="3941657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6838" y="5327349"/>
            <a:ext cx="163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Environment</a:t>
            </a:r>
          </a:p>
        </p:txBody>
      </p:sp>
      <p:cxnSp>
        <p:nvCxnSpPr>
          <p:cNvPr id="19" name="Straight Arrow Connector 18"/>
          <p:cNvCxnSpPr>
            <a:stCxn id="28" idx="6"/>
            <a:endCxn id="45" idx="1"/>
          </p:cNvCxnSpPr>
          <p:nvPr/>
        </p:nvCxnSpPr>
        <p:spPr>
          <a:xfrm flipV="1">
            <a:off x="4240641" y="3572057"/>
            <a:ext cx="1894202" cy="523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8391" y="4253529"/>
            <a:ext cx="31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Project – application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4116" y="5616324"/>
            <a:ext cx="416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Deployment environment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1712" y="2404150"/>
            <a:ext cx="66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6500" y="3551405"/>
            <a:ext cx="59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0002" y="4632188"/>
            <a:ext cx="62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UAT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3704829" y="2226110"/>
            <a:ext cx="515929" cy="480867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Flowchart: Connector 22"/>
          <p:cNvSpPr/>
          <p:nvPr/>
        </p:nvSpPr>
        <p:spPr>
          <a:xfrm>
            <a:off x="3704831" y="2788534"/>
            <a:ext cx="515928" cy="499197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Flowchart: Connector 27"/>
          <p:cNvSpPr/>
          <p:nvPr/>
        </p:nvSpPr>
        <p:spPr>
          <a:xfrm>
            <a:off x="3713805" y="3332404"/>
            <a:ext cx="526836" cy="489777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4708" y="2783777"/>
            <a:ext cx="618422" cy="5039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3261695"/>
            <a:ext cx="817809" cy="63282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4409574"/>
            <a:ext cx="817809" cy="632828"/>
          </a:xfrm>
          <a:prstGeom prst="rect">
            <a:avLst/>
          </a:prstGeom>
        </p:spPr>
      </p:pic>
      <p:cxnSp>
        <p:nvCxnSpPr>
          <p:cNvPr id="35" name="Elbow Connector 34"/>
          <p:cNvCxnSpPr>
            <a:stCxn id="28" idx="6"/>
            <a:endCxn id="42" idx="1"/>
          </p:cNvCxnSpPr>
          <p:nvPr/>
        </p:nvCxnSpPr>
        <p:spPr>
          <a:xfrm flipV="1">
            <a:off x="4240641" y="2506420"/>
            <a:ext cx="1894202" cy="10708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28" idx="6"/>
            <a:endCxn id="46" idx="1"/>
          </p:cNvCxnSpPr>
          <p:nvPr/>
        </p:nvCxnSpPr>
        <p:spPr>
          <a:xfrm>
            <a:off x="4240641" y="3577293"/>
            <a:ext cx="1894202" cy="11805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34843" y="234908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Rectangle 44"/>
          <p:cNvSpPr/>
          <p:nvPr/>
        </p:nvSpPr>
        <p:spPr>
          <a:xfrm>
            <a:off x="6134843" y="3414721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Rectangle 45"/>
          <p:cNvSpPr/>
          <p:nvPr/>
        </p:nvSpPr>
        <p:spPr>
          <a:xfrm>
            <a:off x="6134843" y="460052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TextBox 51"/>
          <p:cNvSpPr txBox="1"/>
          <p:nvPr/>
        </p:nvSpPr>
        <p:spPr>
          <a:xfrm>
            <a:off x="7869357" y="4681944"/>
            <a:ext cx="324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uat:8080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9357" y="3631596"/>
            <a:ext cx="307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sit:8080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07609" y="2480759"/>
            <a:ext cx="315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test:8080</a:t>
            </a:r>
            <a:r>
              <a:rPr lang="en-AU" sz="1400" i="1" dirty="0"/>
              <a:t>/api/v1/customers/</a:t>
            </a:r>
          </a:p>
        </p:txBody>
      </p:sp>
      <p:cxnSp>
        <p:nvCxnSpPr>
          <p:cNvPr id="64" name="Elbow Connector 63"/>
          <p:cNvCxnSpPr>
            <a:stCxn id="9" idx="1"/>
            <a:endCxn id="18" idx="2"/>
          </p:cNvCxnSpPr>
          <p:nvPr/>
        </p:nvCxnSpPr>
        <p:spPr>
          <a:xfrm rot="10800000">
            <a:off x="4130392" y="4622861"/>
            <a:ext cx="1706447" cy="88915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521533" y="1685464"/>
            <a:ext cx="3423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{{base_url}}</a:t>
            </a:r>
            <a:r>
              <a:rPr lang="en-AU" sz="1400" i="1" dirty="0"/>
              <a:t>/api/v1/customers/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0689" y="5982161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test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74116" y="5952476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testEV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38897" y="6283260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sitEV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6692" y="6338682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sit]</a:t>
            </a:r>
          </a:p>
        </p:txBody>
      </p:sp>
      <p:cxnSp>
        <p:nvCxnSpPr>
          <p:cNvPr id="7" name="Straight Connector 6"/>
          <p:cNvCxnSpPr>
            <a:stCxn id="5" idx="3"/>
            <a:endCxn id="22" idx="2"/>
          </p:cNvCxnSpPr>
          <p:nvPr/>
        </p:nvCxnSpPr>
        <p:spPr>
          <a:xfrm flipV="1">
            <a:off x="2173130" y="2466544"/>
            <a:ext cx="1531699" cy="56921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3"/>
            <a:endCxn id="23" idx="2"/>
          </p:cNvCxnSpPr>
          <p:nvPr/>
        </p:nvCxnSpPr>
        <p:spPr>
          <a:xfrm>
            <a:off x="2173130" y="3035755"/>
            <a:ext cx="1531701" cy="237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3"/>
            <a:endCxn id="28" idx="2"/>
          </p:cNvCxnSpPr>
          <p:nvPr/>
        </p:nvCxnSpPr>
        <p:spPr>
          <a:xfrm>
            <a:off x="2173130" y="3035755"/>
            <a:ext cx="1540675" cy="5415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347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569" y="2280180"/>
            <a:ext cx="6308717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Environment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82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53858D9-F88E-8B46-C931-49D69D0D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F64E-0DAB-96DF-AB69-7E286BCB7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028" y="3094510"/>
            <a:ext cx="5267617" cy="582008"/>
          </a:xfrm>
          <a:solidFill>
            <a:schemeClr val="accent2"/>
          </a:solidFill>
          <a:effectLst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Data Variables</a:t>
            </a: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BF008B1-86C5-5A98-5EC3-FBACD328A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331" y="4102653"/>
            <a:ext cx="2840102" cy="48745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When to use?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B4F5ABC-6322-8B43-452E-BF2A9287715A}"/>
              </a:ext>
            </a:extLst>
          </p:cNvPr>
          <p:cNvSpPr txBox="1">
            <a:spLocks/>
          </p:cNvSpPr>
          <p:nvPr/>
        </p:nvSpPr>
        <p:spPr>
          <a:xfrm>
            <a:off x="1563331" y="4590107"/>
            <a:ext cx="3547674" cy="582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Sample examples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34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812" y="1504359"/>
            <a:ext cx="526761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Data Variables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36285CD-35A5-6E6C-0A62-8F8FC2C3E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812" y="2378906"/>
            <a:ext cx="2840102" cy="58200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When to use?</a:t>
            </a:r>
            <a:endParaRPr lang="en-US" altLang="en-US" sz="24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2F7AB5C-A459-5B76-E1B7-238F7AEA47E5}"/>
              </a:ext>
            </a:extLst>
          </p:cNvPr>
          <p:cNvSpPr txBox="1">
            <a:spLocks/>
          </p:cNvSpPr>
          <p:nvPr/>
        </p:nvSpPr>
        <p:spPr>
          <a:xfrm>
            <a:off x="1644812" y="3041672"/>
            <a:ext cx="3547674" cy="582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Sample examples</a:t>
            </a:r>
            <a:endParaRPr lang="en-US" altLang="en-US" sz="24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741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2499B2-7F3E-1E13-AEEA-9B07408F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8FC0-A606-E1B8-3A76-D1FEED35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028" y="3094510"/>
            <a:ext cx="5267617" cy="582008"/>
          </a:xfrm>
          <a:solidFill>
            <a:schemeClr val="accent2"/>
          </a:solidFill>
          <a:effectLst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Local Variables</a:t>
            </a: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9D94BED-93F5-D1BB-69BF-F087D54F2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331" y="4102653"/>
            <a:ext cx="2840102" cy="48745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When to use?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B6B92D8-9BE8-087A-0CFB-2E4BF3635935}"/>
              </a:ext>
            </a:extLst>
          </p:cNvPr>
          <p:cNvSpPr txBox="1">
            <a:spLocks/>
          </p:cNvSpPr>
          <p:nvPr/>
        </p:nvSpPr>
        <p:spPr>
          <a:xfrm>
            <a:off x="1563331" y="4590107"/>
            <a:ext cx="3547674" cy="582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Sample examples</a:t>
            </a:r>
            <a:endParaRPr lang="en-US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578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812" y="1539083"/>
            <a:ext cx="526761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Local Variables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BB23B2D-FC58-5F30-0993-C7AF58BFC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812" y="2378906"/>
            <a:ext cx="2840102" cy="58200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When to use?</a:t>
            </a:r>
            <a:endParaRPr lang="en-US" altLang="en-US" sz="24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2424F6B-7E4B-5E20-0144-47EEF8D9E0C1}"/>
              </a:ext>
            </a:extLst>
          </p:cNvPr>
          <p:cNvSpPr txBox="1">
            <a:spLocks/>
          </p:cNvSpPr>
          <p:nvPr/>
        </p:nvSpPr>
        <p:spPr>
          <a:xfrm>
            <a:off x="1644812" y="3041672"/>
            <a:ext cx="3547674" cy="582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Sample examples</a:t>
            </a:r>
            <a:endParaRPr lang="en-US" altLang="en-US" sz="24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691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0778" y="990158"/>
            <a:ext cx="6104857" cy="567951"/>
          </a:xfrm>
          <a:effectLst/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Define</a:t>
            </a:r>
            <a:r>
              <a:rPr lang="en-AU" sz="2800" b="1" i="0" dirty="0">
                <a:solidFill>
                  <a:srgbClr val="212121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accent2"/>
                </a:solidFill>
              </a:rPr>
              <a:t>Variables </a:t>
            </a:r>
            <a:r>
              <a:rPr lang="en-AU" sz="2800" b="1" dirty="0">
                <a:solidFill>
                  <a:srgbClr val="0070C0"/>
                </a:solidFill>
              </a:rPr>
              <a:t>in scripts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A108D-41EF-20D6-7598-207A0A8B0115}"/>
              </a:ext>
            </a:extLst>
          </p:cNvPr>
          <p:cNvSpPr txBox="1"/>
          <p:nvPr/>
        </p:nvSpPr>
        <p:spPr>
          <a:xfrm>
            <a:off x="1400485" y="1954198"/>
            <a:ext cx="9117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set a global variable</a:t>
            </a:r>
          </a:p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pm.globals.set("variable_key", "variable_value");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9ED68-F7B7-88F8-1549-A45972F07CA7}"/>
              </a:ext>
            </a:extLst>
          </p:cNvPr>
          <p:cNvSpPr txBox="1"/>
          <p:nvPr/>
        </p:nvSpPr>
        <p:spPr>
          <a:xfrm>
            <a:off x="1384139" y="3039412"/>
            <a:ext cx="9423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set a collection variable</a:t>
            </a:r>
          </a:p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pm.collectionVariables.set("variable_key", "variable_value");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79B43-C021-3A56-D881-AF3C337D1D98}"/>
              </a:ext>
            </a:extLst>
          </p:cNvPr>
          <p:cNvSpPr txBox="1"/>
          <p:nvPr/>
        </p:nvSpPr>
        <p:spPr>
          <a:xfrm>
            <a:off x="1472878" y="5767231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unset a variable</a:t>
            </a:r>
          </a:p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pm.environment.unset("variable_key");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1B1E7-311A-CD80-D1D9-3B0DE5E36A3D}"/>
              </a:ext>
            </a:extLst>
          </p:cNvPr>
          <p:cNvSpPr txBox="1"/>
          <p:nvPr/>
        </p:nvSpPr>
        <p:spPr>
          <a:xfrm>
            <a:off x="1384139" y="3948685"/>
            <a:ext cx="8307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se an environment variable</a:t>
            </a:r>
          </a:p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pm.environment.set("variable_key", "variable_value");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D5F57-4133-9930-157B-E503D7FD60D2}"/>
              </a:ext>
            </a:extLst>
          </p:cNvPr>
          <p:cNvSpPr txBox="1"/>
          <p:nvPr/>
        </p:nvSpPr>
        <p:spPr>
          <a:xfrm>
            <a:off x="1472878" y="4857958"/>
            <a:ext cx="9423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set a local variable</a:t>
            </a:r>
          </a:p>
          <a:p>
            <a:r>
              <a:rPr lang="en-AU" sz="18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pm.variables.set("variable_key", "variable_value");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8337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003" y="1120266"/>
            <a:ext cx="5743118" cy="577905"/>
          </a:xfrm>
          <a:effectLst/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Using</a:t>
            </a:r>
            <a:r>
              <a:rPr lang="en-AU" sz="2800" b="1" i="0" dirty="0">
                <a:solidFill>
                  <a:srgbClr val="212121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accent2"/>
                </a:solidFill>
              </a:rPr>
              <a:t>Variables </a:t>
            </a:r>
            <a:r>
              <a:rPr lang="en-AU" sz="2800" b="1" dirty="0">
                <a:solidFill>
                  <a:srgbClr val="0070C0"/>
                </a:solidFill>
              </a:rPr>
              <a:t>in scripts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72FF00-AC77-A3CC-4DE3-F8800C33F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680" y="2070838"/>
            <a:ext cx="9081359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// -- access a variable at any scope including local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pm.variables.get("variable_key");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// -- access a global variable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pm.globals.get("variable_key");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// -- access a collection variable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pm.collectionVariables.get("variable_key");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//-- access an environment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pm.environment.get("variable_key"); </a:t>
            </a:r>
          </a:p>
        </p:txBody>
      </p:sp>
    </p:spTree>
    <p:extLst>
      <p:ext uri="{BB962C8B-B14F-4D97-AF65-F5344CB8AC3E}">
        <p14:creationId xmlns:p14="http://schemas.microsoft.com/office/powerpoint/2010/main" val="1099144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7311" y="2454351"/>
            <a:ext cx="5568489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>
                <a:solidFill>
                  <a:schemeClr val="accent2"/>
                </a:solidFill>
                <a:latin typeface="Arial Black" panose="020B0A04020102020204" pitchFamily="34" charset="0"/>
              </a:rPr>
              <a:t>Variables</a:t>
            </a: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260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24490</TotalTime>
  <Words>573</Words>
  <Application>Microsoft Macintosh PowerPoint</Application>
  <PresentationFormat>Widescreen</PresentationFormat>
  <Paragraphs>113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Arial Black</vt:lpstr>
      <vt:lpstr>Calibri</vt:lpstr>
      <vt:lpstr>Century Gothic</vt:lpstr>
      <vt:lpstr>Consolas</vt:lpstr>
      <vt:lpstr>Degular-Display-Semibold</vt:lpstr>
      <vt:lpstr>Inter-400</vt:lpstr>
      <vt:lpstr>Wingdings 3</vt:lpstr>
      <vt:lpstr>幼圆</vt:lpstr>
      <vt:lpstr>Wisp</vt:lpstr>
      <vt:lpstr>PowerPoint Presentation</vt:lpstr>
      <vt:lpstr>Learning Objectives   </vt:lpstr>
      <vt:lpstr>Variable definition</vt:lpstr>
      <vt:lpstr>Variables </vt:lpstr>
      <vt:lpstr>Variable Type  </vt:lpstr>
      <vt:lpstr>Variable scope</vt:lpstr>
      <vt:lpstr>Variable Scope  </vt:lpstr>
      <vt:lpstr>Some rules </vt:lpstr>
      <vt:lpstr>Global Variables </vt:lpstr>
      <vt:lpstr>Collection Variables </vt:lpstr>
      <vt:lpstr>Environment Variables </vt:lpstr>
      <vt:lpstr>Environment </vt:lpstr>
      <vt:lpstr>How does Postman organize testing   </vt:lpstr>
      <vt:lpstr>Demo – Environment  </vt:lpstr>
      <vt:lpstr>Data Variables </vt:lpstr>
      <vt:lpstr>Data Variables </vt:lpstr>
      <vt:lpstr>Local Variables </vt:lpstr>
      <vt:lpstr>Local Variables </vt:lpstr>
      <vt:lpstr>Define Variables in scripts</vt:lpstr>
      <vt:lpstr>Using Variables in scripts</vt:lpstr>
      <vt:lpstr>Demo – Variables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715</cp:revision>
  <dcterms:created xsi:type="dcterms:W3CDTF">2020-08-03T09:43:10Z</dcterms:created>
  <dcterms:modified xsi:type="dcterms:W3CDTF">2025-07-12T02:07:15Z</dcterms:modified>
</cp:coreProperties>
</file>