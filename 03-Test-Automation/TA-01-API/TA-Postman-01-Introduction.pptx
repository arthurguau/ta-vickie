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08" r:id="rId3"/>
    <p:sldId id="311" r:id="rId4"/>
    <p:sldId id="303" r:id="rId5"/>
    <p:sldId id="344" r:id="rId6"/>
    <p:sldId id="304" r:id="rId7"/>
    <p:sldId id="305" r:id="rId8"/>
    <p:sldId id="343" r:id="rId9"/>
    <p:sldId id="342" r:id="rId10"/>
    <p:sldId id="341" r:id="rId11"/>
    <p:sldId id="309" r:id="rId12"/>
    <p:sldId id="331" r:id="rId13"/>
    <p:sldId id="317" r:id="rId14"/>
    <p:sldId id="333" r:id="rId15"/>
    <p:sldId id="345" r:id="rId16"/>
    <p:sldId id="346" r:id="rId17"/>
    <p:sldId id="318" r:id="rId18"/>
    <p:sldId id="30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8"/>
            <p14:sldId id="311"/>
            <p14:sldId id="303"/>
            <p14:sldId id="344"/>
            <p14:sldId id="304"/>
            <p14:sldId id="305"/>
            <p14:sldId id="343"/>
            <p14:sldId id="342"/>
            <p14:sldId id="341"/>
            <p14:sldId id="309"/>
            <p14:sldId id="331"/>
            <p14:sldId id="317"/>
            <p14:sldId id="333"/>
          </p14:sldIdLst>
        </p14:section>
        <p14:section name="Untitled Section" id="{96B2A4F6-E483-46D3-B718-858E0B0CB8CB}">
          <p14:sldIdLst>
            <p14:sldId id="345"/>
            <p14:sldId id="346"/>
            <p14:sldId id="318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CEC9BA"/>
    <a:srgbClr val="786F54"/>
    <a:srgbClr val="E19B7F"/>
    <a:srgbClr val="74869C"/>
    <a:srgbClr val="2E01AB"/>
    <a:srgbClr val="8005B1"/>
    <a:srgbClr val="2E8488"/>
    <a:srgbClr val="044EA8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0D0FF9-195B-41A6-AEE1-0985DFF6BA0C}" v="1" dt="2023-05-28T04:32:58.4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38" autoAdjust="0"/>
    <p:restoredTop sz="94703"/>
  </p:normalViewPr>
  <p:slideViewPr>
    <p:cSldViewPr snapToGrid="0">
      <p:cViewPr varScale="1">
        <p:scale>
          <a:sx n="144" d="100"/>
          <a:sy n="144" d="100"/>
        </p:scale>
        <p:origin x="28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470D0FF9-195B-41A6-AEE1-0985DFF6BA0C}"/>
    <pc:docChg chg="custSel addSld delSld modSld modSection">
      <pc:chgData name="Songqing Gu" userId="c4d8cb49210192e2" providerId="LiveId" clId="{470D0FF9-195B-41A6-AEE1-0985DFF6BA0C}" dt="2023-05-31T14:56:18.858" v="26" actId="2696"/>
      <pc:docMkLst>
        <pc:docMk/>
      </pc:docMkLst>
      <pc:sldChg chg="addSp delSp modSp mod">
        <pc:chgData name="Songqing Gu" userId="c4d8cb49210192e2" providerId="LiveId" clId="{470D0FF9-195B-41A6-AEE1-0985DFF6BA0C}" dt="2023-05-28T04:33:02.380" v="24" actId="20577"/>
        <pc:sldMkLst>
          <pc:docMk/>
          <pc:sldMk cId="2858780333" sldId="311"/>
        </pc:sldMkLst>
        <pc:spChg chg="del mod">
          <ac:chgData name="Songqing Gu" userId="c4d8cb49210192e2" providerId="LiveId" clId="{470D0FF9-195B-41A6-AEE1-0985DFF6BA0C}" dt="2023-05-28T04:32:58.490" v="21" actId="478"/>
          <ac:spMkLst>
            <pc:docMk/>
            <pc:sldMk cId="2858780333" sldId="311"/>
            <ac:spMk id="2" creationId="{00000000-0000-0000-0000-000000000000}"/>
          </ac:spMkLst>
        </pc:spChg>
        <pc:spChg chg="add mod">
          <ac:chgData name="Songqing Gu" userId="c4d8cb49210192e2" providerId="LiveId" clId="{470D0FF9-195B-41A6-AEE1-0985DFF6BA0C}" dt="2023-05-28T04:33:02.380" v="24" actId="20577"/>
          <ac:spMkLst>
            <pc:docMk/>
            <pc:sldMk cId="2858780333" sldId="311"/>
            <ac:spMk id="4" creationId="{6E5100F9-57A0-FFC1-135E-CC10CAC07C02}"/>
          </ac:spMkLst>
        </pc:spChg>
        <pc:spChg chg="del">
          <ac:chgData name="Songqing Gu" userId="c4d8cb49210192e2" providerId="LiveId" clId="{470D0FF9-195B-41A6-AEE1-0985DFF6BA0C}" dt="2023-05-22T02:39:52.834" v="18" actId="478"/>
          <ac:spMkLst>
            <pc:docMk/>
            <pc:sldMk cId="2858780333" sldId="311"/>
            <ac:spMk id="5" creationId="{00000000-0000-0000-0000-000000000000}"/>
          </ac:spMkLst>
        </pc:spChg>
        <pc:spChg chg="add del mod">
          <ac:chgData name="Songqing Gu" userId="c4d8cb49210192e2" providerId="LiveId" clId="{470D0FF9-195B-41A6-AEE1-0985DFF6BA0C}" dt="2023-05-22T02:39:55.888" v="19" actId="478"/>
          <ac:spMkLst>
            <pc:docMk/>
            <pc:sldMk cId="2858780333" sldId="311"/>
            <ac:spMk id="6" creationId="{5E16DF1F-6584-D163-1261-25CE1FFEEBF3}"/>
          </ac:spMkLst>
        </pc:spChg>
        <pc:picChg chg="del">
          <ac:chgData name="Songqing Gu" userId="c4d8cb49210192e2" providerId="LiveId" clId="{470D0FF9-195B-41A6-AEE1-0985DFF6BA0C}" dt="2023-05-28T04:32:58.490" v="21" actId="478"/>
          <ac:picMkLst>
            <pc:docMk/>
            <pc:sldMk cId="2858780333" sldId="311"/>
            <ac:picMk id="3" creationId="{4252084F-0B2F-B102-4A01-CBF67D8D6E1D}"/>
          </ac:picMkLst>
        </pc:picChg>
      </pc:sldChg>
      <pc:sldChg chg="del">
        <pc:chgData name="Songqing Gu" userId="c4d8cb49210192e2" providerId="LiveId" clId="{470D0FF9-195B-41A6-AEE1-0985DFF6BA0C}" dt="2023-05-31T14:56:15.153" v="25" actId="47"/>
        <pc:sldMkLst>
          <pc:docMk/>
          <pc:sldMk cId="2398645522" sldId="31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525518975" sldId="315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858815385" sldId="316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72308756" sldId="32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278352769" sldId="323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902447746" sldId="325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328123108" sldId="327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15647746" sldId="328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373275006" sldId="330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075869107" sldId="33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108580856" sldId="334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083099032" sldId="337"/>
        </pc:sldMkLst>
      </pc:sldChg>
      <pc:sldChg chg="del">
        <pc:chgData name="Songqing Gu" userId="c4d8cb49210192e2" providerId="LiveId" clId="{470D0FF9-195B-41A6-AEE1-0985DFF6BA0C}" dt="2023-05-31T14:56:18.858" v="26" actId="2696"/>
        <pc:sldMkLst>
          <pc:docMk/>
          <pc:sldMk cId="2388337663" sldId="338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765302659" sldId="339"/>
        </pc:sldMkLst>
      </pc:sldChg>
      <pc:sldChg chg="del">
        <pc:chgData name="Songqing Gu" userId="c4d8cb49210192e2" providerId="LiveId" clId="{470D0FF9-195B-41A6-AEE1-0985DFF6BA0C}" dt="2023-05-31T14:56:15.153" v="25" actId="47"/>
        <pc:sldMkLst>
          <pc:docMk/>
          <pc:sldMk cId="2580069215" sldId="340"/>
        </pc:sldMkLst>
      </pc:sldChg>
      <pc:sldChg chg="add">
        <pc:chgData name="Songqing Gu" userId="c4d8cb49210192e2" providerId="LiveId" clId="{470D0FF9-195B-41A6-AEE1-0985DFF6BA0C}" dt="2023-05-22T02:39:24.507" v="1" actId="2890"/>
        <pc:sldMkLst>
          <pc:docMk/>
          <pc:sldMk cId="123737480" sldId="341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2812613281" sldId="341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50163550" sldId="342"/>
        </pc:sldMkLst>
      </pc:sldChg>
      <pc:sldChg chg="add">
        <pc:chgData name="Songqing Gu" userId="c4d8cb49210192e2" providerId="LiveId" clId="{470D0FF9-195B-41A6-AEE1-0985DFF6BA0C}" dt="2023-05-28T04:32:52.505" v="20" actId="2890"/>
        <pc:sldMkLst>
          <pc:docMk/>
          <pc:sldMk cId="3843972093" sldId="342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614543193" sldId="343"/>
        </pc:sldMkLst>
      </pc:sldChg>
      <pc:sldChg chg="del">
        <pc:chgData name="Songqing Gu" userId="c4d8cb49210192e2" providerId="LiveId" clId="{470D0FF9-195B-41A6-AEE1-0985DFF6BA0C}" dt="2023-05-14T20:53:02.968" v="0" actId="47"/>
        <pc:sldMkLst>
          <pc:docMk/>
          <pc:sldMk cId="3940857652" sldId="344"/>
        </pc:sldMkLst>
      </pc:sldChg>
    </pc:docChg>
  </pc:docChgLst>
  <pc:docChgLst>
    <pc:chgData name="Songqing" userId="c4d8cb49210192e2" providerId="LiveId" clId="{D253B87B-FCD9-46BC-920B-DA31D69B59D7}"/>
    <pc:docChg chg="undo custSel addSld delSld modSld sldOrd modSection">
      <pc:chgData name="Songqing" userId="c4d8cb49210192e2" providerId="LiveId" clId="{D253B87B-FCD9-46BC-920B-DA31D69B59D7}" dt="2023-04-22T19:39:44.363" v="2137" actId="1076"/>
      <pc:docMkLst>
        <pc:docMk/>
      </pc:docMkLst>
      <pc:sldChg chg="modSp mod">
        <pc:chgData name="Songqing" userId="c4d8cb49210192e2" providerId="LiveId" clId="{D253B87B-FCD9-46BC-920B-DA31D69B59D7}" dt="2023-03-14T14:13:44.873" v="20"/>
        <pc:sldMkLst>
          <pc:docMk/>
          <pc:sldMk cId="3813058601" sldId="256"/>
        </pc:sldMkLst>
        <pc:spChg chg="mod">
          <ac:chgData name="Songqing" userId="c4d8cb49210192e2" providerId="LiveId" clId="{D253B87B-FCD9-46BC-920B-DA31D69B59D7}" dt="2023-03-14T14:13:44.873" v="20"/>
          <ac:spMkLst>
            <pc:docMk/>
            <pc:sldMk cId="3813058601" sldId="256"/>
            <ac:spMk id="3" creationId="{00000000-0000-0000-0000-000000000000}"/>
          </ac:spMkLst>
        </pc:spChg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3113703618" sldId="261"/>
        </pc:sldMkLst>
      </pc:sldChg>
      <pc:sldChg chg="del ord">
        <pc:chgData name="Songqing" userId="c4d8cb49210192e2" providerId="LiveId" clId="{D253B87B-FCD9-46BC-920B-DA31D69B59D7}" dt="2023-04-22T13:08:23.927" v="2002" actId="47"/>
        <pc:sldMkLst>
          <pc:docMk/>
          <pc:sldMk cId="2556401176" sldId="300"/>
        </pc:sldMkLst>
      </pc:sldChg>
      <pc:sldChg chg="modSp del mod">
        <pc:chgData name="Songqing" userId="c4d8cb49210192e2" providerId="LiveId" clId="{D253B87B-FCD9-46BC-920B-DA31D69B59D7}" dt="2023-04-01T05:10:22.856" v="35" actId="2696"/>
        <pc:sldMkLst>
          <pc:docMk/>
          <pc:sldMk cId="2297835283" sldId="302"/>
        </pc:sldMkLst>
        <pc:spChg chg="mod">
          <ac:chgData name="Songqing" userId="c4d8cb49210192e2" providerId="LiveId" clId="{D253B87B-FCD9-46BC-920B-DA31D69B59D7}" dt="2023-04-01T05:10:02.730" v="34" actId="1076"/>
          <ac:spMkLst>
            <pc:docMk/>
            <pc:sldMk cId="2297835283" sldId="302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D253B87B-FCD9-46BC-920B-DA31D69B59D7}" dt="2023-04-02T00:16:59.980" v="72" actId="20577"/>
        <pc:sldMkLst>
          <pc:docMk/>
          <pc:sldMk cId="2247735642" sldId="303"/>
        </pc:sldMkLst>
        <pc:spChg chg="mod">
          <ac:chgData name="Songqing" userId="c4d8cb49210192e2" providerId="LiveId" clId="{D253B87B-FCD9-46BC-920B-DA31D69B59D7}" dt="2023-04-02T00:16:59.980" v="72" actId="20577"/>
          <ac:spMkLst>
            <pc:docMk/>
            <pc:sldMk cId="2247735642" sldId="30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1T05:14:19.725" v="54" actId="478"/>
          <ac:spMkLst>
            <pc:docMk/>
            <pc:sldMk cId="2247735642" sldId="303"/>
            <ac:spMk id="24" creationId="{00000000-0000-0000-0000-000000000000}"/>
          </ac:spMkLst>
        </pc:spChg>
        <pc:picChg chg="add mod">
          <ac:chgData name="Songqing" userId="c4d8cb49210192e2" providerId="LiveId" clId="{D253B87B-FCD9-46BC-920B-DA31D69B59D7}" dt="2023-04-01T05:13:58.348" v="50" actId="1076"/>
          <ac:picMkLst>
            <pc:docMk/>
            <pc:sldMk cId="2247735642" sldId="303"/>
            <ac:picMk id="5" creationId="{F352B082-6869-DDCA-1DDF-6DDAF735C122}"/>
          </ac:picMkLst>
        </pc:picChg>
        <pc:picChg chg="add mod">
          <ac:chgData name="Songqing" userId="c4d8cb49210192e2" providerId="LiveId" clId="{D253B87B-FCD9-46BC-920B-DA31D69B59D7}" dt="2023-04-01T05:14:05.707" v="52" actId="1076"/>
          <ac:picMkLst>
            <pc:docMk/>
            <pc:sldMk cId="2247735642" sldId="303"/>
            <ac:picMk id="9" creationId="{36C0C6C7-F5B8-6FF4-7219-17EBCD89C16E}"/>
          </ac:picMkLst>
        </pc:picChg>
        <pc:picChg chg="del">
          <ac:chgData name="Songqing" userId="c4d8cb49210192e2" providerId="LiveId" clId="{D253B87B-FCD9-46BC-920B-DA31D69B59D7}" dt="2023-04-01T05:13:42.100" v="43" actId="478"/>
          <ac:picMkLst>
            <pc:docMk/>
            <pc:sldMk cId="2247735642" sldId="303"/>
            <ac:picMk id="26" creationId="{00000000-0000-0000-0000-000000000000}"/>
          </ac:picMkLst>
        </pc:picChg>
        <pc:picChg chg="del">
          <ac:chgData name="Songqing" userId="c4d8cb49210192e2" providerId="LiveId" clId="{D253B87B-FCD9-46BC-920B-DA31D69B59D7}" dt="2023-04-01T05:13:38.491" v="40" actId="478"/>
          <ac:picMkLst>
            <pc:docMk/>
            <pc:sldMk cId="2247735642" sldId="303"/>
            <ac:picMk id="27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08.264" v="53" actId="1076"/>
          <ac:picMkLst>
            <pc:docMk/>
            <pc:sldMk cId="2247735642" sldId="303"/>
            <ac:picMk id="29" creationId="{00000000-0000-0000-0000-000000000000}"/>
          </ac:picMkLst>
        </pc:picChg>
        <pc:picChg chg="mod">
          <ac:chgData name="Songqing" userId="c4d8cb49210192e2" providerId="LiveId" clId="{D253B87B-FCD9-46BC-920B-DA31D69B59D7}" dt="2023-04-01T05:14:26.726" v="55" actId="1076"/>
          <ac:picMkLst>
            <pc:docMk/>
            <pc:sldMk cId="2247735642" sldId="303"/>
            <ac:picMk id="37" creationId="{00000000-0000-0000-0000-000000000000}"/>
          </ac:picMkLst>
        </pc:picChg>
        <pc:picChg chg="add mod">
          <ac:chgData name="Songqing" userId="c4d8cb49210192e2" providerId="LiveId" clId="{D253B87B-FCD9-46BC-920B-DA31D69B59D7}" dt="2023-04-01T05:14:30.145" v="56" actId="1076"/>
          <ac:picMkLst>
            <pc:docMk/>
            <pc:sldMk cId="2247735642" sldId="303"/>
            <ac:picMk id="1026" creationId="{70F56220-2D46-A331-9E1A-14A5B3EE3B05}"/>
          </ac:picMkLst>
        </pc:picChg>
        <pc:cxnChg chg="del mod">
          <ac:chgData name="Songqing" userId="c4d8cb49210192e2" providerId="LiveId" clId="{D253B87B-FCD9-46BC-920B-DA31D69B59D7}" dt="2023-04-01T05:13:39.628" v="41" actId="478"/>
          <ac:cxnSpMkLst>
            <pc:docMk/>
            <pc:sldMk cId="2247735642" sldId="303"/>
            <ac:cxnSpMk id="8" creationId="{00000000-0000-0000-0000-000000000000}"/>
          </ac:cxnSpMkLst>
        </pc:cxnChg>
        <pc:cxnChg chg="del mod">
          <ac:chgData name="Songqing" userId="c4d8cb49210192e2" providerId="LiveId" clId="{D253B87B-FCD9-46BC-920B-DA31D69B59D7}" dt="2023-04-01T05:13:40.658" v="42" actId="478"/>
          <ac:cxnSpMkLst>
            <pc:docMk/>
            <pc:sldMk cId="2247735642" sldId="303"/>
            <ac:cxnSpMk id="33" creationId="{00000000-0000-0000-0000-000000000000}"/>
          </ac:cxnSpMkLst>
        </pc:cxnChg>
        <pc:cxnChg chg="mod">
          <ac:chgData name="Songqing" userId="c4d8cb49210192e2" providerId="LiveId" clId="{D253B87B-FCD9-46BC-920B-DA31D69B59D7}" dt="2023-04-01T05:10:49.914" v="36" actId="14100"/>
          <ac:cxnSpMkLst>
            <pc:docMk/>
            <pc:sldMk cId="2247735642" sldId="303"/>
            <ac:cxnSpMk id="44" creationId="{00000000-0000-0000-0000-000000000000}"/>
          </ac:cxnSpMkLst>
        </pc:cxnChg>
      </pc:sldChg>
      <pc:sldChg chg="addSp modSp">
        <pc:chgData name="Songqing" userId="c4d8cb49210192e2" providerId="LiveId" clId="{D253B87B-FCD9-46BC-920B-DA31D69B59D7}" dt="2023-04-01T05:15:22.802" v="58" actId="1076"/>
        <pc:sldMkLst>
          <pc:docMk/>
          <pc:sldMk cId="942506135" sldId="305"/>
        </pc:sldMkLst>
        <pc:picChg chg="add mod">
          <ac:chgData name="Songqing" userId="c4d8cb49210192e2" providerId="LiveId" clId="{D253B87B-FCD9-46BC-920B-DA31D69B59D7}" dt="2023-04-01T05:15:22.802" v="58" actId="1076"/>
          <ac:picMkLst>
            <pc:docMk/>
            <pc:sldMk cId="942506135" sldId="305"/>
            <ac:picMk id="6" creationId="{BFF8A6D2-538D-A98A-5B80-DCCE40B0E089}"/>
          </ac:picMkLst>
        </pc:pic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956434690" sldId="307"/>
        </pc:sldMkLst>
      </pc:sldChg>
      <pc:sldChg chg="addSp delSp modSp mod">
        <pc:chgData name="Songqing" userId="c4d8cb49210192e2" providerId="LiveId" clId="{D253B87B-FCD9-46BC-920B-DA31D69B59D7}" dt="2023-04-22T13:18:51.102" v="2068" actId="1076"/>
        <pc:sldMkLst>
          <pc:docMk/>
          <pc:sldMk cId="1207033259" sldId="308"/>
        </pc:sldMkLst>
        <pc:spChg chg="add mod">
          <ac:chgData name="Songqing" userId="c4d8cb49210192e2" providerId="LiveId" clId="{D253B87B-FCD9-46BC-920B-DA31D69B59D7}" dt="2023-04-22T13:18:51.102" v="2068" actId="1076"/>
          <ac:spMkLst>
            <pc:docMk/>
            <pc:sldMk cId="1207033259" sldId="308"/>
            <ac:spMk id="2" creationId="{6539024E-1F6A-C2B9-9C0A-0144C1FE2E4E}"/>
          </ac:spMkLst>
        </pc:spChg>
        <pc:spChg chg="add del mod">
          <ac:chgData name="Songqing" userId="c4d8cb49210192e2" providerId="LiveId" clId="{D253B87B-FCD9-46BC-920B-DA31D69B59D7}" dt="2023-04-22T13:13:37.638" v="2019" actId="478"/>
          <ac:spMkLst>
            <pc:docMk/>
            <pc:sldMk cId="1207033259" sldId="308"/>
            <ac:spMk id="3" creationId="{859325B8-EE9C-0CC1-173D-45859788EB1A}"/>
          </ac:spMkLst>
        </pc:spChg>
        <pc:spChg chg="mod">
          <ac:chgData name="Songqing" userId="c4d8cb49210192e2" providerId="LiveId" clId="{D253B87B-FCD9-46BC-920B-DA31D69B59D7}" dt="2023-04-22T13:18:15.591" v="2064" actId="1076"/>
          <ac:spMkLst>
            <pc:docMk/>
            <pc:sldMk cId="1207033259" sldId="308"/>
            <ac:spMk id="21506" creationId="{00000000-0000-0000-0000-000000000000}"/>
          </ac:spMkLst>
        </pc:spChg>
        <pc:spChg chg="del mod">
          <ac:chgData name="Songqing" userId="c4d8cb49210192e2" providerId="LiveId" clId="{D253B87B-FCD9-46BC-920B-DA31D69B59D7}" dt="2023-04-08T19:26:47.519" v="891" actId="478"/>
          <ac:spMkLst>
            <pc:docMk/>
            <pc:sldMk cId="1207033259" sldId="308"/>
            <ac:spMk id="21507" creationId="{00000000-0000-0000-0000-000000000000}"/>
          </ac:spMkLst>
        </pc:spChg>
        <pc:spChg chg="del mod">
          <ac:chgData name="Songqing" userId="c4d8cb49210192e2" providerId="LiveId" clId="{D253B87B-FCD9-46BC-920B-DA31D69B59D7}" dt="2023-04-22T13:18:42.135" v="2067" actId="478"/>
          <ac:spMkLst>
            <pc:docMk/>
            <pc:sldMk cId="1207033259" sldId="308"/>
            <ac:spMk id="21508" creationId="{00000000-0000-0000-0000-000000000000}"/>
          </ac:spMkLst>
        </pc:spChg>
      </pc:sldChg>
      <pc:sldChg chg="ord">
        <pc:chgData name="Songqing" userId="c4d8cb49210192e2" providerId="LiveId" clId="{D253B87B-FCD9-46BC-920B-DA31D69B59D7}" dt="2023-04-01T07:56:38.690" v="61"/>
        <pc:sldMkLst>
          <pc:docMk/>
          <pc:sldMk cId="1386347104" sldId="309"/>
        </pc:sldMkLst>
      </pc:sldChg>
      <pc:sldChg chg="modSp del mod ord">
        <pc:chgData name="Songqing" userId="c4d8cb49210192e2" providerId="LiveId" clId="{D253B87B-FCD9-46BC-920B-DA31D69B59D7}" dt="2023-04-22T13:08:23.927" v="2002" actId="47"/>
        <pc:sldMkLst>
          <pc:docMk/>
          <pc:sldMk cId="627864415" sldId="310"/>
        </pc:sldMkLst>
        <pc:spChg chg="mod">
          <ac:chgData name="Songqing" userId="c4d8cb49210192e2" providerId="LiveId" clId="{D253B87B-FCD9-46BC-920B-DA31D69B59D7}" dt="2023-04-08T17:55:51.294" v="669" actId="20577"/>
          <ac:spMkLst>
            <pc:docMk/>
            <pc:sldMk cId="627864415" sldId="310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08T19:26:37.658" v="890" actId="14100"/>
          <ac:spMkLst>
            <pc:docMk/>
            <pc:sldMk cId="627864415" sldId="310"/>
            <ac:spMk id="6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08T15:49:04.535" v="617" actId="20577"/>
        <pc:sldMkLst>
          <pc:docMk/>
          <pc:sldMk cId="2858780333" sldId="311"/>
        </pc:sldMkLst>
        <pc:spChg chg="mod">
          <ac:chgData name="Songqing" userId="c4d8cb49210192e2" providerId="LiveId" clId="{D253B87B-FCD9-46BC-920B-DA31D69B59D7}" dt="2023-04-08T15:49:04.535" v="617" actId="20577"/>
          <ac:spMkLst>
            <pc:docMk/>
            <pc:sldMk cId="2858780333" sldId="311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4" creationId="{00000000-0000-0000-0000-000000000000}"/>
          </ac:spMkLst>
        </pc:spChg>
        <pc:spChg chg="mod">
          <ac:chgData name="Songqing" userId="c4d8cb49210192e2" providerId="LiveId" clId="{D253B87B-FCD9-46BC-920B-DA31D69B59D7}" dt="2023-04-08T15:05:31.143" v="320" actId="1076"/>
          <ac:spMkLst>
            <pc:docMk/>
            <pc:sldMk cId="2858780333" sldId="311"/>
            <ac:spMk id="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7" creationId="{00000000-0000-0000-0000-000000000000}"/>
          </ac:spMkLst>
        </pc:spChg>
        <pc:spChg chg="del mod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8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9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3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4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5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16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1" creationId="{00000000-0000-0000-0000-000000000000}"/>
          </ac:spMkLst>
        </pc:spChg>
        <pc:spChg chg="del">
          <ac:chgData name="Songqing" userId="c4d8cb49210192e2" providerId="LiveId" clId="{D253B87B-FCD9-46BC-920B-DA31D69B59D7}" dt="2023-04-02T00:21:15.965" v="91" actId="478"/>
          <ac:spMkLst>
            <pc:docMk/>
            <pc:sldMk cId="2858780333" sldId="311"/>
            <ac:spMk id="22" creationId="{00000000-0000-0000-0000-000000000000}"/>
          </ac:spMkLst>
        </pc:spChg>
        <pc:picChg chg="add mod">
          <ac:chgData name="Songqing" userId="c4d8cb49210192e2" providerId="LiveId" clId="{D253B87B-FCD9-46BC-920B-DA31D69B59D7}" dt="2023-04-02T00:21:21.169" v="92" actId="1076"/>
          <ac:picMkLst>
            <pc:docMk/>
            <pc:sldMk cId="2858780333" sldId="311"/>
            <ac:picMk id="3" creationId="{4252084F-0B2F-B102-4A01-CBF67D8D6E1D}"/>
          </ac:picMkLst>
        </pc:picChg>
        <pc:cxnChg chg="del mod">
          <ac:chgData name="Songqing" userId="c4d8cb49210192e2" providerId="LiveId" clId="{D253B87B-FCD9-46BC-920B-DA31D69B59D7}" dt="2023-04-02T00:21:15.965" v="91" actId="478"/>
          <ac:cxnSpMkLst>
            <pc:docMk/>
            <pc:sldMk cId="2858780333" sldId="311"/>
            <ac:cxnSpMk id="12" creationId="{00000000-0000-0000-0000-000000000000}"/>
          </ac:cxnSpMkLst>
        </pc:cxnChg>
      </pc:sldChg>
      <pc:sldChg chg="addSp modSp mod ord">
        <pc:chgData name="Songqing" userId="c4d8cb49210192e2" providerId="LiveId" clId="{D253B87B-FCD9-46BC-920B-DA31D69B59D7}" dt="2023-04-22T13:48:03.035" v="2133" actId="108"/>
        <pc:sldMkLst>
          <pc:docMk/>
          <pc:sldMk cId="2398645522" sldId="312"/>
        </pc:sldMkLst>
        <pc:spChg chg="add mod">
          <ac:chgData name="Songqing" userId="c4d8cb49210192e2" providerId="LiveId" clId="{D253B87B-FCD9-46BC-920B-DA31D69B59D7}" dt="2023-04-21T19:57:56.870" v="1172" actId="1076"/>
          <ac:spMkLst>
            <pc:docMk/>
            <pc:sldMk cId="2398645522" sldId="312"/>
            <ac:spMk id="3" creationId="{B8D8FD81-6557-1BCD-8860-5248CF024BA1}"/>
          </ac:spMkLst>
        </pc:spChg>
        <pc:spChg chg="add mod">
          <ac:chgData name="Songqing" userId="c4d8cb49210192e2" providerId="LiveId" clId="{D253B87B-FCD9-46BC-920B-DA31D69B59D7}" dt="2023-04-21T19:50:35.665" v="1126" actId="1076"/>
          <ac:spMkLst>
            <pc:docMk/>
            <pc:sldMk cId="2398645522" sldId="312"/>
            <ac:spMk id="5" creationId="{0E3943EE-24E8-6AF6-03DD-E42797DB8381}"/>
          </ac:spMkLst>
        </pc:spChg>
        <pc:spChg chg="add mod">
          <ac:chgData name="Songqing" userId="c4d8cb49210192e2" providerId="LiveId" clId="{D253B87B-FCD9-46BC-920B-DA31D69B59D7}" dt="2023-04-21T19:49:34.620" v="1111" actId="1076"/>
          <ac:spMkLst>
            <pc:docMk/>
            <pc:sldMk cId="2398645522" sldId="312"/>
            <ac:spMk id="7" creationId="{F22CA38A-031F-E342-D3B6-1F264A9A02AD}"/>
          </ac:spMkLst>
        </pc:spChg>
        <pc:spChg chg="add mod">
          <ac:chgData name="Songqing" userId="c4d8cb49210192e2" providerId="LiveId" clId="{D253B87B-FCD9-46BC-920B-DA31D69B59D7}" dt="2023-04-21T19:51:14.806" v="1135" actId="1076"/>
          <ac:spMkLst>
            <pc:docMk/>
            <pc:sldMk cId="2398645522" sldId="312"/>
            <ac:spMk id="8" creationId="{8E9DC6D3-CB7A-13C2-1800-B29FFF45855A}"/>
          </ac:spMkLst>
        </pc:spChg>
        <pc:spChg chg="add mod">
          <ac:chgData name="Songqing" userId="c4d8cb49210192e2" providerId="LiveId" clId="{D253B87B-FCD9-46BC-920B-DA31D69B59D7}" dt="2023-04-21T19:57:28.168" v="1168" actId="1076"/>
          <ac:spMkLst>
            <pc:docMk/>
            <pc:sldMk cId="2398645522" sldId="312"/>
            <ac:spMk id="23" creationId="{B88D52B7-8BA6-1FE8-CF64-2349AC93704A}"/>
          </ac:spMkLst>
        </pc:spChg>
        <pc:spChg chg="mod">
          <ac:chgData name="Songqing" userId="c4d8cb49210192e2" providerId="LiveId" clId="{D253B87B-FCD9-46BC-920B-DA31D69B59D7}" dt="2023-04-22T13:47:38.028" v="2130" actId="1076"/>
          <ac:spMkLst>
            <pc:docMk/>
            <pc:sldMk cId="2398645522" sldId="312"/>
            <ac:spMk id="35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45.576" v="2131" actId="1076"/>
          <ac:spMkLst>
            <pc:docMk/>
            <pc:sldMk cId="2398645522" sldId="312"/>
            <ac:spMk id="40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29.551" v="2129" actId="14100"/>
          <ac:spMkLst>
            <pc:docMk/>
            <pc:sldMk cId="2398645522" sldId="312"/>
            <ac:spMk id="55" creationId="{00000000-0000-0000-0000-000000000000}"/>
          </ac:spMkLst>
        </pc:spChg>
        <pc:spChg chg="mod">
          <ac:chgData name="Songqing" userId="c4d8cb49210192e2" providerId="LiveId" clId="{D253B87B-FCD9-46BC-920B-DA31D69B59D7}" dt="2023-04-22T13:48:03.035" v="2133" actId="108"/>
          <ac:spMkLst>
            <pc:docMk/>
            <pc:sldMk cId="2398645522" sldId="312"/>
            <ac:spMk id="66" creationId="{00000000-0000-0000-0000-000000000000}"/>
          </ac:spMkLst>
        </pc:spChg>
        <pc:spChg chg="mod">
          <ac:chgData name="Songqing" userId="c4d8cb49210192e2" providerId="LiveId" clId="{D253B87B-FCD9-46BC-920B-DA31D69B59D7}" dt="2023-04-22T13:47:55.175" v="2132" actId="108"/>
          <ac:spMkLst>
            <pc:docMk/>
            <pc:sldMk cId="2398645522" sldId="312"/>
            <ac:spMk id="73" creationId="{00000000-0000-0000-0000-000000000000}"/>
          </ac:spMkLst>
        </pc:spChg>
        <pc:cxnChg chg="add mod">
          <ac:chgData name="Songqing" userId="c4d8cb49210192e2" providerId="LiveId" clId="{D253B87B-FCD9-46BC-920B-DA31D69B59D7}" dt="2023-04-22T13:47:38.028" v="2130" actId="1076"/>
          <ac:cxnSpMkLst>
            <pc:docMk/>
            <pc:sldMk cId="2398645522" sldId="312"/>
            <ac:cxnSpMk id="10" creationId="{86A99A32-9358-86D9-38BC-9217D7DDCA0C}"/>
          </ac:cxnSpMkLst>
        </pc:cxnChg>
        <pc:cxnChg chg="add mod">
          <ac:chgData name="Songqing" userId="c4d8cb49210192e2" providerId="LiveId" clId="{D253B87B-FCD9-46BC-920B-DA31D69B59D7}" dt="2023-04-21T19:50:38.811" v="1127" actId="14100"/>
          <ac:cxnSpMkLst>
            <pc:docMk/>
            <pc:sldMk cId="2398645522" sldId="312"/>
            <ac:cxnSpMk id="11" creationId="{EC0B6F6A-ED35-C4AC-A5D9-CBE250E56391}"/>
          </ac:cxnSpMkLst>
        </pc:cxnChg>
        <pc:cxnChg chg="add mod">
          <ac:chgData name="Songqing" userId="c4d8cb49210192e2" providerId="LiveId" clId="{D253B87B-FCD9-46BC-920B-DA31D69B59D7}" dt="2023-04-21T19:50:54.615" v="1130" actId="14100"/>
          <ac:cxnSpMkLst>
            <pc:docMk/>
            <pc:sldMk cId="2398645522" sldId="312"/>
            <ac:cxnSpMk id="16" creationId="{D2C8B685-C108-F089-329B-E887F3898BC8}"/>
          </ac:cxnSpMkLst>
        </pc:cxnChg>
        <pc:cxnChg chg="add mod">
          <ac:chgData name="Songqing" userId="c4d8cb49210192e2" providerId="LiveId" clId="{D253B87B-FCD9-46BC-920B-DA31D69B59D7}" dt="2023-04-21T19:51:17.412" v="1136" actId="14100"/>
          <ac:cxnSpMkLst>
            <pc:docMk/>
            <pc:sldMk cId="2398645522" sldId="312"/>
            <ac:cxnSpMk id="19" creationId="{0703C5D7-934B-978B-7EBD-A11E9680479A}"/>
          </ac:cxnSpMkLst>
        </pc:cxnChg>
        <pc:cxnChg chg="add mod">
          <ac:chgData name="Songqing" userId="c4d8cb49210192e2" providerId="LiveId" clId="{D253B87B-FCD9-46BC-920B-DA31D69B59D7}" dt="2023-04-21T19:57:38.760" v="1171" actId="14100"/>
          <ac:cxnSpMkLst>
            <pc:docMk/>
            <pc:sldMk cId="2398645522" sldId="312"/>
            <ac:cxnSpMk id="24" creationId="{BE1C6BF6-4737-2D1B-9CFA-E7A7B0C220F1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6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45.576" v="2131" actId="1076"/>
          <ac:cxnSpMkLst>
            <pc:docMk/>
            <pc:sldMk cId="2398645522" sldId="312"/>
            <ac:cxnSpMk id="28" creationId="{00000000-0000-0000-0000-000000000000}"/>
          </ac:cxnSpMkLst>
        </pc:cxnChg>
        <pc:cxnChg chg="mod">
          <ac:chgData name="Songqing" userId="c4d8cb49210192e2" providerId="LiveId" clId="{D253B87B-FCD9-46BC-920B-DA31D69B59D7}" dt="2023-04-22T13:47:29.551" v="2129" actId="14100"/>
          <ac:cxnSpMkLst>
            <pc:docMk/>
            <pc:sldMk cId="2398645522" sldId="312"/>
            <ac:cxnSpMk id="30" creationId="{00000000-0000-0000-0000-000000000000}"/>
          </ac:cxnSpMkLst>
        </pc:cxnChg>
        <pc:cxnChg chg="mod">
          <ac:chgData name="Songqing" userId="c4d8cb49210192e2" providerId="LiveId" clId="{D253B87B-FCD9-46BC-920B-DA31D69B59D7}" dt="2023-04-21T19:59:09.656" v="1181" actId="1582"/>
          <ac:cxnSpMkLst>
            <pc:docMk/>
            <pc:sldMk cId="2398645522" sldId="312"/>
            <ac:cxnSpMk id="34" creationId="{00000000-0000-0000-0000-000000000000}"/>
          </ac:cxnSpMkLst>
        </pc:cxn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405679236" sldId="313"/>
        </pc:sldMkLst>
      </pc:sldChg>
      <pc:sldChg chg="del">
        <pc:chgData name="Songqing" userId="c4d8cb49210192e2" providerId="LiveId" clId="{D253B87B-FCD9-46BC-920B-DA31D69B59D7}" dt="2023-04-02T01:19:48.891" v="197" actId="2696"/>
        <pc:sldMkLst>
          <pc:docMk/>
          <pc:sldMk cId="4023077795" sldId="314"/>
        </pc:sldMkLst>
      </pc:sldChg>
      <pc:sldChg chg="modSp mod">
        <pc:chgData name="Songqing" userId="c4d8cb49210192e2" providerId="LiveId" clId="{D253B87B-FCD9-46BC-920B-DA31D69B59D7}" dt="2023-04-08T17:58:57.111" v="744" actId="20577"/>
        <pc:sldMkLst>
          <pc:docMk/>
          <pc:sldMk cId="2525518975" sldId="315"/>
        </pc:sldMkLst>
        <pc:spChg chg="mod">
          <ac:chgData name="Songqing" userId="c4d8cb49210192e2" providerId="LiveId" clId="{D253B87B-FCD9-46BC-920B-DA31D69B59D7}" dt="2023-04-08T17:58:57.111" v="744" actId="20577"/>
          <ac:spMkLst>
            <pc:docMk/>
            <pc:sldMk cId="2525518975" sldId="315"/>
            <ac:spMk id="2" creationId="{00000000-0000-0000-0000-000000000000}"/>
          </ac:spMkLst>
        </pc:spChg>
      </pc:sldChg>
      <pc:sldChg chg="addSp modSp mod ord">
        <pc:chgData name="Songqing" userId="c4d8cb49210192e2" providerId="LiveId" clId="{D253B87B-FCD9-46BC-920B-DA31D69B59D7}" dt="2023-04-22T13:22:39.157" v="2096" actId="20577"/>
        <pc:sldMkLst>
          <pc:docMk/>
          <pc:sldMk cId="413227472" sldId="317"/>
        </pc:sldMkLst>
        <pc:spChg chg="mod">
          <ac:chgData name="Songqing" userId="c4d8cb49210192e2" providerId="LiveId" clId="{D253B87B-FCD9-46BC-920B-DA31D69B59D7}" dt="2023-04-22T12:27:03.420" v="1627" actId="1076"/>
          <ac:spMkLst>
            <pc:docMk/>
            <pc:sldMk cId="413227472" sldId="317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22:39.157" v="2096" actId="20577"/>
          <ac:spMkLst>
            <pc:docMk/>
            <pc:sldMk cId="413227472" sldId="317"/>
            <ac:spMk id="3" creationId="{AFB455D9-7D2B-F604-2F76-901C3119A43D}"/>
          </ac:spMkLst>
        </pc:spChg>
      </pc:sldChg>
      <pc:sldChg chg="addSp delSp modSp mod">
        <pc:chgData name="Songqing" userId="c4d8cb49210192e2" providerId="LiveId" clId="{D253B87B-FCD9-46BC-920B-DA31D69B59D7}" dt="2023-04-08T17:55:36.107" v="668" actId="478"/>
        <pc:sldMkLst>
          <pc:docMk/>
          <pc:sldMk cId="2924215782" sldId="318"/>
        </pc:sldMkLst>
        <pc:spChg chg="mod">
          <ac:chgData name="Songqing" userId="c4d8cb49210192e2" providerId="LiveId" clId="{D253B87B-FCD9-46BC-920B-DA31D69B59D7}" dt="2023-04-08T15:57:07.973" v="663" actId="1076"/>
          <ac:spMkLst>
            <pc:docMk/>
            <pc:sldMk cId="2924215782" sldId="318"/>
            <ac:spMk id="4" creationId="{00000000-0000-0000-0000-000000000000}"/>
          </ac:spMkLst>
        </pc:spChg>
        <pc:spChg chg="add mod">
          <ac:chgData name="Songqing" userId="c4d8cb49210192e2" providerId="LiveId" clId="{D253B87B-FCD9-46BC-920B-DA31D69B59D7}" dt="2023-04-08T15:57:02.752" v="662" actId="14100"/>
          <ac:spMkLst>
            <pc:docMk/>
            <pc:sldMk cId="2924215782" sldId="318"/>
            <ac:spMk id="5" creationId="{2C1B7393-223D-166D-35CD-F3B8AFF2F5E8}"/>
          </ac:spMkLst>
        </pc:spChg>
        <pc:spChg chg="add del mod">
          <ac:chgData name="Songqing" userId="c4d8cb49210192e2" providerId="LiveId" clId="{D253B87B-FCD9-46BC-920B-DA31D69B59D7}" dt="2023-04-08T17:55:36.107" v="668" actId="478"/>
          <ac:spMkLst>
            <pc:docMk/>
            <pc:sldMk cId="2924215782" sldId="318"/>
            <ac:spMk id="7" creationId="{CDD0BF39-D8B2-C576-99BE-A5481941466D}"/>
          </ac:spMkLst>
        </pc:spChg>
      </pc:sldChg>
      <pc:sldChg chg="del">
        <pc:chgData name="Songqing" userId="c4d8cb49210192e2" providerId="LiveId" clId="{D253B87B-FCD9-46BC-920B-DA31D69B59D7}" dt="2023-04-08T17:57:32.827" v="670" actId="2696"/>
        <pc:sldMkLst>
          <pc:docMk/>
          <pc:sldMk cId="375882777" sldId="320"/>
        </pc:sldMkLst>
      </pc:sldChg>
      <pc:sldChg chg="addSp delSp modSp mod ord">
        <pc:chgData name="Songqing" userId="c4d8cb49210192e2" providerId="LiveId" clId="{D253B87B-FCD9-46BC-920B-DA31D69B59D7}" dt="2023-04-22T13:37:49.341" v="2116" actId="14100"/>
        <pc:sldMkLst>
          <pc:docMk/>
          <pc:sldMk cId="3672308756" sldId="322"/>
        </pc:sldMkLst>
        <pc:spChg chg="mod">
          <ac:chgData name="Songqing" userId="c4d8cb49210192e2" providerId="LiveId" clId="{D253B87B-FCD9-46BC-920B-DA31D69B59D7}" dt="2023-04-22T12:47:31.896" v="1956" actId="14100"/>
          <ac:spMkLst>
            <pc:docMk/>
            <pc:sldMk cId="3672308756" sldId="322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3:37:16.831" v="2110" actId="255"/>
          <ac:spMkLst>
            <pc:docMk/>
            <pc:sldMk cId="3672308756" sldId="322"/>
            <ac:spMk id="3" creationId="{17D58D55-368D-8F97-0B82-3D4CF27F02E0}"/>
          </ac:spMkLst>
        </pc:spChg>
        <pc:spChg chg="add mod">
          <ac:chgData name="Songqing" userId="c4d8cb49210192e2" providerId="LiveId" clId="{D253B87B-FCD9-46BC-920B-DA31D69B59D7}" dt="2023-04-22T13:37:49.341" v="2116" actId="14100"/>
          <ac:spMkLst>
            <pc:docMk/>
            <pc:sldMk cId="3672308756" sldId="322"/>
            <ac:spMk id="4" creationId="{870B8279-6158-4CA8-53F1-60E42474F6AC}"/>
          </ac:spMkLst>
        </pc:spChg>
        <pc:spChg chg="add del mod">
          <ac:chgData name="Songqing" userId="c4d8cb49210192e2" providerId="LiveId" clId="{D253B87B-FCD9-46BC-920B-DA31D69B59D7}" dt="2023-04-21T20:06:28.903" v="1183" actId="478"/>
          <ac:spMkLst>
            <pc:docMk/>
            <pc:sldMk cId="3672308756" sldId="322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2T12:52:14.320" v="1982" actId="478"/>
          <ac:spMkLst>
            <pc:docMk/>
            <pc:sldMk cId="3672308756" sldId="322"/>
            <ac:spMk id="6" creationId="{6F58E267-720C-508A-01FA-9472864A351C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7" creationId="{04EDC746-B924-ADCD-A1D8-B8D65E28B2D4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8" creationId="{A0371E0D-B194-01E5-DFBD-F2E3ABB562A2}"/>
          </ac:spMkLst>
        </pc:spChg>
        <pc:spChg chg="add mod">
          <ac:chgData name="Songqing" userId="c4d8cb49210192e2" providerId="LiveId" clId="{D253B87B-FCD9-46BC-920B-DA31D69B59D7}" dt="2023-04-22T12:52:34.195" v="1985" actId="1076"/>
          <ac:spMkLst>
            <pc:docMk/>
            <pc:sldMk cId="3672308756" sldId="322"/>
            <ac:spMk id="9" creationId="{AAC525E1-8DCC-09C2-7936-63F5FA30DF0E}"/>
          </ac:spMkLst>
        </pc:spChg>
        <pc:spChg chg="add mod">
          <ac:chgData name="Songqing" userId="c4d8cb49210192e2" providerId="LiveId" clId="{D253B87B-FCD9-46BC-920B-DA31D69B59D7}" dt="2023-04-22T13:37:46.481" v="2115" actId="1076"/>
          <ac:spMkLst>
            <pc:docMk/>
            <pc:sldMk cId="3672308756" sldId="322"/>
            <ac:spMk id="13" creationId="{F341FC7A-B4C9-8834-F34D-548FF51B21C1}"/>
          </ac:spMkLst>
        </pc:spChg>
        <pc:cxnChg chg="add mod">
          <ac:chgData name="Songqing" userId="c4d8cb49210192e2" providerId="LiveId" clId="{D253B87B-FCD9-46BC-920B-DA31D69B59D7}" dt="2023-04-22T12:52:34.195" v="1985" actId="1076"/>
          <ac:cxnSpMkLst>
            <pc:docMk/>
            <pc:sldMk cId="3672308756" sldId="322"/>
            <ac:cxnSpMk id="10" creationId="{44EF8AD3-E487-8D9E-5147-5EAE52BC0E04}"/>
          </ac:cxnSpMkLst>
        </pc:cxnChg>
        <pc:cxnChg chg="add mod">
          <ac:chgData name="Songqing" userId="c4d8cb49210192e2" providerId="LiveId" clId="{D253B87B-FCD9-46BC-920B-DA31D69B59D7}" dt="2023-04-22T12:52:57.707" v="1986" actId="14100"/>
          <ac:cxnSpMkLst>
            <pc:docMk/>
            <pc:sldMk cId="3672308756" sldId="322"/>
            <ac:cxnSpMk id="11" creationId="{C87DADED-675C-9F28-DCD5-FEF933547109}"/>
          </ac:cxnSpMkLst>
        </pc:cxnChg>
        <pc:cxnChg chg="add del mod">
          <ac:chgData name="Songqing" userId="c4d8cb49210192e2" providerId="LiveId" clId="{D253B87B-FCD9-46BC-920B-DA31D69B59D7}" dt="2023-04-22T12:47:46.729" v="1957" actId="478"/>
          <ac:cxnSpMkLst>
            <pc:docMk/>
            <pc:sldMk cId="3672308756" sldId="322"/>
            <ac:cxnSpMk id="12" creationId="{F63EA0C6-24F7-0F90-1DCF-53AA8BE5D512}"/>
          </ac:cxnSpMkLst>
        </pc:cxnChg>
      </pc:sldChg>
      <pc:sldChg chg="modSp mod ord">
        <pc:chgData name="Songqing" userId="c4d8cb49210192e2" providerId="LiveId" clId="{D253B87B-FCD9-46BC-920B-DA31D69B59D7}" dt="2023-04-22T11:28:25.061" v="1580" actId="14100"/>
        <pc:sldMkLst>
          <pc:docMk/>
          <pc:sldMk cId="3278352769" sldId="323"/>
        </pc:sldMkLst>
        <pc:spChg chg="mod">
          <ac:chgData name="Songqing" userId="c4d8cb49210192e2" providerId="LiveId" clId="{D253B87B-FCD9-46BC-920B-DA31D69B59D7}" dt="2023-04-22T11:28:25.061" v="1580" actId="14100"/>
          <ac:spMkLst>
            <pc:docMk/>
            <pc:sldMk cId="3278352769" sldId="323"/>
            <ac:spMk id="2" creationId="{00000000-0000-0000-0000-000000000000}"/>
          </ac:spMkLst>
        </pc:spChg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726820711" sldId="324"/>
        </pc:sldMkLst>
      </pc:sldChg>
      <pc:sldChg chg="addSp delSp modSp mod ord">
        <pc:chgData name="Songqing" userId="c4d8cb49210192e2" providerId="LiveId" clId="{D253B87B-FCD9-46BC-920B-DA31D69B59D7}" dt="2023-04-22T19:39:44.363" v="2137" actId="1076"/>
        <pc:sldMkLst>
          <pc:docMk/>
          <pc:sldMk cId="2902447746" sldId="325"/>
        </pc:sldMkLst>
        <pc:spChg chg="mod">
          <ac:chgData name="Songqing" userId="c4d8cb49210192e2" providerId="LiveId" clId="{D253B87B-FCD9-46BC-920B-DA31D69B59D7}" dt="2023-04-22T12:58:16.929" v="1998" actId="14100"/>
          <ac:spMkLst>
            <pc:docMk/>
            <pc:sldMk cId="2902447746" sldId="325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9:39:34.972" v="2135" actId="1076"/>
          <ac:spMkLst>
            <pc:docMk/>
            <pc:sldMk cId="2902447746" sldId="325"/>
            <ac:spMk id="4" creationId="{A0CE9C82-686A-5084-4B0E-203431BA7E7D}"/>
          </ac:spMkLst>
        </pc:spChg>
        <pc:spChg chg="add mod">
          <ac:chgData name="Songqing" userId="c4d8cb49210192e2" providerId="LiveId" clId="{D253B87B-FCD9-46BC-920B-DA31D69B59D7}" dt="2023-04-22T19:39:40.525" v="2136" actId="1076"/>
          <ac:spMkLst>
            <pc:docMk/>
            <pc:sldMk cId="2902447746" sldId="325"/>
            <ac:spMk id="5" creationId="{887BD748-9D45-EEF1-6772-0C2B9E132AA6}"/>
          </ac:spMkLst>
        </pc:spChg>
        <pc:spChg chg="add mod">
          <ac:chgData name="Songqing" userId="c4d8cb49210192e2" providerId="LiveId" clId="{D253B87B-FCD9-46BC-920B-DA31D69B59D7}" dt="2023-04-22T19:39:44.363" v="2137" actId="1076"/>
          <ac:spMkLst>
            <pc:docMk/>
            <pc:sldMk cId="2902447746" sldId="325"/>
            <ac:spMk id="6" creationId="{23E69DFC-73B1-C5FA-6AD3-65B9B1C06AFE}"/>
          </ac:spMkLst>
        </pc:spChg>
        <pc:spChg chg="add del mod">
          <ac:chgData name="Songqing" userId="c4d8cb49210192e2" providerId="LiveId" clId="{D253B87B-FCD9-46BC-920B-DA31D69B59D7}" dt="2023-04-22T12:57:42.409" v="1996" actId="478"/>
          <ac:spMkLst>
            <pc:docMk/>
            <pc:sldMk cId="2902447746" sldId="325"/>
            <ac:spMk id="7" creationId="{D419C859-E6AD-2FC7-AE7D-14A6C906209C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8" creationId="{09EC026B-1365-CB6C-5011-288E2CB6BC94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9" creationId="{14B0957D-9DE9-1537-C8BA-894AA172403F}"/>
          </ac:spMkLst>
        </pc:spChg>
        <pc:spChg chg="add mod">
          <ac:chgData name="Songqing" userId="c4d8cb49210192e2" providerId="LiveId" clId="{D253B87B-FCD9-46BC-920B-DA31D69B59D7}" dt="2023-04-22T12:57:38.050" v="1995" actId="1076"/>
          <ac:spMkLst>
            <pc:docMk/>
            <pc:sldMk cId="2902447746" sldId="325"/>
            <ac:spMk id="10" creationId="{54254A6E-2602-2475-C1B8-F1624EF4760A}"/>
          </ac:spMkLst>
        </pc:sp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1" creationId="{503EADA5-9E66-9E2A-2EA7-D31436E9C953}"/>
          </ac:cxnSpMkLst>
        </pc:cxnChg>
        <pc:cxnChg chg="add mod">
          <ac:chgData name="Songqing" userId="c4d8cb49210192e2" providerId="LiveId" clId="{D253B87B-FCD9-46BC-920B-DA31D69B59D7}" dt="2023-04-22T12:57:38.050" v="1995" actId="1076"/>
          <ac:cxnSpMkLst>
            <pc:docMk/>
            <pc:sldMk cId="2902447746" sldId="325"/>
            <ac:cxnSpMk id="12" creationId="{A506EC48-98E8-5C14-0399-EE24AF935F8C}"/>
          </ac:cxnSpMkLst>
        </pc:cxnChg>
      </pc:sldChg>
      <pc:sldChg chg="modSp del mod">
        <pc:chgData name="Songqing" userId="c4d8cb49210192e2" providerId="LiveId" clId="{D253B87B-FCD9-46BC-920B-DA31D69B59D7}" dt="2023-04-06T02:46:15.719" v="283" actId="2696"/>
        <pc:sldMkLst>
          <pc:docMk/>
          <pc:sldMk cId="1963722721" sldId="326"/>
        </pc:sldMkLst>
        <pc:spChg chg="mod">
          <ac:chgData name="Songqing" userId="c4d8cb49210192e2" providerId="LiveId" clId="{D253B87B-FCD9-46BC-920B-DA31D69B59D7}" dt="2023-04-02T01:20:02.360" v="203" actId="14100"/>
          <ac:spMkLst>
            <pc:docMk/>
            <pc:sldMk cId="1963722721" sldId="326"/>
            <ac:spMk id="2" creationId="{00000000-0000-0000-0000-000000000000}"/>
          </ac:spMkLst>
        </pc:spChg>
      </pc:sldChg>
      <pc:sldChg chg="addSp delSp modSp mod ord">
        <pc:chgData name="Songqing" userId="c4d8cb49210192e2" providerId="LiveId" clId="{D253B87B-FCD9-46BC-920B-DA31D69B59D7}" dt="2023-04-22T13:25:28.158" v="2106" actId="478"/>
        <pc:sldMkLst>
          <pc:docMk/>
          <pc:sldMk cId="3328123108" sldId="327"/>
        </pc:sldMkLst>
        <pc:spChg chg="mod">
          <ac:chgData name="Songqing" userId="c4d8cb49210192e2" providerId="LiveId" clId="{D253B87B-FCD9-46BC-920B-DA31D69B59D7}" dt="2023-04-22T11:23:58.661" v="1528" actId="1076"/>
          <ac:spMkLst>
            <pc:docMk/>
            <pc:sldMk cId="3328123108" sldId="327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22T11:16:45.521" v="1425" actId="478"/>
          <ac:spMkLst>
            <pc:docMk/>
            <pc:sldMk cId="3328123108" sldId="327"/>
            <ac:spMk id="3" creationId="{D332F776-7F90-7DD1-C814-F573542A311C}"/>
          </ac:spMkLst>
        </pc:spChg>
        <pc:spChg chg="add del mod">
          <ac:chgData name="Songqing" userId="c4d8cb49210192e2" providerId="LiveId" clId="{D253B87B-FCD9-46BC-920B-DA31D69B59D7}" dt="2023-04-22T11:16:46.620" v="1426" actId="478"/>
          <ac:spMkLst>
            <pc:docMk/>
            <pc:sldMk cId="3328123108" sldId="327"/>
            <ac:spMk id="4" creationId="{ABE08B85-3881-3C42-5278-6EDCB7E9AEC9}"/>
          </ac:spMkLst>
        </pc:spChg>
        <pc:spChg chg="add del mod">
          <ac:chgData name="Songqing" userId="c4d8cb49210192e2" providerId="LiveId" clId="{D253B87B-FCD9-46BC-920B-DA31D69B59D7}" dt="2023-04-22T11:16:48.647" v="1427" actId="478"/>
          <ac:spMkLst>
            <pc:docMk/>
            <pc:sldMk cId="3328123108" sldId="327"/>
            <ac:spMk id="5" creationId="{5627882B-CBF9-3AB4-C36C-8AB27EB1CE37}"/>
          </ac:spMkLst>
        </pc:spChg>
        <pc:spChg chg="add 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3:25:28.158" v="2106" actId="478"/>
          <ac:spMkLst>
            <pc:docMk/>
            <pc:sldMk cId="3328123108" sldId="327"/>
            <ac:spMk id="80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1" creationId="{00000000-0000-0000-0000-000000000000}"/>
          </ac:spMkLst>
        </pc:spChg>
        <pc:spChg chg="del mod">
          <ac:chgData name="Songqing" userId="c4d8cb49210192e2" providerId="LiveId" clId="{D253B87B-FCD9-46BC-920B-DA31D69B59D7}" dt="2023-04-22T11:18:59.344" v="1454" actId="478"/>
          <ac:spMkLst>
            <pc:docMk/>
            <pc:sldMk cId="3328123108" sldId="327"/>
            <ac:spMk id="82" creationId="{00000000-0000-0000-0000-000000000000}"/>
          </ac:spMkLst>
        </pc:spChg>
        <pc:cxnChg chg="add del mod">
          <ac:chgData name="Songqing" userId="c4d8cb49210192e2" providerId="LiveId" clId="{D253B87B-FCD9-46BC-920B-DA31D69B59D7}" dt="2023-03-14T14:26:55.238" v="32" actId="478"/>
          <ac:cxnSpMkLst>
            <pc:docMk/>
            <pc:sldMk cId="3328123108" sldId="327"/>
            <ac:cxnSpMk id="6" creationId="{B5CBD535-CDD2-99BA-4367-EE634B08EE27}"/>
          </ac:cxnSpMkLst>
        </pc:cxnChg>
        <pc:cxnChg chg="add del mod ord">
          <ac:chgData name="Songqing" userId="c4d8cb49210192e2" providerId="LiveId" clId="{D253B87B-FCD9-46BC-920B-DA31D69B59D7}" dt="2023-04-22T11:16:41.371" v="1424" actId="478"/>
          <ac:cxnSpMkLst>
            <pc:docMk/>
            <pc:sldMk cId="3328123108" sldId="327"/>
            <ac:cxnSpMk id="9" creationId="{B1370D8B-6555-B9F3-73FB-189BD416DD34}"/>
          </ac:cxnSpMkLst>
        </pc:cxnChg>
      </pc:sldChg>
      <pc:sldChg chg="ord">
        <pc:chgData name="Songqing" userId="c4d8cb49210192e2" providerId="LiveId" clId="{D253B87B-FCD9-46BC-920B-DA31D69B59D7}" dt="2023-04-02T00:27:21.624" v="99"/>
        <pc:sldMkLst>
          <pc:docMk/>
          <pc:sldMk cId="3615647746" sldId="328"/>
        </pc:sldMkLst>
      </pc:sldChg>
      <pc:sldChg chg="del">
        <pc:chgData name="Songqing" userId="c4d8cb49210192e2" providerId="LiveId" clId="{D253B87B-FCD9-46BC-920B-DA31D69B59D7}" dt="2023-04-08T15:53:19.671" v="653" actId="47"/>
        <pc:sldMkLst>
          <pc:docMk/>
          <pc:sldMk cId="2125594860" sldId="329"/>
        </pc:sldMkLst>
      </pc:sldChg>
      <pc:sldChg chg="addSp delSp modSp mod">
        <pc:chgData name="Songqing" userId="c4d8cb49210192e2" providerId="LiveId" clId="{D253B87B-FCD9-46BC-920B-DA31D69B59D7}" dt="2023-04-22T11:27:59.484" v="1577" actId="255"/>
        <pc:sldMkLst>
          <pc:docMk/>
          <pc:sldMk cId="3373275006" sldId="330"/>
        </pc:sldMkLst>
        <pc:spChg chg="mod">
          <ac:chgData name="Songqing" userId="c4d8cb49210192e2" providerId="LiveId" clId="{D253B87B-FCD9-46BC-920B-DA31D69B59D7}" dt="2023-04-22T11:27:59.484" v="1577" actId="255"/>
          <ac:spMkLst>
            <pc:docMk/>
            <pc:sldMk cId="3373275006" sldId="330"/>
            <ac:spMk id="2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5:09:55.897" v="385" actId="12"/>
          <ac:spMkLst>
            <pc:docMk/>
            <pc:sldMk cId="3373275006" sldId="330"/>
            <ac:spMk id="3" creationId="{00000000-0000-0000-0000-000000000000}"/>
          </ac:spMkLst>
        </pc:spChg>
        <pc:spChg chg="add mod">
          <ac:chgData name="Songqing" userId="c4d8cb49210192e2" providerId="LiveId" clId="{D253B87B-FCD9-46BC-920B-DA31D69B59D7}" dt="2023-04-08T17:58:23.961" v="720" actId="20577"/>
          <ac:spMkLst>
            <pc:docMk/>
            <pc:sldMk cId="3373275006" sldId="330"/>
            <ac:spMk id="4" creationId="{317170BE-3862-6D30-B833-CD725827E4D6}"/>
          </ac:spMkLst>
        </pc:spChg>
      </pc:sldChg>
      <pc:sldChg chg="addSp delSp modSp add mod ord">
        <pc:chgData name="Songqing" userId="c4d8cb49210192e2" providerId="LiveId" clId="{D253B87B-FCD9-46BC-920B-DA31D69B59D7}" dt="2023-04-22T13:24:20.785" v="2105" actId="1076"/>
        <pc:sldMkLst>
          <pc:docMk/>
          <pc:sldMk cId="69005355" sldId="331"/>
        </pc:sldMkLst>
        <pc:spChg chg="mod">
          <ac:chgData name="Songqing" userId="c4d8cb49210192e2" providerId="LiveId" clId="{D253B87B-FCD9-46BC-920B-DA31D69B59D7}" dt="2023-04-22T13:24:20.785" v="2105" actId="1076"/>
          <ac:spMkLst>
            <pc:docMk/>
            <pc:sldMk cId="69005355" sldId="33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24:18.431" v="2104" actId="1076"/>
          <ac:spMkLst>
            <pc:docMk/>
            <pc:sldMk cId="69005355" sldId="331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6" creationId="{A5EB58B6-5C82-A95D-6595-39FA9D14E826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7" creationId="{DA242A2A-4FA6-14A4-AC4E-D1FA69042B40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8" creationId="{094873D3-1191-401F-34B1-A77B4BE2B83D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9" creationId="{41A7C2CA-0CD3-5C24-EA5A-2E316CBAFC5A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0" creationId="{B8436D58-6B27-116B-410E-32F370CBB7DE}"/>
          </ac:spMkLst>
        </pc:spChg>
        <pc:spChg chg="add del mod">
          <ac:chgData name="Songqing" userId="c4d8cb49210192e2" providerId="LiveId" clId="{D253B87B-FCD9-46BC-920B-DA31D69B59D7}" dt="2023-04-02T01:43:23.956" v="259" actId="478"/>
          <ac:spMkLst>
            <pc:docMk/>
            <pc:sldMk cId="69005355" sldId="331"/>
            <ac:spMk id="11" creationId="{687AD08E-BBD1-3707-9C51-37AB158A4F88}"/>
          </ac:spMkLst>
        </pc:spChg>
        <pc:picChg chg="del">
          <ac:chgData name="Songqing" userId="c4d8cb49210192e2" providerId="LiveId" clId="{D253B87B-FCD9-46BC-920B-DA31D69B59D7}" dt="2023-04-02T01:12:59.431" v="123" actId="478"/>
          <ac:picMkLst>
            <pc:docMk/>
            <pc:sldMk cId="69005355" sldId="331"/>
            <ac:picMk id="3" creationId="{4252084F-0B2F-B102-4A01-CBF67D8D6E1D}"/>
          </ac:picMkLst>
        </pc:picChg>
        <pc:picChg chg="add del mod">
          <ac:chgData name="Songqing" userId="c4d8cb49210192e2" providerId="LiveId" clId="{D253B87B-FCD9-46BC-920B-DA31D69B59D7}" dt="2023-04-22T13:24:13.863" v="2103" actId="478"/>
          <ac:picMkLst>
            <pc:docMk/>
            <pc:sldMk cId="69005355" sldId="331"/>
            <ac:picMk id="4" creationId="{7DB23E28-9395-336E-9EA7-9B08D0D35F8A}"/>
          </ac:picMkLst>
        </pc:picChg>
      </pc:sldChg>
      <pc:sldChg chg="addSp delSp modSp add mod ord">
        <pc:chgData name="Songqing" userId="c4d8cb49210192e2" providerId="LiveId" clId="{D253B87B-FCD9-46BC-920B-DA31D69B59D7}" dt="2023-04-22T13:10:39.020" v="2005" actId="255"/>
        <pc:sldMkLst>
          <pc:docMk/>
          <pc:sldMk cId="2075869107" sldId="332"/>
        </pc:sldMkLst>
        <pc:spChg chg="mod">
          <ac:chgData name="Songqing" userId="c4d8cb49210192e2" providerId="LiveId" clId="{D253B87B-FCD9-46BC-920B-DA31D69B59D7}" dt="2023-04-22T13:10:39.020" v="2005" actId="255"/>
          <ac:spMkLst>
            <pc:docMk/>
            <pc:sldMk cId="2075869107" sldId="332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6T02:42:37.510" v="274" actId="478"/>
          <ac:spMkLst>
            <pc:docMk/>
            <pc:sldMk cId="2075869107" sldId="332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6T02:42:42.550" v="275" actId="478"/>
          <ac:spMkLst>
            <pc:docMk/>
            <pc:sldMk cId="2075869107" sldId="332"/>
            <ac:spMk id="6" creationId="{260FCD9E-B396-B43F-2E0F-72EBA274C366}"/>
          </ac:spMkLst>
        </pc:spChg>
        <pc:picChg chg="del">
          <ac:chgData name="Songqing" userId="c4d8cb49210192e2" providerId="LiveId" clId="{D253B87B-FCD9-46BC-920B-DA31D69B59D7}" dt="2023-04-06T02:42:44.540" v="276" actId="478"/>
          <ac:picMkLst>
            <pc:docMk/>
            <pc:sldMk cId="2075869107" sldId="332"/>
            <ac:picMk id="3" creationId="{4252084F-0B2F-B102-4A01-CBF67D8D6E1D}"/>
          </ac:picMkLst>
        </pc:picChg>
      </pc:sldChg>
      <pc:sldChg chg="addSp delSp modSp add mod ord">
        <pc:chgData name="Songqing" userId="c4d8cb49210192e2" providerId="LiveId" clId="{D253B87B-FCD9-46BC-920B-DA31D69B59D7}" dt="2023-04-22T13:12:41.541" v="2012" actId="1076"/>
        <pc:sldMkLst>
          <pc:docMk/>
          <pc:sldMk cId="2173282626" sldId="333"/>
        </pc:sldMkLst>
        <pc:spChg chg="mod">
          <ac:chgData name="Songqing" userId="c4d8cb49210192e2" providerId="LiveId" clId="{D253B87B-FCD9-46BC-920B-DA31D69B59D7}" dt="2023-04-22T13:12:41.541" v="2012" actId="1076"/>
          <ac:spMkLst>
            <pc:docMk/>
            <pc:sldMk cId="2173282626" sldId="333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0:33.116" v="619" actId="478"/>
          <ac:spMkLst>
            <pc:docMk/>
            <pc:sldMk cId="2173282626" sldId="333"/>
            <ac:spMk id="5" creationId="{00000000-0000-0000-0000-000000000000}"/>
          </ac:spMkLst>
        </pc:spChg>
        <pc:spChg chg="add del mod">
          <ac:chgData name="Songqing" userId="c4d8cb49210192e2" providerId="LiveId" clId="{D253B87B-FCD9-46BC-920B-DA31D69B59D7}" dt="2023-04-08T19:25:35.799" v="861" actId="478"/>
          <ac:spMkLst>
            <pc:docMk/>
            <pc:sldMk cId="2173282626" sldId="333"/>
            <ac:spMk id="6" creationId="{F37795EA-1422-97A6-E75D-D918C0C162CA}"/>
          </ac:spMkLst>
        </pc:spChg>
        <pc:picChg chg="del">
          <ac:chgData name="Songqing" userId="c4d8cb49210192e2" providerId="LiveId" clId="{D253B87B-FCD9-46BC-920B-DA31D69B59D7}" dt="2023-04-22T13:12:27.823" v="2008" actId="478"/>
          <ac:picMkLst>
            <pc:docMk/>
            <pc:sldMk cId="2173282626" sldId="333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1:27:14.129" v="1575" actId="20577"/>
        <pc:sldMkLst>
          <pc:docMk/>
          <pc:sldMk cId="2108580856" sldId="334"/>
        </pc:sldMkLst>
        <pc:spChg chg="mod">
          <ac:chgData name="Songqing" userId="c4d8cb49210192e2" providerId="LiveId" clId="{D253B87B-FCD9-46BC-920B-DA31D69B59D7}" dt="2023-04-22T11:27:14.129" v="1575" actId="20577"/>
          <ac:spMkLst>
            <pc:docMk/>
            <pc:sldMk cId="2108580856" sldId="334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41.609" v="651" actId="478"/>
          <ac:spMkLst>
            <pc:docMk/>
            <pc:sldMk cId="2108580856" sldId="334"/>
            <ac:spMk id="4" creationId="{317170BE-3862-6D30-B833-CD725827E4D6}"/>
          </ac:spMkLst>
        </pc:spChg>
      </pc:sldChg>
      <pc:sldChg chg="delSp modSp add del mod">
        <pc:chgData name="Songqing" userId="c4d8cb49210192e2" providerId="LiveId" clId="{D253B87B-FCD9-46BC-920B-DA31D69B59D7}" dt="2023-04-08T15:53:43.267" v="654" actId="47"/>
        <pc:sldMkLst>
          <pc:docMk/>
          <pc:sldMk cId="52152789" sldId="335"/>
        </pc:sldMkLst>
        <pc:spChg chg="mod">
          <ac:chgData name="Songqing" userId="c4d8cb49210192e2" providerId="LiveId" clId="{D253B87B-FCD9-46BC-920B-DA31D69B59D7}" dt="2023-04-08T15:36:47.831" v="563" actId="5793"/>
          <ac:spMkLst>
            <pc:docMk/>
            <pc:sldMk cId="52152789" sldId="335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3" creationId="{00000000-0000-0000-0000-000000000000}"/>
          </ac:spMkLst>
        </pc:spChg>
        <pc:spChg chg="del">
          <ac:chgData name="Songqing" userId="c4d8cb49210192e2" providerId="LiveId" clId="{D253B87B-FCD9-46BC-920B-DA31D69B59D7}" dt="2023-04-08T15:52:50.338" v="652" actId="478"/>
          <ac:spMkLst>
            <pc:docMk/>
            <pc:sldMk cId="52152789" sldId="335"/>
            <ac:spMk id="4" creationId="{317170BE-3862-6D30-B833-CD725827E4D6}"/>
          </ac:spMkLst>
        </pc:spChg>
      </pc:sldChg>
      <pc:sldChg chg="delSp modSp add del mod ord">
        <pc:chgData name="Songqing" userId="c4d8cb49210192e2" providerId="LiveId" clId="{D253B87B-FCD9-46BC-920B-DA31D69B59D7}" dt="2023-04-21T19:46:38.655" v="1036" actId="2696"/>
        <pc:sldMkLst>
          <pc:docMk/>
          <pc:sldMk cId="1341260443" sldId="336"/>
        </pc:sldMkLst>
        <pc:spChg chg="mod">
          <ac:chgData name="Songqing" userId="c4d8cb49210192e2" providerId="LiveId" clId="{D253B87B-FCD9-46BC-920B-DA31D69B59D7}" dt="2023-04-08T15:51:30.808" v="633" actId="20577"/>
          <ac:spMkLst>
            <pc:docMk/>
            <pc:sldMk cId="1341260443" sldId="336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08T15:51:37.786" v="634" actId="478"/>
          <ac:spMkLst>
            <pc:docMk/>
            <pc:sldMk cId="1341260443" sldId="336"/>
            <ac:spMk id="6" creationId="{F37795EA-1422-97A6-E75D-D918C0C162CA}"/>
          </ac:spMkLst>
        </pc:spChg>
        <pc:picChg chg="del mod">
          <ac:chgData name="Songqing" userId="c4d8cb49210192e2" providerId="LiveId" clId="{D253B87B-FCD9-46BC-920B-DA31D69B59D7}" dt="2023-04-16T13:18:17.832" v="1033" actId="478"/>
          <ac:picMkLst>
            <pc:docMk/>
            <pc:sldMk cId="1341260443" sldId="336"/>
            <ac:picMk id="4" creationId="{7DB23E28-9395-336E-9EA7-9B08D0D35F8A}"/>
          </ac:picMkLst>
        </pc:picChg>
      </pc:sldChg>
      <pc:sldChg chg="delSp modSp add mod ord">
        <pc:chgData name="Songqing" userId="c4d8cb49210192e2" providerId="LiveId" clId="{D253B87B-FCD9-46BC-920B-DA31D69B59D7}" dt="2023-04-22T13:11:46.730" v="2007" actId="14100"/>
        <pc:sldMkLst>
          <pc:docMk/>
          <pc:sldMk cId="3083099032" sldId="337"/>
        </pc:sldMkLst>
        <pc:spChg chg="mod">
          <ac:chgData name="Songqing" userId="c4d8cb49210192e2" providerId="LiveId" clId="{D253B87B-FCD9-46BC-920B-DA31D69B59D7}" dt="2023-04-22T13:11:46.730" v="2007" actId="14100"/>
          <ac:spMkLst>
            <pc:docMk/>
            <pc:sldMk cId="3083099032" sldId="337"/>
            <ac:spMk id="2" creationId="{00000000-0000-0000-0000-000000000000}"/>
          </ac:spMkLst>
        </pc:spChg>
        <pc:picChg chg="del mod">
          <ac:chgData name="Songqing" userId="c4d8cb49210192e2" providerId="LiveId" clId="{D253B87B-FCD9-46BC-920B-DA31D69B59D7}" dt="2023-04-22T11:28:50.317" v="1584" actId="478"/>
          <ac:picMkLst>
            <pc:docMk/>
            <pc:sldMk cId="3083099032" sldId="337"/>
            <ac:picMk id="4" creationId="{7DB23E28-9395-336E-9EA7-9B08D0D35F8A}"/>
          </ac:picMkLst>
        </pc:picChg>
      </pc:sldChg>
      <pc:sldChg chg="delSp modSp add mod">
        <pc:chgData name="Songqing" userId="c4d8cb49210192e2" providerId="LiveId" clId="{D253B87B-FCD9-46BC-920B-DA31D69B59D7}" dt="2023-04-22T13:23:40.105" v="2097" actId="255"/>
        <pc:sldMkLst>
          <pc:docMk/>
          <pc:sldMk cId="2388337663" sldId="338"/>
        </pc:sldMkLst>
        <pc:spChg chg="mod">
          <ac:chgData name="Songqing" userId="c4d8cb49210192e2" providerId="LiveId" clId="{D253B87B-FCD9-46BC-920B-DA31D69B59D7}" dt="2023-04-22T13:23:40.105" v="2097" actId="255"/>
          <ac:spMkLst>
            <pc:docMk/>
            <pc:sldMk cId="2388337663" sldId="338"/>
            <ac:spMk id="2" creationId="{00000000-0000-0000-0000-000000000000}"/>
          </ac:spMkLst>
        </pc:spChg>
        <pc:picChg chg="del">
          <ac:chgData name="Songqing" userId="c4d8cb49210192e2" providerId="LiveId" clId="{D253B87B-FCD9-46BC-920B-DA31D69B59D7}" dt="2023-04-22T12:43:18.644" v="1812" actId="478"/>
          <ac:picMkLst>
            <pc:docMk/>
            <pc:sldMk cId="2388337663" sldId="338"/>
            <ac:picMk id="4" creationId="{7DB23E28-9395-336E-9EA7-9B08D0D35F8A}"/>
          </ac:picMkLst>
        </pc:picChg>
      </pc:sldChg>
      <pc:sldChg chg="addSp delSp modSp add mod">
        <pc:chgData name="Songqing" userId="c4d8cb49210192e2" providerId="LiveId" clId="{D253B87B-FCD9-46BC-920B-DA31D69B59D7}" dt="2023-04-22T13:38:22.856" v="2117" actId="1076"/>
        <pc:sldMkLst>
          <pc:docMk/>
          <pc:sldMk cId="765302659" sldId="339"/>
        </pc:sldMkLst>
        <pc:spChg chg="del mod">
          <ac:chgData name="Songqing" userId="c4d8cb49210192e2" providerId="LiveId" clId="{D253B87B-FCD9-46BC-920B-DA31D69B59D7}" dt="2023-04-21T20:06:56.061" v="1191" actId="478"/>
          <ac:spMkLst>
            <pc:docMk/>
            <pc:sldMk cId="765302659" sldId="339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06:36.964" v="1185" actId="478"/>
          <ac:spMkLst>
            <pc:docMk/>
            <pc:sldMk cId="765302659" sldId="339"/>
            <ac:spMk id="3" creationId="{17D58D55-368D-8F97-0B82-3D4CF27F02E0}"/>
          </ac:spMkLst>
        </pc:spChg>
        <pc:spChg chg="del">
          <ac:chgData name="Songqing" userId="c4d8cb49210192e2" providerId="LiveId" clId="{D253B87B-FCD9-46BC-920B-DA31D69B59D7}" dt="2023-04-21T20:06:33.560" v="1184" actId="478"/>
          <ac:spMkLst>
            <pc:docMk/>
            <pc:sldMk cId="765302659" sldId="339"/>
            <ac:spMk id="4" creationId="{870B8279-6158-4CA8-53F1-60E42474F6AC}"/>
          </ac:spMkLst>
        </pc:spChg>
        <pc:spChg chg="mod">
          <ac:chgData name="Songqing" userId="c4d8cb49210192e2" providerId="LiveId" clId="{D253B87B-FCD9-46BC-920B-DA31D69B59D7}" dt="2023-04-21T20:07:31.539" v="1198" actId="255"/>
          <ac:spMkLst>
            <pc:docMk/>
            <pc:sldMk cId="765302659" sldId="339"/>
            <ac:spMk id="5" creationId="{C4D1D074-DA44-42AE-E1F0-56B2EC8870BF}"/>
          </ac:spMkLst>
        </pc:spChg>
        <pc:spChg chg="add del mod">
          <ac:chgData name="Songqing" userId="c4d8cb49210192e2" providerId="LiveId" clId="{D253B87B-FCD9-46BC-920B-DA31D69B59D7}" dt="2023-04-21T20:06:59.385" v="1192" actId="478"/>
          <ac:spMkLst>
            <pc:docMk/>
            <pc:sldMk cId="765302659" sldId="339"/>
            <ac:spMk id="7" creationId="{84DDFE02-D867-9D00-A119-9EF0F162B568}"/>
          </ac:spMkLst>
        </pc:spChg>
        <pc:spChg chg="add mod">
          <ac:chgData name="Songqing" userId="c4d8cb49210192e2" providerId="LiveId" clId="{D253B87B-FCD9-46BC-920B-DA31D69B59D7}" dt="2023-04-22T07:13:47.109" v="1370" actId="14100"/>
          <ac:spMkLst>
            <pc:docMk/>
            <pc:sldMk cId="765302659" sldId="339"/>
            <ac:spMk id="8" creationId="{625E1624-1E21-D720-B2C2-1D8728AA0F33}"/>
          </ac:spMkLst>
        </pc:spChg>
        <pc:spChg chg="add mod">
          <ac:chgData name="Songqing" userId="c4d8cb49210192e2" providerId="LiveId" clId="{D253B87B-FCD9-46BC-920B-DA31D69B59D7}" dt="2023-04-22T13:38:22.856" v="2117" actId="1076"/>
          <ac:spMkLst>
            <pc:docMk/>
            <pc:sldMk cId="765302659" sldId="339"/>
            <ac:spMk id="9" creationId="{66B5D8AA-D7CF-1730-A917-03B73B0D8B80}"/>
          </ac:spMkLst>
        </pc:spChg>
      </pc:sldChg>
      <pc:sldChg chg="addSp delSp modSp add mod">
        <pc:chgData name="Songqing" userId="c4d8cb49210192e2" providerId="LiveId" clId="{D253B87B-FCD9-46BC-920B-DA31D69B59D7}" dt="2023-04-22T06:21:51.385" v="1313" actId="20577"/>
        <pc:sldMkLst>
          <pc:docMk/>
          <pc:sldMk cId="2580069215" sldId="340"/>
        </pc:sldMkLst>
        <pc:spChg chg="del">
          <ac:chgData name="Songqing" userId="c4d8cb49210192e2" providerId="LiveId" clId="{D253B87B-FCD9-46BC-920B-DA31D69B59D7}" dt="2023-04-22T06:19:58.509" v="1285" actId="478"/>
          <ac:spMkLst>
            <pc:docMk/>
            <pc:sldMk cId="2580069215" sldId="340"/>
            <ac:spMk id="2" creationId="{00000000-0000-0000-0000-000000000000}"/>
          </ac:spMkLst>
        </pc:spChg>
        <pc:spChg chg="del">
          <ac:chgData name="Songqing" userId="c4d8cb49210192e2" providerId="LiveId" clId="{D253B87B-FCD9-46BC-920B-DA31D69B59D7}" dt="2023-04-21T20:17:59.935" v="1200" actId="478"/>
          <ac:spMkLst>
            <pc:docMk/>
            <pc:sldMk cId="2580069215" sldId="340"/>
            <ac:spMk id="3" creationId="{B8D8FD81-6557-1BCD-8860-5248CF024BA1}"/>
          </ac:spMkLst>
        </pc:spChg>
        <pc:spChg chg="del">
          <ac:chgData name="Songqing" userId="c4d8cb49210192e2" providerId="LiveId" clId="{D253B87B-FCD9-46BC-920B-DA31D69B59D7}" dt="2023-04-21T20:18:27.575" v="1211" actId="478"/>
          <ac:spMkLst>
            <pc:docMk/>
            <pc:sldMk cId="2580069215" sldId="340"/>
            <ac:spMk id="4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01.163" v="1201" actId="478"/>
          <ac:spMkLst>
            <pc:docMk/>
            <pc:sldMk cId="2580069215" sldId="340"/>
            <ac:spMk id="5" creationId="{0E3943EE-24E8-6AF6-03DD-E42797DB8381}"/>
          </ac:spMkLst>
        </pc:spChg>
        <pc:spChg chg="mod">
          <ac:chgData name="Songqing" userId="c4d8cb49210192e2" providerId="LiveId" clId="{D253B87B-FCD9-46BC-920B-DA31D69B59D7}" dt="2023-04-22T06:21:51.385" v="1313" actId="20577"/>
          <ac:spMkLst>
            <pc:docMk/>
            <pc:sldMk cId="2580069215" sldId="340"/>
            <ac:spMk id="6" creationId="{00000000-0000-0000-0000-000000000000}"/>
          </ac:spMkLst>
        </pc:spChg>
        <pc:spChg chg="del">
          <ac:chgData name="Songqing" userId="c4d8cb49210192e2" providerId="LiveId" clId="{D253B87B-FCD9-46BC-920B-DA31D69B59D7}" dt="2023-04-21T20:18:17.713" v="1210" actId="478"/>
          <ac:spMkLst>
            <pc:docMk/>
            <pc:sldMk cId="2580069215" sldId="340"/>
            <ac:spMk id="7" creationId="{F22CA38A-031F-E342-D3B6-1F264A9A02AD}"/>
          </ac:spMkLst>
        </pc:spChg>
        <pc:spChg chg="del">
          <ac:chgData name="Songqing" userId="c4d8cb49210192e2" providerId="LiveId" clId="{D253B87B-FCD9-46BC-920B-DA31D69B59D7}" dt="2023-04-21T20:18:13.585" v="1209" actId="478"/>
          <ac:spMkLst>
            <pc:docMk/>
            <pc:sldMk cId="2580069215" sldId="340"/>
            <ac:spMk id="8" creationId="{8E9DC6D3-CB7A-13C2-1800-B29FFF45855A}"/>
          </ac:spMkLst>
        </pc:spChg>
        <pc:spChg chg="add del mod">
          <ac:chgData name="Songqing" userId="c4d8cb49210192e2" providerId="LiveId" clId="{D253B87B-FCD9-46BC-920B-DA31D69B59D7}" dt="2023-04-22T06:20:01.219" v="1286" actId="478"/>
          <ac:spMkLst>
            <pc:docMk/>
            <pc:sldMk cId="2580069215" sldId="340"/>
            <ac:spMk id="12" creationId="{78ACD9E5-55B2-5784-9D13-AC2BF566D7D5}"/>
          </ac:spMkLst>
        </pc:spChg>
        <pc:spChg chg="del mod">
          <ac:chgData name="Songqing" userId="c4d8cb49210192e2" providerId="LiveId" clId="{D253B87B-FCD9-46BC-920B-DA31D69B59D7}" dt="2023-04-21T20:18:08.465" v="1207" actId="478"/>
          <ac:spMkLst>
            <pc:docMk/>
            <pc:sldMk cId="2580069215" sldId="340"/>
            <ac:spMk id="23" creationId="{B88D52B7-8BA6-1FE8-CF64-2349AC93704A}"/>
          </ac:spMkLst>
        </pc:spChg>
        <pc:cxnChg chg="del mod">
          <ac:chgData name="Songqing" userId="c4d8cb49210192e2" providerId="LiveId" clId="{D253B87B-FCD9-46BC-920B-DA31D69B59D7}" dt="2023-04-21T20:18:03.905" v="1204" actId="478"/>
          <ac:cxnSpMkLst>
            <pc:docMk/>
            <pc:sldMk cId="2580069215" sldId="340"/>
            <ac:cxnSpMk id="10" creationId="{86A99A32-9358-86D9-38BC-9217D7DDCA0C}"/>
          </ac:cxnSpMkLst>
        </pc:cxnChg>
        <pc:cxnChg chg="del mod">
          <ac:chgData name="Songqing" userId="c4d8cb49210192e2" providerId="LiveId" clId="{D253B87B-FCD9-46BC-920B-DA31D69B59D7}" dt="2023-04-21T20:18:02.224" v="1202" actId="478"/>
          <ac:cxnSpMkLst>
            <pc:docMk/>
            <pc:sldMk cId="2580069215" sldId="340"/>
            <ac:cxnSpMk id="11" creationId="{EC0B6F6A-ED35-C4AC-A5D9-CBE250E56391}"/>
          </ac:cxnSpMkLst>
        </pc:cxnChg>
        <pc:cxnChg chg="del mod">
          <ac:chgData name="Songqing" userId="c4d8cb49210192e2" providerId="LiveId" clId="{D253B87B-FCD9-46BC-920B-DA31D69B59D7}" dt="2023-04-21T20:18:03.061" v="1203" actId="478"/>
          <ac:cxnSpMkLst>
            <pc:docMk/>
            <pc:sldMk cId="2580069215" sldId="340"/>
            <ac:cxnSpMk id="16" creationId="{D2C8B685-C108-F089-329B-E887F3898BC8}"/>
          </ac:cxnSpMkLst>
        </pc:cxnChg>
        <pc:cxnChg chg="del mod">
          <ac:chgData name="Songqing" userId="c4d8cb49210192e2" providerId="LiveId" clId="{D253B87B-FCD9-46BC-920B-DA31D69B59D7}" dt="2023-04-21T20:18:10.073" v="1208" actId="478"/>
          <ac:cxnSpMkLst>
            <pc:docMk/>
            <pc:sldMk cId="2580069215" sldId="340"/>
            <ac:cxnSpMk id="19" creationId="{0703C5D7-934B-978B-7EBD-A11E9680479A}"/>
          </ac:cxnSpMkLst>
        </pc:cxnChg>
        <pc:cxnChg chg="del mod">
          <ac:chgData name="Songqing" userId="c4d8cb49210192e2" providerId="LiveId" clId="{D253B87B-FCD9-46BC-920B-DA31D69B59D7}" dt="2023-04-21T20:18:06.865" v="1206" actId="478"/>
          <ac:cxnSpMkLst>
            <pc:docMk/>
            <pc:sldMk cId="2580069215" sldId="340"/>
            <ac:cxnSpMk id="24" creationId="{BE1C6BF6-4737-2D1B-9CFA-E7A7B0C220F1}"/>
          </ac:cxnSpMkLst>
        </pc:cxnChg>
      </pc:sldChg>
      <pc:sldChg chg="delSp modSp add mod">
        <pc:chgData name="Songqing" userId="c4d8cb49210192e2" providerId="LiveId" clId="{D253B87B-FCD9-46BC-920B-DA31D69B59D7}" dt="2023-04-22T13:36:53.742" v="2109" actId="1076"/>
        <pc:sldMkLst>
          <pc:docMk/>
          <pc:sldMk cId="2812613281" sldId="341"/>
        </pc:sldMkLst>
        <pc:spChg chg="mod">
          <ac:chgData name="Songqing" userId="c4d8cb49210192e2" providerId="LiveId" clId="{D253B87B-FCD9-46BC-920B-DA31D69B59D7}" dt="2023-04-22T13:36:34.454" v="2107" actId="1076"/>
          <ac:spMkLst>
            <pc:docMk/>
            <pc:sldMk cId="2812613281" sldId="341"/>
            <ac:spMk id="2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3" creationId="{D332F776-7F90-7DD1-C814-F573542A311C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4" creationId="{ABE08B85-3881-3C42-5278-6EDCB7E9AEC9}"/>
          </ac:spMkLst>
        </pc:spChg>
        <pc:spChg chg="del">
          <ac:chgData name="Songqing" userId="c4d8cb49210192e2" providerId="LiveId" clId="{D253B87B-FCD9-46BC-920B-DA31D69B59D7}" dt="2023-04-22T11:34:20.271" v="1596" actId="478"/>
          <ac:spMkLst>
            <pc:docMk/>
            <pc:sldMk cId="2812613281" sldId="341"/>
            <ac:spMk id="5" creationId="{5627882B-CBF9-3AB4-C36C-8AB27EB1CE37}"/>
          </ac:spMkLst>
        </pc:spChg>
        <pc:spChg chg="del">
          <ac:chgData name="Songqing" userId="c4d8cb49210192e2" providerId="LiveId" clId="{D253B87B-FCD9-46BC-920B-DA31D69B59D7}" dt="2023-04-22T11:34:16.672" v="1595" actId="478"/>
          <ac:spMkLst>
            <pc:docMk/>
            <pc:sldMk cId="2812613281" sldId="341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36:53.742" v="2109" actId="1076"/>
          <ac:spMkLst>
            <pc:docMk/>
            <pc:sldMk cId="2812613281" sldId="341"/>
            <ac:spMk id="82" creationId="{00000000-0000-0000-0000-000000000000}"/>
          </ac:spMkLst>
        </pc:spChg>
        <pc:cxnChg chg="mod">
          <ac:chgData name="Songqing" userId="c4d8cb49210192e2" providerId="LiveId" clId="{D253B87B-FCD9-46BC-920B-DA31D69B59D7}" dt="2023-04-22T13:36:53.742" v="2109" actId="1076"/>
          <ac:cxnSpMkLst>
            <pc:docMk/>
            <pc:sldMk cId="2812613281" sldId="341"/>
            <ac:cxnSpMk id="9" creationId="{B1370D8B-6555-B9F3-73FB-189BD416DD34}"/>
          </ac:cxnSpMkLst>
        </pc:cxnChg>
      </pc:sldChg>
      <pc:sldChg chg="modSp add mod">
        <pc:chgData name="Songqing" userId="c4d8cb49210192e2" providerId="LiveId" clId="{D253B87B-FCD9-46BC-920B-DA31D69B59D7}" dt="2023-04-22T13:20:56.093" v="2071" actId="255"/>
        <pc:sldMkLst>
          <pc:docMk/>
          <pc:sldMk cId="350163550" sldId="342"/>
        </pc:sldMkLst>
        <pc:spChg chg="mod">
          <ac:chgData name="Songqing" userId="c4d8cb49210192e2" providerId="LiveId" clId="{D253B87B-FCD9-46BC-920B-DA31D69B59D7}" dt="2023-04-22T13:20:56.093" v="2071" actId="255"/>
          <ac:spMkLst>
            <pc:docMk/>
            <pc:sldMk cId="350163550" sldId="342"/>
            <ac:spMk id="6" creationId="{0D77D6F5-B7F9-A23F-F679-7C53A5368C79}"/>
          </ac:spMkLst>
        </pc:spChg>
        <pc:spChg chg="mod">
          <ac:chgData name="Songqing" userId="c4d8cb49210192e2" providerId="LiveId" clId="{D253B87B-FCD9-46BC-920B-DA31D69B59D7}" dt="2023-04-22T13:20:44.657" v="2069" actId="255"/>
          <ac:spMkLst>
            <pc:docMk/>
            <pc:sldMk cId="350163550" sldId="342"/>
            <ac:spMk id="81" creationId="{00000000-0000-0000-0000-000000000000}"/>
          </ac:spMkLst>
        </pc:spChg>
        <pc:spChg chg="mod">
          <ac:chgData name="Songqing" userId="c4d8cb49210192e2" providerId="LiveId" clId="{D253B87B-FCD9-46BC-920B-DA31D69B59D7}" dt="2023-04-22T13:20:50.296" v="2070" actId="255"/>
          <ac:spMkLst>
            <pc:docMk/>
            <pc:sldMk cId="350163550" sldId="342"/>
            <ac:spMk id="82" creationId="{00000000-0000-0000-0000-000000000000}"/>
          </ac:spMkLst>
        </pc:spChg>
      </pc:sldChg>
      <pc:sldChg chg="addSp delSp modSp add mod">
        <pc:chgData name="Songqing" userId="c4d8cb49210192e2" providerId="LiveId" clId="{D253B87B-FCD9-46BC-920B-DA31D69B59D7}" dt="2023-04-22T12:25:45.824" v="1626" actId="14100"/>
        <pc:sldMkLst>
          <pc:docMk/>
          <pc:sldMk cId="3614543193" sldId="343"/>
        </pc:sldMkLst>
        <pc:spChg chg="mod">
          <ac:chgData name="Songqing" userId="c4d8cb49210192e2" providerId="LiveId" clId="{D253B87B-FCD9-46BC-920B-DA31D69B59D7}" dt="2023-04-22T11:22:37.657" v="1518" actId="1076"/>
          <ac:spMkLst>
            <pc:docMk/>
            <pc:sldMk cId="3614543193" sldId="343"/>
            <ac:spMk id="2" creationId="{00000000-0000-0000-0000-000000000000}"/>
          </ac:spMkLst>
        </pc:spChg>
        <pc:spChg chg="add mod">
          <ac:chgData name="Songqing" userId="c4d8cb49210192e2" providerId="LiveId" clId="{D253B87B-FCD9-46BC-920B-DA31D69B59D7}" dt="2023-04-22T12:24:04.917" v="1614" actId="1076"/>
          <ac:spMkLst>
            <pc:docMk/>
            <pc:sldMk cId="3614543193" sldId="343"/>
            <ac:spMk id="3" creationId="{0D39557E-3D00-FB86-0801-1FB082497C76}"/>
          </ac:spMkLst>
        </pc:spChg>
        <pc:spChg chg="add mod">
          <ac:chgData name="Songqing" userId="c4d8cb49210192e2" providerId="LiveId" clId="{D253B87B-FCD9-46BC-920B-DA31D69B59D7}" dt="2023-04-22T12:25:45.824" v="1626" actId="14100"/>
          <ac:spMkLst>
            <pc:docMk/>
            <pc:sldMk cId="3614543193" sldId="343"/>
            <ac:spMk id="4" creationId="{EAFD530C-1314-107A-662D-D1071FEAB061}"/>
          </ac:spMkLst>
        </pc:spChg>
        <pc:spChg chg="add mod">
          <ac:chgData name="Songqing" userId="c4d8cb49210192e2" providerId="LiveId" clId="{D253B87B-FCD9-46BC-920B-DA31D69B59D7}" dt="2023-04-22T12:25:14.894" v="1622" actId="20577"/>
          <ac:spMkLst>
            <pc:docMk/>
            <pc:sldMk cId="3614543193" sldId="343"/>
            <ac:spMk id="5" creationId="{D1957E2B-C95E-F46A-E30B-C42948C4E09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6" creationId="{0D77D6F5-B7F9-A23F-F679-7C53A5368C79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1" creationId="{00000000-0000-0000-0000-000000000000}"/>
          </ac:spMkLst>
        </pc:spChg>
        <pc:spChg chg="del">
          <ac:chgData name="Songqing" userId="c4d8cb49210192e2" providerId="LiveId" clId="{D253B87B-FCD9-46BC-920B-DA31D69B59D7}" dt="2023-04-22T11:22:30.808" v="1517" actId="478"/>
          <ac:spMkLst>
            <pc:docMk/>
            <pc:sldMk cId="3614543193" sldId="343"/>
            <ac:spMk id="82" creationId="{00000000-0000-0000-0000-000000000000}"/>
          </ac:spMkLst>
        </pc:spChg>
      </pc:sldChg>
      <pc:sldChg chg="add">
        <pc:chgData name="Songqing" userId="c4d8cb49210192e2" providerId="LiveId" clId="{D253B87B-FCD9-46BC-920B-DA31D69B59D7}" dt="2023-04-22T11:26:14.174" v="1537" actId="2890"/>
        <pc:sldMkLst>
          <pc:docMk/>
          <pc:sldMk cId="3940857652" sldId="344"/>
        </pc:sldMkLst>
      </pc:sldChg>
      <pc:sldChg chg="add del ord">
        <pc:chgData name="Songqing" userId="c4d8cb49210192e2" providerId="LiveId" clId="{D253B87B-FCD9-46BC-920B-DA31D69B59D7}" dt="2023-04-22T11:25:31.311" v="1536" actId="2696"/>
        <pc:sldMkLst>
          <pc:docMk/>
          <pc:sldMk cId="414334271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007FC-5F96-42B8-A128-42E663CB1BE6}" type="datetimeFigureOut">
              <a:rPr lang="en-AU" smtClean="0"/>
              <a:t>11/7/2025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639DE-77CB-4311-8A8B-DE9896A2C6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3037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11/7/2025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jsonplaceholder.typicode.com/user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jsonplaceholder.typicode.com/user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43298" y="2616089"/>
            <a:ext cx="7688994" cy="10206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Postman 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Introduction</a:t>
            </a: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666835" y="6138579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8908" y="1698604"/>
            <a:ext cx="73152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39024E-1F6A-C2B9-9C0A-0144C1FE2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094" y="2754575"/>
            <a:ext cx="548671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i="1" dirty="0">
                <a:solidFill>
                  <a:schemeClr val="accent2"/>
                </a:solidFill>
                <a:latin typeface="+mn-lt"/>
              </a:rPr>
              <a:t>API Testing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i="1" dirty="0">
                <a:solidFill>
                  <a:schemeClr val="accent2"/>
                </a:solidFill>
                <a:latin typeface="+mn-lt"/>
              </a:rPr>
              <a:t>How Postman organize test scripts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i="1" dirty="0">
                <a:solidFill>
                  <a:schemeClr val="accent2"/>
                </a:solidFill>
                <a:latin typeface="+mn-lt"/>
              </a:rPr>
              <a:t>Test script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altLang="en-US" sz="2000" i="1" dirty="0">
                <a:solidFill>
                  <a:schemeClr val="accent2"/>
                </a:solidFill>
                <a:latin typeface="+mn-lt"/>
              </a:rPr>
              <a:t>Different ways of running test scripts</a:t>
            </a:r>
          </a:p>
        </p:txBody>
      </p:sp>
    </p:spTree>
    <p:extLst>
      <p:ext uri="{BB962C8B-B14F-4D97-AF65-F5344CB8AC3E}">
        <p14:creationId xmlns:p14="http://schemas.microsoft.com/office/powerpoint/2010/main" val="12070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100F9-57A0-FFC1-135E-CC10CAC07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098" y="3169161"/>
            <a:ext cx="4452660" cy="594971"/>
          </a:xfrm>
          <a:solidFill>
            <a:srgbClr val="0070C0"/>
          </a:solidFill>
          <a:effectLst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API Testing Tools</a:t>
            </a: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78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/>
          <p:cNvSpPr/>
          <p:nvPr/>
        </p:nvSpPr>
        <p:spPr>
          <a:xfrm>
            <a:off x="5948287" y="3594858"/>
            <a:ext cx="3286974" cy="12852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760" y="781043"/>
            <a:ext cx="4057440" cy="715163"/>
          </a:xfrm>
          <a:effectLst/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rgbClr val="0070C0"/>
                </a:solidFill>
              </a:rPr>
              <a:t>API Testing tools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8370481" y="3963032"/>
            <a:ext cx="673095" cy="433454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ounded Rectangle 18"/>
          <p:cNvSpPr/>
          <p:nvPr/>
        </p:nvSpPr>
        <p:spPr>
          <a:xfrm>
            <a:off x="6278336" y="3761944"/>
            <a:ext cx="749775" cy="7057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ounded Rectangle 27"/>
          <p:cNvSpPr/>
          <p:nvPr/>
        </p:nvSpPr>
        <p:spPr>
          <a:xfrm>
            <a:off x="4037073" y="3920316"/>
            <a:ext cx="421899" cy="43252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62" y="3429000"/>
            <a:ext cx="570610" cy="53868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23125" y="3927287"/>
            <a:ext cx="279771" cy="209291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700501" y="4144621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33381" y="3302840"/>
            <a:ext cx="930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Web 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6946" y="4531157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Business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137" y="4501272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Database Tier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7543" y="3900442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JSON/Http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4339" y="3900441"/>
            <a:ext cx="9348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SQL/JDBC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86314" y="3060597"/>
            <a:ext cx="1133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>
                <a:solidFill>
                  <a:srgbClr val="002060"/>
                </a:solidFill>
              </a:rPr>
              <a:t>HTML/CSS/JS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941773" y="3926135"/>
            <a:ext cx="420887" cy="420887"/>
          </a:xfrm>
          <a:prstGeom prst="rect">
            <a:avLst/>
          </a:prstGeom>
        </p:spPr>
      </p:pic>
      <p:cxnSp>
        <p:nvCxnSpPr>
          <p:cNvPr id="30" name="Curved Connector 29"/>
          <p:cNvCxnSpPr>
            <a:stCxn id="25" idx="3"/>
            <a:endCxn id="28" idx="1"/>
          </p:cNvCxnSpPr>
          <p:nvPr/>
        </p:nvCxnSpPr>
        <p:spPr>
          <a:xfrm>
            <a:off x="2362660" y="4136578"/>
            <a:ext cx="1674413" cy="12700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7257508" y="4157564"/>
            <a:ext cx="1012371" cy="8164"/>
          </a:xfrm>
          <a:prstGeom prst="straightConnector1">
            <a:avLst/>
          </a:prstGeom>
          <a:ln w="9525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763" y="2285800"/>
            <a:ext cx="1123265" cy="77357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11379" y="1852997"/>
            <a:ext cx="2733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002060"/>
                </a:solidFill>
              </a:rPr>
              <a:t>API service description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696" y="5380311"/>
            <a:ext cx="614805" cy="54611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206" y="4963260"/>
            <a:ext cx="726350" cy="622387"/>
          </a:xfrm>
          <a:prstGeom prst="rect">
            <a:avLst/>
          </a:prstGeom>
        </p:spPr>
      </p:pic>
      <p:cxnSp>
        <p:nvCxnSpPr>
          <p:cNvPr id="7" name="Curved Connector 6"/>
          <p:cNvCxnSpPr>
            <a:stCxn id="31" idx="2"/>
            <a:endCxn id="20" idx="1"/>
          </p:cNvCxnSpPr>
          <p:nvPr/>
        </p:nvCxnSpPr>
        <p:spPr>
          <a:xfrm rot="5400000">
            <a:off x="5701980" y="3480516"/>
            <a:ext cx="972563" cy="130271"/>
          </a:xfrm>
          <a:prstGeom prst="curvedConnector4">
            <a:avLst>
              <a:gd name="adj1" fmla="val 44620"/>
              <a:gd name="adj2" fmla="val 2754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cxnSpLocks/>
            <a:stCxn id="35" idx="3"/>
            <a:endCxn id="20" idx="1"/>
          </p:cNvCxnSpPr>
          <p:nvPr/>
        </p:nvCxnSpPr>
        <p:spPr>
          <a:xfrm flipV="1">
            <a:off x="4700501" y="4031933"/>
            <a:ext cx="1422624" cy="162143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hat is curl and its top uses">
            <a:extLst>
              <a:ext uri="{FF2B5EF4-FFF2-40B4-BE49-F238E27FC236}">
                <a16:creationId xmlns:a16="http://schemas.microsoft.com/office/drawing/2014/main" id="{70F56220-2D46-A331-9E1A-14A5B3EE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595" y="5596261"/>
            <a:ext cx="678752" cy="45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52B082-6869-DDCA-1DDF-6DDAF735C1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14" y="4031932"/>
            <a:ext cx="570610" cy="5386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C0C6C7-F5B8-6FF4-7219-17EBCD89C1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63" y="4072389"/>
            <a:ext cx="570610" cy="53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35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4CE917-95EF-2DFA-D1BA-5A6A5168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69DCE5-426D-6A79-E0E7-BCFB12FD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098" y="3169161"/>
            <a:ext cx="5535735" cy="594971"/>
          </a:xfrm>
          <a:solidFill>
            <a:srgbClr val="0070C0"/>
          </a:solidFill>
          <a:effectLst/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How Postman organize test scripts</a:t>
            </a: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899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90791" y="2168686"/>
            <a:ext cx="4897600" cy="3345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67238" y="2555641"/>
            <a:ext cx="1358714" cy="909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523331" y="5143394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925952" y="245099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336233" y="234188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196347" y="2433802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9856829" y="1947596"/>
            <a:ext cx="126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1" y="2536326"/>
            <a:ext cx="3624847" cy="212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loud 39"/>
          <p:cNvSpPr/>
          <p:nvPr/>
        </p:nvSpPr>
        <p:spPr>
          <a:xfrm>
            <a:off x="8891274" y="2303419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Curved Connector 12"/>
          <p:cNvCxnSpPr/>
          <p:nvPr/>
        </p:nvCxnSpPr>
        <p:spPr>
          <a:xfrm rot="10800000">
            <a:off x="4117333" y="1663600"/>
            <a:ext cx="33715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42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3390791" y="2168686"/>
            <a:ext cx="4897600" cy="3345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pic>
        <p:nvPicPr>
          <p:cNvPr id="30730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17" y="3511582"/>
            <a:ext cx="438622" cy="438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gular Pentagon 2"/>
          <p:cNvSpPr/>
          <p:nvPr/>
        </p:nvSpPr>
        <p:spPr>
          <a:xfrm flipH="1">
            <a:off x="6007939" y="2344713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49" name="Regular Pentagon 48"/>
          <p:cNvSpPr/>
          <p:nvPr/>
        </p:nvSpPr>
        <p:spPr>
          <a:xfrm flipH="1">
            <a:off x="6065838" y="3519648"/>
            <a:ext cx="563562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29" name="Rounded Rectangle 28"/>
          <p:cNvSpPr/>
          <p:nvPr/>
        </p:nvSpPr>
        <p:spPr>
          <a:xfrm>
            <a:off x="3661366" y="3402173"/>
            <a:ext cx="925513" cy="67945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0" name="Regular Pentagon 29"/>
          <p:cNvSpPr/>
          <p:nvPr/>
        </p:nvSpPr>
        <p:spPr>
          <a:xfrm flipH="1">
            <a:off x="6088857" y="4537753"/>
            <a:ext cx="563563" cy="501650"/>
          </a:xfrm>
          <a:prstGeom prst="pentag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5" name="Straight Arrow Connector 4"/>
          <p:cNvCxnSpPr>
            <a:endCxn id="51" idx="1"/>
          </p:cNvCxnSpPr>
          <p:nvPr/>
        </p:nvCxnSpPr>
        <p:spPr>
          <a:xfrm flipV="1">
            <a:off x="4509339" y="2560174"/>
            <a:ext cx="1358714" cy="909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3"/>
            <a:endCxn id="50" idx="1"/>
          </p:cNvCxnSpPr>
          <p:nvPr/>
        </p:nvCxnSpPr>
        <p:spPr>
          <a:xfrm flipV="1">
            <a:off x="4586879" y="3724435"/>
            <a:ext cx="1353024" cy="1746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8" idx="1"/>
          </p:cNvCxnSpPr>
          <p:nvPr/>
        </p:nvCxnSpPr>
        <p:spPr>
          <a:xfrm>
            <a:off x="4541838" y="4021298"/>
            <a:ext cx="1407133" cy="75161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0" name="TextBox 1"/>
          <p:cNvSpPr txBox="1">
            <a:spLocks noChangeArrowheads="1"/>
          </p:cNvSpPr>
          <p:nvPr/>
        </p:nvSpPr>
        <p:spPr bwMode="auto">
          <a:xfrm>
            <a:off x="3523331" y="5143394"/>
            <a:ext cx="1858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1400" b="1" dirty="0">
                <a:solidFill>
                  <a:schemeClr val="tx1"/>
                </a:solidFill>
              </a:rPr>
              <a:t>Data Centre/Cloud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86876" y="4519457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7" name="Rectangle 46"/>
          <p:cNvSpPr/>
          <p:nvPr/>
        </p:nvSpPr>
        <p:spPr>
          <a:xfrm>
            <a:off x="10146990" y="4620615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/>
          <p:cNvSpPr/>
          <p:nvPr/>
        </p:nvSpPr>
        <p:spPr>
          <a:xfrm>
            <a:off x="5948971" y="4668271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/>
          <p:cNvSpPr/>
          <p:nvPr/>
        </p:nvSpPr>
        <p:spPr>
          <a:xfrm>
            <a:off x="5939903" y="3619789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1" name="Rectangle 50"/>
          <p:cNvSpPr/>
          <p:nvPr/>
        </p:nvSpPr>
        <p:spPr>
          <a:xfrm>
            <a:off x="5868053" y="245552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Elbow Connector 8"/>
          <p:cNvCxnSpPr>
            <a:stCxn id="47" idx="1"/>
            <a:endCxn id="30" idx="1"/>
          </p:cNvCxnSpPr>
          <p:nvPr/>
        </p:nvCxnSpPr>
        <p:spPr>
          <a:xfrm rot="10800000" flipV="1">
            <a:off x="6652420" y="4725260"/>
            <a:ext cx="3494571" cy="4105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loud 45"/>
          <p:cNvSpPr/>
          <p:nvPr/>
        </p:nvSpPr>
        <p:spPr>
          <a:xfrm>
            <a:off x="8745131" y="4409535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Elbow Connector 19"/>
          <p:cNvCxnSpPr>
            <a:stCxn id="30730" idx="3"/>
            <a:endCxn id="29" idx="1"/>
          </p:cNvCxnSpPr>
          <p:nvPr/>
        </p:nvCxnSpPr>
        <p:spPr>
          <a:xfrm>
            <a:off x="2152439" y="3730893"/>
            <a:ext cx="1508927" cy="1100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loud 1"/>
          <p:cNvSpPr/>
          <p:nvPr/>
        </p:nvSpPr>
        <p:spPr>
          <a:xfrm>
            <a:off x="2296362" y="3433837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9867242" y="5706198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0720" name="TextBox 30719"/>
          <p:cNvSpPr txBox="1"/>
          <p:nvPr/>
        </p:nvSpPr>
        <p:spPr>
          <a:xfrm>
            <a:off x="5839034" y="5045260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Customer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242" y="4169012"/>
            <a:ext cx="1643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8577" y="562617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4045" y="401491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Inventory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80680" y="2828659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Account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0791" y="4060986"/>
            <a:ext cx="2279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Order management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88" y="3494944"/>
            <a:ext cx="570610" cy="538683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561304" y="3669200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" name="Rounded Rectangle 36"/>
          <p:cNvSpPr/>
          <p:nvPr/>
        </p:nvSpPr>
        <p:spPr>
          <a:xfrm>
            <a:off x="10336233" y="2341880"/>
            <a:ext cx="783815" cy="38494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39" name="Rectangle 38"/>
          <p:cNvSpPr/>
          <p:nvPr/>
        </p:nvSpPr>
        <p:spPr>
          <a:xfrm>
            <a:off x="10196347" y="2433802"/>
            <a:ext cx="279771" cy="20929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9856829" y="1947596"/>
            <a:ext cx="126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43" name="Elbow Connector 42"/>
          <p:cNvCxnSpPr>
            <a:stCxn id="39" idx="1"/>
            <a:endCxn id="3" idx="1"/>
          </p:cNvCxnSpPr>
          <p:nvPr/>
        </p:nvCxnSpPr>
        <p:spPr>
          <a:xfrm rot="10800000">
            <a:off x="6571501" y="2536326"/>
            <a:ext cx="3624847" cy="212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loud 39"/>
          <p:cNvSpPr/>
          <p:nvPr/>
        </p:nvSpPr>
        <p:spPr>
          <a:xfrm>
            <a:off x="8891274" y="2303419"/>
            <a:ext cx="945119" cy="627149"/>
          </a:xfrm>
          <a:prstGeom prst="cloud">
            <a:avLst/>
          </a:prstGeom>
          <a:solidFill>
            <a:srgbClr val="C9E8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791" y="731353"/>
            <a:ext cx="1123265" cy="77357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39" y="845082"/>
            <a:ext cx="614805" cy="546112"/>
          </a:xfrm>
          <a:prstGeom prst="rect">
            <a:avLst/>
          </a:prstGeom>
        </p:spPr>
      </p:pic>
      <p:cxnSp>
        <p:nvCxnSpPr>
          <p:cNvPr id="11" name="Curved Connector 10"/>
          <p:cNvCxnSpPr>
            <a:stCxn id="36" idx="1"/>
            <a:endCxn id="44" idx="2"/>
          </p:cNvCxnSpPr>
          <p:nvPr/>
        </p:nvCxnSpPr>
        <p:spPr>
          <a:xfrm rot="10800000" flipH="1">
            <a:off x="3561304" y="1504924"/>
            <a:ext cx="391120" cy="2268923"/>
          </a:xfrm>
          <a:prstGeom prst="curvedConnector4">
            <a:avLst>
              <a:gd name="adj1" fmla="val -58448"/>
              <a:gd name="adj2" fmla="val 52306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51" idx="0"/>
            <a:endCxn id="44" idx="2"/>
          </p:cNvCxnSpPr>
          <p:nvPr/>
        </p:nvCxnSpPr>
        <p:spPr>
          <a:xfrm rot="16200000" flipV="1">
            <a:off x="4504880" y="952468"/>
            <a:ext cx="950605" cy="2055515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/>
          <p:nvPr/>
        </p:nvCxnSpPr>
        <p:spPr>
          <a:xfrm rot="10800000">
            <a:off x="4117333" y="1663600"/>
            <a:ext cx="33715" cy="12700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/>
          <p:cNvCxnSpPr>
            <a:stCxn id="39" idx="1"/>
            <a:endCxn id="44" idx="3"/>
          </p:cNvCxnSpPr>
          <p:nvPr/>
        </p:nvCxnSpPr>
        <p:spPr>
          <a:xfrm rot="10800000">
            <a:off x="4514057" y="1118138"/>
            <a:ext cx="5682291" cy="1420310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50" idx="0"/>
            <a:endCxn id="44" idx="2"/>
          </p:cNvCxnSpPr>
          <p:nvPr/>
        </p:nvCxnSpPr>
        <p:spPr>
          <a:xfrm rot="16200000" flipV="1">
            <a:off x="3958674" y="1498673"/>
            <a:ext cx="2114866" cy="2127365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47" idx="1"/>
            <a:endCxn id="44" idx="3"/>
          </p:cNvCxnSpPr>
          <p:nvPr/>
        </p:nvCxnSpPr>
        <p:spPr>
          <a:xfrm rot="10800000">
            <a:off x="4514056" y="1118139"/>
            <a:ext cx="5632934" cy="3607123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/>
          <p:cNvCxnSpPr>
            <a:stCxn id="48" idx="0"/>
            <a:endCxn id="44" idx="2"/>
          </p:cNvCxnSpPr>
          <p:nvPr/>
        </p:nvCxnSpPr>
        <p:spPr>
          <a:xfrm rot="16200000" flipV="1">
            <a:off x="3438967" y="2018380"/>
            <a:ext cx="3163348" cy="2136433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2" idx="3"/>
            <a:endCxn id="44" idx="1"/>
          </p:cNvCxnSpPr>
          <p:nvPr/>
        </p:nvCxnSpPr>
        <p:spPr>
          <a:xfrm>
            <a:off x="2767244" y="1118138"/>
            <a:ext cx="6235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what is curl and its top uses">
            <a:extLst>
              <a:ext uri="{FF2B5EF4-FFF2-40B4-BE49-F238E27FC236}">
                <a16:creationId xmlns:a16="http://schemas.microsoft.com/office/drawing/2014/main" id="{BFF8A6D2-538D-A98A-5B80-DCCE40B0E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35" y="891886"/>
            <a:ext cx="678752" cy="45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50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9589-9219-F931-82BB-9A3E5C8C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3FEB87-C2E9-BADD-249A-AAD886C49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501" y="1136174"/>
            <a:ext cx="6596795" cy="701770"/>
          </a:xfrm>
          <a:effectLst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sz="3200" b="1" dirty="0">
                <a:solidFill>
                  <a:srgbClr val="0070C0"/>
                </a:solidFill>
              </a:rPr>
              <a:t>Behaviour driven development </a:t>
            </a:r>
          </a:p>
        </p:txBody>
      </p:sp>
    </p:spTree>
    <p:extLst>
      <p:ext uri="{BB962C8B-B14F-4D97-AF65-F5344CB8AC3E}">
        <p14:creationId xmlns:p14="http://schemas.microsoft.com/office/powerpoint/2010/main" val="142144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396" y="1942723"/>
            <a:ext cx="4701557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0070C0"/>
                </a:solidFill>
                <a:latin typeface="Arial Black" panose="020B0A04020102020204" pitchFamily="34" charset="0"/>
              </a:rPr>
              <a:t>cURL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Introduction</a:t>
            </a:r>
            <a:b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what is curl and its top uses">
            <a:extLst>
              <a:ext uri="{FF2B5EF4-FFF2-40B4-BE49-F238E27FC236}">
                <a16:creationId xmlns:a16="http://schemas.microsoft.com/office/drawing/2014/main" id="{4252084F-0B2F-B102-4A01-CBF67D8D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90" y="3293611"/>
            <a:ext cx="1573210" cy="104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972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768" y="1420208"/>
            <a:ext cx="9452049" cy="705957"/>
          </a:xfrm>
          <a:effectLst/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cURL Demo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Get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Post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Put</a:t>
            </a:r>
            <a:r>
              <a:rPr lang="en-US" b="1" i="1" dirty="0">
                <a:solidFill>
                  <a:schemeClr val="accent2"/>
                </a:solidFill>
              </a:rPr>
              <a:t>, </a:t>
            </a:r>
            <a:r>
              <a:rPr lang="en-US" dirty="0">
                <a:solidFill>
                  <a:schemeClr val="accent2"/>
                </a:solidFill>
                <a:latin typeface="Arial Black" panose="020B0A04020102020204" pitchFamily="34" charset="0"/>
              </a:rPr>
              <a:t>Delete</a:t>
            </a:r>
            <a:b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br>
              <a:rPr lang="en-US" sz="3100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663989" y="5437792"/>
            <a:ext cx="4701557" cy="10178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002060"/>
                </a:solidFill>
              </a:rPr>
              <a:t>Sample API endpoint: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4B8E6"/>
                </a:solidFill>
                <a:latin typeface="Monaco"/>
                <a:hlinkClick r:id="rId2"/>
              </a:rPr>
              <a:t>https://jsonplaceholder.typicode.com/users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" name="Picture 2" descr="what is curl and its top uses">
            <a:extLst>
              <a:ext uri="{FF2B5EF4-FFF2-40B4-BE49-F238E27FC236}">
                <a16:creationId xmlns:a16="http://schemas.microsoft.com/office/drawing/2014/main" id="{4252084F-0B2F-B102-4A01-CBF67D8D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90" y="3293611"/>
            <a:ext cx="1573210" cy="104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37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Elbow Connector 61"/>
          <p:cNvCxnSpPr>
            <a:stCxn id="56" idx="2"/>
            <a:endCxn id="9" idx="3"/>
          </p:cNvCxnSpPr>
          <p:nvPr/>
        </p:nvCxnSpPr>
        <p:spPr>
          <a:xfrm rot="5400000">
            <a:off x="7066510" y="3194442"/>
            <a:ext cx="2723479" cy="191166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870219" y="4657916"/>
            <a:ext cx="3185707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Rectangle 58"/>
          <p:cNvSpPr/>
          <p:nvPr/>
        </p:nvSpPr>
        <p:spPr>
          <a:xfrm>
            <a:off x="7859816" y="3607224"/>
            <a:ext cx="319611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Rectangle 56"/>
          <p:cNvSpPr/>
          <p:nvPr/>
        </p:nvSpPr>
        <p:spPr>
          <a:xfrm>
            <a:off x="7807609" y="2465705"/>
            <a:ext cx="3184360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631" y="2188263"/>
            <a:ext cx="817809" cy="6328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366" y="678186"/>
            <a:ext cx="8650433" cy="696690"/>
          </a:xfrm>
          <a:effectLst/>
        </p:spPr>
        <p:txBody>
          <a:bodyPr>
            <a:no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How does Postman organize scripts </a:t>
            </a:r>
            <a:b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b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sz="3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439" y="3452849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5011" y="3941657"/>
            <a:ext cx="1445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6838" y="5327349"/>
            <a:ext cx="1635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Environment</a:t>
            </a:r>
          </a:p>
        </p:txBody>
      </p:sp>
      <p:cxnSp>
        <p:nvCxnSpPr>
          <p:cNvPr id="19" name="Straight Arrow Connector 18"/>
          <p:cNvCxnSpPr>
            <a:stCxn id="28" idx="6"/>
            <a:endCxn id="45" idx="1"/>
          </p:cNvCxnSpPr>
          <p:nvPr/>
        </p:nvCxnSpPr>
        <p:spPr>
          <a:xfrm flipV="1">
            <a:off x="4240641" y="3572057"/>
            <a:ext cx="1894202" cy="523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8391" y="4253529"/>
            <a:ext cx="31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Project – application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74116" y="5616324"/>
            <a:ext cx="4165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Deployment environment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1712" y="2404150"/>
            <a:ext cx="660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6500" y="3551405"/>
            <a:ext cx="59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0002" y="4632188"/>
            <a:ext cx="62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UAT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3704829" y="2226110"/>
            <a:ext cx="515929" cy="480867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Flowchart: Connector 22"/>
          <p:cNvSpPr/>
          <p:nvPr/>
        </p:nvSpPr>
        <p:spPr>
          <a:xfrm>
            <a:off x="3704831" y="2788534"/>
            <a:ext cx="515928" cy="499197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Flowchart: Connector 27"/>
          <p:cNvSpPr/>
          <p:nvPr/>
        </p:nvSpPr>
        <p:spPr>
          <a:xfrm>
            <a:off x="3713805" y="3332404"/>
            <a:ext cx="526836" cy="489777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65534" y="2783776"/>
            <a:ext cx="618422" cy="50395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3261695"/>
            <a:ext cx="817809" cy="63282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42" y="4409574"/>
            <a:ext cx="817809" cy="632828"/>
          </a:xfrm>
          <a:prstGeom prst="rect">
            <a:avLst/>
          </a:prstGeom>
        </p:spPr>
      </p:pic>
      <p:cxnSp>
        <p:nvCxnSpPr>
          <p:cNvPr id="35" name="Elbow Connector 34"/>
          <p:cNvCxnSpPr>
            <a:stCxn id="28" idx="6"/>
            <a:endCxn id="42" idx="1"/>
          </p:cNvCxnSpPr>
          <p:nvPr/>
        </p:nvCxnSpPr>
        <p:spPr>
          <a:xfrm flipV="1">
            <a:off x="4240641" y="2506420"/>
            <a:ext cx="1894202" cy="10708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28" idx="6"/>
            <a:endCxn id="46" idx="1"/>
          </p:cNvCxnSpPr>
          <p:nvPr/>
        </p:nvCxnSpPr>
        <p:spPr>
          <a:xfrm>
            <a:off x="4240641" y="3577293"/>
            <a:ext cx="1894202" cy="11805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34843" y="234908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Rectangle 44"/>
          <p:cNvSpPr/>
          <p:nvPr/>
        </p:nvSpPr>
        <p:spPr>
          <a:xfrm>
            <a:off x="6134843" y="3414721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Rectangle 45"/>
          <p:cNvSpPr/>
          <p:nvPr/>
        </p:nvSpPr>
        <p:spPr>
          <a:xfrm>
            <a:off x="6134843" y="4600524"/>
            <a:ext cx="353698" cy="31467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TextBox 51"/>
          <p:cNvSpPr txBox="1"/>
          <p:nvPr/>
        </p:nvSpPr>
        <p:spPr>
          <a:xfrm>
            <a:off x="7869357" y="4681944"/>
            <a:ext cx="324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uat:8080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9357" y="3631596"/>
            <a:ext cx="3074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sit:8080</a:t>
            </a:r>
            <a:r>
              <a:rPr lang="en-AU" sz="1400" i="1" dirty="0"/>
              <a:t>/api/v1/customers/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07609" y="2480759"/>
            <a:ext cx="3152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test:8080</a:t>
            </a:r>
            <a:r>
              <a:rPr lang="en-AU" sz="1400" i="1" dirty="0"/>
              <a:t>/api/v1/customers/</a:t>
            </a:r>
          </a:p>
        </p:txBody>
      </p:sp>
      <p:cxnSp>
        <p:nvCxnSpPr>
          <p:cNvPr id="64" name="Elbow Connector 63"/>
          <p:cNvCxnSpPr>
            <a:stCxn id="9" idx="1"/>
            <a:endCxn id="18" idx="2"/>
          </p:cNvCxnSpPr>
          <p:nvPr/>
        </p:nvCxnSpPr>
        <p:spPr>
          <a:xfrm rot="10800000">
            <a:off x="4130392" y="4622861"/>
            <a:ext cx="1706447" cy="88915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521533" y="1685464"/>
            <a:ext cx="3423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http://</a:t>
            </a:r>
            <a:r>
              <a:rPr lang="en-AU" sz="1400" b="1" i="1" dirty="0">
                <a:solidFill>
                  <a:srgbClr val="C00000"/>
                </a:solidFill>
              </a:rPr>
              <a:t>{{base_url}}</a:t>
            </a:r>
            <a:r>
              <a:rPr lang="en-AU" sz="1400" i="1" dirty="0"/>
              <a:t>/api/v1/customers/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0689" y="5982161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test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74116" y="5952476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testEV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38897" y="6283260"/>
            <a:ext cx="93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sitEV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6692" y="6338682"/>
            <a:ext cx="204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i="1" dirty="0"/>
              <a:t>[base_url = sit]</a:t>
            </a:r>
          </a:p>
        </p:txBody>
      </p:sp>
      <p:cxnSp>
        <p:nvCxnSpPr>
          <p:cNvPr id="7" name="Straight Connector 6"/>
          <p:cNvCxnSpPr>
            <a:stCxn id="5" idx="3"/>
            <a:endCxn id="22" idx="2"/>
          </p:cNvCxnSpPr>
          <p:nvPr/>
        </p:nvCxnSpPr>
        <p:spPr>
          <a:xfrm flipV="1">
            <a:off x="2283956" y="2466544"/>
            <a:ext cx="1420873" cy="56921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3"/>
            <a:endCxn id="23" idx="2"/>
          </p:cNvCxnSpPr>
          <p:nvPr/>
        </p:nvCxnSpPr>
        <p:spPr>
          <a:xfrm>
            <a:off x="2283956" y="3035754"/>
            <a:ext cx="1420875" cy="237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3"/>
            <a:endCxn id="28" idx="2"/>
          </p:cNvCxnSpPr>
          <p:nvPr/>
        </p:nvCxnSpPr>
        <p:spPr>
          <a:xfrm>
            <a:off x="2283956" y="3035754"/>
            <a:ext cx="1429849" cy="54153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347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617" y="2378151"/>
            <a:ext cx="9575154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Workspace</a:t>
            </a:r>
            <a:r>
              <a:rPr lang="en-US" sz="4000" b="1" i="1" dirty="0">
                <a:solidFill>
                  <a:schemeClr val="accent2"/>
                </a:solidFill>
              </a:rPr>
              <a:t>,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Collection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62823" y="5382929"/>
            <a:ext cx="9575153" cy="414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rgbClr val="002060"/>
                </a:solidFill>
              </a:rPr>
              <a:t>Sample API endpoint:  </a:t>
            </a:r>
            <a:r>
              <a:rPr lang="en-US" altLang="en-US" dirty="0">
                <a:solidFill>
                  <a:srgbClr val="04B8E6"/>
                </a:solidFill>
                <a:latin typeface="Monaco"/>
                <a:hlinkClick r:id="rId2"/>
              </a:rPr>
              <a:t>https://jsonplaceholder.typicode.com/users</a:t>
            </a:r>
            <a:r>
              <a:rPr lang="en-US" altLang="en-US" sz="1400" dirty="0">
                <a:solidFill>
                  <a:schemeClr val="tx1"/>
                </a:solidFill>
              </a:rPr>
              <a:t> </a:t>
            </a: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05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812" y="1504359"/>
            <a:ext cx="526761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Environment</a:t>
            </a:r>
            <a:br>
              <a:rPr lang="en-AU" altLang="en-US" dirty="0">
                <a:solidFill>
                  <a:srgbClr val="0070C0"/>
                </a:solidFill>
                <a:latin typeface="Arial Black" panose="020B0A04020102020204" pitchFamily="34" charset="0"/>
              </a:rPr>
            </a:br>
            <a:endParaRPr lang="en-AU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FB455D9-7D2B-F604-2F76-901C3119A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812" y="2365601"/>
            <a:ext cx="9752532" cy="1050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needs to be deployed in different environments along its testing journey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2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569" y="2280180"/>
            <a:ext cx="6308717" cy="705957"/>
          </a:xfrm>
          <a:effectLst/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US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–</a:t>
            </a:r>
            <a:r>
              <a:rPr lang="en-US" sz="40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chemeClr val="accent2"/>
                </a:solidFill>
                <a:latin typeface="Arial Black" panose="020B0A04020102020204" pitchFamily="34" charset="0"/>
              </a:rPr>
              <a:t>Environment</a:t>
            </a:r>
            <a:br>
              <a:rPr lang="en-US" sz="4000" b="1" dirty="0">
                <a:solidFill>
                  <a:srgbClr val="002060"/>
                </a:solidFill>
              </a:rPr>
            </a:b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82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15F1BB-DE33-286E-2CDC-F1AFC2418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C0B5F0-E117-7992-E9D2-925F55C7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099" y="3169161"/>
            <a:ext cx="4958686" cy="550583"/>
          </a:xfrm>
          <a:solidFill>
            <a:srgbClr val="0070C0"/>
          </a:solidFill>
          <a:effectLst/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Test script introduction</a:t>
            </a:r>
            <a:br>
              <a:rPr lang="en-AU" altLang="en-US" sz="2800" i="1" dirty="0">
                <a:solidFill>
                  <a:schemeClr val="accent2"/>
                </a:solidFill>
              </a:rPr>
            </a:b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462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F91C6F-D34B-70D4-F9A2-FAAB2EFC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1FF8AA-60F5-67D2-4F7A-141F7AC4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098" y="3169161"/>
            <a:ext cx="6068395" cy="550583"/>
          </a:xfrm>
          <a:solidFill>
            <a:srgbClr val="0070C0"/>
          </a:solidFill>
          <a:effectLst/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AU" altLang="en-US" sz="2800" b="1" dirty="0">
                <a:solidFill>
                  <a:schemeClr val="bg1"/>
                </a:solidFill>
              </a:rPr>
              <a:t>Different ways of running test scripts</a:t>
            </a:r>
            <a:br>
              <a:rPr lang="en-AU" altLang="en-US" sz="2800" i="1" dirty="0">
                <a:solidFill>
                  <a:schemeClr val="accent2"/>
                </a:solidFill>
              </a:rPr>
            </a:br>
            <a:br>
              <a:rPr lang="en-AU" altLang="en-US" sz="2800" i="1" dirty="0">
                <a:solidFill>
                  <a:schemeClr val="accent2"/>
                </a:solidFill>
              </a:rPr>
            </a:br>
            <a:br>
              <a:rPr lang="en-AU" altLang="en-US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618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435" y="1006161"/>
            <a:ext cx="3713020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8434" y="2581657"/>
            <a:ext cx="10030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https://learning.postman.com/docs/writing-scripts/script-references/test-examples/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B7393-223D-166D-35CD-F3B8AFF2F5E8}"/>
              </a:ext>
            </a:extLst>
          </p:cNvPr>
          <p:cNvSpPr txBox="1"/>
          <p:nvPr/>
        </p:nvSpPr>
        <p:spPr>
          <a:xfrm>
            <a:off x="1228434" y="2049921"/>
            <a:ext cx="8753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https://learning.postman.com/docs/introduction/overview/</a:t>
            </a:r>
          </a:p>
        </p:txBody>
      </p:sp>
    </p:spTree>
    <p:extLst>
      <p:ext uri="{BB962C8B-B14F-4D97-AF65-F5344CB8AC3E}">
        <p14:creationId xmlns:p14="http://schemas.microsoft.com/office/powerpoint/2010/main" val="2924215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41660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23983</TotalTime>
  <Words>342</Words>
  <Application>Microsoft Macintosh PowerPoint</Application>
  <PresentationFormat>Widescreen</PresentationFormat>
  <Paragraphs>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Century Gothic</vt:lpstr>
      <vt:lpstr>Monaco</vt:lpstr>
      <vt:lpstr>Wingdings 3</vt:lpstr>
      <vt:lpstr>幼圆</vt:lpstr>
      <vt:lpstr>Wisp</vt:lpstr>
      <vt:lpstr>PowerPoint Presentation</vt:lpstr>
      <vt:lpstr>Learning Objectives   </vt:lpstr>
      <vt:lpstr>API Testing Tools</vt:lpstr>
      <vt:lpstr>API Testing tools</vt:lpstr>
      <vt:lpstr>How Postman organize test scripts </vt:lpstr>
      <vt:lpstr>PowerPoint Presentation</vt:lpstr>
      <vt:lpstr>PowerPoint Presentation</vt:lpstr>
      <vt:lpstr>Behaviour driven development </vt:lpstr>
      <vt:lpstr>cURL Introduction   </vt:lpstr>
      <vt:lpstr>cURL Demo – Get, Post, Put, Delete   </vt:lpstr>
      <vt:lpstr>How does Postman organize scripts   </vt:lpstr>
      <vt:lpstr>Demo – Workspace, Collection  </vt:lpstr>
      <vt:lpstr>Environment </vt:lpstr>
      <vt:lpstr>Demo – Environment  </vt:lpstr>
      <vt:lpstr>Test script introduction  </vt:lpstr>
      <vt:lpstr>Different ways of running test scripts   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709</cp:revision>
  <dcterms:created xsi:type="dcterms:W3CDTF">2020-08-03T09:43:10Z</dcterms:created>
  <dcterms:modified xsi:type="dcterms:W3CDTF">2025-07-12T01:32:02Z</dcterms:modified>
</cp:coreProperties>
</file>