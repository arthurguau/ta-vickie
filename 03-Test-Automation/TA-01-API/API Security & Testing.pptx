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02" r:id="rId3"/>
    <p:sldId id="329" r:id="rId4"/>
    <p:sldId id="340" r:id="rId5"/>
    <p:sldId id="332" r:id="rId6"/>
    <p:sldId id="331" r:id="rId7"/>
    <p:sldId id="330" r:id="rId8"/>
    <p:sldId id="336" r:id="rId9"/>
    <p:sldId id="334" r:id="rId10"/>
    <p:sldId id="339" r:id="rId11"/>
    <p:sldId id="337" r:id="rId12"/>
    <p:sldId id="338" r:id="rId13"/>
    <p:sldId id="335" r:id="rId14"/>
    <p:sldId id="333" r:id="rId15"/>
    <p:sldId id="324" r:id="rId16"/>
    <p:sldId id="307" r:id="rId17"/>
    <p:sldId id="315" r:id="rId18"/>
    <p:sldId id="320" r:id="rId19"/>
    <p:sldId id="316" r:id="rId20"/>
    <p:sldId id="318" r:id="rId21"/>
    <p:sldId id="30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2"/>
            <p14:sldId id="329"/>
            <p14:sldId id="340"/>
            <p14:sldId id="332"/>
            <p14:sldId id="331"/>
            <p14:sldId id="330"/>
            <p14:sldId id="336"/>
            <p14:sldId id="334"/>
            <p14:sldId id="339"/>
            <p14:sldId id="337"/>
            <p14:sldId id="338"/>
            <p14:sldId id="335"/>
            <p14:sldId id="333"/>
            <p14:sldId id="324"/>
            <p14:sldId id="307"/>
            <p14:sldId id="315"/>
            <p14:sldId id="320"/>
            <p14:sldId id="316"/>
          </p14:sldIdLst>
        </p14:section>
        <p14:section name="Untitled Section" id="{96B2A4F6-E483-46D3-B718-858E0B0CB8CB}">
          <p14:sldIdLst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9BA"/>
    <a:srgbClr val="786F54"/>
    <a:srgbClr val="E19B7F"/>
    <a:srgbClr val="74869C"/>
    <a:srgbClr val="2E01AB"/>
    <a:srgbClr val="8005B1"/>
    <a:srgbClr val="2E8488"/>
    <a:srgbClr val="74B2FC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7A841E-7A5B-496F-9772-8936EF75FEDB}" v="3" dt="2023-08-31T10:50:25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DF99C668-5324-445A-9C14-062439C44965}"/>
    <pc:docChg chg="addSld modSld sldOrd modSection">
      <pc:chgData name="Songqing" userId="c4d8cb49210192e2" providerId="LiveId" clId="{DF99C668-5324-445A-9C14-062439C44965}" dt="2023-03-14T14:05:47.610" v="21"/>
      <pc:docMkLst>
        <pc:docMk/>
      </pc:docMkLst>
      <pc:sldChg chg="addSp modSp mod">
        <pc:chgData name="Songqing" userId="c4d8cb49210192e2" providerId="LiveId" clId="{DF99C668-5324-445A-9C14-062439C44965}" dt="2023-03-12T00:38:48.264" v="19" actId="14100"/>
        <pc:sldMkLst>
          <pc:docMk/>
          <pc:sldMk cId="1698183513" sldId="330"/>
        </pc:sldMkLst>
        <pc:spChg chg="mod">
          <ac:chgData name="Songqing" userId="c4d8cb49210192e2" providerId="LiveId" clId="{DF99C668-5324-445A-9C14-062439C44965}" dt="2023-03-12T00:36:49.006" v="0" actId="1076"/>
          <ac:spMkLst>
            <pc:docMk/>
            <pc:sldMk cId="1698183513" sldId="330"/>
            <ac:spMk id="2" creationId="{00000000-0000-0000-0000-000000000000}"/>
          </ac:spMkLst>
        </pc:spChg>
        <pc:spChg chg="mod">
          <ac:chgData name="Songqing" userId="c4d8cb49210192e2" providerId="LiveId" clId="{DF99C668-5324-445A-9C14-062439C44965}" dt="2023-03-12T00:38:42.078" v="18" actId="1076"/>
          <ac:spMkLst>
            <pc:docMk/>
            <pc:sldMk cId="1698183513" sldId="330"/>
            <ac:spMk id="3" creationId="{00000000-0000-0000-0000-000000000000}"/>
          </ac:spMkLst>
        </pc:spChg>
        <pc:spChg chg="add mod">
          <ac:chgData name="Songqing" userId="c4d8cb49210192e2" providerId="LiveId" clId="{DF99C668-5324-445A-9C14-062439C44965}" dt="2023-03-12T00:38:11.910" v="11" actId="1076"/>
          <ac:spMkLst>
            <pc:docMk/>
            <pc:sldMk cId="1698183513" sldId="330"/>
            <ac:spMk id="4" creationId="{EB60F8D1-1C58-1C48-66EC-8FC5FAE33ACA}"/>
          </ac:spMkLst>
        </pc:spChg>
        <pc:spChg chg="add mod">
          <ac:chgData name="Songqing" userId="c4d8cb49210192e2" providerId="LiveId" clId="{DF99C668-5324-445A-9C14-062439C44965}" dt="2023-03-12T00:38:48.264" v="19" actId="14100"/>
          <ac:spMkLst>
            <pc:docMk/>
            <pc:sldMk cId="1698183513" sldId="330"/>
            <ac:spMk id="5" creationId="{A8103F9D-852F-0C20-9266-1C6116AED6DE}"/>
          </ac:spMkLst>
        </pc:spChg>
      </pc:sldChg>
      <pc:sldChg chg="add ord">
        <pc:chgData name="Songqing" userId="c4d8cb49210192e2" providerId="LiveId" clId="{DF99C668-5324-445A-9C14-062439C44965}" dt="2023-03-14T14:05:47.610" v="21"/>
        <pc:sldMkLst>
          <pc:docMk/>
          <pc:sldMk cId="464202778" sldId="331"/>
        </pc:sldMkLst>
      </pc:sldChg>
    </pc:docChg>
  </pc:docChgLst>
  <pc:docChgLst>
    <pc:chgData name="Songqing" userId="c4d8cb49210192e2" providerId="LiveId" clId="{C07A841E-7A5B-496F-9772-8936EF75FEDB}"/>
    <pc:docChg chg="custSel addSld modSld modSection">
      <pc:chgData name="Songqing" userId="c4d8cb49210192e2" providerId="LiveId" clId="{C07A841E-7A5B-496F-9772-8936EF75FEDB}" dt="2023-08-31T10:57:44.221" v="96" actId="207"/>
      <pc:docMkLst>
        <pc:docMk/>
      </pc:docMkLst>
      <pc:sldChg chg="addSp delSp modSp mod">
        <pc:chgData name="Songqing" userId="c4d8cb49210192e2" providerId="LiveId" clId="{C07A841E-7A5B-496F-9772-8936EF75FEDB}" dt="2023-08-31T10:57:44.221" v="96" actId="207"/>
        <pc:sldMkLst>
          <pc:docMk/>
          <pc:sldMk cId="2125594860" sldId="329"/>
        </pc:sldMkLst>
        <pc:spChg chg="mod">
          <ac:chgData name="Songqing" userId="c4d8cb49210192e2" providerId="LiveId" clId="{C07A841E-7A5B-496F-9772-8936EF75FEDB}" dt="2023-08-31T10:49:15.488" v="20" actId="14100"/>
          <ac:spMkLst>
            <pc:docMk/>
            <pc:sldMk cId="2125594860" sldId="329"/>
            <ac:spMk id="2" creationId="{00000000-0000-0000-0000-000000000000}"/>
          </ac:spMkLst>
        </pc:spChg>
        <pc:spChg chg="mod">
          <ac:chgData name="Songqing" userId="c4d8cb49210192e2" providerId="LiveId" clId="{C07A841E-7A5B-496F-9772-8936EF75FEDB}" dt="2023-08-31T10:57:44.221" v="96" actId="207"/>
          <ac:spMkLst>
            <pc:docMk/>
            <pc:sldMk cId="2125594860" sldId="329"/>
            <ac:spMk id="3" creationId="{76756270-CDE9-3161-4FF9-3D08EB304ABE}"/>
          </ac:spMkLst>
        </pc:spChg>
        <pc:spChg chg="mod">
          <ac:chgData name="Songqing" userId="c4d8cb49210192e2" providerId="LiveId" clId="{C07A841E-7A5B-496F-9772-8936EF75FEDB}" dt="2023-08-31T10:57:44.221" v="96" actId="207"/>
          <ac:spMkLst>
            <pc:docMk/>
            <pc:sldMk cId="2125594860" sldId="329"/>
            <ac:spMk id="4" creationId="{22865BB7-A565-25B8-A51C-B01D7C331B77}"/>
          </ac:spMkLst>
        </pc:spChg>
        <pc:spChg chg="del">
          <ac:chgData name="Songqing" userId="c4d8cb49210192e2" providerId="LiveId" clId="{C07A841E-7A5B-496F-9772-8936EF75FEDB}" dt="2023-08-31T10:48:53.659" v="1" actId="478"/>
          <ac:spMkLst>
            <pc:docMk/>
            <pc:sldMk cId="2125594860" sldId="329"/>
            <ac:spMk id="5" creationId="{C13DCBAF-4E06-0AE9-4BD4-B89F70B21DA3}"/>
          </ac:spMkLst>
        </pc:spChg>
        <pc:spChg chg="del">
          <ac:chgData name="Songqing" userId="c4d8cb49210192e2" providerId="LiveId" clId="{C07A841E-7A5B-496F-9772-8936EF75FEDB}" dt="2023-08-31T10:48:55.699" v="2" actId="478"/>
          <ac:spMkLst>
            <pc:docMk/>
            <pc:sldMk cId="2125594860" sldId="329"/>
            <ac:spMk id="6" creationId="{D277873C-94ED-95CC-9F93-A87962F5D8DD}"/>
          </ac:spMkLst>
        </pc:spChg>
        <pc:spChg chg="add mod">
          <ac:chgData name="Songqing" userId="c4d8cb49210192e2" providerId="LiveId" clId="{C07A841E-7A5B-496F-9772-8936EF75FEDB}" dt="2023-08-31T10:57:44.221" v="96" actId="207"/>
          <ac:spMkLst>
            <pc:docMk/>
            <pc:sldMk cId="2125594860" sldId="329"/>
            <ac:spMk id="7" creationId="{690ECD80-6365-F68D-3974-B7022C7DB1A9}"/>
          </ac:spMkLst>
        </pc:spChg>
        <pc:spChg chg="add mod">
          <ac:chgData name="Songqing" userId="c4d8cb49210192e2" providerId="LiveId" clId="{C07A841E-7A5B-496F-9772-8936EF75FEDB}" dt="2023-08-31T10:57:44.221" v="96" actId="207"/>
          <ac:spMkLst>
            <pc:docMk/>
            <pc:sldMk cId="2125594860" sldId="329"/>
            <ac:spMk id="8" creationId="{5E748DFF-B142-78DB-FC39-F5EDEB3F5D59}"/>
          </ac:spMkLst>
        </pc:spChg>
        <pc:spChg chg="add mod">
          <ac:chgData name="Songqing" userId="c4d8cb49210192e2" providerId="LiveId" clId="{C07A841E-7A5B-496F-9772-8936EF75FEDB}" dt="2023-08-31T10:57:44.221" v="96" actId="207"/>
          <ac:spMkLst>
            <pc:docMk/>
            <pc:sldMk cId="2125594860" sldId="329"/>
            <ac:spMk id="9" creationId="{F9EC9237-0ADB-8C3A-F349-AAA7AB3E9781}"/>
          </ac:spMkLst>
        </pc:spChg>
      </pc:sldChg>
      <pc:sldChg chg="add">
        <pc:chgData name="Songqing" userId="c4d8cb49210192e2" providerId="LiveId" clId="{C07A841E-7A5B-496F-9772-8936EF75FEDB}" dt="2023-08-31T10:47:45.595" v="0" actId="2890"/>
        <pc:sldMkLst>
          <pc:docMk/>
          <pc:sldMk cId="3877384622" sldId="340"/>
        </pc:sldMkLst>
      </pc:sldChg>
    </pc:docChg>
  </pc:docChgLst>
  <pc:docChgLst>
    <pc:chgData name="Songqing" userId="c4d8cb49210192e2" providerId="LiveId" clId="{111DDBBD-57B8-45FC-973B-CFB562566D1F}"/>
    <pc:docChg chg="custSel addSld delSld modSld sldOrd modSection">
      <pc:chgData name="Songqing" userId="c4d8cb49210192e2" providerId="LiveId" clId="{111DDBBD-57B8-45FC-973B-CFB562566D1F}" dt="2023-03-31T02:54:00.048" v="434" actId="207"/>
      <pc:docMkLst>
        <pc:docMk/>
      </pc:docMkLst>
      <pc:sldChg chg="modSp mod">
        <pc:chgData name="Songqing" userId="c4d8cb49210192e2" providerId="LiveId" clId="{111DDBBD-57B8-45FC-973B-CFB562566D1F}" dt="2023-03-31T01:29:46.190" v="31" actId="207"/>
        <pc:sldMkLst>
          <pc:docMk/>
          <pc:sldMk cId="3813058601" sldId="256"/>
        </pc:sldMkLst>
        <pc:spChg chg="mod">
          <ac:chgData name="Songqing" userId="c4d8cb49210192e2" providerId="LiveId" clId="{111DDBBD-57B8-45FC-973B-CFB562566D1F}" dt="2023-03-31T01:29:46.190" v="31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modSp del mod">
        <pc:chgData name="Songqing" userId="c4d8cb49210192e2" providerId="LiveId" clId="{111DDBBD-57B8-45FC-973B-CFB562566D1F}" dt="2023-03-31T02:10:05.954" v="329" actId="2696"/>
        <pc:sldMkLst>
          <pc:docMk/>
          <pc:sldMk cId="3278352769" sldId="323"/>
        </pc:sldMkLst>
        <pc:spChg chg="mod">
          <ac:chgData name="Songqing" userId="c4d8cb49210192e2" providerId="LiveId" clId="{111DDBBD-57B8-45FC-973B-CFB562566D1F}" dt="2023-03-31T02:09:37.447" v="327" actId="1076"/>
          <ac:spMkLst>
            <pc:docMk/>
            <pc:sldMk cId="3278352769" sldId="323"/>
            <ac:spMk id="2" creationId="{00000000-0000-0000-0000-000000000000}"/>
          </ac:spMkLst>
        </pc:spChg>
      </pc:sldChg>
      <pc:sldChg chg="addSp modSp mod">
        <pc:chgData name="Songqing" userId="c4d8cb49210192e2" providerId="LiveId" clId="{111DDBBD-57B8-45FC-973B-CFB562566D1F}" dt="2023-03-31T01:49:49.221" v="163" actId="14100"/>
        <pc:sldMkLst>
          <pc:docMk/>
          <pc:sldMk cId="2125594860" sldId="329"/>
        </pc:sldMkLst>
        <pc:spChg chg="mod">
          <ac:chgData name="Songqing" userId="c4d8cb49210192e2" providerId="LiveId" clId="{111DDBBD-57B8-45FC-973B-CFB562566D1F}" dt="2023-03-31T01:46:43.386" v="79" actId="14100"/>
          <ac:spMkLst>
            <pc:docMk/>
            <pc:sldMk cId="2125594860" sldId="329"/>
            <ac:spMk id="2" creationId="{00000000-0000-0000-0000-000000000000}"/>
          </ac:spMkLst>
        </pc:spChg>
        <pc:spChg chg="add mod">
          <ac:chgData name="Songqing" userId="c4d8cb49210192e2" providerId="LiveId" clId="{111DDBBD-57B8-45FC-973B-CFB562566D1F}" dt="2023-03-31T01:47:42.120" v="105" actId="1076"/>
          <ac:spMkLst>
            <pc:docMk/>
            <pc:sldMk cId="2125594860" sldId="329"/>
            <ac:spMk id="3" creationId="{76756270-CDE9-3161-4FF9-3D08EB304ABE}"/>
          </ac:spMkLst>
        </pc:spChg>
        <pc:spChg chg="add mod">
          <ac:chgData name="Songqing" userId="c4d8cb49210192e2" providerId="LiveId" clId="{111DDBBD-57B8-45FC-973B-CFB562566D1F}" dt="2023-03-31T01:47:53.623" v="120" actId="20577"/>
          <ac:spMkLst>
            <pc:docMk/>
            <pc:sldMk cId="2125594860" sldId="329"/>
            <ac:spMk id="4" creationId="{22865BB7-A565-25B8-A51C-B01D7C331B77}"/>
          </ac:spMkLst>
        </pc:spChg>
        <pc:spChg chg="add mod">
          <ac:chgData name="Songqing" userId="c4d8cb49210192e2" providerId="LiveId" clId="{111DDBBD-57B8-45FC-973B-CFB562566D1F}" dt="2023-03-31T01:49:29.508" v="148" actId="14100"/>
          <ac:spMkLst>
            <pc:docMk/>
            <pc:sldMk cId="2125594860" sldId="329"/>
            <ac:spMk id="5" creationId="{C13DCBAF-4E06-0AE9-4BD4-B89F70B21DA3}"/>
          </ac:spMkLst>
        </pc:spChg>
        <pc:spChg chg="add mod">
          <ac:chgData name="Songqing" userId="c4d8cb49210192e2" providerId="LiveId" clId="{111DDBBD-57B8-45FC-973B-CFB562566D1F}" dt="2023-03-31T01:49:49.221" v="163" actId="14100"/>
          <ac:spMkLst>
            <pc:docMk/>
            <pc:sldMk cId="2125594860" sldId="329"/>
            <ac:spMk id="6" creationId="{D277873C-94ED-95CC-9F93-A87962F5D8DD}"/>
          </ac:spMkLst>
        </pc:spChg>
      </pc:sldChg>
      <pc:sldChg chg="delSp modSp mod">
        <pc:chgData name="Songqing" userId="c4d8cb49210192e2" providerId="LiveId" clId="{111DDBBD-57B8-45FC-973B-CFB562566D1F}" dt="2023-03-31T02:08:59.515" v="316" actId="20577"/>
        <pc:sldMkLst>
          <pc:docMk/>
          <pc:sldMk cId="1698183513" sldId="330"/>
        </pc:sldMkLst>
        <pc:spChg chg="mod">
          <ac:chgData name="Songqing" userId="c4d8cb49210192e2" providerId="LiveId" clId="{111DDBBD-57B8-45FC-973B-CFB562566D1F}" dt="2023-03-31T02:08:59.515" v="316" actId="20577"/>
          <ac:spMkLst>
            <pc:docMk/>
            <pc:sldMk cId="1698183513" sldId="330"/>
            <ac:spMk id="2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49.858" v="302" actId="478"/>
          <ac:spMkLst>
            <pc:docMk/>
            <pc:sldMk cId="1698183513" sldId="330"/>
            <ac:spMk id="4" creationId="{EB60F8D1-1C58-1C48-66EC-8FC5FAE33ACA}"/>
          </ac:spMkLst>
        </pc:spChg>
        <pc:spChg chg="del">
          <ac:chgData name="Songqing" userId="c4d8cb49210192e2" providerId="LiveId" clId="{111DDBBD-57B8-45FC-973B-CFB562566D1F}" dt="2023-03-31T02:08:49.858" v="302" actId="478"/>
          <ac:spMkLst>
            <pc:docMk/>
            <pc:sldMk cId="1698183513" sldId="330"/>
            <ac:spMk id="5" creationId="{A8103F9D-852F-0C20-9266-1C6116AED6DE}"/>
          </ac:spMkLst>
        </pc:spChg>
        <pc:spChg chg="del">
          <ac:chgData name="Songqing" userId="c4d8cb49210192e2" providerId="LiveId" clId="{111DDBBD-57B8-45FC-973B-CFB562566D1F}" dt="2023-03-31T02:08:49.858" v="302" actId="478"/>
          <ac:spMkLst>
            <pc:docMk/>
            <pc:sldMk cId="1698183513" sldId="330"/>
            <ac:spMk id="7" creationId="{A8103F9D-852F-0C20-9266-1C6116AED6DE}"/>
          </ac:spMkLst>
        </pc:spChg>
        <pc:spChg chg="del">
          <ac:chgData name="Songqing" userId="c4d8cb49210192e2" providerId="LiveId" clId="{111DDBBD-57B8-45FC-973B-CFB562566D1F}" dt="2023-03-31T02:08:49.858" v="302" actId="478"/>
          <ac:spMkLst>
            <pc:docMk/>
            <pc:sldMk cId="1698183513" sldId="330"/>
            <ac:spMk id="8" creationId="{A8103F9D-852F-0C20-9266-1C6116AED6DE}"/>
          </ac:spMkLst>
        </pc:spChg>
        <pc:spChg chg="del">
          <ac:chgData name="Songqing" userId="c4d8cb49210192e2" providerId="LiveId" clId="{111DDBBD-57B8-45FC-973B-CFB562566D1F}" dt="2023-03-31T02:08:49.858" v="302" actId="478"/>
          <ac:spMkLst>
            <pc:docMk/>
            <pc:sldMk cId="1698183513" sldId="330"/>
            <ac:spMk id="9" creationId="{A8103F9D-852F-0C20-9266-1C6116AED6DE}"/>
          </ac:spMkLst>
        </pc:spChg>
        <pc:spChg chg="del">
          <ac:chgData name="Songqing" userId="c4d8cb49210192e2" providerId="LiveId" clId="{111DDBBD-57B8-45FC-973B-CFB562566D1F}" dt="2023-03-31T02:08:49.858" v="302" actId="478"/>
          <ac:spMkLst>
            <pc:docMk/>
            <pc:sldMk cId="1698183513" sldId="330"/>
            <ac:spMk id="10" creationId="{A8103F9D-852F-0C20-9266-1C6116AED6DE}"/>
          </ac:spMkLst>
        </pc:spChg>
      </pc:sldChg>
      <pc:sldChg chg="delSp modSp mod">
        <pc:chgData name="Songqing" userId="c4d8cb49210192e2" providerId="LiveId" clId="{111DDBBD-57B8-45FC-973B-CFB562566D1F}" dt="2023-03-31T02:08:28.253" v="301" actId="478"/>
        <pc:sldMkLst>
          <pc:docMk/>
          <pc:sldMk cId="464202778" sldId="331"/>
        </pc:sldMkLst>
        <pc:spChg chg="mod">
          <ac:chgData name="Songqing" userId="c4d8cb49210192e2" providerId="LiveId" clId="{111DDBBD-57B8-45FC-973B-CFB562566D1F}" dt="2023-03-31T02:08:19.424" v="300" actId="20577"/>
          <ac:spMkLst>
            <pc:docMk/>
            <pc:sldMk cId="464202778" sldId="331"/>
            <ac:spMk id="2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28.253" v="301" actId="478"/>
          <ac:spMkLst>
            <pc:docMk/>
            <pc:sldMk cId="464202778" sldId="331"/>
            <ac:spMk id="3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28.253" v="301" actId="478"/>
          <ac:spMkLst>
            <pc:docMk/>
            <pc:sldMk cId="464202778" sldId="331"/>
            <ac:spMk id="4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28.253" v="301" actId="478"/>
          <ac:spMkLst>
            <pc:docMk/>
            <pc:sldMk cId="464202778" sldId="331"/>
            <ac:spMk id="5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28.253" v="301" actId="478"/>
          <ac:spMkLst>
            <pc:docMk/>
            <pc:sldMk cId="464202778" sldId="331"/>
            <ac:spMk id="9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28.253" v="301" actId="478"/>
          <ac:spMkLst>
            <pc:docMk/>
            <pc:sldMk cId="464202778" sldId="331"/>
            <ac:spMk id="10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28.253" v="301" actId="478"/>
          <ac:spMkLst>
            <pc:docMk/>
            <pc:sldMk cId="464202778" sldId="331"/>
            <ac:spMk id="15" creationId="{00000000-0000-0000-0000-000000000000}"/>
          </ac:spMkLst>
        </pc:spChg>
        <pc:spChg chg="del">
          <ac:chgData name="Songqing" userId="c4d8cb49210192e2" providerId="LiveId" clId="{111DDBBD-57B8-45FC-973B-CFB562566D1F}" dt="2023-03-31T02:08:28.253" v="301" actId="478"/>
          <ac:spMkLst>
            <pc:docMk/>
            <pc:sldMk cId="464202778" sldId="331"/>
            <ac:spMk id="18" creationId="{00000000-0000-0000-0000-000000000000}"/>
          </ac:spMkLst>
        </pc:spChg>
        <pc:cxnChg chg="del mod">
          <ac:chgData name="Songqing" userId="c4d8cb49210192e2" providerId="LiveId" clId="{111DDBBD-57B8-45FC-973B-CFB562566D1F}" dt="2023-03-31T02:08:28.253" v="301" actId="478"/>
          <ac:cxnSpMkLst>
            <pc:docMk/>
            <pc:sldMk cId="464202778" sldId="331"/>
            <ac:cxnSpMk id="7" creationId="{00000000-0000-0000-0000-000000000000}"/>
          </ac:cxnSpMkLst>
        </pc:cxnChg>
        <pc:cxnChg chg="del mod">
          <ac:chgData name="Songqing" userId="c4d8cb49210192e2" providerId="LiveId" clId="{111DDBBD-57B8-45FC-973B-CFB562566D1F}" dt="2023-03-31T02:08:28.253" v="301" actId="478"/>
          <ac:cxnSpMkLst>
            <pc:docMk/>
            <pc:sldMk cId="464202778" sldId="331"/>
            <ac:cxnSpMk id="12" creationId="{00000000-0000-0000-0000-000000000000}"/>
          </ac:cxnSpMkLst>
        </pc:cxnChg>
      </pc:sldChg>
      <pc:sldChg chg="addSp delSp modSp mod">
        <pc:chgData name="Songqing" userId="c4d8cb49210192e2" providerId="LiveId" clId="{111DDBBD-57B8-45FC-973B-CFB562566D1F}" dt="2023-03-31T01:56:31.330" v="288" actId="20577"/>
        <pc:sldMkLst>
          <pc:docMk/>
          <pc:sldMk cId="1426314236" sldId="332"/>
        </pc:sldMkLst>
        <pc:spChg chg="mod">
          <ac:chgData name="Songqing" userId="c4d8cb49210192e2" providerId="LiveId" clId="{111DDBBD-57B8-45FC-973B-CFB562566D1F}" dt="2023-03-31T01:40:22.935" v="66" actId="14100"/>
          <ac:spMkLst>
            <pc:docMk/>
            <pc:sldMk cId="1426314236" sldId="332"/>
            <ac:spMk id="2" creationId="{00000000-0000-0000-0000-000000000000}"/>
          </ac:spMkLst>
        </pc:spChg>
        <pc:spChg chg="del mod">
          <ac:chgData name="Songqing" userId="c4d8cb49210192e2" providerId="LiveId" clId="{111DDBBD-57B8-45FC-973B-CFB562566D1F}" dt="2023-03-31T01:55:43.746" v="274" actId="478"/>
          <ac:spMkLst>
            <pc:docMk/>
            <pc:sldMk cId="1426314236" sldId="332"/>
            <ac:spMk id="3" creationId="{00000000-0000-0000-0000-000000000000}"/>
          </ac:spMkLst>
        </pc:spChg>
        <pc:spChg chg="del mod">
          <ac:chgData name="Songqing" userId="c4d8cb49210192e2" providerId="LiveId" clId="{111DDBBD-57B8-45FC-973B-CFB562566D1F}" dt="2023-03-31T01:55:43.746" v="274" actId="478"/>
          <ac:spMkLst>
            <pc:docMk/>
            <pc:sldMk cId="1426314236" sldId="332"/>
            <ac:spMk id="4" creationId="{00000000-0000-0000-0000-000000000000}"/>
          </ac:spMkLst>
        </pc:spChg>
        <pc:spChg chg="mod">
          <ac:chgData name="Songqing" userId="c4d8cb49210192e2" providerId="LiveId" clId="{111DDBBD-57B8-45FC-973B-CFB562566D1F}" dt="2023-03-31T01:50:52.095" v="176" actId="207"/>
          <ac:spMkLst>
            <pc:docMk/>
            <pc:sldMk cId="1426314236" sldId="332"/>
            <ac:spMk id="5" creationId="{00000000-0000-0000-0000-000000000000}"/>
          </ac:spMkLst>
        </pc:spChg>
        <pc:spChg chg="del mod">
          <ac:chgData name="Songqing" userId="c4d8cb49210192e2" providerId="LiveId" clId="{111DDBBD-57B8-45FC-973B-CFB562566D1F}" dt="2023-03-31T01:55:43.746" v="274" actId="478"/>
          <ac:spMkLst>
            <pc:docMk/>
            <pc:sldMk cId="1426314236" sldId="332"/>
            <ac:spMk id="6" creationId="{00000000-0000-0000-0000-000000000000}"/>
          </ac:spMkLst>
        </pc:spChg>
        <pc:spChg chg="del mod">
          <ac:chgData name="Songqing" userId="c4d8cb49210192e2" providerId="LiveId" clId="{111DDBBD-57B8-45FC-973B-CFB562566D1F}" dt="2023-03-31T01:55:43.746" v="274" actId="478"/>
          <ac:spMkLst>
            <pc:docMk/>
            <pc:sldMk cId="1426314236" sldId="332"/>
            <ac:spMk id="7" creationId="{00000000-0000-0000-0000-000000000000}"/>
          </ac:spMkLst>
        </pc:spChg>
        <pc:spChg chg="add mod">
          <ac:chgData name="Songqing" userId="c4d8cb49210192e2" providerId="LiveId" clId="{111DDBBD-57B8-45FC-973B-CFB562566D1F}" dt="2023-03-31T01:51:43.927" v="194" actId="14100"/>
          <ac:spMkLst>
            <pc:docMk/>
            <pc:sldMk cId="1426314236" sldId="332"/>
            <ac:spMk id="10" creationId="{34D00251-1221-2030-1E3D-2F923A06A131}"/>
          </ac:spMkLst>
        </pc:spChg>
        <pc:spChg chg="add mod">
          <ac:chgData name="Songqing" userId="c4d8cb49210192e2" providerId="LiveId" clId="{111DDBBD-57B8-45FC-973B-CFB562566D1F}" dt="2023-03-31T01:54:57.128" v="258" actId="14100"/>
          <ac:spMkLst>
            <pc:docMk/>
            <pc:sldMk cId="1426314236" sldId="332"/>
            <ac:spMk id="11" creationId="{FD255529-4289-3016-5FBF-644454A43737}"/>
          </ac:spMkLst>
        </pc:spChg>
        <pc:spChg chg="add mod">
          <ac:chgData name="Songqing" userId="c4d8cb49210192e2" providerId="LiveId" clId="{111DDBBD-57B8-45FC-973B-CFB562566D1F}" dt="2023-03-31T01:55:27.360" v="273" actId="20577"/>
          <ac:spMkLst>
            <pc:docMk/>
            <pc:sldMk cId="1426314236" sldId="332"/>
            <ac:spMk id="12" creationId="{EC8B022B-D73A-4A55-E4FD-44500AF43C8F}"/>
          </ac:spMkLst>
        </pc:spChg>
        <pc:spChg chg="add mod">
          <ac:chgData name="Songqing" userId="c4d8cb49210192e2" providerId="LiveId" clId="{111DDBBD-57B8-45FC-973B-CFB562566D1F}" dt="2023-03-31T01:56:31.330" v="288" actId="20577"/>
          <ac:spMkLst>
            <pc:docMk/>
            <pc:sldMk cId="1426314236" sldId="332"/>
            <ac:spMk id="13" creationId="{6AC17DF5-7B37-9866-D761-F36D5611400C}"/>
          </ac:spMkLst>
        </pc:spChg>
        <pc:picChg chg="add mod">
          <ac:chgData name="Songqing" userId="c4d8cb49210192e2" providerId="LiveId" clId="{111DDBBD-57B8-45FC-973B-CFB562566D1F}" dt="2023-03-31T01:39:48.082" v="64" actId="1076"/>
          <ac:picMkLst>
            <pc:docMk/>
            <pc:sldMk cId="1426314236" sldId="332"/>
            <ac:picMk id="9" creationId="{276AECC3-91AF-BD84-7EDC-EAAC9DBEC849}"/>
          </ac:picMkLst>
        </pc:picChg>
      </pc:sldChg>
      <pc:sldChg chg="addSp delSp modSp mod ord">
        <pc:chgData name="Songqing" userId="c4d8cb49210192e2" providerId="LiveId" clId="{111DDBBD-57B8-45FC-973B-CFB562566D1F}" dt="2023-03-31T02:54:00.048" v="434" actId="207"/>
        <pc:sldMkLst>
          <pc:docMk/>
          <pc:sldMk cId="419207778" sldId="334"/>
        </pc:sldMkLst>
        <pc:spChg chg="mod">
          <ac:chgData name="Songqing" userId="c4d8cb49210192e2" providerId="LiveId" clId="{111DDBBD-57B8-45FC-973B-CFB562566D1F}" dt="2023-03-31T02:54:00.048" v="434" actId="207"/>
          <ac:spMkLst>
            <pc:docMk/>
            <pc:sldMk cId="419207778" sldId="334"/>
            <ac:spMk id="2" creationId="{00000000-0000-0000-0000-000000000000}"/>
          </ac:spMkLst>
        </pc:spChg>
        <pc:spChg chg="del">
          <ac:chgData name="Songqing" userId="c4d8cb49210192e2" providerId="LiveId" clId="{111DDBBD-57B8-45FC-973B-CFB562566D1F}" dt="2023-03-31T02:39:40.319" v="375" actId="478"/>
          <ac:spMkLst>
            <pc:docMk/>
            <pc:sldMk cId="419207778" sldId="334"/>
            <ac:spMk id="3" creationId="{317D7BCD-18F7-1CDD-AC28-83868813256F}"/>
          </ac:spMkLst>
        </pc:spChg>
        <pc:spChg chg="add mod">
          <ac:chgData name="Songqing" userId="c4d8cb49210192e2" providerId="LiveId" clId="{111DDBBD-57B8-45FC-973B-CFB562566D1F}" dt="2023-03-31T02:53:24.625" v="393" actId="1076"/>
          <ac:spMkLst>
            <pc:docMk/>
            <pc:sldMk cId="419207778" sldId="334"/>
            <ac:spMk id="7" creationId="{6BA88DE2-4EEF-3CCD-21BB-D56998FEFCF4}"/>
          </ac:spMkLst>
        </pc:spChg>
        <pc:spChg chg="del">
          <ac:chgData name="Songqing" userId="c4d8cb49210192e2" providerId="LiveId" clId="{111DDBBD-57B8-45FC-973B-CFB562566D1F}" dt="2023-03-31T02:39:40.319" v="375" actId="478"/>
          <ac:spMkLst>
            <pc:docMk/>
            <pc:sldMk cId="419207778" sldId="334"/>
            <ac:spMk id="10" creationId="{0570D509-DAA7-5125-A7DA-4BC73CB9A64E}"/>
          </ac:spMkLst>
        </pc:spChg>
        <pc:spChg chg="del">
          <ac:chgData name="Songqing" userId="c4d8cb49210192e2" providerId="LiveId" clId="{111DDBBD-57B8-45FC-973B-CFB562566D1F}" dt="2023-03-31T02:39:40.319" v="375" actId="478"/>
          <ac:spMkLst>
            <pc:docMk/>
            <pc:sldMk cId="419207778" sldId="334"/>
            <ac:spMk id="12" creationId="{4DD2415D-FDEC-0CBE-9D4F-58BE15757D79}"/>
          </ac:spMkLst>
        </pc:spChg>
        <pc:picChg chg="add del mod">
          <ac:chgData name="Songqing" userId="c4d8cb49210192e2" providerId="LiveId" clId="{111DDBBD-57B8-45FC-973B-CFB562566D1F}" dt="2023-03-31T02:53:08.422" v="388" actId="478"/>
          <ac:picMkLst>
            <pc:docMk/>
            <pc:sldMk cId="419207778" sldId="334"/>
            <ac:picMk id="5" creationId="{312DE521-FC1F-6299-927C-043F15B40E64}"/>
          </ac:picMkLst>
        </pc:picChg>
      </pc:sldChg>
      <pc:sldChg chg="modSp add mod">
        <pc:chgData name="Songqing" userId="c4d8cb49210192e2" providerId="LiveId" clId="{111DDBBD-57B8-45FC-973B-CFB562566D1F}" dt="2023-03-31T02:10:20.241" v="338" actId="20577"/>
        <pc:sldMkLst>
          <pc:docMk/>
          <pc:sldMk cId="1119829813" sldId="336"/>
        </pc:sldMkLst>
        <pc:spChg chg="mod">
          <ac:chgData name="Songqing" userId="c4d8cb49210192e2" providerId="LiveId" clId="{111DDBBD-57B8-45FC-973B-CFB562566D1F}" dt="2023-03-31T02:10:20.241" v="338" actId="20577"/>
          <ac:spMkLst>
            <pc:docMk/>
            <pc:sldMk cId="1119829813" sldId="336"/>
            <ac:spMk id="2" creationId="{00000000-0000-0000-0000-000000000000}"/>
          </ac:spMkLst>
        </pc:spChg>
      </pc:sldChg>
      <pc:sldChg chg="addSp delSp modSp add mod">
        <pc:chgData name="Songqing" userId="c4d8cb49210192e2" providerId="LiveId" clId="{111DDBBD-57B8-45FC-973B-CFB562566D1F}" dt="2023-03-31T02:43:13.031" v="386" actId="167"/>
        <pc:sldMkLst>
          <pc:docMk/>
          <pc:sldMk cId="3124909375" sldId="337"/>
        </pc:sldMkLst>
        <pc:spChg chg="mod">
          <ac:chgData name="Songqing" userId="c4d8cb49210192e2" providerId="LiveId" clId="{111DDBBD-57B8-45FC-973B-CFB562566D1F}" dt="2023-03-31T02:35:39.938" v="369" actId="1076"/>
          <ac:spMkLst>
            <pc:docMk/>
            <pc:sldMk cId="3124909375" sldId="337"/>
            <ac:spMk id="2" creationId="{00000000-0000-0000-0000-000000000000}"/>
          </ac:spMkLst>
        </pc:spChg>
        <pc:picChg chg="add del mod">
          <ac:chgData name="Songqing" userId="c4d8cb49210192e2" providerId="LiveId" clId="{111DDBBD-57B8-45FC-973B-CFB562566D1F}" dt="2023-03-31T02:34:59.183" v="362" actId="478"/>
          <ac:picMkLst>
            <pc:docMk/>
            <pc:sldMk cId="3124909375" sldId="337"/>
            <ac:picMk id="4" creationId="{C8D44BA5-ADA5-6312-688B-E27740144C3C}"/>
          </ac:picMkLst>
        </pc:picChg>
        <pc:picChg chg="add mod ord">
          <ac:chgData name="Songqing" userId="c4d8cb49210192e2" providerId="LiveId" clId="{111DDBBD-57B8-45FC-973B-CFB562566D1F}" dt="2023-03-31T02:43:13.031" v="386" actId="167"/>
          <ac:picMkLst>
            <pc:docMk/>
            <pc:sldMk cId="3124909375" sldId="337"/>
            <ac:picMk id="6" creationId="{1E653E81-5D05-F80F-0704-1B7D38CC8717}"/>
          </ac:picMkLst>
        </pc:picChg>
      </pc:sldChg>
      <pc:sldChg chg="add">
        <pc:chgData name="Songqing" userId="c4d8cb49210192e2" providerId="LiveId" clId="{111DDBBD-57B8-45FC-973B-CFB562566D1F}" dt="2023-03-31T02:39:35.709" v="374" actId="2890"/>
        <pc:sldMkLst>
          <pc:docMk/>
          <pc:sldMk cId="407428871" sldId="338"/>
        </pc:sldMkLst>
      </pc:sldChg>
      <pc:sldChg chg="add">
        <pc:chgData name="Songqing" userId="c4d8cb49210192e2" providerId="LiveId" clId="{111DDBBD-57B8-45FC-973B-CFB562566D1F}" dt="2023-03-31T02:53:05.942" v="387" actId="2890"/>
        <pc:sldMkLst>
          <pc:docMk/>
          <pc:sldMk cId="3535222852" sldId="339"/>
        </pc:sldMkLst>
      </pc:sldChg>
    </pc:docChg>
  </pc:docChgLst>
  <pc:docChgLst>
    <pc:chgData name="Songqing" userId="c4d8cb49210192e2" providerId="LiveId" clId="{E6809159-52D0-4E75-90FC-6FCDBAFB1020}"/>
    <pc:docChg chg="custSel addSld modSld sldOrd modSection">
      <pc:chgData name="Songqing" userId="c4d8cb49210192e2" providerId="LiveId" clId="{E6809159-52D0-4E75-90FC-6FCDBAFB1020}" dt="2023-03-24T12:11:47.690" v="213" actId="20577"/>
      <pc:docMkLst>
        <pc:docMk/>
      </pc:docMkLst>
      <pc:sldChg chg="addSp delSp modSp mod">
        <pc:chgData name="Songqing" userId="c4d8cb49210192e2" providerId="LiveId" clId="{E6809159-52D0-4E75-90FC-6FCDBAFB1020}" dt="2023-03-24T12:11:15.201" v="169" actId="1076"/>
        <pc:sldMkLst>
          <pc:docMk/>
          <pc:sldMk cId="3278352769" sldId="323"/>
        </pc:sldMkLst>
        <pc:spChg chg="mod">
          <ac:chgData name="Songqing" userId="c4d8cb49210192e2" providerId="LiveId" clId="{E6809159-52D0-4E75-90FC-6FCDBAFB1020}" dt="2023-03-24T12:11:15.201" v="169" actId="1076"/>
          <ac:spMkLst>
            <pc:docMk/>
            <pc:sldMk cId="3278352769" sldId="323"/>
            <ac:spMk id="2" creationId="{00000000-0000-0000-0000-000000000000}"/>
          </ac:spMkLst>
        </pc:spChg>
        <pc:spChg chg="add del mod">
          <ac:chgData name="Songqing" userId="c4d8cb49210192e2" providerId="LiveId" clId="{E6809159-52D0-4E75-90FC-6FCDBAFB1020}" dt="2023-03-24T12:11:08.962" v="167" actId="478"/>
          <ac:spMkLst>
            <pc:docMk/>
            <pc:sldMk cId="3278352769" sldId="323"/>
            <ac:spMk id="3" creationId="{317D7BCD-18F7-1CDD-AC28-83868813256F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4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5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6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7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8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9" creationId="{00000000-0000-0000-0000-000000000000}"/>
          </ac:spMkLst>
        </pc:spChg>
        <pc:spChg chg="add del mod">
          <ac:chgData name="Songqing" userId="c4d8cb49210192e2" providerId="LiveId" clId="{E6809159-52D0-4E75-90FC-6FCDBAFB1020}" dt="2023-03-24T12:11:12" v="168" actId="478"/>
          <ac:spMkLst>
            <pc:docMk/>
            <pc:sldMk cId="3278352769" sldId="323"/>
            <ac:spMk id="10" creationId="{0570D509-DAA7-5125-A7DA-4BC73CB9A64E}"/>
          </ac:spMkLst>
        </pc:spChg>
        <pc:spChg chg="add del mod">
          <ac:chgData name="Songqing" userId="c4d8cb49210192e2" providerId="LiveId" clId="{E6809159-52D0-4E75-90FC-6FCDBAFB1020}" dt="2023-03-24T12:11:08.962" v="167" actId="478"/>
          <ac:spMkLst>
            <pc:docMk/>
            <pc:sldMk cId="3278352769" sldId="323"/>
            <ac:spMk id="12" creationId="{4DD2415D-FDEC-0CBE-9D4F-58BE15757D79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3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6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7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28" creationId="{00000000-0000-0000-0000-000000000000}"/>
          </ac:spMkLst>
        </pc:spChg>
        <pc:spChg chg="del">
          <ac:chgData name="Songqing" userId="c4d8cb49210192e2" providerId="LiveId" clId="{E6809159-52D0-4E75-90FC-6FCDBAFB1020}" dt="2023-03-24T12:07:47.246" v="1" actId="478"/>
          <ac:spMkLst>
            <pc:docMk/>
            <pc:sldMk cId="3278352769" sldId="323"/>
            <ac:spMk id="80" creationId="{00000000-0000-0000-0000-000000000000}"/>
          </ac:spMkLst>
        </pc:sp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1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3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15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22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48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50" creationId="{00000000-0000-0000-0000-000000000000}"/>
          </ac:cxnSpMkLst>
        </pc:cxnChg>
        <pc:cxnChg chg="del mod">
          <ac:chgData name="Songqing" userId="c4d8cb49210192e2" providerId="LiveId" clId="{E6809159-52D0-4E75-90FC-6FCDBAFB1020}" dt="2023-03-24T12:07:47.246" v="1" actId="478"/>
          <ac:cxnSpMkLst>
            <pc:docMk/>
            <pc:sldMk cId="3278352769" sldId="323"/>
            <ac:cxnSpMk id="52" creationId="{00000000-0000-0000-0000-000000000000}"/>
          </ac:cxnSpMkLst>
        </pc:cxnChg>
      </pc:sldChg>
      <pc:sldChg chg="add">
        <pc:chgData name="Songqing" userId="c4d8cb49210192e2" providerId="LiveId" clId="{E6809159-52D0-4E75-90FC-6FCDBAFB1020}" dt="2023-03-24T12:07:40.705" v="0" actId="2890"/>
        <pc:sldMkLst>
          <pc:docMk/>
          <pc:sldMk cId="830662177" sldId="333"/>
        </pc:sldMkLst>
      </pc:sldChg>
      <pc:sldChg chg="add">
        <pc:chgData name="Songqing" userId="c4d8cb49210192e2" providerId="LiveId" clId="{E6809159-52D0-4E75-90FC-6FCDBAFB1020}" dt="2023-03-24T12:10:38.346" v="147" actId="2890"/>
        <pc:sldMkLst>
          <pc:docMk/>
          <pc:sldMk cId="419207778" sldId="334"/>
        </pc:sldMkLst>
      </pc:sldChg>
      <pc:sldChg chg="modSp add mod ord">
        <pc:chgData name="Songqing" userId="c4d8cb49210192e2" providerId="LiveId" clId="{E6809159-52D0-4E75-90FC-6FCDBAFB1020}" dt="2023-03-24T12:11:47.690" v="213" actId="20577"/>
        <pc:sldMkLst>
          <pc:docMk/>
          <pc:sldMk cId="332812214" sldId="335"/>
        </pc:sldMkLst>
        <pc:spChg chg="mod">
          <ac:chgData name="Songqing" userId="c4d8cb49210192e2" providerId="LiveId" clId="{E6809159-52D0-4E75-90FC-6FCDBAFB1020}" dt="2023-03-24T12:11:47.690" v="213" actId="20577"/>
          <ac:spMkLst>
            <pc:docMk/>
            <pc:sldMk cId="332812214" sldId="335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549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963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8070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1537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783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88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639DE-77CB-4311-8A8B-DE9896A2C645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245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31/08/2023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1491" y="2616089"/>
            <a:ext cx="9319491" cy="995330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API</a:t>
            </a:r>
            <a:r>
              <a:rPr lang="en-AU" sz="4800" b="1" dirty="0">
                <a:solidFill>
                  <a:srgbClr val="002060"/>
                </a:solidFill>
              </a:rPr>
              <a:t> </a:t>
            </a:r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Security</a:t>
            </a:r>
            <a:r>
              <a:rPr lang="en-AU" sz="4800" b="1" dirty="0">
                <a:solidFill>
                  <a:srgbClr val="002060"/>
                </a:solidFill>
              </a:rPr>
              <a:t> </a:t>
            </a:r>
            <a:r>
              <a:rPr lang="en-AU" sz="4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en-AU" sz="4800" b="1" dirty="0">
                <a:solidFill>
                  <a:srgbClr val="002060"/>
                </a:solidFill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Testing</a:t>
            </a:r>
            <a:endParaRPr lang="en-AU" sz="4000" i="1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2154382" y="2614833"/>
            <a:ext cx="5225473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Postman – API Testing Tool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What Postman can do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Use API specification in Postman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Check API response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Setting up pre-request scripts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Use environment variables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AU" altLang="en-US" b="1" i="1" dirty="0">
              <a:solidFill>
                <a:schemeClr val="accent2"/>
              </a:solidFill>
            </a:endParaRP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  <p:sp>
        <p:nvSpPr>
          <p:cNvPr id="2" name="Rectangle 1"/>
          <p:cNvSpPr/>
          <p:nvPr/>
        </p:nvSpPr>
        <p:spPr>
          <a:xfrm>
            <a:off x="2667000" y="4514140"/>
            <a:ext cx="4139275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6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Setting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6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up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6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a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6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mock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6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server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6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in</a:t>
            </a:r>
            <a:r>
              <a:rPr lang="en-AU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600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Postman</a:t>
            </a:r>
          </a:p>
        </p:txBody>
      </p:sp>
    </p:spTree>
    <p:extLst>
      <p:ext uri="{BB962C8B-B14F-4D97-AF65-F5344CB8AC3E}">
        <p14:creationId xmlns:p14="http://schemas.microsoft.com/office/powerpoint/2010/main" val="229783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322" y="1218598"/>
            <a:ext cx="6167764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Security Requirements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756270-CDE9-3161-4FF9-3D08EB304ABE}"/>
              </a:ext>
            </a:extLst>
          </p:cNvPr>
          <p:cNvSpPr txBox="1">
            <a:spLocks/>
          </p:cNvSpPr>
          <p:nvPr/>
        </p:nvSpPr>
        <p:spPr>
          <a:xfrm>
            <a:off x="1844122" y="3080354"/>
            <a:ext cx="3838221" cy="522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Confidentiality</a:t>
            </a:r>
            <a:br>
              <a:rPr lang="en-AU" sz="2800" b="1" dirty="0">
                <a:solidFill>
                  <a:schemeClr val="accent2"/>
                </a:solidFill>
              </a:rPr>
            </a:b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865BB7-A565-25B8-A51C-B01D7C331B77}"/>
              </a:ext>
            </a:extLst>
          </p:cNvPr>
          <p:cNvSpPr txBox="1">
            <a:spLocks/>
          </p:cNvSpPr>
          <p:nvPr/>
        </p:nvSpPr>
        <p:spPr>
          <a:xfrm>
            <a:off x="1844120" y="4833557"/>
            <a:ext cx="3838221" cy="522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Authorization</a:t>
            </a:r>
            <a:br>
              <a:rPr lang="en-AU" sz="2800" b="1" dirty="0">
                <a:solidFill>
                  <a:schemeClr val="accent2"/>
                </a:solidFill>
              </a:rPr>
            </a:b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0ECD80-6365-F68D-3974-B7022C7DB1A9}"/>
              </a:ext>
            </a:extLst>
          </p:cNvPr>
          <p:cNvSpPr txBox="1">
            <a:spLocks/>
          </p:cNvSpPr>
          <p:nvPr/>
        </p:nvSpPr>
        <p:spPr>
          <a:xfrm>
            <a:off x="1844121" y="4218057"/>
            <a:ext cx="3838221" cy="522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Authentication</a:t>
            </a:r>
            <a:br>
              <a:rPr lang="en-AU" sz="2800" b="1" dirty="0">
                <a:solidFill>
                  <a:schemeClr val="accent2"/>
                </a:solidFill>
              </a:rPr>
            </a:b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748DFF-B142-78DB-FC39-F5EDEB3F5D59}"/>
              </a:ext>
            </a:extLst>
          </p:cNvPr>
          <p:cNvSpPr txBox="1">
            <a:spLocks/>
          </p:cNvSpPr>
          <p:nvPr/>
        </p:nvSpPr>
        <p:spPr>
          <a:xfrm>
            <a:off x="1844122" y="3602871"/>
            <a:ext cx="3838221" cy="522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Integrity</a:t>
            </a:r>
            <a:br>
              <a:rPr lang="en-AU" sz="2800" b="1" dirty="0">
                <a:solidFill>
                  <a:schemeClr val="accent2"/>
                </a:solidFill>
              </a:rPr>
            </a:b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9EC9237-0ADB-8C3A-F349-AAA7AB3E9781}"/>
              </a:ext>
            </a:extLst>
          </p:cNvPr>
          <p:cNvSpPr txBox="1">
            <a:spLocks/>
          </p:cNvSpPr>
          <p:nvPr/>
        </p:nvSpPr>
        <p:spPr>
          <a:xfrm>
            <a:off x="1920322" y="5449345"/>
            <a:ext cx="5090079" cy="522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Non-Repudiation</a:t>
            </a:r>
            <a:br>
              <a:rPr lang="en-AU" sz="2800" b="1" dirty="0">
                <a:solidFill>
                  <a:schemeClr val="accent2"/>
                </a:solidFill>
              </a:rPr>
            </a:b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594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322" y="1218598"/>
            <a:ext cx="330482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Security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756270-CDE9-3161-4FF9-3D08EB304ABE}"/>
              </a:ext>
            </a:extLst>
          </p:cNvPr>
          <p:cNvSpPr txBox="1">
            <a:spLocks/>
          </p:cNvSpPr>
          <p:nvPr/>
        </p:nvSpPr>
        <p:spPr>
          <a:xfrm>
            <a:off x="1386922" y="3113310"/>
            <a:ext cx="3838221" cy="522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12800" dirty="0">
                <a:solidFill>
                  <a:srgbClr val="0070C0"/>
                </a:solidFill>
                <a:latin typeface="Arial Black" panose="020B0A04020102020204" pitchFamily="34" charset="0"/>
              </a:rPr>
              <a:t>Authentication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865BB7-A565-25B8-A51C-B01D7C331B77}"/>
              </a:ext>
            </a:extLst>
          </p:cNvPr>
          <p:cNvSpPr txBox="1">
            <a:spLocks/>
          </p:cNvSpPr>
          <p:nvPr/>
        </p:nvSpPr>
        <p:spPr>
          <a:xfrm>
            <a:off x="6416122" y="3113309"/>
            <a:ext cx="3838221" cy="522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12800" dirty="0">
                <a:solidFill>
                  <a:srgbClr val="0070C0"/>
                </a:solidFill>
                <a:latin typeface="Arial Black" panose="020B0A04020102020204" pitchFamily="34" charset="0"/>
              </a:rPr>
              <a:t>Authorization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C13DCBAF-4E06-0AE9-4BD4-B89F70B21DA3}"/>
              </a:ext>
            </a:extLst>
          </p:cNvPr>
          <p:cNvSpPr/>
          <p:nvPr/>
        </p:nvSpPr>
        <p:spPr>
          <a:xfrm>
            <a:off x="1273629" y="4082142"/>
            <a:ext cx="3178628" cy="751708"/>
          </a:xfrm>
          <a:prstGeom prst="cloudCallout">
            <a:avLst>
              <a:gd name="adj1" fmla="val -17371"/>
              <a:gd name="adj2" fmla="val -1328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Who you are</a:t>
            </a:r>
            <a:endParaRPr lang="en-AU" sz="2400" b="1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D277873C-94ED-95CC-9F93-A87962F5D8DD}"/>
              </a:ext>
            </a:extLst>
          </p:cNvPr>
          <p:cNvSpPr/>
          <p:nvPr/>
        </p:nvSpPr>
        <p:spPr>
          <a:xfrm>
            <a:off x="6705600" y="4082142"/>
            <a:ext cx="4212771" cy="751708"/>
          </a:xfrm>
          <a:prstGeom prst="cloudCallout">
            <a:avLst>
              <a:gd name="adj1" fmla="val -23670"/>
              <a:gd name="adj2" fmla="val -1198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you can do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87738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088" y="825276"/>
            <a:ext cx="610499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Security in Postman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21955" y="1765954"/>
            <a:ext cx="2050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Basic Auth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6AECC3-91AF-BD84-7EDC-EAAC9DBEC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123" y="254967"/>
            <a:ext cx="3358377" cy="6348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D00251-1221-2030-1E3D-2F923A06A131}"/>
              </a:ext>
            </a:extLst>
          </p:cNvPr>
          <p:cNvSpPr txBox="1"/>
          <p:nvPr/>
        </p:nvSpPr>
        <p:spPr>
          <a:xfrm>
            <a:off x="2321955" y="2345447"/>
            <a:ext cx="2831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Bearer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255529-4289-3016-5FBF-644454A43737}"/>
              </a:ext>
            </a:extLst>
          </p:cNvPr>
          <p:cNvSpPr txBox="1"/>
          <p:nvPr/>
        </p:nvSpPr>
        <p:spPr>
          <a:xfrm>
            <a:off x="2297183" y="2975005"/>
            <a:ext cx="2050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 Keys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8B022B-D73A-4A55-E4FD-44500AF43C8F}"/>
              </a:ext>
            </a:extLst>
          </p:cNvPr>
          <p:cNvSpPr txBox="1"/>
          <p:nvPr/>
        </p:nvSpPr>
        <p:spPr>
          <a:xfrm>
            <a:off x="2297183" y="3602870"/>
            <a:ext cx="2831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AWS Signature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C17DF5-7B37-9866-D761-F36D5611400C}"/>
              </a:ext>
            </a:extLst>
          </p:cNvPr>
          <p:cNvSpPr txBox="1"/>
          <p:nvPr/>
        </p:nvSpPr>
        <p:spPr>
          <a:xfrm>
            <a:off x="2321955" y="4224389"/>
            <a:ext cx="2831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OAth 2.0 </a:t>
            </a:r>
          </a:p>
        </p:txBody>
      </p:sp>
    </p:spTree>
    <p:extLst>
      <p:ext uri="{BB962C8B-B14F-4D97-AF65-F5344CB8AC3E}">
        <p14:creationId xmlns:p14="http://schemas.microsoft.com/office/powerpoint/2010/main" val="142631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8104" y="1020346"/>
            <a:ext cx="730680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Basic Auth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20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8103" y="1020346"/>
            <a:ext cx="505313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Bearer Token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8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8103" y="1020346"/>
            <a:ext cx="505313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Key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82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9327" y="1016599"/>
            <a:ext cx="79480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OAth 2.0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– Open Authorization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88DE2-4EEF-3CCD-21BB-D56998FEFCF4}"/>
              </a:ext>
            </a:extLst>
          </p:cNvPr>
          <p:cNvSpPr txBox="1"/>
          <p:nvPr/>
        </p:nvSpPr>
        <p:spPr>
          <a:xfrm>
            <a:off x="1163269" y="2086647"/>
            <a:ext cx="10462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54C"/>
                </a:solidFill>
                <a:effectLst/>
                <a:latin typeface="Inter"/>
              </a:rPr>
              <a:t>a standard designed to allow a website or application to access resources hosted by other web apps on behalf of a user.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20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56" y="287256"/>
            <a:ext cx="617996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Explore API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DE521-FC1F-6299-927C-043F15B40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343" y="915298"/>
            <a:ext cx="8730343" cy="530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2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653E81-5D05-F80F-0704-1B7D38CC8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58" y="644805"/>
            <a:ext cx="9993084" cy="62131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196" y="312774"/>
            <a:ext cx="217732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OAth 2.0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0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13" y="729070"/>
            <a:ext cx="617996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Explore API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D7BCD-18F7-1CDD-AC28-83868813256F}"/>
              </a:ext>
            </a:extLst>
          </p:cNvPr>
          <p:cNvSpPr txBox="1"/>
          <p:nvPr/>
        </p:nvSpPr>
        <p:spPr>
          <a:xfrm>
            <a:off x="1589314" y="2264229"/>
            <a:ext cx="450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Understand API Spec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70D509-DAA7-5125-A7DA-4BC73CB9A64E}"/>
              </a:ext>
            </a:extLst>
          </p:cNvPr>
          <p:cNvSpPr txBox="1"/>
          <p:nvPr/>
        </p:nvSpPr>
        <p:spPr>
          <a:xfrm>
            <a:off x="1589313" y="2938361"/>
            <a:ext cx="673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Understand relationship between entities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2415D-FDEC-0CBE-9D4F-58BE15757D79}"/>
              </a:ext>
            </a:extLst>
          </p:cNvPr>
          <p:cNvSpPr txBox="1"/>
          <p:nvPr/>
        </p:nvSpPr>
        <p:spPr>
          <a:xfrm>
            <a:off x="1589314" y="3820649"/>
            <a:ext cx="450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Map out URL, action, response codes</a:t>
            </a:r>
          </a:p>
        </p:txBody>
      </p:sp>
    </p:spTree>
    <p:extLst>
      <p:ext uri="{BB962C8B-B14F-4D97-AF65-F5344CB8AC3E}">
        <p14:creationId xmlns:p14="http://schemas.microsoft.com/office/powerpoint/2010/main" val="40742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854" y="2407399"/>
            <a:ext cx="6179969" cy="696690"/>
          </a:xfrm>
          <a:effectLst/>
        </p:spPr>
        <p:txBody>
          <a:bodyPr>
            <a:normAutofit fontScale="90000"/>
          </a:bodyPr>
          <a:lstStyle/>
          <a:p>
            <a:pPr algn="ctr"/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Create a Collection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2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865482" y="3260434"/>
            <a:ext cx="3772336" cy="2669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443345" y="2225963"/>
            <a:ext cx="3921413" cy="263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13" y="729070"/>
            <a:ext cx="6179969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Execution Order of Scripts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53693" y="3657593"/>
            <a:ext cx="1447055" cy="7992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4751" y="3657593"/>
            <a:ext cx="1414727" cy="7967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9050" y="3813571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8599" y="3126432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" y="2400119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Pre-request script</a:t>
            </a:r>
          </a:p>
        </p:txBody>
      </p:sp>
      <p:cxnSp>
        <p:nvCxnSpPr>
          <p:cNvPr id="11" name="Elbow Connector 10"/>
          <p:cNvCxnSpPr>
            <a:stCxn id="9" idx="2"/>
            <a:endCxn id="8" idx="1"/>
          </p:cNvCxnSpPr>
          <p:nvPr/>
        </p:nvCxnSpPr>
        <p:spPr>
          <a:xfrm rot="16200000" flipH="1">
            <a:off x="1284036" y="3061250"/>
            <a:ext cx="476931" cy="1521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7" idx="1"/>
          </p:cNvCxnSpPr>
          <p:nvPr/>
        </p:nvCxnSpPr>
        <p:spPr>
          <a:xfrm rot="16200000" flipH="1">
            <a:off x="2163020" y="3646923"/>
            <a:ext cx="687138" cy="1449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7" idx="3"/>
            <a:endCxn id="5" idx="1"/>
          </p:cNvCxnSpPr>
          <p:nvPr/>
        </p:nvCxnSpPr>
        <p:spPr>
          <a:xfrm flipV="1">
            <a:off x="4250108" y="4057195"/>
            <a:ext cx="303585" cy="57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" idx="3"/>
            <a:endCxn id="6" idx="1"/>
          </p:cNvCxnSpPr>
          <p:nvPr/>
        </p:nvCxnSpPr>
        <p:spPr>
          <a:xfrm flipV="1">
            <a:off x="6000748" y="4055974"/>
            <a:ext cx="224003" cy="12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19051" y="3804335"/>
            <a:ext cx="1671058" cy="498764"/>
          </a:xfrm>
          <a:prstGeom prst="rect">
            <a:avLst/>
          </a:prstGeom>
          <a:solidFill>
            <a:srgbClr val="E19B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Collection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3253" y="4531329"/>
            <a:ext cx="1671058" cy="498764"/>
          </a:xfrm>
          <a:prstGeom prst="rect">
            <a:avLst/>
          </a:prstGeom>
          <a:solidFill>
            <a:srgbClr val="7486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Folder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0958" y="5249087"/>
            <a:ext cx="1671058" cy="498764"/>
          </a:xfrm>
          <a:prstGeom prst="rect">
            <a:avLst/>
          </a:prstGeom>
          <a:solidFill>
            <a:srgbClr val="CEC9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Test script</a:t>
            </a:r>
          </a:p>
        </p:txBody>
      </p:sp>
      <p:cxnSp>
        <p:nvCxnSpPr>
          <p:cNvPr id="48" name="Elbow Connector 47"/>
          <p:cNvCxnSpPr>
            <a:stCxn id="26" idx="2"/>
            <a:endCxn id="27" idx="1"/>
          </p:cNvCxnSpPr>
          <p:nvPr/>
        </p:nvCxnSpPr>
        <p:spPr>
          <a:xfrm rot="16200000" flipH="1">
            <a:off x="8580110" y="4477568"/>
            <a:ext cx="477612" cy="128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7" idx="2"/>
            <a:endCxn id="28" idx="1"/>
          </p:cNvCxnSpPr>
          <p:nvPr/>
        </p:nvCxnSpPr>
        <p:spPr>
          <a:xfrm rot="16200000" flipH="1">
            <a:off x="9550682" y="5198193"/>
            <a:ext cx="468376" cy="132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6" idx="3"/>
            <a:endCxn id="26" idx="1"/>
          </p:cNvCxnSpPr>
          <p:nvPr/>
        </p:nvCxnSpPr>
        <p:spPr>
          <a:xfrm flipV="1">
            <a:off x="7639478" y="4053717"/>
            <a:ext cx="279573" cy="22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756440" y="6424416"/>
            <a:ext cx="50627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https://learning.postman.com/docs/writing-scripts/intro-to-scripts/</a:t>
            </a:r>
          </a:p>
        </p:txBody>
      </p:sp>
    </p:spTree>
    <p:extLst>
      <p:ext uri="{BB962C8B-B14F-4D97-AF65-F5344CB8AC3E}">
        <p14:creationId xmlns:p14="http://schemas.microsoft.com/office/powerpoint/2010/main" val="830662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714" y="4656150"/>
            <a:ext cx="1323975" cy="1438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574" y="4656150"/>
            <a:ext cx="1733550" cy="1657350"/>
          </a:xfrm>
          <a:prstGeom prst="rect">
            <a:avLst/>
          </a:prstGeom>
        </p:spPr>
      </p:pic>
      <p:sp>
        <p:nvSpPr>
          <p:cNvPr id="9" name="Chevron 8"/>
          <p:cNvSpPr/>
          <p:nvPr/>
        </p:nvSpPr>
        <p:spPr>
          <a:xfrm>
            <a:off x="5535514" y="4840084"/>
            <a:ext cx="639220" cy="267856"/>
          </a:xfrm>
          <a:prstGeom prst="chevron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 rot="5400000">
            <a:off x="4431929" y="4186214"/>
            <a:ext cx="532607" cy="259484"/>
          </a:xfrm>
          <a:prstGeom prst="chevron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" name="Chevron 3"/>
          <p:cNvSpPr/>
          <p:nvPr/>
        </p:nvSpPr>
        <p:spPr>
          <a:xfrm>
            <a:off x="838727" y="1918493"/>
            <a:ext cx="1762233" cy="668921"/>
          </a:xfrm>
          <a:prstGeom prst="chevron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0505" y="2062813"/>
            <a:ext cx="1557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Authentication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359341" y="1918492"/>
            <a:ext cx="1762233" cy="668921"/>
          </a:xfrm>
          <a:prstGeom prst="chevron">
            <a:avLst/>
          </a:prstGeom>
          <a:solidFill>
            <a:srgbClr val="8005B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07249" y="2073306"/>
            <a:ext cx="110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Collection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3869796" y="1916464"/>
            <a:ext cx="1762233" cy="668921"/>
          </a:xfrm>
          <a:prstGeom prst="chevron">
            <a:avLst/>
          </a:prstGeom>
          <a:solidFill>
            <a:srgbClr val="2E01A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54784" y="1891081"/>
            <a:ext cx="1580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Request</a:t>
            </a:r>
          </a:p>
          <a:p>
            <a:r>
              <a:rPr lang="en-AU" sz="1400" dirty="0">
                <a:solidFill>
                  <a:schemeClr val="bg1"/>
                </a:solidFill>
              </a:rPr>
              <a:t>Prerequisite Script</a:t>
            </a:r>
          </a:p>
        </p:txBody>
      </p:sp>
      <p:sp>
        <p:nvSpPr>
          <p:cNvPr id="15" name="Chevron 14"/>
          <p:cNvSpPr/>
          <p:nvPr/>
        </p:nvSpPr>
        <p:spPr>
          <a:xfrm>
            <a:off x="5366800" y="1914436"/>
            <a:ext cx="1762233" cy="668921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29202" y="1969589"/>
            <a:ext cx="1109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Request/</a:t>
            </a:r>
          </a:p>
          <a:p>
            <a:r>
              <a:rPr lang="en-AU" sz="1400" dirty="0">
                <a:solidFill>
                  <a:schemeClr val="bg1"/>
                </a:solidFill>
              </a:rPr>
              <a:t>Response</a:t>
            </a:r>
          </a:p>
        </p:txBody>
      </p:sp>
      <p:sp>
        <p:nvSpPr>
          <p:cNvPr id="17" name="Chevron 16"/>
          <p:cNvSpPr/>
          <p:nvPr/>
        </p:nvSpPr>
        <p:spPr>
          <a:xfrm>
            <a:off x="6853452" y="1912408"/>
            <a:ext cx="1762233" cy="668921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68560" y="2057861"/>
            <a:ext cx="110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Test Scripts</a:t>
            </a:r>
          </a:p>
        </p:txBody>
      </p:sp>
      <p:sp>
        <p:nvSpPr>
          <p:cNvPr id="19" name="Chevron 18"/>
          <p:cNvSpPr/>
          <p:nvPr/>
        </p:nvSpPr>
        <p:spPr>
          <a:xfrm>
            <a:off x="8378520" y="1902731"/>
            <a:ext cx="1762233" cy="668921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55212" y="1969589"/>
            <a:ext cx="1109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Functional</a:t>
            </a:r>
          </a:p>
          <a:p>
            <a:r>
              <a:rPr lang="en-AU" sz="1400" dirty="0">
                <a:solidFill>
                  <a:schemeClr val="bg1"/>
                </a:solidFill>
              </a:rPr>
              <a:t>Scripts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50" y="2693516"/>
            <a:ext cx="88773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20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509" y="831186"/>
            <a:ext cx="82479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Security Testing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6655" y="2780145"/>
            <a:ext cx="216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To do</a:t>
            </a:r>
          </a:p>
        </p:txBody>
      </p:sp>
    </p:spTree>
    <p:extLst>
      <p:ext uri="{BB962C8B-B14F-4D97-AF65-F5344CB8AC3E}">
        <p14:creationId xmlns:p14="http://schemas.microsoft.com/office/powerpoint/2010/main" val="956434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519" y="1592900"/>
            <a:ext cx="6918878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Automating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run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collection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08348" y="5485603"/>
            <a:ext cx="8037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https://learning.postman.com/docs/running-collections/intro-to-collection-runs/</a:t>
            </a:r>
          </a:p>
        </p:txBody>
      </p:sp>
    </p:spTree>
    <p:extLst>
      <p:ext uri="{BB962C8B-B14F-4D97-AF65-F5344CB8AC3E}">
        <p14:creationId xmlns:p14="http://schemas.microsoft.com/office/powerpoint/2010/main" val="2525518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468" y="719833"/>
            <a:ext cx="6918878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Automating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run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collection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4468" y="200684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Inter"/>
              </a:rPr>
              <a:t>Configuring a collection run</a:t>
            </a:r>
          </a:p>
          <a:p>
            <a:r>
              <a:rPr lang="en-US" dirty="0">
                <a:solidFill>
                  <a:srgbClr val="002060"/>
                </a:solidFill>
                <a:latin typeface="Inter"/>
              </a:rPr>
              <a:t>Running your collections: </a:t>
            </a:r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Inter"/>
              </a:rPr>
              <a:t>Collection Runner, Newman</a:t>
            </a:r>
          </a:p>
          <a:p>
            <a:r>
              <a:rPr lang="en-US" dirty="0">
                <a:solidFill>
                  <a:srgbClr val="002060"/>
                </a:solidFill>
                <a:latin typeface="Inter"/>
              </a:rPr>
              <a:t>Sharing collection runs</a:t>
            </a:r>
          </a:p>
          <a:p>
            <a:r>
              <a:rPr lang="en-US" dirty="0">
                <a:solidFill>
                  <a:srgbClr val="002060"/>
                </a:solidFill>
                <a:latin typeface="Inter"/>
              </a:rPr>
              <a:t>Automating collection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4468" y="1416523"/>
            <a:ext cx="92917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https://learning.postman.com/docs/running-collections/intro-to-collection-runs/</a:t>
            </a:r>
          </a:p>
        </p:txBody>
      </p:sp>
    </p:spTree>
    <p:extLst>
      <p:ext uri="{BB962C8B-B14F-4D97-AF65-F5344CB8AC3E}">
        <p14:creationId xmlns:p14="http://schemas.microsoft.com/office/powerpoint/2010/main" val="375882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468" y="719833"/>
            <a:ext cx="6918878" cy="696690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Newman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1417" y="1720564"/>
            <a:ext cx="104278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Postman's collection runner engine that sends API requests, receives the response, and then runs your test against the response.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like postman's command line companion that generates specified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It is extensible and so can be integrated into continuous integration (CI/CD) servers and build systems. 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144467" y="3955811"/>
            <a:ext cx="107150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000000"/>
                </a:solidFill>
                <a:latin typeface="Calibri" panose="020F0502020204030204" pitchFamily="34" charset="0"/>
              </a:rPr>
              <a:t>Benefits of using Newman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Makes it easy to run a collection of tests using command line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Gives the ability to run a collection of tests written in postman right from most build tools</a:t>
            </a:r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 </a:t>
            </a:r>
          </a:p>
          <a:p>
            <a:r>
              <a:rPr lang="en-US" dirty="0">
                <a:solidFill>
                  <a:srgbClr val="000000"/>
                </a:solidFill>
                <a:latin typeface="Wingdings" panose="05000000000000000000" pitchFamily="2" charset="2"/>
              </a:rPr>
              <a:t>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Enables generating and storing report directly from the command line after Installing Newman.</a:t>
            </a:r>
          </a:p>
        </p:txBody>
      </p:sp>
    </p:spTree>
    <p:extLst>
      <p:ext uri="{BB962C8B-B14F-4D97-AF65-F5344CB8AC3E}">
        <p14:creationId xmlns:p14="http://schemas.microsoft.com/office/powerpoint/2010/main" val="3858815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5308" y="2357690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13762</TotalTime>
  <Words>490</Words>
  <Application>Microsoft Office PowerPoint</Application>
  <PresentationFormat>Widescreen</PresentationFormat>
  <Paragraphs>101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Inter</vt:lpstr>
      <vt:lpstr>Arial</vt:lpstr>
      <vt:lpstr>Arial Black</vt:lpstr>
      <vt:lpstr>Calibri</vt:lpstr>
      <vt:lpstr>Century Gothic</vt:lpstr>
      <vt:lpstr>Symbol</vt:lpstr>
      <vt:lpstr>Times New Roman</vt:lpstr>
      <vt:lpstr>Wingdings</vt:lpstr>
      <vt:lpstr>Wingdings 3</vt:lpstr>
      <vt:lpstr>Wisp</vt:lpstr>
      <vt:lpstr>PowerPoint Presentation</vt:lpstr>
      <vt:lpstr>Learning Objectives   </vt:lpstr>
      <vt:lpstr>Security Requirements   </vt:lpstr>
      <vt:lpstr>API Security   </vt:lpstr>
      <vt:lpstr>API Security in Postman   </vt:lpstr>
      <vt:lpstr>Basic Auth   </vt:lpstr>
      <vt:lpstr>Bearer Token   </vt:lpstr>
      <vt:lpstr>API Key   </vt:lpstr>
      <vt:lpstr>OAth 2.0 – Open Authorization   </vt:lpstr>
      <vt:lpstr>Explore API   </vt:lpstr>
      <vt:lpstr>OAth 2.0   </vt:lpstr>
      <vt:lpstr>Explore API   </vt:lpstr>
      <vt:lpstr>Create a Collection   </vt:lpstr>
      <vt:lpstr>Execution Order of Scripts   </vt:lpstr>
      <vt:lpstr>PowerPoint Presentation</vt:lpstr>
      <vt:lpstr>Security Testing </vt:lpstr>
      <vt:lpstr>Automating run collection  </vt:lpstr>
      <vt:lpstr>Automating run collection  </vt:lpstr>
      <vt:lpstr>Newman Introduction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</cp:lastModifiedBy>
  <cp:revision>715</cp:revision>
  <dcterms:created xsi:type="dcterms:W3CDTF">2020-08-03T09:43:10Z</dcterms:created>
  <dcterms:modified xsi:type="dcterms:W3CDTF">2023-08-31T10:57:48Z</dcterms:modified>
</cp:coreProperties>
</file>