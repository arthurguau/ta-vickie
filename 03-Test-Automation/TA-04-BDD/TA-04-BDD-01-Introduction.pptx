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97" r:id="rId4"/>
    <p:sldId id="295" r:id="rId5"/>
    <p:sldId id="296" r:id="rId6"/>
    <p:sldId id="298" r:id="rId7"/>
    <p:sldId id="300" r:id="rId8"/>
    <p:sldId id="301" r:id="rId9"/>
    <p:sldId id="299" r:id="rId10"/>
    <p:sldId id="302" r:id="rId11"/>
    <p:sldId id="294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256"/>
            <p14:sldId id="261"/>
            <p14:sldId id="297"/>
            <p14:sldId id="295"/>
            <p14:sldId id="296"/>
            <p14:sldId id="298"/>
            <p14:sldId id="300"/>
            <p14:sldId id="301"/>
            <p14:sldId id="299"/>
            <p14:sldId id="302"/>
          </p14:sldIdLst>
        </p14:section>
        <p14:section name="Untitled Section" id="{96B2A4F6-E483-46D3-B718-858E0B0CB8CB}">
          <p14:sldIdLst>
            <p14:sldId id="294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488"/>
    <a:srgbClr val="74B2FC"/>
    <a:srgbClr val="044EA8"/>
    <a:srgbClr val="1D3B8F"/>
    <a:srgbClr val="C9E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17977D-CEAC-4EBF-8101-0FA44B12D146}" v="1" dt="2023-08-07T14:32:13.1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42"/>
    <p:restoredTop sz="94679"/>
  </p:normalViewPr>
  <p:slideViewPr>
    <p:cSldViewPr snapToGrid="0">
      <p:cViewPr varScale="1">
        <p:scale>
          <a:sx n="145" d="100"/>
          <a:sy n="145" d="100"/>
        </p:scale>
        <p:origin x="60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49D4C186-843A-4E73-B503-157FAC21187D}"/>
    <pc:docChg chg="custSel addSld delSld modSld sldOrd modSection">
      <pc:chgData name="Songqing Gu" userId="c4d8cb49210192e2" providerId="LiveId" clId="{49D4C186-843A-4E73-B503-157FAC21187D}" dt="2023-07-09T01:53:41.696" v="119"/>
      <pc:docMkLst>
        <pc:docMk/>
      </pc:docMkLst>
      <pc:sldChg chg="modSp mod">
        <pc:chgData name="Songqing Gu" userId="c4d8cb49210192e2" providerId="LiveId" clId="{49D4C186-843A-4E73-B503-157FAC21187D}" dt="2023-07-06T20:26:14.702" v="18" actId="1076"/>
        <pc:sldMkLst>
          <pc:docMk/>
          <pc:sldMk cId="3813058601" sldId="256"/>
        </pc:sldMkLst>
        <pc:spChg chg="mod">
          <ac:chgData name="Songqing Gu" userId="c4d8cb49210192e2" providerId="LiveId" clId="{49D4C186-843A-4E73-B503-157FAC21187D}" dt="2023-07-06T20:26:14.702" v="18" actId="1076"/>
          <ac:spMkLst>
            <pc:docMk/>
            <pc:sldMk cId="3813058601" sldId="256"/>
            <ac:spMk id="3" creationId="{00000000-0000-0000-0000-000000000000}"/>
          </ac:spMkLst>
        </pc:spChg>
      </pc:sldChg>
      <pc:sldChg chg="del">
        <pc:chgData name="Songqing Gu" userId="c4d8cb49210192e2" providerId="LiveId" clId="{49D4C186-843A-4E73-B503-157FAC21187D}" dt="2023-07-06T20:23:44.331" v="0" actId="47"/>
        <pc:sldMkLst>
          <pc:docMk/>
          <pc:sldMk cId="2216314799" sldId="274"/>
        </pc:sldMkLst>
      </pc:sldChg>
      <pc:sldChg chg="del">
        <pc:chgData name="Songqing Gu" userId="c4d8cb49210192e2" providerId="LiveId" clId="{49D4C186-843A-4E73-B503-157FAC21187D}" dt="2023-07-06T20:23:44.331" v="0" actId="47"/>
        <pc:sldMkLst>
          <pc:docMk/>
          <pc:sldMk cId="54292618" sldId="284"/>
        </pc:sldMkLst>
      </pc:sldChg>
      <pc:sldChg chg="del">
        <pc:chgData name="Songqing Gu" userId="c4d8cb49210192e2" providerId="LiveId" clId="{49D4C186-843A-4E73-B503-157FAC21187D}" dt="2023-07-06T20:23:44.331" v="0" actId="47"/>
        <pc:sldMkLst>
          <pc:docMk/>
          <pc:sldMk cId="789354427" sldId="285"/>
        </pc:sldMkLst>
      </pc:sldChg>
      <pc:sldChg chg="del">
        <pc:chgData name="Songqing Gu" userId="c4d8cb49210192e2" providerId="LiveId" clId="{49D4C186-843A-4E73-B503-157FAC21187D}" dt="2023-07-06T20:23:44.331" v="0" actId="47"/>
        <pc:sldMkLst>
          <pc:docMk/>
          <pc:sldMk cId="2431625991" sldId="286"/>
        </pc:sldMkLst>
      </pc:sldChg>
      <pc:sldChg chg="del">
        <pc:chgData name="Songqing Gu" userId="c4d8cb49210192e2" providerId="LiveId" clId="{49D4C186-843A-4E73-B503-157FAC21187D}" dt="2023-07-06T20:23:44.331" v="0" actId="47"/>
        <pc:sldMkLst>
          <pc:docMk/>
          <pc:sldMk cId="2686819680" sldId="288"/>
        </pc:sldMkLst>
      </pc:sldChg>
      <pc:sldChg chg="del">
        <pc:chgData name="Songqing Gu" userId="c4d8cb49210192e2" providerId="LiveId" clId="{49D4C186-843A-4E73-B503-157FAC21187D}" dt="2023-07-06T20:23:44.331" v="0" actId="47"/>
        <pc:sldMkLst>
          <pc:docMk/>
          <pc:sldMk cId="3644665972" sldId="291"/>
        </pc:sldMkLst>
      </pc:sldChg>
      <pc:sldChg chg="del">
        <pc:chgData name="Songqing Gu" userId="c4d8cb49210192e2" providerId="LiveId" clId="{49D4C186-843A-4E73-B503-157FAC21187D}" dt="2023-07-06T20:23:44.331" v="0" actId="47"/>
        <pc:sldMkLst>
          <pc:docMk/>
          <pc:sldMk cId="1030084157" sldId="293"/>
        </pc:sldMkLst>
      </pc:sldChg>
      <pc:sldChg chg="del">
        <pc:chgData name="Songqing Gu" userId="c4d8cb49210192e2" providerId="LiveId" clId="{49D4C186-843A-4E73-B503-157FAC21187D}" dt="2023-07-06T20:23:44.331" v="0" actId="47"/>
        <pc:sldMkLst>
          <pc:docMk/>
          <pc:sldMk cId="3638558092" sldId="295"/>
        </pc:sldMkLst>
      </pc:sldChg>
      <pc:sldChg chg="addSp delSp modSp add mod">
        <pc:chgData name="Songqing Gu" userId="c4d8cb49210192e2" providerId="LiveId" clId="{49D4C186-843A-4E73-B503-157FAC21187D}" dt="2023-07-06T20:24:08.931" v="7" actId="1076"/>
        <pc:sldMkLst>
          <pc:docMk/>
          <pc:sldMk cId="4111618129" sldId="295"/>
        </pc:sldMkLst>
        <pc:spChg chg="del">
          <ac:chgData name="Songqing Gu" userId="c4d8cb49210192e2" providerId="LiveId" clId="{49D4C186-843A-4E73-B503-157FAC21187D}" dt="2023-07-06T20:23:59.457" v="4" actId="478"/>
          <ac:spMkLst>
            <pc:docMk/>
            <pc:sldMk cId="4111618129" sldId="295"/>
            <ac:spMk id="2" creationId="{00000000-0000-0000-0000-000000000000}"/>
          </ac:spMkLst>
        </pc:spChg>
        <pc:spChg chg="del">
          <ac:chgData name="Songqing Gu" userId="c4d8cb49210192e2" providerId="LiveId" clId="{49D4C186-843A-4E73-B503-157FAC21187D}" dt="2023-07-06T20:23:52.051" v="2" actId="478"/>
          <ac:spMkLst>
            <pc:docMk/>
            <pc:sldMk cId="4111618129" sldId="295"/>
            <ac:spMk id="3" creationId="{00000000-0000-0000-0000-000000000000}"/>
          </ac:spMkLst>
        </pc:spChg>
        <pc:spChg chg="add del mod">
          <ac:chgData name="Songqing Gu" userId="c4d8cb49210192e2" providerId="LiveId" clId="{49D4C186-843A-4E73-B503-157FAC21187D}" dt="2023-07-06T20:23:55.313" v="3" actId="478"/>
          <ac:spMkLst>
            <pc:docMk/>
            <pc:sldMk cId="4111618129" sldId="295"/>
            <ac:spMk id="5" creationId="{B1931975-8058-F3D3-B971-B265DA4D9F71}"/>
          </ac:spMkLst>
        </pc:spChg>
        <pc:spChg chg="add del mod">
          <ac:chgData name="Songqing Gu" userId="c4d8cb49210192e2" providerId="LiveId" clId="{49D4C186-843A-4E73-B503-157FAC21187D}" dt="2023-07-06T20:24:02.160" v="5" actId="478"/>
          <ac:spMkLst>
            <pc:docMk/>
            <pc:sldMk cId="4111618129" sldId="295"/>
            <ac:spMk id="7" creationId="{0AA87C9E-5D05-B4E0-D106-B8DB36BB74F0}"/>
          </ac:spMkLst>
        </pc:spChg>
        <pc:picChg chg="add mod">
          <ac:chgData name="Songqing Gu" userId="c4d8cb49210192e2" providerId="LiveId" clId="{49D4C186-843A-4E73-B503-157FAC21187D}" dt="2023-07-06T20:24:08.931" v="7" actId="1076"/>
          <ac:picMkLst>
            <pc:docMk/>
            <pc:sldMk cId="4111618129" sldId="295"/>
            <ac:picMk id="1026" creationId="{523BC051-1803-DA7B-557A-2886F93C4D6F}"/>
          </ac:picMkLst>
        </pc:picChg>
      </pc:sldChg>
      <pc:sldChg chg="addSp delSp modSp add">
        <pc:chgData name="Songqing Gu" userId="c4d8cb49210192e2" providerId="LiveId" clId="{49D4C186-843A-4E73-B503-157FAC21187D}" dt="2023-07-06T20:25:43.656" v="11" actId="1076"/>
        <pc:sldMkLst>
          <pc:docMk/>
          <pc:sldMk cId="744907168" sldId="296"/>
        </pc:sldMkLst>
        <pc:picChg chg="del">
          <ac:chgData name="Songqing Gu" userId="c4d8cb49210192e2" providerId="LiveId" clId="{49D4C186-843A-4E73-B503-157FAC21187D}" dt="2023-07-06T20:25:37.550" v="9" actId="478"/>
          <ac:picMkLst>
            <pc:docMk/>
            <pc:sldMk cId="744907168" sldId="296"/>
            <ac:picMk id="1026" creationId="{523BC051-1803-DA7B-557A-2886F93C4D6F}"/>
          </ac:picMkLst>
        </pc:picChg>
        <pc:picChg chg="add mod">
          <ac:chgData name="Songqing Gu" userId="c4d8cb49210192e2" providerId="LiveId" clId="{49D4C186-843A-4E73-B503-157FAC21187D}" dt="2023-07-06T20:25:43.656" v="11" actId="1076"/>
          <ac:picMkLst>
            <pc:docMk/>
            <pc:sldMk cId="744907168" sldId="296"/>
            <ac:picMk id="2050" creationId="{F35DC942-9969-DC2C-A225-6823BED0A31A}"/>
          </ac:picMkLst>
        </pc:picChg>
      </pc:sldChg>
      <pc:sldChg chg="del">
        <pc:chgData name="Songqing Gu" userId="c4d8cb49210192e2" providerId="LiveId" clId="{49D4C186-843A-4E73-B503-157FAC21187D}" dt="2023-07-06T20:23:44.331" v="0" actId="47"/>
        <pc:sldMkLst>
          <pc:docMk/>
          <pc:sldMk cId="3799275039" sldId="296"/>
        </pc:sldMkLst>
      </pc:sldChg>
      <pc:sldChg chg="del">
        <pc:chgData name="Songqing Gu" userId="c4d8cb49210192e2" providerId="LiveId" clId="{49D4C186-843A-4E73-B503-157FAC21187D}" dt="2023-07-06T20:23:44.331" v="0" actId="47"/>
        <pc:sldMkLst>
          <pc:docMk/>
          <pc:sldMk cId="1243758571" sldId="297"/>
        </pc:sldMkLst>
      </pc:sldChg>
      <pc:sldChg chg="addSp delSp modSp add mod ord">
        <pc:chgData name="Songqing Gu" userId="c4d8cb49210192e2" providerId="LiveId" clId="{49D4C186-843A-4E73-B503-157FAC21187D}" dt="2023-07-06T20:27:34.757" v="23" actId="20577"/>
        <pc:sldMkLst>
          <pc:docMk/>
          <pc:sldMk cId="4265235499" sldId="297"/>
        </pc:sldMkLst>
        <pc:spChg chg="add mod">
          <ac:chgData name="Songqing Gu" userId="c4d8cb49210192e2" providerId="LiveId" clId="{49D4C186-843A-4E73-B503-157FAC21187D}" dt="2023-07-06T20:27:34.757" v="23" actId="20577"/>
          <ac:spMkLst>
            <pc:docMk/>
            <pc:sldMk cId="4265235499" sldId="297"/>
            <ac:spMk id="2" creationId="{D997F2E7-CD51-639F-0995-1C38119B146A}"/>
          </ac:spMkLst>
        </pc:spChg>
        <pc:picChg chg="del">
          <ac:chgData name="Songqing Gu" userId="c4d8cb49210192e2" providerId="LiveId" clId="{49D4C186-843A-4E73-B503-157FAC21187D}" dt="2023-07-06T20:26:01.696" v="15" actId="478"/>
          <ac:picMkLst>
            <pc:docMk/>
            <pc:sldMk cId="4265235499" sldId="297"/>
            <ac:picMk id="2050" creationId="{F35DC942-9969-DC2C-A225-6823BED0A31A}"/>
          </ac:picMkLst>
        </pc:picChg>
      </pc:sldChg>
      <pc:sldChg chg="del">
        <pc:chgData name="Songqing Gu" userId="c4d8cb49210192e2" providerId="LiveId" clId="{49D4C186-843A-4E73-B503-157FAC21187D}" dt="2023-07-06T20:23:44.331" v="0" actId="47"/>
        <pc:sldMkLst>
          <pc:docMk/>
          <pc:sldMk cId="2644837690" sldId="298"/>
        </pc:sldMkLst>
      </pc:sldChg>
      <pc:sldChg chg="addSp modSp add mod ord">
        <pc:chgData name="Songqing Gu" userId="c4d8cb49210192e2" providerId="LiveId" clId="{49D4C186-843A-4E73-B503-157FAC21187D}" dt="2023-07-09T01:43:08.625" v="66" actId="14861"/>
        <pc:sldMkLst>
          <pc:docMk/>
          <pc:sldMk cId="4249123942" sldId="298"/>
        </pc:sldMkLst>
        <pc:spChg chg="mod">
          <ac:chgData name="Songqing Gu" userId="c4d8cb49210192e2" providerId="LiveId" clId="{49D4C186-843A-4E73-B503-157FAC21187D}" dt="2023-07-09T01:43:08.625" v="66" actId="14861"/>
          <ac:spMkLst>
            <pc:docMk/>
            <pc:sldMk cId="4249123942" sldId="298"/>
            <ac:spMk id="2" creationId="{D997F2E7-CD51-639F-0995-1C38119B146A}"/>
          </ac:spMkLst>
        </pc:spChg>
        <pc:picChg chg="add mod">
          <ac:chgData name="Songqing Gu" userId="c4d8cb49210192e2" providerId="LiveId" clId="{49D4C186-843A-4E73-B503-157FAC21187D}" dt="2023-07-06T20:32:00.735" v="30" actId="1076"/>
          <ac:picMkLst>
            <pc:docMk/>
            <pc:sldMk cId="4249123942" sldId="298"/>
            <ac:picMk id="3074" creationId="{79D94983-74B0-F8C0-A6C3-6D5F1F163E12}"/>
          </ac:picMkLst>
        </pc:picChg>
      </pc:sldChg>
      <pc:sldChg chg="addSp delSp modSp add mod ord">
        <pc:chgData name="Songqing Gu" userId="c4d8cb49210192e2" providerId="LiveId" clId="{49D4C186-843A-4E73-B503-157FAC21187D}" dt="2023-07-09T01:53:41.696" v="119"/>
        <pc:sldMkLst>
          <pc:docMk/>
          <pc:sldMk cId="2048226643" sldId="299"/>
        </pc:sldMkLst>
        <pc:spChg chg="mod">
          <ac:chgData name="Songqing Gu" userId="c4d8cb49210192e2" providerId="LiveId" clId="{49D4C186-843A-4E73-B503-157FAC21187D}" dt="2023-07-09T01:53:26.436" v="117" actId="20577"/>
          <ac:spMkLst>
            <pc:docMk/>
            <pc:sldMk cId="2048226643" sldId="299"/>
            <ac:spMk id="2" creationId="{D997F2E7-CD51-639F-0995-1C38119B146A}"/>
          </ac:spMkLst>
        </pc:spChg>
        <pc:picChg chg="add mod">
          <ac:chgData name="Songqing Gu" userId="c4d8cb49210192e2" providerId="LiveId" clId="{49D4C186-843A-4E73-B503-157FAC21187D}" dt="2023-07-09T01:42:53.061" v="64" actId="1076"/>
          <ac:picMkLst>
            <pc:docMk/>
            <pc:sldMk cId="2048226643" sldId="299"/>
            <ac:picMk id="3" creationId="{3ABC50B7-8608-4197-1200-0DA240701BA8}"/>
          </ac:picMkLst>
        </pc:picChg>
        <pc:picChg chg="del">
          <ac:chgData name="Songqing Gu" userId="c4d8cb49210192e2" providerId="LiveId" clId="{49D4C186-843A-4E73-B503-157FAC21187D}" dt="2023-07-09T01:41:33.856" v="32" actId="478"/>
          <ac:picMkLst>
            <pc:docMk/>
            <pc:sldMk cId="2048226643" sldId="299"/>
            <ac:picMk id="3074" creationId="{79D94983-74B0-F8C0-A6C3-6D5F1F163E12}"/>
          </ac:picMkLst>
        </pc:picChg>
      </pc:sldChg>
      <pc:sldChg chg="del">
        <pc:chgData name="Songqing Gu" userId="c4d8cb49210192e2" providerId="LiveId" clId="{49D4C186-843A-4E73-B503-157FAC21187D}" dt="2023-07-06T20:23:44.331" v="0" actId="47"/>
        <pc:sldMkLst>
          <pc:docMk/>
          <pc:sldMk cId="3342963659" sldId="299"/>
        </pc:sldMkLst>
      </pc:sldChg>
      <pc:sldChg chg="del">
        <pc:chgData name="Songqing Gu" userId="c4d8cb49210192e2" providerId="LiveId" clId="{49D4C186-843A-4E73-B503-157FAC21187D}" dt="2023-07-06T20:23:44.331" v="0" actId="47"/>
        <pc:sldMkLst>
          <pc:docMk/>
          <pc:sldMk cId="661429300" sldId="300"/>
        </pc:sldMkLst>
      </pc:sldChg>
      <pc:sldChg chg="delSp modSp add mod">
        <pc:chgData name="Songqing Gu" userId="c4d8cb49210192e2" providerId="LiveId" clId="{49D4C186-843A-4E73-B503-157FAC21187D}" dt="2023-07-09T01:43:40.789" v="77" actId="20577"/>
        <pc:sldMkLst>
          <pc:docMk/>
          <pc:sldMk cId="2754435493" sldId="300"/>
        </pc:sldMkLst>
        <pc:spChg chg="mod">
          <ac:chgData name="Songqing Gu" userId="c4d8cb49210192e2" providerId="LiveId" clId="{49D4C186-843A-4E73-B503-157FAC21187D}" dt="2023-07-09T01:43:40.789" v="77" actId="20577"/>
          <ac:spMkLst>
            <pc:docMk/>
            <pc:sldMk cId="2754435493" sldId="300"/>
            <ac:spMk id="2" creationId="{D997F2E7-CD51-639F-0995-1C38119B146A}"/>
          </ac:spMkLst>
        </pc:spChg>
        <pc:picChg chg="del">
          <ac:chgData name="Songqing Gu" userId="c4d8cb49210192e2" providerId="LiveId" clId="{49D4C186-843A-4E73-B503-157FAC21187D}" dt="2023-07-09T01:43:33.656" v="68" actId="478"/>
          <ac:picMkLst>
            <pc:docMk/>
            <pc:sldMk cId="2754435493" sldId="300"/>
            <ac:picMk id="3074" creationId="{79D94983-74B0-F8C0-A6C3-6D5F1F163E12}"/>
          </ac:picMkLst>
        </pc:picChg>
      </pc:sldChg>
      <pc:sldChg chg="del">
        <pc:chgData name="Songqing Gu" userId="c4d8cb49210192e2" providerId="LiveId" clId="{49D4C186-843A-4E73-B503-157FAC21187D}" dt="2023-07-06T20:23:44.331" v="0" actId="47"/>
        <pc:sldMkLst>
          <pc:docMk/>
          <pc:sldMk cId="1939562636" sldId="301"/>
        </pc:sldMkLst>
      </pc:sldChg>
      <pc:sldChg chg="add">
        <pc:chgData name="Songqing Gu" userId="c4d8cb49210192e2" providerId="LiveId" clId="{49D4C186-843A-4E73-B503-157FAC21187D}" dt="2023-07-09T01:52:19.358" v="78" actId="2890"/>
        <pc:sldMkLst>
          <pc:docMk/>
          <pc:sldMk cId="3571764934" sldId="301"/>
        </pc:sldMkLst>
      </pc:sldChg>
      <pc:sldChg chg="del">
        <pc:chgData name="Songqing Gu" userId="c4d8cb49210192e2" providerId="LiveId" clId="{49D4C186-843A-4E73-B503-157FAC21187D}" dt="2023-07-06T20:23:44.331" v="0" actId="47"/>
        <pc:sldMkLst>
          <pc:docMk/>
          <pc:sldMk cId="200091612" sldId="302"/>
        </pc:sldMkLst>
      </pc:sldChg>
    </pc:docChg>
  </pc:docChgLst>
  <pc:docChgLst>
    <pc:chgData name="Songqing" userId="c4d8cb49210192e2" providerId="LiveId" clId="{EDA21F5F-493C-47DF-8B22-0C29F59D736C}"/>
    <pc:docChg chg="modSld">
      <pc:chgData name="Songqing" userId="c4d8cb49210192e2" providerId="LiveId" clId="{EDA21F5F-493C-47DF-8B22-0C29F59D736C}" dt="2023-04-09T02:07:33.030" v="2" actId="20577"/>
      <pc:docMkLst>
        <pc:docMk/>
      </pc:docMkLst>
      <pc:sldChg chg="modSp mod">
        <pc:chgData name="Songqing" userId="c4d8cb49210192e2" providerId="LiveId" clId="{EDA21F5F-493C-47DF-8B22-0C29F59D736C}" dt="2023-04-09T02:07:33.030" v="2" actId="20577"/>
        <pc:sldMkLst>
          <pc:docMk/>
          <pc:sldMk cId="3813058601" sldId="256"/>
        </pc:sldMkLst>
        <pc:spChg chg="mod">
          <ac:chgData name="Songqing" userId="c4d8cb49210192e2" providerId="LiveId" clId="{EDA21F5F-493C-47DF-8B22-0C29F59D736C}" dt="2023-04-09T02:07:33.030" v="2" actId="20577"/>
          <ac:spMkLst>
            <pc:docMk/>
            <pc:sldMk cId="3813058601" sldId="256"/>
            <ac:spMk id="3" creationId="{00000000-0000-0000-0000-000000000000}"/>
          </ac:spMkLst>
        </pc:spChg>
      </pc:sldChg>
    </pc:docChg>
  </pc:docChgLst>
  <pc:docChgLst>
    <pc:chgData name="Songqing" userId="c4d8cb49210192e2" providerId="LiveId" clId="{B717977D-CEAC-4EBF-8101-0FA44B12D146}"/>
    <pc:docChg chg="custSel addSld modSld modSection">
      <pc:chgData name="Songqing" userId="c4d8cb49210192e2" providerId="LiveId" clId="{B717977D-CEAC-4EBF-8101-0FA44B12D146}" dt="2023-08-07T14:32:17.261" v="5" actId="1076"/>
      <pc:docMkLst>
        <pc:docMk/>
      </pc:docMkLst>
      <pc:sldChg chg="addSp delSp modSp add mod">
        <pc:chgData name="Songqing" userId="c4d8cb49210192e2" providerId="LiveId" clId="{B717977D-CEAC-4EBF-8101-0FA44B12D146}" dt="2023-08-07T14:32:17.261" v="5" actId="1076"/>
        <pc:sldMkLst>
          <pc:docMk/>
          <pc:sldMk cId="3887610752" sldId="302"/>
        </pc:sldMkLst>
        <pc:spChg chg="del">
          <ac:chgData name="Songqing" userId="c4d8cb49210192e2" providerId="LiveId" clId="{B717977D-CEAC-4EBF-8101-0FA44B12D146}" dt="2023-08-07T14:32:10.700" v="2" actId="478"/>
          <ac:spMkLst>
            <pc:docMk/>
            <pc:sldMk cId="3887610752" sldId="302"/>
            <ac:spMk id="2" creationId="{D997F2E7-CD51-639F-0995-1C38119B146A}"/>
          </ac:spMkLst>
        </pc:spChg>
        <pc:picChg chg="del">
          <ac:chgData name="Songqing" userId="c4d8cb49210192e2" providerId="LiveId" clId="{B717977D-CEAC-4EBF-8101-0FA44B12D146}" dt="2023-08-07T14:32:08.380" v="1" actId="478"/>
          <ac:picMkLst>
            <pc:docMk/>
            <pc:sldMk cId="3887610752" sldId="302"/>
            <ac:picMk id="3" creationId="{3ABC50B7-8608-4197-1200-0DA240701BA8}"/>
          </ac:picMkLst>
        </pc:picChg>
        <pc:picChg chg="add mod">
          <ac:chgData name="Songqing" userId="c4d8cb49210192e2" providerId="LiveId" clId="{B717977D-CEAC-4EBF-8101-0FA44B12D146}" dt="2023-08-07T14:32:17.261" v="5" actId="1076"/>
          <ac:picMkLst>
            <pc:docMk/>
            <pc:sldMk cId="3887610752" sldId="302"/>
            <ac:picMk id="4" creationId="{74E289CB-4AE8-8950-869C-5FA68216B19D}"/>
          </ac:picMkLst>
        </pc:picChg>
      </pc:sldChg>
    </pc:docChg>
  </pc:docChgLst>
  <pc:docChgLst>
    <pc:chgData name="songqing gu" userId="c4d8cb49210192e2" providerId="LiveId" clId="{FC65431C-7564-419B-90E4-8D32B1164CDE}"/>
    <pc:docChg chg="undo custSel modSld modMainMaster">
      <pc:chgData name="songqing gu" userId="c4d8cb49210192e2" providerId="LiveId" clId="{FC65431C-7564-419B-90E4-8D32B1164CDE}" dt="2022-10-15T23:51:24.027" v="18" actId="20577"/>
      <pc:docMkLst>
        <pc:docMk/>
      </pc:docMkLst>
      <pc:sldChg chg="addSp delSp modSp mod setBg setClrOvrMap">
        <pc:chgData name="songqing gu" userId="c4d8cb49210192e2" providerId="LiveId" clId="{FC65431C-7564-419B-90E4-8D32B1164CDE}" dt="2022-10-15T23:48:17.842" v="11" actId="26606"/>
        <pc:sldMkLst>
          <pc:docMk/>
          <pc:sldMk cId="3813058601" sldId="256"/>
        </pc:sldMkLst>
        <pc:spChg chg="mod">
          <ac:chgData name="songqing gu" userId="c4d8cb49210192e2" providerId="LiveId" clId="{FC65431C-7564-419B-90E4-8D32B1164CDE}" dt="2022-10-15T23:48:17.842" v="11" actId="26606"/>
          <ac:spMkLst>
            <pc:docMk/>
            <pc:sldMk cId="3813058601" sldId="256"/>
            <ac:spMk id="2" creationId="{00000000-0000-0000-0000-000000000000}"/>
          </ac:spMkLst>
        </pc:spChg>
        <pc:spChg chg="mod ord">
          <ac:chgData name="songqing gu" userId="c4d8cb49210192e2" providerId="LiveId" clId="{FC65431C-7564-419B-90E4-8D32B1164CDE}" dt="2022-10-15T23:48:17.842" v="11" actId="26606"/>
          <ac:spMkLst>
            <pc:docMk/>
            <pc:sldMk cId="3813058601" sldId="256"/>
            <ac:spMk id="3" creationId="{00000000-0000-0000-0000-000000000000}"/>
          </ac:spMkLst>
        </pc:spChg>
        <pc:spChg chg="mod">
          <ac:chgData name="songqing gu" userId="c4d8cb49210192e2" providerId="LiveId" clId="{FC65431C-7564-419B-90E4-8D32B1164CDE}" dt="2022-10-15T23:48:17.842" v="11" actId="26606"/>
          <ac:spMkLst>
            <pc:docMk/>
            <pc:sldMk cId="3813058601" sldId="256"/>
            <ac:spMk id="4" creationId="{00000000-0000-0000-0000-000000000000}"/>
          </ac:spMkLst>
        </pc:spChg>
        <pc:spChg chg="add del">
          <ac:chgData name="songqing gu" userId="c4d8cb49210192e2" providerId="LiveId" clId="{FC65431C-7564-419B-90E4-8D32B1164CDE}" dt="2022-10-15T23:48:17.842" v="11" actId="26606"/>
          <ac:spMkLst>
            <pc:docMk/>
            <pc:sldMk cId="3813058601" sldId="256"/>
            <ac:spMk id="7" creationId="{FA94DED7-0A28-4AD9-8747-E94113225016}"/>
          </ac:spMkLst>
        </pc:spChg>
        <pc:spChg chg="add del">
          <ac:chgData name="songqing gu" userId="c4d8cb49210192e2" providerId="LiveId" clId="{FC65431C-7564-419B-90E4-8D32B1164CDE}" dt="2022-10-15T23:48:17.842" v="11" actId="26606"/>
          <ac:spMkLst>
            <pc:docMk/>
            <pc:sldMk cId="3813058601" sldId="256"/>
            <ac:spMk id="8" creationId="{6F175609-91A3-416E-BC3D-7548FDE02910}"/>
          </ac:spMkLst>
        </pc:spChg>
        <pc:spChg chg="add del">
          <ac:chgData name="songqing gu" userId="c4d8cb49210192e2" providerId="LiveId" clId="{FC65431C-7564-419B-90E4-8D32B1164CDE}" dt="2022-10-15T23:48:17.842" v="11" actId="26606"/>
          <ac:spMkLst>
            <pc:docMk/>
            <pc:sldMk cId="3813058601" sldId="256"/>
            <ac:spMk id="9" creationId="{9A3B0D54-9DF0-4FF8-A0AA-B4234DF358EF}"/>
          </ac:spMkLst>
        </pc:spChg>
        <pc:spChg chg="add del">
          <ac:chgData name="songqing gu" userId="c4d8cb49210192e2" providerId="LiveId" clId="{FC65431C-7564-419B-90E4-8D32B1164CDE}" dt="2022-10-15T23:48:08" v="9" actId="26606"/>
          <ac:spMkLst>
            <pc:docMk/>
            <pc:sldMk cId="3813058601" sldId="256"/>
            <ac:spMk id="10" creationId="{1FF9CEF5-A50D-4B8B-9852-D76F7037867E}"/>
          </ac:spMkLst>
        </pc:spChg>
        <pc:spChg chg="add del">
          <ac:chgData name="songqing gu" userId="c4d8cb49210192e2" providerId="LiveId" clId="{FC65431C-7564-419B-90E4-8D32B1164CDE}" dt="2022-10-15T23:48:08" v="9" actId="26606"/>
          <ac:spMkLst>
            <pc:docMk/>
            <pc:sldMk cId="3813058601" sldId="256"/>
            <ac:spMk id="12" creationId="{30684D86-C9D1-40C3-A9B6-EC935C7312E3}"/>
          </ac:spMkLst>
        </pc:spChg>
        <pc:spChg chg="add del">
          <ac:chgData name="songqing gu" userId="c4d8cb49210192e2" providerId="LiveId" clId="{FC65431C-7564-419B-90E4-8D32B1164CDE}" dt="2022-10-15T23:48:08" v="9" actId="26606"/>
          <ac:spMkLst>
            <pc:docMk/>
            <pc:sldMk cId="3813058601" sldId="256"/>
            <ac:spMk id="14" creationId="{1EDF7896-F56A-49DA-90F3-F5CE8B9833AD}"/>
          </ac:spMkLst>
        </pc:spChg>
        <pc:spChg chg="add del">
          <ac:chgData name="songqing gu" userId="c4d8cb49210192e2" providerId="LiveId" clId="{FC65431C-7564-419B-90E4-8D32B1164CDE}" dt="2022-10-15T23:48:17.842" v="11" actId="26606"/>
          <ac:spMkLst>
            <pc:docMk/>
            <pc:sldMk cId="3813058601" sldId="256"/>
            <ac:spMk id="16" creationId="{64D236DE-BD07-488F-B236-DDEEFFF720FF}"/>
          </ac:spMkLst>
        </pc:spChg>
        <pc:picChg chg="mod ord">
          <ac:chgData name="songqing gu" userId="c4d8cb49210192e2" providerId="LiveId" clId="{FC65431C-7564-419B-90E4-8D32B1164CDE}" dt="2022-10-15T23:48:17.842" v="11" actId="26606"/>
          <ac:picMkLst>
            <pc:docMk/>
            <pc:sldMk cId="3813058601" sldId="256"/>
            <ac:picMk id="5" creationId="{00000000-0000-0000-0000-000000000000}"/>
          </ac:picMkLst>
        </pc:picChg>
      </pc:sldChg>
      <pc:sldChg chg="delSp modSp mod">
        <pc:chgData name="songqing gu" userId="c4d8cb49210192e2" providerId="LiveId" clId="{FC65431C-7564-419B-90E4-8D32B1164CDE}" dt="2022-10-15T23:50:36.894" v="15" actId="478"/>
        <pc:sldMkLst>
          <pc:docMk/>
          <pc:sldMk cId="2216314799" sldId="274"/>
        </pc:sldMkLst>
        <pc:spChg chg="del">
          <ac:chgData name="songqing gu" userId="c4d8cb49210192e2" providerId="LiveId" clId="{FC65431C-7564-419B-90E4-8D32B1164CDE}" dt="2022-10-15T23:50:36.894" v="15" actId="478"/>
          <ac:spMkLst>
            <pc:docMk/>
            <pc:sldMk cId="2216314799" sldId="274"/>
            <ac:spMk id="56" creationId="{00000000-0000-0000-0000-000000000000}"/>
          </ac:spMkLst>
        </pc:spChg>
        <pc:picChg chg="del">
          <ac:chgData name="songqing gu" userId="c4d8cb49210192e2" providerId="LiveId" clId="{FC65431C-7564-419B-90E4-8D32B1164CDE}" dt="2022-10-15T23:50:34.646" v="14" actId="478"/>
          <ac:picMkLst>
            <pc:docMk/>
            <pc:sldMk cId="2216314799" sldId="274"/>
            <ac:picMk id="51" creationId="{00000000-0000-0000-0000-000000000000}"/>
          </ac:picMkLst>
        </pc:picChg>
        <pc:cxnChg chg="del mod">
          <ac:chgData name="songqing gu" userId="c4d8cb49210192e2" providerId="LiveId" clId="{FC65431C-7564-419B-90E4-8D32B1164CDE}" dt="2022-10-15T23:50:31.303" v="13" actId="478"/>
          <ac:cxnSpMkLst>
            <pc:docMk/>
            <pc:sldMk cId="2216314799" sldId="274"/>
            <ac:cxnSpMk id="62" creationId="{00000000-0000-0000-0000-000000000000}"/>
          </ac:cxnSpMkLst>
        </pc:cxnChg>
      </pc:sldChg>
      <pc:sldChg chg="modSp mod">
        <pc:chgData name="songqing gu" userId="c4d8cb49210192e2" providerId="LiveId" clId="{FC65431C-7564-419B-90E4-8D32B1164CDE}" dt="2022-10-07T19:05:14.852" v="7" actId="1076"/>
        <pc:sldMkLst>
          <pc:docMk/>
          <pc:sldMk cId="1408025446" sldId="294"/>
        </pc:sldMkLst>
        <pc:spChg chg="mod">
          <ac:chgData name="songqing gu" userId="c4d8cb49210192e2" providerId="LiveId" clId="{FC65431C-7564-419B-90E4-8D32B1164CDE}" dt="2022-10-07T19:05:14.852" v="7" actId="1076"/>
          <ac:spMkLst>
            <pc:docMk/>
            <pc:sldMk cId="1408025446" sldId="294"/>
            <ac:spMk id="5" creationId="{00000000-0000-0000-0000-000000000000}"/>
          </ac:spMkLst>
        </pc:spChg>
      </pc:sldChg>
      <pc:sldChg chg="modSp mod">
        <pc:chgData name="songqing gu" userId="c4d8cb49210192e2" providerId="LiveId" clId="{FC65431C-7564-419B-90E4-8D32B1164CDE}" dt="2022-10-15T23:51:24.027" v="18" actId="20577"/>
        <pc:sldMkLst>
          <pc:docMk/>
          <pc:sldMk cId="3799275039" sldId="296"/>
        </pc:sldMkLst>
        <pc:spChg chg="mod">
          <ac:chgData name="songqing gu" userId="c4d8cb49210192e2" providerId="LiveId" clId="{FC65431C-7564-419B-90E4-8D32B1164CDE}" dt="2022-10-15T23:51:24.027" v="18" actId="20577"/>
          <ac:spMkLst>
            <pc:docMk/>
            <pc:sldMk cId="3799275039" sldId="296"/>
            <ac:spMk id="35" creationId="{00000000-0000-0000-0000-000000000000}"/>
          </ac:spMkLst>
        </pc:spChg>
      </pc:sldChg>
      <pc:sldMasterChg chg="setBg">
        <pc:chgData name="songqing gu" userId="c4d8cb49210192e2" providerId="LiveId" clId="{FC65431C-7564-419B-90E4-8D32B1164CDE}" dt="2022-10-15T23:49:30.502" v="12"/>
        <pc:sldMasterMkLst>
          <pc:docMk/>
          <pc:sldMasterMk cId="1952883072" sldId="2147483660"/>
        </pc:sldMasterMkLst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26/5/2025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26/5/2025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26/5/2025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26/5/2025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26/5/2025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26/5/2025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26/5/2025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26/5/2025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26/5/2025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26/5/2025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26/5/2025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26/5/2025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26/5/2025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26/5/2025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26/5/2025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26/5/2025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26/5/2025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rowserstack.com/guide/selenium-with-java-for-automated-test" TargetMode="External"/><Relationship Id="rId2" Type="http://schemas.openxmlformats.org/officeDocument/2006/relationships/hyperlink" Target="https://www.guru99.com/xpath-selenium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softwaretestinghelp.com/docker-selenium-tutorial/" TargetMode="External"/><Relationship Id="rId4" Type="http://schemas.openxmlformats.org/officeDocument/2006/relationships/hyperlink" Target="https://www.tutorialspoint.com/selenium/selenium_webdriver.htm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mt.linkedin.com/in/songqing-gu-2ba9034b/de" TargetMode="External"/><Relationship Id="rId2" Type="http://schemas.openxmlformats.org/officeDocument/2006/relationships/hyperlink" Target="http://www.funnygorilla.com.au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3334" y="6271490"/>
            <a:ext cx="5241358" cy="447373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altLang="zh-CN" sz="2000" b="1">
                <a:solidFill>
                  <a:srgbClr val="002060"/>
                </a:solidFill>
              </a:rPr>
              <a:t>Funny Training Gorilla    </a:t>
            </a:r>
            <a:r>
              <a:rPr lang="zh-CN" altLang="en-US" sz="2000" b="1">
                <a:solidFill>
                  <a:srgbClr val="002060"/>
                </a:solidFill>
              </a:rPr>
              <a:t>澳洲土逗</a:t>
            </a:r>
            <a:r>
              <a:rPr lang="en-AU" altLang="zh-CN" sz="2000" b="1">
                <a:solidFill>
                  <a:srgbClr val="002060"/>
                </a:solidFill>
              </a:rPr>
              <a:t>-</a:t>
            </a:r>
            <a:r>
              <a:rPr lang="en-US" altLang="zh-CN" sz="2000" b="1" i="1">
                <a:solidFill>
                  <a:schemeClr val="accent1"/>
                </a:solidFill>
              </a:rPr>
              <a:t>IT</a:t>
            </a:r>
            <a:r>
              <a:rPr lang="zh-CN" altLang="en-US" sz="2000" b="1" i="1">
                <a:solidFill>
                  <a:schemeClr val="accent1"/>
                </a:solidFill>
              </a:rPr>
              <a:t>培训</a:t>
            </a:r>
            <a:endParaRPr lang="en-AU" sz="1400" b="1" i="1" dirty="0">
              <a:solidFill>
                <a:schemeClr val="accent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7328" y="2647464"/>
            <a:ext cx="5556764" cy="781536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AU" sz="4000" b="1" dirty="0">
                <a:solidFill>
                  <a:srgbClr val="0070C0"/>
                </a:solidFill>
                <a:latin typeface="+mj-lt"/>
              </a:rPr>
              <a:t>Introduction to BDD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381305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9782" y="664931"/>
            <a:ext cx="2485261" cy="668981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Agenda</a:t>
            </a:r>
            <a:endParaRPr lang="en-AU" sz="32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734" y="1763487"/>
            <a:ext cx="6987495" cy="4857750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altLang="zh-CN" sz="2400" b="1" dirty="0">
                <a:solidFill>
                  <a:srgbClr val="002060"/>
                </a:solidFill>
              </a:rPr>
              <a:t>Big Picture</a:t>
            </a:r>
          </a:p>
          <a:p>
            <a:pPr marL="0" indent="0">
              <a:buNone/>
            </a:pPr>
            <a:r>
              <a:rPr lang="en-AU" altLang="zh-CN" sz="2400" b="1" dirty="0">
                <a:solidFill>
                  <a:srgbClr val="002060"/>
                </a:solidFill>
              </a:rPr>
              <a:t>How Selenium Works Logically</a:t>
            </a:r>
          </a:p>
          <a:p>
            <a:pPr lvl="1"/>
            <a:r>
              <a:rPr lang="en-AU" altLang="zh-CN" sz="1400" b="1" dirty="0">
                <a:solidFill>
                  <a:srgbClr val="00B0F0"/>
                </a:solidFill>
              </a:rPr>
              <a:t>POM </a:t>
            </a:r>
          </a:p>
          <a:p>
            <a:pPr lvl="1"/>
            <a:r>
              <a:rPr lang="en-AU" altLang="zh-CN" sz="1400" b="1" dirty="0">
                <a:solidFill>
                  <a:srgbClr val="00B0F0"/>
                </a:solidFill>
              </a:rPr>
              <a:t>XPath</a:t>
            </a:r>
          </a:p>
          <a:p>
            <a:pPr marL="0" indent="0">
              <a:buNone/>
            </a:pPr>
            <a:r>
              <a:rPr lang="en-AU" altLang="zh-CN" sz="2400" b="1" dirty="0">
                <a:solidFill>
                  <a:srgbClr val="002060"/>
                </a:solidFill>
              </a:rPr>
              <a:t>How Selenium Works Physically</a:t>
            </a:r>
            <a:endParaRPr lang="en-AU" altLang="zh-CN" sz="15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AU" sz="2400" b="1" dirty="0">
                <a:solidFill>
                  <a:srgbClr val="002060"/>
                </a:solidFill>
              </a:rPr>
              <a:t>Selenium Test</a:t>
            </a:r>
          </a:p>
          <a:p>
            <a:pPr marL="0" indent="0">
              <a:buNone/>
            </a:pPr>
            <a:r>
              <a:rPr lang="en-AU" sz="2400" b="1" dirty="0">
                <a:solidFill>
                  <a:srgbClr val="002060"/>
                </a:solidFill>
              </a:rPr>
              <a:t>Demo – Mouse Action</a:t>
            </a:r>
            <a:endParaRPr lang="en-AU" sz="15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13703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D997F2E7-CD51-639F-0995-1C38119B146A}"/>
              </a:ext>
            </a:extLst>
          </p:cNvPr>
          <p:cNvSpPr txBox="1">
            <a:spLocks/>
          </p:cNvSpPr>
          <p:nvPr/>
        </p:nvSpPr>
        <p:spPr>
          <a:xfrm>
            <a:off x="2371385" y="1645978"/>
            <a:ext cx="5586071" cy="781536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800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Gherkin</a:t>
            </a:r>
          </a:p>
        </p:txBody>
      </p:sp>
    </p:spTree>
    <p:extLst>
      <p:ext uri="{BB962C8B-B14F-4D97-AF65-F5344CB8AC3E}">
        <p14:creationId xmlns:p14="http://schemas.microsoft.com/office/powerpoint/2010/main" val="4265235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portance of Gherkin">
            <a:extLst>
              <a:ext uri="{FF2B5EF4-FFF2-40B4-BE49-F238E27FC236}">
                <a16:creationId xmlns:a16="http://schemas.microsoft.com/office/drawing/2014/main" id="{523BC051-1803-DA7B-557A-2886F93C4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638" y="406854"/>
            <a:ext cx="10677525" cy="569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1618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portance of Gherkin">
            <a:extLst>
              <a:ext uri="{FF2B5EF4-FFF2-40B4-BE49-F238E27FC236}">
                <a16:creationId xmlns:a16="http://schemas.microsoft.com/office/drawing/2014/main" id="{F35DC942-9969-DC2C-A225-6823BED0A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2587" y="638175"/>
            <a:ext cx="8886825" cy="558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4907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D997F2E7-CD51-639F-0995-1C38119B146A}"/>
              </a:ext>
            </a:extLst>
          </p:cNvPr>
          <p:cNvSpPr txBox="1">
            <a:spLocks/>
          </p:cNvSpPr>
          <p:nvPr/>
        </p:nvSpPr>
        <p:spPr>
          <a:xfrm>
            <a:off x="1130413" y="568293"/>
            <a:ext cx="5586071" cy="781536"/>
          </a:xfrm>
          <a:prstGeom prst="rect">
            <a:avLst/>
          </a:prstGeom>
          <a:effectLst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800" b="1" dirty="0">
                <a:solidFill>
                  <a:srgbClr val="0070C0"/>
                </a:solidFill>
                <a:latin typeface="Source Sans Pro" panose="020B0503030403020204" pitchFamily="34" charset="0"/>
              </a:rPr>
              <a:t>Gherkin</a:t>
            </a:r>
          </a:p>
        </p:txBody>
      </p:sp>
      <p:pic>
        <p:nvPicPr>
          <p:cNvPr id="3074" name="Picture 2" descr="Important Terms used in Gherkin">
            <a:extLst>
              <a:ext uri="{FF2B5EF4-FFF2-40B4-BE49-F238E27FC236}">
                <a16:creationId xmlns:a16="http://schemas.microsoft.com/office/drawing/2014/main" id="{79D94983-74B0-F8C0-A6C3-6D5F1F163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33" y="1788659"/>
            <a:ext cx="10982313" cy="2739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9123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D997F2E7-CD51-639F-0995-1C38119B146A}"/>
              </a:ext>
            </a:extLst>
          </p:cNvPr>
          <p:cNvSpPr txBox="1">
            <a:spLocks/>
          </p:cNvSpPr>
          <p:nvPr/>
        </p:nvSpPr>
        <p:spPr>
          <a:xfrm>
            <a:off x="4123984" y="2375322"/>
            <a:ext cx="5586071" cy="781536"/>
          </a:xfrm>
          <a:prstGeom prst="rect">
            <a:avLst/>
          </a:prstGeom>
          <a:effectLst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800" b="1" dirty="0">
                <a:solidFill>
                  <a:srgbClr val="0070C0"/>
                </a:solidFill>
                <a:latin typeface="Source Sans Pro" panose="020B0503030403020204" pitchFamily="34" charset="0"/>
              </a:rPr>
              <a:t>Cucumber</a:t>
            </a:r>
          </a:p>
        </p:txBody>
      </p:sp>
    </p:spTree>
    <p:extLst>
      <p:ext uri="{BB962C8B-B14F-4D97-AF65-F5344CB8AC3E}">
        <p14:creationId xmlns:p14="http://schemas.microsoft.com/office/powerpoint/2010/main" val="2754435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D997F2E7-CD51-639F-0995-1C38119B146A}"/>
              </a:ext>
            </a:extLst>
          </p:cNvPr>
          <p:cNvSpPr txBox="1">
            <a:spLocks/>
          </p:cNvSpPr>
          <p:nvPr/>
        </p:nvSpPr>
        <p:spPr>
          <a:xfrm>
            <a:off x="912698" y="1689522"/>
            <a:ext cx="3289187" cy="1739478"/>
          </a:xfrm>
          <a:prstGeom prst="rect">
            <a:avLst/>
          </a:prstGeom>
          <a:effectLst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800" b="1" i="0" dirty="0">
                <a:solidFill>
                  <a:srgbClr val="0070C0"/>
                </a:solidFill>
                <a:effectLst/>
                <a:latin typeface="Source Sans Pro" panose="020B0503030403020204" pitchFamily="34" charset="0"/>
              </a:rPr>
              <a:t>Cucumber </a:t>
            </a:r>
          </a:p>
          <a:p>
            <a:pPr marL="0" indent="0">
              <a:buNone/>
            </a:pPr>
            <a:r>
              <a:rPr lang="en-AU" sz="4800" b="1" i="0" dirty="0">
                <a:solidFill>
                  <a:srgbClr val="0070C0"/>
                </a:solidFill>
                <a:effectLst/>
                <a:latin typeface="Source Sans Pro" panose="020B0503030403020204" pitchFamily="34" charset="0"/>
              </a:rPr>
              <a:t>Stack</a:t>
            </a:r>
          </a:p>
        </p:txBody>
      </p:sp>
      <p:pic>
        <p:nvPicPr>
          <p:cNvPr id="3" name="Picture 2" descr="A figure shows The Cucumber stack with all automation through the UI.">
            <a:extLst>
              <a:ext uri="{FF2B5EF4-FFF2-40B4-BE49-F238E27FC236}">
                <a16:creationId xmlns:a16="http://schemas.microsoft.com/office/drawing/2014/main" id="{3ABC50B7-8608-4197-1200-0DA240701B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5514" y="180876"/>
            <a:ext cx="3933099" cy="62634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71764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D997F2E7-CD51-639F-0995-1C38119B146A}"/>
              </a:ext>
            </a:extLst>
          </p:cNvPr>
          <p:cNvSpPr txBox="1">
            <a:spLocks/>
          </p:cNvSpPr>
          <p:nvPr/>
        </p:nvSpPr>
        <p:spPr>
          <a:xfrm>
            <a:off x="520813" y="862207"/>
            <a:ext cx="2831988" cy="1891878"/>
          </a:xfrm>
          <a:prstGeom prst="rect">
            <a:avLst/>
          </a:prstGeom>
          <a:effectLst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i="0" dirty="0">
                <a:solidFill>
                  <a:srgbClr val="0070C0"/>
                </a:solidFill>
                <a:effectLst/>
                <a:latin typeface="Source Sans Pro" panose="020B0503030403020204" pitchFamily="34" charset="0"/>
              </a:rPr>
              <a:t>Put </a:t>
            </a:r>
          </a:p>
          <a:p>
            <a:pPr marL="0" indent="0">
              <a:buNone/>
            </a:pPr>
            <a:r>
              <a:rPr lang="en-AU" sz="3200" b="1" i="0" dirty="0">
                <a:solidFill>
                  <a:srgbClr val="0070C0"/>
                </a:solidFill>
                <a:effectLst/>
                <a:latin typeface="Source Sans Pro" panose="020B0503030403020204" pitchFamily="34" charset="0"/>
              </a:rPr>
              <a:t>Everything</a:t>
            </a:r>
          </a:p>
          <a:p>
            <a:pPr marL="0" indent="0">
              <a:buNone/>
            </a:pPr>
            <a:r>
              <a:rPr lang="en-AU" sz="3200" b="1" dirty="0">
                <a:solidFill>
                  <a:srgbClr val="0070C0"/>
                </a:solidFill>
                <a:latin typeface="Source Sans Pro" panose="020B0503030403020204" pitchFamily="34" charset="0"/>
              </a:rPr>
              <a:t>T</a:t>
            </a:r>
            <a:r>
              <a:rPr lang="en-AU" sz="3200" b="1" i="0" dirty="0">
                <a:solidFill>
                  <a:srgbClr val="0070C0"/>
                </a:solidFill>
                <a:effectLst/>
                <a:latin typeface="Source Sans Pro" panose="020B0503030403020204" pitchFamily="34" charset="0"/>
              </a:rPr>
              <a:t>ogether</a:t>
            </a:r>
          </a:p>
        </p:txBody>
      </p:sp>
      <p:pic>
        <p:nvPicPr>
          <p:cNvPr id="3" name="Picture 2" descr="A figure shows The Cucumber stack with all automation through the UI.">
            <a:extLst>
              <a:ext uri="{FF2B5EF4-FFF2-40B4-BE49-F238E27FC236}">
                <a16:creationId xmlns:a16="http://schemas.microsoft.com/office/drawing/2014/main" id="{3ABC50B7-8608-4197-1200-0DA240701B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5514" y="180876"/>
            <a:ext cx="3933099" cy="62634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48226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74E289CB-4AE8-8950-869C-5FA68216B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85" y="308512"/>
            <a:ext cx="6595382" cy="65494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7610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2686" y="692124"/>
            <a:ext cx="240817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References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012686" y="1626588"/>
            <a:ext cx="9030984" cy="44619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XPath</a:t>
            </a:r>
          </a:p>
          <a:p>
            <a:pPr marL="0" indent="0">
              <a:buNone/>
            </a:pPr>
            <a:r>
              <a:rPr lang="en-AU" u="sng" dirty="0">
                <a:hlinkClick r:id="rId2"/>
              </a:rPr>
              <a:t>https://www.guru99.com/xpath-selenium.html</a:t>
            </a:r>
            <a:endParaRPr lang="en-AU" u="sng" dirty="0"/>
          </a:p>
          <a:p>
            <a:pPr marL="0" indent="0">
              <a:buNone/>
            </a:pPr>
            <a:endParaRPr lang="en-AU" u="sng" dirty="0"/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Selenium tutorial</a:t>
            </a: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3"/>
              </a:rPr>
              <a:t>https://www.browserstack.com/guide/selenium-with-java-for-automated-test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4"/>
              </a:rPr>
              <a:t>https://www.tutorialspoint.com/selenium/selenium_webdriver.htm</a:t>
            </a:r>
            <a:endParaRPr lang="en-AU" sz="16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b="0" i="0" dirty="0">
                <a:effectLst/>
                <a:latin typeface="Segoe UI" panose="020B0502040204020203" pitchFamily="34" charset="0"/>
                <a:hlinkClick r:id="rId5"/>
              </a:rPr>
              <a:t>https://www.softwaretestinghelp.com/docker-selenium-tutorial/</a:t>
            </a:r>
            <a:endParaRPr lang="en-AU" b="0" i="0" dirty="0">
              <a:effectLst/>
              <a:latin typeface="Segoe UI" panose="020B0502040204020203" pitchFamily="34" charset="0"/>
            </a:endParaRPr>
          </a:p>
          <a:p>
            <a:pPr marL="0" indent="0">
              <a:buNone/>
            </a:pPr>
            <a:endParaRPr lang="en-AU" sz="1200" i="1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08025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AU" b="1" dirty="0">
                <a:solidFill>
                  <a:srgbClr val="002060"/>
                </a:solidFill>
              </a:rP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 dirty="0" err="1">
                <a:solidFill>
                  <a:srgbClr val="002060"/>
                </a:solidFill>
              </a:rPr>
              <a:t>WebSite</a:t>
            </a:r>
            <a:r>
              <a:rPr lang="en-AU" dirty="0"/>
              <a:t>:  </a:t>
            </a:r>
            <a:r>
              <a:rPr lang="en-AU" dirty="0">
                <a:hlinkClick r:id="rId2"/>
              </a:rPr>
              <a:t>www.funnygorilla.com.au</a:t>
            </a:r>
            <a:endParaRPr lang="en-AU" dirty="0"/>
          </a:p>
          <a:p>
            <a:pPr marL="0" indent="0">
              <a:buNone/>
            </a:pPr>
            <a:r>
              <a:rPr lang="en-AU" b="1" dirty="0">
                <a:solidFill>
                  <a:srgbClr val="002060"/>
                </a:solidFill>
              </a:rPr>
              <a:t>Mail</a:t>
            </a:r>
            <a:r>
              <a:rPr lang="en-AU" dirty="0"/>
              <a:t>: info@funnygorilla.com.au</a:t>
            </a:r>
          </a:p>
          <a:p>
            <a:pPr marL="0" indent="0">
              <a:buNone/>
            </a:pPr>
            <a:r>
              <a:rPr lang="en-AU" dirty="0"/>
              <a:t> </a:t>
            </a:r>
            <a:r>
              <a:rPr lang="en-AU" b="1" dirty="0">
                <a:solidFill>
                  <a:srgbClr val="002060"/>
                </a:solidFill>
              </a:rPr>
              <a:t>Linkedin</a:t>
            </a:r>
            <a:r>
              <a:rPr lang="en-AU" dirty="0"/>
              <a:t>:  </a:t>
            </a:r>
            <a:r>
              <a:rPr lang="en-AU" dirty="0">
                <a:hlinkClick r:id="rId3"/>
              </a:rPr>
              <a:t>https://mt.linkedin.com/in/songqing-gu-2ba9034b/de</a:t>
            </a:r>
            <a:endParaRPr lang="en-AU" dirty="0"/>
          </a:p>
          <a:p>
            <a:pPr marL="0" indent="0">
              <a:buNone/>
            </a:pPr>
            <a:r>
              <a:rPr lang="en-AU" dirty="0"/>
              <a:t> </a:t>
            </a:r>
            <a:r>
              <a:rPr lang="en-AU" b="1" dirty="0">
                <a:solidFill>
                  <a:srgbClr val="002060"/>
                </a:solidFill>
              </a:rPr>
              <a:t>WebChat</a:t>
            </a:r>
            <a:r>
              <a:rPr lang="en-AU" dirty="0"/>
              <a:t>: Funny Training Gorilla</a:t>
            </a:r>
          </a:p>
          <a:p>
            <a:pPr marL="0" indent="0">
              <a:buNone/>
            </a:pPr>
            <a:r>
              <a:rPr lang="en-AU" b="1" dirty="0">
                <a:solidFill>
                  <a:srgbClr val="002060"/>
                </a:solidFill>
              </a:rPr>
              <a:t> Phone</a:t>
            </a:r>
            <a:r>
              <a:rPr lang="en-AU" dirty="0"/>
              <a:t>: 0420891343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4685" y="4128005"/>
            <a:ext cx="2820988" cy="254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040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14194</TotalTime>
  <Words>144</Words>
  <Application>Microsoft Macintosh PowerPoint</Application>
  <PresentationFormat>Widescreen</PresentationFormat>
  <Paragraphs>34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Century Gothic</vt:lpstr>
      <vt:lpstr>Segoe UI</vt:lpstr>
      <vt:lpstr>Source Sans Pro</vt:lpstr>
      <vt:lpstr>Wingdings 3</vt:lpstr>
      <vt:lpstr>Wisp</vt:lpstr>
      <vt:lpstr>Funny Training Gorilla    澳洲土逗-IT培训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  </vt:lpstr>
      <vt:lpstr>Contact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663</cp:revision>
  <dcterms:created xsi:type="dcterms:W3CDTF">2020-08-03T09:43:10Z</dcterms:created>
  <dcterms:modified xsi:type="dcterms:W3CDTF">2025-05-26T06:50:21Z</dcterms:modified>
</cp:coreProperties>
</file>