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323" r:id="rId2"/>
    <p:sldId id="326" r:id="rId3"/>
    <p:sldId id="330" r:id="rId4"/>
    <p:sldId id="261" r:id="rId5"/>
    <p:sldId id="322" r:id="rId6"/>
    <p:sldId id="274" r:id="rId7"/>
    <p:sldId id="324" r:id="rId8"/>
    <p:sldId id="325" r:id="rId9"/>
    <p:sldId id="327" r:id="rId10"/>
    <p:sldId id="331" r:id="rId11"/>
    <p:sldId id="328" r:id="rId12"/>
    <p:sldId id="329" r:id="rId13"/>
    <p:sldId id="294" r:id="rId14"/>
    <p:sldId id="264"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AAF580E-2583-42CA-B0FA-385A997457CF}">
          <p14:sldIdLst>
            <p14:sldId id="323"/>
            <p14:sldId id="326"/>
            <p14:sldId id="330"/>
            <p14:sldId id="261"/>
            <p14:sldId id="322"/>
            <p14:sldId id="274"/>
            <p14:sldId id="324"/>
            <p14:sldId id="325"/>
            <p14:sldId id="327"/>
            <p14:sldId id="331"/>
            <p14:sldId id="328"/>
            <p14:sldId id="329"/>
          </p14:sldIdLst>
        </p14:section>
        <p14:section name="Untitled Section" id="{96B2A4F6-E483-46D3-B718-858E0B0CB8CB}">
          <p14:sldIdLst>
            <p14:sldId id="294"/>
            <p14:sldId id="264"/>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u, S. (Songqing)" initials="GS(" lastIdx="2" clrIdx="0">
    <p:extLst>
      <p:ext uri="{19B8F6BF-5375-455C-9EA6-DF929625EA0E}">
        <p15:presenceInfo xmlns:p15="http://schemas.microsoft.com/office/powerpoint/2012/main" userId="Gu, S. (Songqi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4EA8"/>
    <a:srgbClr val="C9E8FF"/>
    <a:srgbClr val="2E8488"/>
    <a:srgbClr val="74B2FC"/>
    <a:srgbClr val="1D3B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0FC55F-CE0E-4076-8441-34F029FA2DDF}" v="3" dt="2023-08-05T11:50:57.5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42"/>
    <p:restoredTop sz="93467" autoAdjust="0"/>
  </p:normalViewPr>
  <p:slideViewPr>
    <p:cSldViewPr snapToGrid="0">
      <p:cViewPr varScale="1">
        <p:scale>
          <a:sx n="142" d="100"/>
          <a:sy n="142" d="100"/>
        </p:scale>
        <p:origin x="712" y="4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ngqing Gu" userId="c4d8cb49210192e2" providerId="LiveId" clId="{DD95A6FC-DE7F-452D-9185-8055E99293E2}"/>
    <pc:docChg chg="undo custSel addSld delSld modSld modSection">
      <pc:chgData name="Songqing Gu" userId="c4d8cb49210192e2" providerId="LiveId" clId="{DD95A6FC-DE7F-452D-9185-8055E99293E2}" dt="2023-07-02T07:17:39.975" v="330" actId="207"/>
      <pc:docMkLst>
        <pc:docMk/>
      </pc:docMkLst>
      <pc:sldChg chg="modSp mod">
        <pc:chgData name="Songqing Gu" userId="c4d8cb49210192e2" providerId="LiveId" clId="{DD95A6FC-DE7F-452D-9185-8055E99293E2}" dt="2023-07-01T04:21:05.687" v="35" actId="1076"/>
        <pc:sldMkLst>
          <pc:docMk/>
          <pc:sldMk cId="3113703618" sldId="261"/>
        </pc:sldMkLst>
        <pc:spChg chg="mod">
          <ac:chgData name="Songqing Gu" userId="c4d8cb49210192e2" providerId="LiveId" clId="{DD95A6FC-DE7F-452D-9185-8055E99293E2}" dt="2023-07-01T04:21:05.687" v="35" actId="1076"/>
          <ac:spMkLst>
            <pc:docMk/>
            <pc:sldMk cId="3113703618" sldId="261"/>
            <ac:spMk id="5" creationId="{65B80BEA-BD58-4BB1-CD49-B7E8607E15EC}"/>
          </ac:spMkLst>
        </pc:spChg>
        <pc:spChg chg="mod">
          <ac:chgData name="Songqing Gu" userId="c4d8cb49210192e2" providerId="LiveId" clId="{DD95A6FC-DE7F-452D-9185-8055E99293E2}" dt="2023-07-01T04:20:39.380" v="33" actId="1076"/>
          <ac:spMkLst>
            <pc:docMk/>
            <pc:sldMk cId="3113703618" sldId="261"/>
            <ac:spMk id="10" creationId="{A751D98D-28CD-6AA8-E491-63C1E905EAA5}"/>
          </ac:spMkLst>
        </pc:spChg>
        <pc:spChg chg="mod">
          <ac:chgData name="Songqing Gu" userId="c4d8cb49210192e2" providerId="LiveId" clId="{DD95A6FC-DE7F-452D-9185-8055E99293E2}" dt="2023-07-01T04:20:35.873" v="32" actId="1076"/>
          <ac:spMkLst>
            <pc:docMk/>
            <pc:sldMk cId="3113703618" sldId="261"/>
            <ac:spMk id="12" creationId="{568BBE4C-8E40-8C7F-9A64-C076869BEF43}"/>
          </ac:spMkLst>
        </pc:spChg>
        <pc:spChg chg="mod">
          <ac:chgData name="Songqing Gu" userId="c4d8cb49210192e2" providerId="LiveId" clId="{DD95A6FC-DE7F-452D-9185-8055E99293E2}" dt="2023-07-01T04:20:33.318" v="31" actId="1076"/>
          <ac:spMkLst>
            <pc:docMk/>
            <pc:sldMk cId="3113703618" sldId="261"/>
            <ac:spMk id="14" creationId="{FDD2FAB4-4A78-F080-AC67-7FFC39D796DC}"/>
          </ac:spMkLst>
        </pc:spChg>
      </pc:sldChg>
      <pc:sldChg chg="modSp mod">
        <pc:chgData name="Songqing Gu" userId="c4d8cb49210192e2" providerId="LiveId" clId="{DD95A6FC-DE7F-452D-9185-8055E99293E2}" dt="2023-07-01T04:20:12.663" v="29" actId="2711"/>
        <pc:sldMkLst>
          <pc:docMk/>
          <pc:sldMk cId="2216314799" sldId="274"/>
        </pc:sldMkLst>
        <pc:spChg chg="mod">
          <ac:chgData name="Songqing Gu" userId="c4d8cb49210192e2" providerId="LiveId" clId="{DD95A6FC-DE7F-452D-9185-8055E99293E2}" dt="2023-07-01T04:20:12.663" v="29" actId="2711"/>
          <ac:spMkLst>
            <pc:docMk/>
            <pc:sldMk cId="2216314799" sldId="274"/>
            <ac:spMk id="4" creationId="{0F89EA29-F0AD-67A8-910B-517FC39D9D79}"/>
          </ac:spMkLst>
        </pc:spChg>
      </pc:sldChg>
      <pc:sldChg chg="del">
        <pc:chgData name="Songqing Gu" userId="c4d8cb49210192e2" providerId="LiveId" clId="{DD95A6FC-DE7F-452D-9185-8055E99293E2}" dt="2023-07-01T04:15:53.671" v="0" actId="47"/>
        <pc:sldMkLst>
          <pc:docMk/>
          <pc:sldMk cId="789354427" sldId="285"/>
        </pc:sldMkLst>
      </pc:sldChg>
      <pc:sldChg chg="del">
        <pc:chgData name="Songqing Gu" userId="c4d8cb49210192e2" providerId="LiveId" clId="{DD95A6FC-DE7F-452D-9185-8055E99293E2}" dt="2023-07-01T04:15:53.671" v="0" actId="47"/>
        <pc:sldMkLst>
          <pc:docMk/>
          <pc:sldMk cId="2686819680" sldId="288"/>
        </pc:sldMkLst>
      </pc:sldChg>
      <pc:sldChg chg="del">
        <pc:chgData name="Songqing Gu" userId="c4d8cb49210192e2" providerId="LiveId" clId="{DD95A6FC-DE7F-452D-9185-8055E99293E2}" dt="2023-07-01T04:15:53.671" v="0" actId="47"/>
        <pc:sldMkLst>
          <pc:docMk/>
          <pc:sldMk cId="3644665972" sldId="291"/>
        </pc:sldMkLst>
      </pc:sldChg>
      <pc:sldChg chg="del">
        <pc:chgData name="Songqing Gu" userId="c4d8cb49210192e2" providerId="LiveId" clId="{DD95A6FC-DE7F-452D-9185-8055E99293E2}" dt="2023-07-01T04:15:53.671" v="0" actId="47"/>
        <pc:sldMkLst>
          <pc:docMk/>
          <pc:sldMk cId="1030084157" sldId="293"/>
        </pc:sldMkLst>
      </pc:sldChg>
      <pc:sldChg chg="addSp modSp mod">
        <pc:chgData name="Songqing Gu" userId="c4d8cb49210192e2" providerId="LiveId" clId="{DD95A6FC-DE7F-452D-9185-8055E99293E2}" dt="2023-07-02T07:16:40.448" v="321" actId="14100"/>
        <pc:sldMkLst>
          <pc:docMk/>
          <pc:sldMk cId="1408025446" sldId="294"/>
        </pc:sldMkLst>
        <pc:spChg chg="mod">
          <ac:chgData name="Songqing Gu" userId="c4d8cb49210192e2" providerId="LiveId" clId="{DD95A6FC-DE7F-452D-9185-8055E99293E2}" dt="2023-07-02T07:16:24.752" v="318" actId="14861"/>
          <ac:spMkLst>
            <pc:docMk/>
            <pc:sldMk cId="1408025446" sldId="294"/>
            <ac:spMk id="2" creationId="{00000000-0000-0000-0000-000000000000}"/>
          </ac:spMkLst>
        </pc:spChg>
        <pc:spChg chg="add mod">
          <ac:chgData name="Songqing Gu" userId="c4d8cb49210192e2" providerId="LiveId" clId="{DD95A6FC-DE7F-452D-9185-8055E99293E2}" dt="2023-07-02T07:16:40.448" v="321" actId="14100"/>
          <ac:spMkLst>
            <pc:docMk/>
            <pc:sldMk cId="1408025446" sldId="294"/>
            <ac:spMk id="4" creationId="{6CA3A3DF-0166-EB1D-9437-156FF00610F0}"/>
          </ac:spMkLst>
        </pc:spChg>
        <pc:spChg chg="mod">
          <ac:chgData name="Songqing Gu" userId="c4d8cb49210192e2" providerId="LiveId" clId="{DD95A6FC-DE7F-452D-9185-8055E99293E2}" dt="2023-07-02T07:16:32.278" v="319" actId="1076"/>
          <ac:spMkLst>
            <pc:docMk/>
            <pc:sldMk cId="1408025446" sldId="294"/>
            <ac:spMk id="5" creationId="{00000000-0000-0000-0000-000000000000}"/>
          </ac:spMkLst>
        </pc:spChg>
      </pc:sldChg>
      <pc:sldChg chg="del">
        <pc:chgData name="Songqing Gu" userId="c4d8cb49210192e2" providerId="LiveId" clId="{DD95A6FC-DE7F-452D-9185-8055E99293E2}" dt="2023-07-01T04:15:53.671" v="0" actId="47"/>
        <pc:sldMkLst>
          <pc:docMk/>
          <pc:sldMk cId="3638558092" sldId="295"/>
        </pc:sldMkLst>
      </pc:sldChg>
      <pc:sldChg chg="del">
        <pc:chgData name="Songqing Gu" userId="c4d8cb49210192e2" providerId="LiveId" clId="{DD95A6FC-DE7F-452D-9185-8055E99293E2}" dt="2023-07-01T04:15:53.671" v="0" actId="47"/>
        <pc:sldMkLst>
          <pc:docMk/>
          <pc:sldMk cId="3799275039" sldId="296"/>
        </pc:sldMkLst>
      </pc:sldChg>
      <pc:sldChg chg="del">
        <pc:chgData name="Songqing Gu" userId="c4d8cb49210192e2" providerId="LiveId" clId="{DD95A6FC-DE7F-452D-9185-8055E99293E2}" dt="2023-07-01T04:15:53.671" v="0" actId="47"/>
        <pc:sldMkLst>
          <pc:docMk/>
          <pc:sldMk cId="1243758571" sldId="297"/>
        </pc:sldMkLst>
      </pc:sldChg>
      <pc:sldChg chg="del">
        <pc:chgData name="Songqing Gu" userId="c4d8cb49210192e2" providerId="LiveId" clId="{DD95A6FC-DE7F-452D-9185-8055E99293E2}" dt="2023-07-01T04:15:53.671" v="0" actId="47"/>
        <pc:sldMkLst>
          <pc:docMk/>
          <pc:sldMk cId="2644837690" sldId="298"/>
        </pc:sldMkLst>
      </pc:sldChg>
      <pc:sldChg chg="del">
        <pc:chgData name="Songqing Gu" userId="c4d8cb49210192e2" providerId="LiveId" clId="{DD95A6FC-DE7F-452D-9185-8055E99293E2}" dt="2023-07-01T04:15:53.671" v="0" actId="47"/>
        <pc:sldMkLst>
          <pc:docMk/>
          <pc:sldMk cId="3342963659" sldId="299"/>
        </pc:sldMkLst>
      </pc:sldChg>
      <pc:sldChg chg="del">
        <pc:chgData name="Songqing Gu" userId="c4d8cb49210192e2" providerId="LiveId" clId="{DD95A6FC-DE7F-452D-9185-8055E99293E2}" dt="2023-07-01T04:15:53.671" v="0" actId="47"/>
        <pc:sldMkLst>
          <pc:docMk/>
          <pc:sldMk cId="661429300" sldId="300"/>
        </pc:sldMkLst>
      </pc:sldChg>
      <pc:sldChg chg="del">
        <pc:chgData name="Songqing Gu" userId="c4d8cb49210192e2" providerId="LiveId" clId="{DD95A6FC-DE7F-452D-9185-8055E99293E2}" dt="2023-07-01T04:15:53.671" v="0" actId="47"/>
        <pc:sldMkLst>
          <pc:docMk/>
          <pc:sldMk cId="1939562636" sldId="301"/>
        </pc:sldMkLst>
      </pc:sldChg>
      <pc:sldChg chg="del">
        <pc:chgData name="Songqing Gu" userId="c4d8cb49210192e2" providerId="LiveId" clId="{DD95A6FC-DE7F-452D-9185-8055E99293E2}" dt="2023-07-01T04:15:53.671" v="0" actId="47"/>
        <pc:sldMkLst>
          <pc:docMk/>
          <pc:sldMk cId="200091612" sldId="302"/>
        </pc:sldMkLst>
      </pc:sldChg>
      <pc:sldChg chg="del">
        <pc:chgData name="Songqing Gu" userId="c4d8cb49210192e2" providerId="LiveId" clId="{DD95A6FC-DE7F-452D-9185-8055E99293E2}" dt="2023-07-01T04:15:53.671" v="0" actId="47"/>
        <pc:sldMkLst>
          <pc:docMk/>
          <pc:sldMk cId="4051393773" sldId="303"/>
        </pc:sldMkLst>
      </pc:sldChg>
      <pc:sldChg chg="del">
        <pc:chgData name="Songqing Gu" userId="c4d8cb49210192e2" providerId="LiveId" clId="{DD95A6FC-DE7F-452D-9185-8055E99293E2}" dt="2023-07-01T04:15:53.671" v="0" actId="47"/>
        <pc:sldMkLst>
          <pc:docMk/>
          <pc:sldMk cId="2304226109" sldId="304"/>
        </pc:sldMkLst>
      </pc:sldChg>
      <pc:sldChg chg="del">
        <pc:chgData name="Songqing Gu" userId="c4d8cb49210192e2" providerId="LiveId" clId="{DD95A6FC-DE7F-452D-9185-8055E99293E2}" dt="2023-07-01T04:15:53.671" v="0" actId="47"/>
        <pc:sldMkLst>
          <pc:docMk/>
          <pc:sldMk cId="1863554075" sldId="306"/>
        </pc:sldMkLst>
      </pc:sldChg>
      <pc:sldChg chg="del">
        <pc:chgData name="Songqing Gu" userId="c4d8cb49210192e2" providerId="LiveId" clId="{DD95A6FC-DE7F-452D-9185-8055E99293E2}" dt="2023-07-01T04:15:53.671" v="0" actId="47"/>
        <pc:sldMkLst>
          <pc:docMk/>
          <pc:sldMk cId="3692078226" sldId="308"/>
        </pc:sldMkLst>
      </pc:sldChg>
      <pc:sldChg chg="del">
        <pc:chgData name="Songqing Gu" userId="c4d8cb49210192e2" providerId="LiveId" clId="{DD95A6FC-DE7F-452D-9185-8055E99293E2}" dt="2023-07-01T04:15:53.671" v="0" actId="47"/>
        <pc:sldMkLst>
          <pc:docMk/>
          <pc:sldMk cId="3140796614" sldId="310"/>
        </pc:sldMkLst>
      </pc:sldChg>
      <pc:sldChg chg="del">
        <pc:chgData name="Songqing Gu" userId="c4d8cb49210192e2" providerId="LiveId" clId="{DD95A6FC-DE7F-452D-9185-8055E99293E2}" dt="2023-07-01T04:15:53.671" v="0" actId="47"/>
        <pc:sldMkLst>
          <pc:docMk/>
          <pc:sldMk cId="1733468992" sldId="311"/>
        </pc:sldMkLst>
      </pc:sldChg>
      <pc:sldChg chg="del">
        <pc:chgData name="Songqing Gu" userId="c4d8cb49210192e2" providerId="LiveId" clId="{DD95A6FC-DE7F-452D-9185-8055E99293E2}" dt="2023-07-01T04:15:53.671" v="0" actId="47"/>
        <pc:sldMkLst>
          <pc:docMk/>
          <pc:sldMk cId="478337687" sldId="313"/>
        </pc:sldMkLst>
      </pc:sldChg>
      <pc:sldChg chg="del">
        <pc:chgData name="Songqing Gu" userId="c4d8cb49210192e2" providerId="LiveId" clId="{DD95A6FC-DE7F-452D-9185-8055E99293E2}" dt="2023-07-01T04:15:53.671" v="0" actId="47"/>
        <pc:sldMkLst>
          <pc:docMk/>
          <pc:sldMk cId="1897699973" sldId="314"/>
        </pc:sldMkLst>
      </pc:sldChg>
      <pc:sldChg chg="del">
        <pc:chgData name="Songqing Gu" userId="c4d8cb49210192e2" providerId="LiveId" clId="{DD95A6FC-DE7F-452D-9185-8055E99293E2}" dt="2023-07-01T04:15:53.671" v="0" actId="47"/>
        <pc:sldMkLst>
          <pc:docMk/>
          <pc:sldMk cId="834037825" sldId="315"/>
        </pc:sldMkLst>
      </pc:sldChg>
      <pc:sldChg chg="del">
        <pc:chgData name="Songqing Gu" userId="c4d8cb49210192e2" providerId="LiveId" clId="{DD95A6FC-DE7F-452D-9185-8055E99293E2}" dt="2023-07-01T04:15:53.671" v="0" actId="47"/>
        <pc:sldMkLst>
          <pc:docMk/>
          <pc:sldMk cId="2991223764" sldId="317"/>
        </pc:sldMkLst>
      </pc:sldChg>
      <pc:sldChg chg="del">
        <pc:chgData name="Songqing Gu" userId="c4d8cb49210192e2" providerId="LiveId" clId="{DD95A6FC-DE7F-452D-9185-8055E99293E2}" dt="2023-07-01T04:15:53.671" v="0" actId="47"/>
        <pc:sldMkLst>
          <pc:docMk/>
          <pc:sldMk cId="4180587722" sldId="318"/>
        </pc:sldMkLst>
      </pc:sldChg>
      <pc:sldChg chg="del">
        <pc:chgData name="Songqing Gu" userId="c4d8cb49210192e2" providerId="LiveId" clId="{DD95A6FC-DE7F-452D-9185-8055E99293E2}" dt="2023-07-01T04:15:53.671" v="0" actId="47"/>
        <pc:sldMkLst>
          <pc:docMk/>
          <pc:sldMk cId="2428458669" sldId="319"/>
        </pc:sldMkLst>
      </pc:sldChg>
      <pc:sldChg chg="del">
        <pc:chgData name="Songqing Gu" userId="c4d8cb49210192e2" providerId="LiveId" clId="{DD95A6FC-DE7F-452D-9185-8055E99293E2}" dt="2023-07-01T04:15:53.671" v="0" actId="47"/>
        <pc:sldMkLst>
          <pc:docMk/>
          <pc:sldMk cId="3330490350" sldId="320"/>
        </pc:sldMkLst>
      </pc:sldChg>
      <pc:sldChg chg="del">
        <pc:chgData name="Songqing Gu" userId="c4d8cb49210192e2" providerId="LiveId" clId="{DD95A6FC-DE7F-452D-9185-8055E99293E2}" dt="2023-07-01T04:15:53.671" v="0" actId="47"/>
        <pc:sldMkLst>
          <pc:docMk/>
          <pc:sldMk cId="1152462360" sldId="321"/>
        </pc:sldMkLst>
      </pc:sldChg>
      <pc:sldChg chg="modSp mod">
        <pc:chgData name="Songqing Gu" userId="c4d8cb49210192e2" providerId="LiveId" clId="{DD95A6FC-DE7F-452D-9185-8055E99293E2}" dt="2023-07-01T04:18:06.366" v="25" actId="20577"/>
        <pc:sldMkLst>
          <pc:docMk/>
          <pc:sldMk cId="2115522147" sldId="322"/>
        </pc:sldMkLst>
        <pc:spChg chg="mod">
          <ac:chgData name="Songqing Gu" userId="c4d8cb49210192e2" providerId="LiveId" clId="{DD95A6FC-DE7F-452D-9185-8055E99293E2}" dt="2023-07-01T04:17:11.378" v="5" actId="108"/>
          <ac:spMkLst>
            <pc:docMk/>
            <pc:sldMk cId="2115522147" sldId="322"/>
            <ac:spMk id="9" creationId="{12FE7EEE-9033-20AB-8C81-1DA854640A13}"/>
          </ac:spMkLst>
        </pc:spChg>
        <pc:spChg chg="mod">
          <ac:chgData name="Songqing Gu" userId="c4d8cb49210192e2" providerId="LiveId" clId="{DD95A6FC-DE7F-452D-9185-8055E99293E2}" dt="2023-07-01T04:18:06.366" v="25" actId="20577"/>
          <ac:spMkLst>
            <pc:docMk/>
            <pc:sldMk cId="2115522147" sldId="322"/>
            <ac:spMk id="11" creationId="{97DB11F4-6E24-13D6-6479-AA84647A6E49}"/>
          </ac:spMkLst>
        </pc:spChg>
      </pc:sldChg>
      <pc:sldChg chg="addSp modSp mod setBg">
        <pc:chgData name="Songqing Gu" userId="c4d8cb49210192e2" providerId="LiveId" clId="{DD95A6FC-DE7F-452D-9185-8055E99293E2}" dt="2023-07-02T07:17:39.975" v="330" actId="207"/>
        <pc:sldMkLst>
          <pc:docMk/>
          <pc:sldMk cId="523495732" sldId="323"/>
        </pc:sldMkLst>
        <pc:spChg chg="add mod">
          <ac:chgData name="Songqing Gu" userId="c4d8cb49210192e2" providerId="LiveId" clId="{DD95A6FC-DE7F-452D-9185-8055E99293E2}" dt="2023-07-02T07:17:39.975" v="330" actId="207"/>
          <ac:spMkLst>
            <pc:docMk/>
            <pc:sldMk cId="523495732" sldId="323"/>
            <ac:spMk id="6" creationId="{C5866E9B-17EC-3B6D-4DA3-56DC79878C74}"/>
          </ac:spMkLst>
        </pc:spChg>
      </pc:sldChg>
      <pc:sldChg chg="addSp delSp modSp add mod">
        <pc:chgData name="Songqing Gu" userId="c4d8cb49210192e2" providerId="LiveId" clId="{DD95A6FC-DE7F-452D-9185-8055E99293E2}" dt="2023-07-02T06:10:09.395" v="226" actId="478"/>
        <pc:sldMkLst>
          <pc:docMk/>
          <pc:sldMk cId="57254538" sldId="324"/>
        </pc:sldMkLst>
        <pc:spChg chg="mod">
          <ac:chgData name="Songqing Gu" userId="c4d8cb49210192e2" providerId="LiveId" clId="{DD95A6FC-DE7F-452D-9185-8055E99293E2}" dt="2023-07-01T04:21:50.607" v="49" actId="20577"/>
          <ac:spMkLst>
            <pc:docMk/>
            <pc:sldMk cId="57254538" sldId="324"/>
            <ac:spMk id="2" creationId="{00000000-0000-0000-0000-000000000000}"/>
          </ac:spMkLst>
        </pc:spChg>
        <pc:spChg chg="add del mod">
          <ac:chgData name="Songqing Gu" userId="c4d8cb49210192e2" providerId="LiveId" clId="{DD95A6FC-DE7F-452D-9185-8055E99293E2}" dt="2023-07-02T06:10:09.395" v="226" actId="478"/>
          <ac:spMkLst>
            <pc:docMk/>
            <pc:sldMk cId="57254538" sldId="324"/>
            <ac:spMk id="4" creationId="{0F89EA29-F0AD-67A8-910B-517FC39D9D79}"/>
          </ac:spMkLst>
        </pc:spChg>
      </pc:sldChg>
      <pc:sldChg chg="addSp delSp modSp add mod modNotesTx">
        <pc:chgData name="Songqing Gu" userId="c4d8cb49210192e2" providerId="LiveId" clId="{DD95A6FC-DE7F-452D-9185-8055E99293E2}" dt="2023-07-02T07:09:51.018" v="304" actId="1076"/>
        <pc:sldMkLst>
          <pc:docMk/>
          <pc:sldMk cId="147964486" sldId="325"/>
        </pc:sldMkLst>
        <pc:spChg chg="mod">
          <ac:chgData name="Songqing Gu" userId="c4d8cb49210192e2" providerId="LiveId" clId="{DD95A6FC-DE7F-452D-9185-8055E99293E2}" dt="2023-07-02T07:09:29.014" v="300" actId="1076"/>
          <ac:spMkLst>
            <pc:docMk/>
            <pc:sldMk cId="147964486" sldId="325"/>
            <ac:spMk id="2" creationId="{00000000-0000-0000-0000-000000000000}"/>
          </ac:spMkLst>
        </pc:spChg>
        <pc:spChg chg="del mod">
          <ac:chgData name="Songqing Gu" userId="c4d8cb49210192e2" providerId="LiveId" clId="{DD95A6FC-DE7F-452D-9185-8055E99293E2}" dt="2023-07-02T06:10:35.457" v="234" actId="478"/>
          <ac:spMkLst>
            <pc:docMk/>
            <pc:sldMk cId="147964486" sldId="325"/>
            <ac:spMk id="4" creationId="{0F89EA29-F0AD-67A8-910B-517FC39D9D79}"/>
          </ac:spMkLst>
        </pc:spChg>
        <pc:spChg chg="add mod">
          <ac:chgData name="Songqing Gu" userId="c4d8cb49210192e2" providerId="LiveId" clId="{DD95A6FC-DE7F-452D-9185-8055E99293E2}" dt="2023-07-02T07:09:51.018" v="304" actId="1076"/>
          <ac:spMkLst>
            <pc:docMk/>
            <pc:sldMk cId="147964486" sldId="325"/>
            <ac:spMk id="5" creationId="{AF740A28-5EFB-B3EA-F219-EFF2ACCF2D66}"/>
          </ac:spMkLst>
        </pc:spChg>
      </pc:sldChg>
      <pc:sldChg chg="addSp delSp modSp add mod">
        <pc:chgData name="Songqing Gu" userId="c4d8cb49210192e2" providerId="LiveId" clId="{DD95A6FC-DE7F-452D-9185-8055E99293E2}" dt="2023-07-02T06:08:44.381" v="224" actId="207"/>
        <pc:sldMkLst>
          <pc:docMk/>
          <pc:sldMk cId="3125459258" sldId="326"/>
        </pc:sldMkLst>
        <pc:spChg chg="mod">
          <ac:chgData name="Songqing Gu" userId="c4d8cb49210192e2" providerId="LiveId" clId="{DD95A6FC-DE7F-452D-9185-8055E99293E2}" dt="2023-07-02T06:02:25.311" v="102" actId="1076"/>
          <ac:spMkLst>
            <pc:docMk/>
            <pc:sldMk cId="3125459258" sldId="326"/>
            <ac:spMk id="2" creationId="{00000000-0000-0000-0000-000000000000}"/>
          </ac:spMkLst>
        </pc:spChg>
        <pc:spChg chg="mod">
          <ac:chgData name="Songqing Gu" userId="c4d8cb49210192e2" providerId="LiveId" clId="{DD95A6FC-DE7F-452D-9185-8055E99293E2}" dt="2023-07-02T06:08:44.381" v="224" actId="207"/>
          <ac:spMkLst>
            <pc:docMk/>
            <pc:sldMk cId="3125459258" sldId="326"/>
            <ac:spMk id="4" creationId="{0F89EA29-F0AD-67A8-910B-517FC39D9D79}"/>
          </ac:spMkLst>
        </pc:spChg>
        <pc:spChg chg="add mod">
          <ac:chgData name="Songqing Gu" userId="c4d8cb49210192e2" providerId="LiveId" clId="{DD95A6FC-DE7F-452D-9185-8055E99293E2}" dt="2023-07-02T06:08:44.381" v="224" actId="207"/>
          <ac:spMkLst>
            <pc:docMk/>
            <pc:sldMk cId="3125459258" sldId="326"/>
            <ac:spMk id="5" creationId="{5798006B-A1D4-3A2D-3939-C3DDD3EC5561}"/>
          </ac:spMkLst>
        </pc:spChg>
        <pc:spChg chg="add mod">
          <ac:chgData name="Songqing Gu" userId="c4d8cb49210192e2" providerId="LiveId" clId="{DD95A6FC-DE7F-452D-9185-8055E99293E2}" dt="2023-07-02T06:08:44.381" v="224" actId="207"/>
          <ac:spMkLst>
            <pc:docMk/>
            <pc:sldMk cId="3125459258" sldId="326"/>
            <ac:spMk id="7" creationId="{5F0BD765-8F2D-857E-FECF-CCD66362990B}"/>
          </ac:spMkLst>
        </pc:spChg>
        <pc:spChg chg="add del mod">
          <ac:chgData name="Songqing Gu" userId="c4d8cb49210192e2" providerId="LiveId" clId="{DD95A6FC-DE7F-452D-9185-8055E99293E2}" dt="2023-07-02T06:08:15.358" v="216" actId="478"/>
          <ac:spMkLst>
            <pc:docMk/>
            <pc:sldMk cId="3125459258" sldId="326"/>
            <ac:spMk id="9" creationId="{CFE15F04-1C9D-BD1D-B2BB-5A6FE34F696B}"/>
          </ac:spMkLst>
        </pc:spChg>
        <pc:spChg chg="add del mod">
          <ac:chgData name="Songqing Gu" userId="c4d8cb49210192e2" providerId="LiveId" clId="{DD95A6FC-DE7F-452D-9185-8055E99293E2}" dt="2023-07-02T06:08:17.094" v="217" actId="478"/>
          <ac:spMkLst>
            <pc:docMk/>
            <pc:sldMk cId="3125459258" sldId="326"/>
            <ac:spMk id="11" creationId="{7B6678DC-43DB-C803-F67A-3CBB4F8C5177}"/>
          </ac:spMkLst>
        </pc:spChg>
        <pc:spChg chg="add del mod">
          <ac:chgData name="Songqing Gu" userId="c4d8cb49210192e2" providerId="LiveId" clId="{DD95A6FC-DE7F-452D-9185-8055E99293E2}" dt="2023-07-02T06:08:18.793" v="218" actId="478"/>
          <ac:spMkLst>
            <pc:docMk/>
            <pc:sldMk cId="3125459258" sldId="326"/>
            <ac:spMk id="13" creationId="{4E0FA3F7-8A3E-47F0-AE79-5801AA62586B}"/>
          </ac:spMkLst>
        </pc:spChg>
      </pc:sldChg>
      <pc:sldChg chg="addSp delSp modSp add mod">
        <pc:chgData name="Songqing Gu" userId="c4d8cb49210192e2" providerId="LiveId" clId="{DD95A6FC-DE7F-452D-9185-8055E99293E2}" dt="2023-07-02T07:12:22.242" v="308" actId="1076"/>
        <pc:sldMkLst>
          <pc:docMk/>
          <pc:sldMk cId="325042336" sldId="327"/>
        </pc:sldMkLst>
        <pc:spChg chg="mod">
          <ac:chgData name="Songqing Gu" userId="c4d8cb49210192e2" providerId="LiveId" clId="{DD95A6FC-DE7F-452D-9185-8055E99293E2}" dt="2023-07-02T06:07:56.853" v="215" actId="20577"/>
          <ac:spMkLst>
            <pc:docMk/>
            <pc:sldMk cId="325042336" sldId="327"/>
            <ac:spMk id="2" creationId="{00000000-0000-0000-0000-000000000000}"/>
          </ac:spMkLst>
        </pc:spChg>
        <pc:spChg chg="del mod">
          <ac:chgData name="Songqing Gu" userId="c4d8cb49210192e2" providerId="LiveId" clId="{DD95A6FC-DE7F-452D-9185-8055E99293E2}" dt="2023-07-02T06:07:40.542" v="207" actId="478"/>
          <ac:spMkLst>
            <pc:docMk/>
            <pc:sldMk cId="325042336" sldId="327"/>
            <ac:spMk id="4" creationId="{0F89EA29-F0AD-67A8-910B-517FC39D9D79}"/>
          </ac:spMkLst>
        </pc:spChg>
        <pc:spChg chg="del">
          <ac:chgData name="Songqing Gu" userId="c4d8cb49210192e2" providerId="LiveId" clId="{DD95A6FC-DE7F-452D-9185-8055E99293E2}" dt="2023-07-02T06:07:37.311" v="205" actId="478"/>
          <ac:spMkLst>
            <pc:docMk/>
            <pc:sldMk cId="325042336" sldId="327"/>
            <ac:spMk id="5" creationId="{5798006B-A1D4-3A2D-3939-C3DDD3EC5561}"/>
          </ac:spMkLst>
        </pc:spChg>
        <pc:spChg chg="add mod">
          <ac:chgData name="Songqing Gu" userId="c4d8cb49210192e2" providerId="LiveId" clId="{DD95A6FC-DE7F-452D-9185-8055E99293E2}" dt="2023-07-02T07:12:22.242" v="308" actId="1076"/>
          <ac:spMkLst>
            <pc:docMk/>
            <pc:sldMk cId="325042336" sldId="327"/>
            <ac:spMk id="6" creationId="{DB305B2A-7D04-4B99-983A-B36E0FD74DE1}"/>
          </ac:spMkLst>
        </pc:spChg>
        <pc:spChg chg="del">
          <ac:chgData name="Songqing Gu" userId="c4d8cb49210192e2" providerId="LiveId" clId="{DD95A6FC-DE7F-452D-9185-8055E99293E2}" dt="2023-07-02T06:07:37.311" v="205" actId="478"/>
          <ac:spMkLst>
            <pc:docMk/>
            <pc:sldMk cId="325042336" sldId="327"/>
            <ac:spMk id="7" creationId="{5F0BD765-8F2D-857E-FECF-CCD66362990B}"/>
          </ac:spMkLst>
        </pc:spChg>
        <pc:spChg chg="mod">
          <ac:chgData name="Songqing Gu" userId="c4d8cb49210192e2" providerId="LiveId" clId="{DD95A6FC-DE7F-452D-9185-8055E99293E2}" dt="2023-07-02T07:02:51.424" v="297" actId="20577"/>
          <ac:spMkLst>
            <pc:docMk/>
            <pc:sldMk cId="325042336" sldId="327"/>
            <ac:spMk id="9" creationId="{CFE15F04-1C9D-BD1D-B2BB-5A6FE34F696B}"/>
          </ac:spMkLst>
        </pc:spChg>
        <pc:spChg chg="del">
          <ac:chgData name="Songqing Gu" userId="c4d8cb49210192e2" providerId="LiveId" clId="{DD95A6FC-DE7F-452D-9185-8055E99293E2}" dt="2023-07-02T06:07:37.311" v="205" actId="478"/>
          <ac:spMkLst>
            <pc:docMk/>
            <pc:sldMk cId="325042336" sldId="327"/>
            <ac:spMk id="11" creationId="{7B6678DC-43DB-C803-F67A-3CBB4F8C5177}"/>
          </ac:spMkLst>
        </pc:spChg>
        <pc:spChg chg="del">
          <ac:chgData name="Songqing Gu" userId="c4d8cb49210192e2" providerId="LiveId" clId="{DD95A6FC-DE7F-452D-9185-8055E99293E2}" dt="2023-07-02T06:07:37.311" v="205" actId="478"/>
          <ac:spMkLst>
            <pc:docMk/>
            <pc:sldMk cId="325042336" sldId="327"/>
            <ac:spMk id="13" creationId="{4E0FA3F7-8A3E-47F0-AE79-5801AA62586B}"/>
          </ac:spMkLst>
        </pc:spChg>
      </pc:sldChg>
      <pc:sldChg chg="delSp modSp add mod">
        <pc:chgData name="Songqing Gu" userId="c4d8cb49210192e2" providerId="LiveId" clId="{DD95A6FC-DE7F-452D-9185-8055E99293E2}" dt="2023-07-02T06:07:29.745" v="204" actId="478"/>
        <pc:sldMkLst>
          <pc:docMk/>
          <pc:sldMk cId="2403503091" sldId="328"/>
        </pc:sldMkLst>
        <pc:spChg chg="mod">
          <ac:chgData name="Songqing Gu" userId="c4d8cb49210192e2" providerId="LiveId" clId="{DD95A6FC-DE7F-452D-9185-8055E99293E2}" dt="2023-07-02T06:06:26.716" v="187" actId="20577"/>
          <ac:spMkLst>
            <pc:docMk/>
            <pc:sldMk cId="2403503091" sldId="328"/>
            <ac:spMk id="2" creationId="{00000000-0000-0000-0000-000000000000}"/>
          </ac:spMkLst>
        </pc:spChg>
        <pc:spChg chg="del">
          <ac:chgData name="Songqing Gu" userId="c4d8cb49210192e2" providerId="LiveId" clId="{DD95A6FC-DE7F-452D-9185-8055E99293E2}" dt="2023-07-02T06:07:17.502" v="200" actId="478"/>
          <ac:spMkLst>
            <pc:docMk/>
            <pc:sldMk cId="2403503091" sldId="328"/>
            <ac:spMk id="4" creationId="{0F89EA29-F0AD-67A8-910B-517FC39D9D79}"/>
          </ac:spMkLst>
        </pc:spChg>
        <pc:spChg chg="del">
          <ac:chgData name="Songqing Gu" userId="c4d8cb49210192e2" providerId="LiveId" clId="{DD95A6FC-DE7F-452D-9185-8055E99293E2}" dt="2023-07-02T06:07:29.745" v="204" actId="478"/>
          <ac:spMkLst>
            <pc:docMk/>
            <pc:sldMk cId="2403503091" sldId="328"/>
            <ac:spMk id="5" creationId="{5798006B-A1D4-3A2D-3939-C3DDD3EC5561}"/>
          </ac:spMkLst>
        </pc:spChg>
        <pc:spChg chg="del">
          <ac:chgData name="Songqing Gu" userId="c4d8cb49210192e2" providerId="LiveId" clId="{DD95A6FC-DE7F-452D-9185-8055E99293E2}" dt="2023-07-02T06:07:29.745" v="204" actId="478"/>
          <ac:spMkLst>
            <pc:docMk/>
            <pc:sldMk cId="2403503091" sldId="328"/>
            <ac:spMk id="7" creationId="{5F0BD765-8F2D-857E-FECF-CCD66362990B}"/>
          </ac:spMkLst>
        </pc:spChg>
        <pc:spChg chg="del">
          <ac:chgData name="Songqing Gu" userId="c4d8cb49210192e2" providerId="LiveId" clId="{DD95A6FC-DE7F-452D-9185-8055E99293E2}" dt="2023-07-02T06:07:20.342" v="201" actId="478"/>
          <ac:spMkLst>
            <pc:docMk/>
            <pc:sldMk cId="2403503091" sldId="328"/>
            <ac:spMk id="9" creationId="{CFE15F04-1C9D-BD1D-B2BB-5A6FE34F696B}"/>
          </ac:spMkLst>
        </pc:spChg>
        <pc:spChg chg="mod">
          <ac:chgData name="Songqing Gu" userId="c4d8cb49210192e2" providerId="LiveId" clId="{DD95A6FC-DE7F-452D-9185-8055E99293E2}" dt="2023-07-02T06:07:26.757" v="203" actId="14100"/>
          <ac:spMkLst>
            <pc:docMk/>
            <pc:sldMk cId="2403503091" sldId="328"/>
            <ac:spMk id="11" creationId="{7B6678DC-43DB-C803-F67A-3CBB4F8C5177}"/>
          </ac:spMkLst>
        </pc:spChg>
        <pc:spChg chg="del">
          <ac:chgData name="Songqing Gu" userId="c4d8cb49210192e2" providerId="LiveId" clId="{DD95A6FC-DE7F-452D-9185-8055E99293E2}" dt="2023-07-02T06:07:29.745" v="204" actId="478"/>
          <ac:spMkLst>
            <pc:docMk/>
            <pc:sldMk cId="2403503091" sldId="328"/>
            <ac:spMk id="13" creationId="{4E0FA3F7-8A3E-47F0-AE79-5801AA62586B}"/>
          </ac:spMkLst>
        </pc:spChg>
      </pc:sldChg>
      <pc:sldChg chg="delSp modSp add mod">
        <pc:chgData name="Songqing Gu" userId="c4d8cb49210192e2" providerId="LiveId" clId="{DD95A6FC-DE7F-452D-9185-8055E99293E2}" dt="2023-07-02T07:01:54.017" v="296" actId="20577"/>
        <pc:sldMkLst>
          <pc:docMk/>
          <pc:sldMk cId="3924187214" sldId="329"/>
        </pc:sldMkLst>
        <pc:spChg chg="mod">
          <ac:chgData name="Songqing Gu" userId="c4d8cb49210192e2" providerId="LiveId" clId="{DD95A6FC-DE7F-452D-9185-8055E99293E2}" dt="2023-07-02T06:57:54.834" v="266" actId="14100"/>
          <ac:spMkLst>
            <pc:docMk/>
            <pc:sldMk cId="3924187214" sldId="329"/>
            <ac:spMk id="2" creationId="{00000000-0000-0000-0000-000000000000}"/>
          </ac:spMkLst>
        </pc:spChg>
        <pc:spChg chg="del">
          <ac:chgData name="Songqing Gu" userId="c4d8cb49210192e2" providerId="LiveId" clId="{DD95A6FC-DE7F-452D-9185-8055E99293E2}" dt="2023-07-02T06:06:56.996" v="195" actId="478"/>
          <ac:spMkLst>
            <pc:docMk/>
            <pc:sldMk cId="3924187214" sldId="329"/>
            <ac:spMk id="4" creationId="{0F89EA29-F0AD-67A8-910B-517FC39D9D79}"/>
          </ac:spMkLst>
        </pc:spChg>
        <pc:spChg chg="del">
          <ac:chgData name="Songqing Gu" userId="c4d8cb49210192e2" providerId="LiveId" clId="{DD95A6FC-DE7F-452D-9185-8055E99293E2}" dt="2023-07-02T06:07:04.367" v="197" actId="478"/>
          <ac:spMkLst>
            <pc:docMk/>
            <pc:sldMk cId="3924187214" sldId="329"/>
            <ac:spMk id="5" creationId="{5798006B-A1D4-3A2D-3939-C3DDD3EC5561}"/>
          </ac:spMkLst>
        </pc:spChg>
        <pc:spChg chg="del">
          <ac:chgData name="Songqing Gu" userId="c4d8cb49210192e2" providerId="LiveId" clId="{DD95A6FC-DE7F-452D-9185-8055E99293E2}" dt="2023-07-02T06:06:56.996" v="195" actId="478"/>
          <ac:spMkLst>
            <pc:docMk/>
            <pc:sldMk cId="3924187214" sldId="329"/>
            <ac:spMk id="7" creationId="{5F0BD765-8F2D-857E-FECF-CCD66362990B}"/>
          </ac:spMkLst>
        </pc:spChg>
        <pc:spChg chg="del">
          <ac:chgData name="Songqing Gu" userId="c4d8cb49210192e2" providerId="LiveId" clId="{DD95A6FC-DE7F-452D-9185-8055E99293E2}" dt="2023-07-02T06:06:56.996" v="195" actId="478"/>
          <ac:spMkLst>
            <pc:docMk/>
            <pc:sldMk cId="3924187214" sldId="329"/>
            <ac:spMk id="9" creationId="{CFE15F04-1C9D-BD1D-B2BB-5A6FE34F696B}"/>
          </ac:spMkLst>
        </pc:spChg>
        <pc:spChg chg="del">
          <ac:chgData name="Songqing Gu" userId="c4d8cb49210192e2" providerId="LiveId" clId="{DD95A6FC-DE7F-452D-9185-8055E99293E2}" dt="2023-07-02T06:06:56.996" v="195" actId="478"/>
          <ac:spMkLst>
            <pc:docMk/>
            <pc:sldMk cId="3924187214" sldId="329"/>
            <ac:spMk id="11" creationId="{7B6678DC-43DB-C803-F67A-3CBB4F8C5177}"/>
          </ac:spMkLst>
        </pc:spChg>
        <pc:spChg chg="mod">
          <ac:chgData name="Songqing Gu" userId="c4d8cb49210192e2" providerId="LiveId" clId="{DD95A6FC-DE7F-452D-9185-8055E99293E2}" dt="2023-07-02T07:01:54.017" v="296" actId="20577"/>
          <ac:spMkLst>
            <pc:docMk/>
            <pc:sldMk cId="3924187214" sldId="329"/>
            <ac:spMk id="13" creationId="{4E0FA3F7-8A3E-47F0-AE79-5801AA62586B}"/>
          </ac:spMkLst>
        </pc:spChg>
      </pc:sldChg>
      <pc:sldChg chg="delSp modSp add mod">
        <pc:chgData name="Songqing Gu" userId="c4d8cb49210192e2" providerId="LiveId" clId="{DD95A6FC-DE7F-452D-9185-8055E99293E2}" dt="2023-07-02T06:48:53.989" v="263" actId="478"/>
        <pc:sldMkLst>
          <pc:docMk/>
          <pc:sldMk cId="1781917904" sldId="330"/>
        </pc:sldMkLst>
        <pc:spChg chg="mod">
          <ac:chgData name="Songqing Gu" userId="c4d8cb49210192e2" providerId="LiveId" clId="{DD95A6FC-DE7F-452D-9185-8055E99293E2}" dt="2023-07-02T06:48:50.374" v="262" actId="20577"/>
          <ac:spMkLst>
            <pc:docMk/>
            <pc:sldMk cId="1781917904" sldId="330"/>
            <ac:spMk id="2" creationId="{00000000-0000-0000-0000-000000000000}"/>
          </ac:spMkLst>
        </pc:spChg>
        <pc:spChg chg="del">
          <ac:chgData name="Songqing Gu" userId="c4d8cb49210192e2" providerId="LiveId" clId="{DD95A6FC-DE7F-452D-9185-8055E99293E2}" dt="2023-07-02T06:48:53.989" v="263" actId="478"/>
          <ac:spMkLst>
            <pc:docMk/>
            <pc:sldMk cId="1781917904" sldId="330"/>
            <ac:spMk id="13" creationId="{4E0FA3F7-8A3E-47F0-AE79-5801AA62586B}"/>
          </ac:spMkLst>
        </pc:spChg>
      </pc:sldChg>
      <pc:sldChg chg="delSp add mod">
        <pc:chgData name="Songqing Gu" userId="c4d8cb49210192e2" providerId="LiveId" clId="{DD95A6FC-DE7F-452D-9185-8055E99293E2}" dt="2023-07-02T07:13:36.016" v="310" actId="478"/>
        <pc:sldMkLst>
          <pc:docMk/>
          <pc:sldMk cId="3278685410" sldId="331"/>
        </pc:sldMkLst>
        <pc:spChg chg="del">
          <ac:chgData name="Songqing Gu" userId="c4d8cb49210192e2" providerId="LiveId" clId="{DD95A6FC-DE7F-452D-9185-8055E99293E2}" dt="2023-07-02T07:13:36.016" v="310" actId="478"/>
          <ac:spMkLst>
            <pc:docMk/>
            <pc:sldMk cId="3278685410" sldId="331"/>
            <ac:spMk id="6" creationId="{DB305B2A-7D04-4B99-983A-B36E0FD74DE1}"/>
          </ac:spMkLst>
        </pc:spChg>
      </pc:sldChg>
    </pc:docChg>
  </pc:docChgLst>
  <pc:docChgLst>
    <pc:chgData name="Songqing Gu" userId="c4d8cb49210192e2" providerId="LiveId" clId="{C191A271-5AB5-4229-AE14-FA6CEE75A23B}"/>
    <pc:docChg chg="custSel modSld">
      <pc:chgData name="Songqing Gu" userId="c4d8cb49210192e2" providerId="LiveId" clId="{C191A271-5AB5-4229-AE14-FA6CEE75A23B}" dt="2023-05-13T08:21:06.980" v="176" actId="167"/>
      <pc:docMkLst>
        <pc:docMk/>
      </pc:docMkLst>
      <pc:sldChg chg="modSp mod">
        <pc:chgData name="Songqing Gu" userId="c4d8cb49210192e2" providerId="LiveId" clId="{C191A271-5AB5-4229-AE14-FA6CEE75A23B}" dt="2023-04-29T07:00:02.742" v="2" actId="207"/>
        <pc:sldMkLst>
          <pc:docMk/>
          <pc:sldMk cId="3813058601" sldId="256"/>
        </pc:sldMkLst>
        <pc:spChg chg="mod">
          <ac:chgData name="Songqing Gu" userId="c4d8cb49210192e2" providerId="LiveId" clId="{C191A271-5AB5-4229-AE14-FA6CEE75A23B}" dt="2023-04-29T07:00:02.742" v="2" actId="207"/>
          <ac:spMkLst>
            <pc:docMk/>
            <pc:sldMk cId="3813058601" sldId="256"/>
            <ac:spMk id="3" creationId="{00000000-0000-0000-0000-000000000000}"/>
          </ac:spMkLst>
        </pc:spChg>
      </pc:sldChg>
      <pc:sldChg chg="addSp delSp modSp mod">
        <pc:chgData name="Songqing Gu" userId="c4d8cb49210192e2" providerId="LiveId" clId="{C191A271-5AB5-4229-AE14-FA6CEE75A23B}" dt="2023-05-13T08:21:06.980" v="176" actId="167"/>
        <pc:sldMkLst>
          <pc:docMk/>
          <pc:sldMk cId="3799275039" sldId="296"/>
        </pc:sldMkLst>
        <pc:spChg chg="add mod">
          <ac:chgData name="Songqing Gu" userId="c4d8cb49210192e2" providerId="LiveId" clId="{C191A271-5AB5-4229-AE14-FA6CEE75A23B}" dt="2023-05-13T08:19:05.805" v="169" actId="1076"/>
          <ac:spMkLst>
            <pc:docMk/>
            <pc:sldMk cId="3799275039" sldId="296"/>
            <ac:spMk id="7" creationId="{85296C8B-FF76-31C5-6FB1-0A3FA8AB756D}"/>
          </ac:spMkLst>
        </pc:spChg>
        <pc:spChg chg="mod">
          <ac:chgData name="Songqing Gu" userId="c4d8cb49210192e2" providerId="LiveId" clId="{C191A271-5AB5-4229-AE14-FA6CEE75A23B}" dt="2023-05-13T08:12:11.654" v="29" actId="1076"/>
          <ac:spMkLst>
            <pc:docMk/>
            <pc:sldMk cId="3799275039" sldId="296"/>
            <ac:spMk id="8" creationId="{00000000-0000-0000-0000-000000000000}"/>
          </ac:spMkLst>
        </pc:spChg>
        <pc:spChg chg="add mod">
          <ac:chgData name="Songqing Gu" userId="c4d8cb49210192e2" providerId="LiveId" clId="{C191A271-5AB5-4229-AE14-FA6CEE75A23B}" dt="2023-05-13T08:16:46.258" v="109" actId="1076"/>
          <ac:spMkLst>
            <pc:docMk/>
            <pc:sldMk cId="3799275039" sldId="296"/>
            <ac:spMk id="12" creationId="{3D20E5C2-0A9E-E3C2-C36A-F19C77806FEF}"/>
          </ac:spMkLst>
        </pc:spChg>
        <pc:spChg chg="mod">
          <ac:chgData name="Songqing Gu" userId="c4d8cb49210192e2" providerId="LiveId" clId="{C191A271-5AB5-4229-AE14-FA6CEE75A23B}" dt="2023-05-13T08:16:32.724" v="107" actId="1037"/>
          <ac:spMkLst>
            <pc:docMk/>
            <pc:sldMk cId="3799275039" sldId="296"/>
            <ac:spMk id="13" creationId="{00000000-0000-0000-0000-000000000000}"/>
          </ac:spMkLst>
        </pc:spChg>
        <pc:spChg chg="add mod">
          <ac:chgData name="Songqing Gu" userId="c4d8cb49210192e2" providerId="LiveId" clId="{C191A271-5AB5-4229-AE14-FA6CEE75A23B}" dt="2023-05-13T08:17:13.820" v="147" actId="14100"/>
          <ac:spMkLst>
            <pc:docMk/>
            <pc:sldMk cId="3799275039" sldId="296"/>
            <ac:spMk id="15" creationId="{3545561A-5DBF-ABB7-C16C-E7EE929E1C12}"/>
          </ac:spMkLst>
        </pc:spChg>
        <pc:spChg chg="add mod">
          <ac:chgData name="Songqing Gu" userId="c4d8cb49210192e2" providerId="LiveId" clId="{C191A271-5AB5-4229-AE14-FA6CEE75A23B}" dt="2023-05-13T08:17:39.067" v="167" actId="20577"/>
          <ac:spMkLst>
            <pc:docMk/>
            <pc:sldMk cId="3799275039" sldId="296"/>
            <ac:spMk id="16" creationId="{62186DF2-A70A-D807-963F-3DB3A3063EEA}"/>
          </ac:spMkLst>
        </pc:spChg>
        <pc:spChg chg="add mod ord">
          <ac:chgData name="Songqing Gu" userId="c4d8cb49210192e2" providerId="LiveId" clId="{C191A271-5AB5-4229-AE14-FA6CEE75A23B}" dt="2023-05-13T08:21:06.980" v="176" actId="167"/>
          <ac:spMkLst>
            <pc:docMk/>
            <pc:sldMk cId="3799275039" sldId="296"/>
            <ac:spMk id="17" creationId="{0758F2B4-9475-B877-FBE9-1244D308D3A1}"/>
          </ac:spMkLst>
        </pc:spChg>
        <pc:spChg chg="mod">
          <ac:chgData name="Songqing Gu" userId="c4d8cb49210192e2" providerId="LiveId" clId="{C191A271-5AB5-4229-AE14-FA6CEE75A23B}" dt="2023-05-13T08:12:11.654" v="29" actId="1076"/>
          <ac:spMkLst>
            <pc:docMk/>
            <pc:sldMk cId="3799275039" sldId="296"/>
            <ac:spMk id="22" creationId="{00000000-0000-0000-0000-000000000000}"/>
          </ac:spMkLst>
        </pc:spChg>
        <pc:spChg chg="mod">
          <ac:chgData name="Songqing Gu" userId="c4d8cb49210192e2" providerId="LiveId" clId="{C191A271-5AB5-4229-AE14-FA6CEE75A23B}" dt="2023-05-13T08:16:24.745" v="84" actId="1076"/>
          <ac:spMkLst>
            <pc:docMk/>
            <pc:sldMk cId="3799275039" sldId="296"/>
            <ac:spMk id="35" creationId="{00000000-0000-0000-0000-000000000000}"/>
          </ac:spMkLst>
        </pc:spChg>
        <pc:spChg chg="mod">
          <ac:chgData name="Songqing Gu" userId="c4d8cb49210192e2" providerId="LiveId" clId="{C191A271-5AB5-4229-AE14-FA6CEE75A23B}" dt="2023-05-13T08:13:02.411" v="31" actId="1076"/>
          <ac:spMkLst>
            <pc:docMk/>
            <pc:sldMk cId="3799275039" sldId="296"/>
            <ac:spMk id="38" creationId="{00000000-0000-0000-0000-000000000000}"/>
          </ac:spMkLst>
        </pc:spChg>
        <pc:spChg chg="mod">
          <ac:chgData name="Songqing Gu" userId="c4d8cb49210192e2" providerId="LiveId" clId="{C191A271-5AB5-4229-AE14-FA6CEE75A23B}" dt="2023-05-13T08:16:32.724" v="107" actId="1037"/>
          <ac:spMkLst>
            <pc:docMk/>
            <pc:sldMk cId="3799275039" sldId="296"/>
            <ac:spMk id="39" creationId="{00000000-0000-0000-0000-000000000000}"/>
          </ac:spMkLst>
        </pc:spChg>
        <pc:grpChg chg="add mod">
          <ac:chgData name="Songqing Gu" userId="c4d8cb49210192e2" providerId="LiveId" clId="{C191A271-5AB5-4229-AE14-FA6CEE75A23B}" dt="2023-05-13T08:16:32.724" v="107" actId="1037"/>
          <ac:grpSpMkLst>
            <pc:docMk/>
            <pc:sldMk cId="3799275039" sldId="296"/>
            <ac:grpSpMk id="4" creationId="{5E451EEC-27F1-1564-7E56-C440B27B2E17}"/>
          </ac:grpSpMkLst>
        </pc:grpChg>
        <pc:grpChg chg="add mod">
          <ac:chgData name="Songqing Gu" userId="c4d8cb49210192e2" providerId="LiveId" clId="{C191A271-5AB5-4229-AE14-FA6CEE75A23B}" dt="2023-05-13T08:16:20.776" v="83" actId="1076"/>
          <ac:grpSpMkLst>
            <pc:docMk/>
            <pc:sldMk cId="3799275039" sldId="296"/>
            <ac:grpSpMk id="9" creationId="{82078F98-2687-4230-9182-4196B73855CD}"/>
          </ac:grpSpMkLst>
        </pc:grpChg>
        <pc:grpChg chg="mod">
          <ac:chgData name="Songqing Gu" userId="c4d8cb49210192e2" providerId="LiveId" clId="{C191A271-5AB5-4229-AE14-FA6CEE75A23B}" dt="2023-05-13T08:16:32.724" v="107" actId="1037"/>
          <ac:grpSpMkLst>
            <pc:docMk/>
            <pc:sldMk cId="3799275039" sldId="296"/>
            <ac:grpSpMk id="29" creationId="{00000000-0000-0000-0000-000000000000}"/>
          </ac:grpSpMkLst>
        </pc:grpChg>
        <pc:grpChg chg="del mod">
          <ac:chgData name="Songqing Gu" userId="c4d8cb49210192e2" providerId="LiveId" clId="{C191A271-5AB5-4229-AE14-FA6CEE75A23B}" dt="2023-05-13T08:13:07.047" v="32" actId="478"/>
          <ac:grpSpMkLst>
            <pc:docMk/>
            <pc:sldMk cId="3799275039" sldId="296"/>
            <ac:grpSpMk id="40" creationId="{00000000-0000-0000-0000-000000000000}"/>
          </ac:grpSpMkLst>
        </pc:grpChg>
        <pc:grpChg chg="mod">
          <ac:chgData name="Songqing Gu" userId="c4d8cb49210192e2" providerId="LiveId" clId="{C191A271-5AB5-4229-AE14-FA6CEE75A23B}" dt="2023-05-13T08:16:32.724" v="107" actId="1037"/>
          <ac:grpSpMkLst>
            <pc:docMk/>
            <pc:sldMk cId="3799275039" sldId="296"/>
            <ac:grpSpMk id="43" creationId="{00000000-0000-0000-0000-000000000000}"/>
          </ac:grpSpMkLst>
        </pc:grpChg>
        <pc:picChg chg="add mod">
          <ac:chgData name="Songqing Gu" userId="c4d8cb49210192e2" providerId="LiveId" clId="{C191A271-5AB5-4229-AE14-FA6CEE75A23B}" dt="2023-05-13T08:16:32.724" v="107" actId="1037"/>
          <ac:picMkLst>
            <pc:docMk/>
            <pc:sldMk cId="3799275039" sldId="296"/>
            <ac:picMk id="3" creationId="{5E76813F-CE22-FF38-2F53-0E7A201C42D8}"/>
          </ac:picMkLst>
        </pc:picChg>
        <pc:picChg chg="mod">
          <ac:chgData name="Songqing Gu" userId="c4d8cb49210192e2" providerId="LiveId" clId="{C191A271-5AB5-4229-AE14-FA6CEE75A23B}" dt="2023-05-13T08:18:57.577" v="168" actId="1076"/>
          <ac:picMkLst>
            <pc:docMk/>
            <pc:sldMk cId="3799275039" sldId="296"/>
            <ac:picMk id="14" creationId="{00000000-0000-0000-0000-000000000000}"/>
          </ac:picMkLst>
        </pc:picChg>
        <pc:picChg chg="mod">
          <ac:chgData name="Songqing Gu" userId="c4d8cb49210192e2" providerId="LiveId" clId="{C191A271-5AB5-4229-AE14-FA6CEE75A23B}" dt="2023-05-13T08:20:44.059" v="170" actId="1076"/>
          <ac:picMkLst>
            <pc:docMk/>
            <pc:sldMk cId="3799275039" sldId="296"/>
            <ac:picMk id="34" creationId="{00000000-0000-0000-0000-000000000000}"/>
          </ac:picMkLst>
        </pc:picChg>
        <pc:picChg chg="mod">
          <ac:chgData name="Songqing Gu" userId="c4d8cb49210192e2" providerId="LiveId" clId="{C191A271-5AB5-4229-AE14-FA6CEE75A23B}" dt="2023-05-13T08:12:02.079" v="28" actId="1076"/>
          <ac:picMkLst>
            <pc:docMk/>
            <pc:sldMk cId="3799275039" sldId="296"/>
            <ac:picMk id="36" creationId="{00000000-0000-0000-0000-000000000000}"/>
          </ac:picMkLst>
        </pc:picChg>
        <pc:cxnChg chg="mod">
          <ac:chgData name="Songqing Gu" userId="c4d8cb49210192e2" providerId="LiveId" clId="{C191A271-5AB5-4229-AE14-FA6CEE75A23B}" dt="2023-05-13T07:36:59.322" v="17"/>
          <ac:cxnSpMkLst>
            <pc:docMk/>
            <pc:sldMk cId="3799275039" sldId="296"/>
            <ac:cxnSpMk id="5" creationId="{C8911E22-2030-DA9F-19AE-BE7475346AFC}"/>
          </ac:cxnSpMkLst>
        </pc:cxnChg>
        <pc:cxnChg chg="mod">
          <ac:chgData name="Songqing Gu" userId="c4d8cb49210192e2" providerId="LiveId" clId="{C191A271-5AB5-4229-AE14-FA6CEE75A23B}" dt="2023-05-13T07:36:59.322" v="17"/>
          <ac:cxnSpMkLst>
            <pc:docMk/>
            <pc:sldMk cId="3799275039" sldId="296"/>
            <ac:cxnSpMk id="6" creationId="{C277053D-2B2D-4F59-F646-9FFA1D16BDD5}"/>
          </ac:cxnSpMkLst>
        </pc:cxnChg>
        <pc:cxnChg chg="mod">
          <ac:chgData name="Songqing Gu" userId="c4d8cb49210192e2" providerId="LiveId" clId="{C191A271-5AB5-4229-AE14-FA6CEE75A23B}" dt="2023-05-13T08:15:27.835" v="36"/>
          <ac:cxnSpMkLst>
            <pc:docMk/>
            <pc:sldMk cId="3799275039" sldId="296"/>
            <ac:cxnSpMk id="10" creationId="{7782FC9C-FAC3-10FA-3CEB-648A7A5098ED}"/>
          </ac:cxnSpMkLst>
        </pc:cxnChg>
        <pc:cxnChg chg="mod">
          <ac:chgData name="Songqing Gu" userId="c4d8cb49210192e2" providerId="LiveId" clId="{C191A271-5AB5-4229-AE14-FA6CEE75A23B}" dt="2023-05-13T08:15:27.835" v="36"/>
          <ac:cxnSpMkLst>
            <pc:docMk/>
            <pc:sldMk cId="3799275039" sldId="296"/>
            <ac:cxnSpMk id="11" creationId="{47E809AA-24F8-DF3D-14CA-0A7F831FBEF8}"/>
          </ac:cxnSpMkLst>
        </pc:cxnChg>
      </pc:sldChg>
    </pc:docChg>
  </pc:docChgLst>
  <pc:docChgLst>
    <pc:chgData name="Songqing" userId="c4d8cb49210192e2" providerId="LiveId" clId="{097B142E-C6A6-47DE-B0D9-738B43242677}"/>
    <pc:docChg chg="modSld">
      <pc:chgData name="Songqing" userId="c4d8cb49210192e2" providerId="LiveId" clId="{097B142E-C6A6-47DE-B0D9-738B43242677}" dt="2023-03-22T04:23:16.089" v="21" actId="1038"/>
      <pc:docMkLst>
        <pc:docMk/>
      </pc:docMkLst>
      <pc:sldChg chg="modSp mod">
        <pc:chgData name="Songqing" userId="c4d8cb49210192e2" providerId="LiveId" clId="{097B142E-C6A6-47DE-B0D9-738B43242677}" dt="2023-03-22T04:23:16.089" v="21" actId="1038"/>
        <pc:sldMkLst>
          <pc:docMk/>
          <pc:sldMk cId="2644837690" sldId="298"/>
        </pc:sldMkLst>
        <pc:spChg chg="mod">
          <ac:chgData name="Songqing" userId="c4d8cb49210192e2" providerId="LiveId" clId="{097B142E-C6A6-47DE-B0D9-738B43242677}" dt="2023-03-22T04:23:01.530" v="1" actId="1076"/>
          <ac:spMkLst>
            <pc:docMk/>
            <pc:sldMk cId="2644837690" sldId="298"/>
            <ac:spMk id="3" creationId="{00000000-0000-0000-0000-000000000000}"/>
          </ac:spMkLst>
        </pc:spChg>
        <pc:spChg chg="mod">
          <ac:chgData name="Songqing" userId="c4d8cb49210192e2" providerId="LiveId" clId="{097B142E-C6A6-47DE-B0D9-738B43242677}" dt="2023-03-22T04:23:16.089" v="21" actId="1038"/>
          <ac:spMkLst>
            <pc:docMk/>
            <pc:sldMk cId="2644837690" sldId="298"/>
            <ac:spMk id="4" creationId="{00000000-0000-0000-0000-000000000000}"/>
          </ac:spMkLst>
        </pc:spChg>
        <pc:spChg chg="mod">
          <ac:chgData name="Songqing" userId="c4d8cb49210192e2" providerId="LiveId" clId="{097B142E-C6A6-47DE-B0D9-738B43242677}" dt="2023-03-22T04:22:24.710" v="0" actId="1076"/>
          <ac:spMkLst>
            <pc:docMk/>
            <pc:sldMk cId="2644837690" sldId="298"/>
            <ac:spMk id="6" creationId="{00000000-0000-0000-0000-000000000000}"/>
          </ac:spMkLst>
        </pc:spChg>
      </pc:sldChg>
    </pc:docChg>
  </pc:docChgLst>
  <pc:docChgLst>
    <pc:chgData name="Songqing" userId="c4d8cb49210192e2" providerId="LiveId" clId="{7E0FC55F-CE0E-4076-8441-34F029FA2DDF}"/>
    <pc:docChg chg="custSel addSld modSld sldOrd modSection">
      <pc:chgData name="Songqing" userId="c4d8cb49210192e2" providerId="LiveId" clId="{7E0FC55F-CE0E-4076-8441-34F029FA2DDF}" dt="2023-08-05T11:51:34.804" v="113" actId="14100"/>
      <pc:docMkLst>
        <pc:docMk/>
      </pc:docMkLst>
      <pc:sldChg chg="modSp mod">
        <pc:chgData name="Songqing" userId="c4d8cb49210192e2" providerId="LiveId" clId="{7E0FC55F-CE0E-4076-8441-34F029FA2DDF}" dt="2023-07-31T07:54:46.180" v="73" actId="114"/>
        <pc:sldMkLst>
          <pc:docMk/>
          <pc:sldMk cId="3113703618" sldId="261"/>
        </pc:sldMkLst>
        <pc:spChg chg="mod">
          <ac:chgData name="Songqing" userId="c4d8cb49210192e2" providerId="LiveId" clId="{7E0FC55F-CE0E-4076-8441-34F029FA2DDF}" dt="2023-07-31T07:54:02.952" v="70" actId="20577"/>
          <ac:spMkLst>
            <pc:docMk/>
            <pc:sldMk cId="3113703618" sldId="261"/>
            <ac:spMk id="5" creationId="{65B80BEA-BD58-4BB1-CD49-B7E8607E15EC}"/>
          </ac:spMkLst>
        </pc:spChg>
        <pc:spChg chg="mod">
          <ac:chgData name="Songqing" userId="c4d8cb49210192e2" providerId="LiveId" clId="{7E0FC55F-CE0E-4076-8441-34F029FA2DDF}" dt="2023-07-20T02:45:54.228" v="21" actId="255"/>
          <ac:spMkLst>
            <pc:docMk/>
            <pc:sldMk cId="3113703618" sldId="261"/>
            <ac:spMk id="8" creationId="{BA26DEAE-5B0E-7092-0CDC-7B1858EBADCD}"/>
          </ac:spMkLst>
        </pc:spChg>
        <pc:spChg chg="mod">
          <ac:chgData name="Songqing" userId="c4d8cb49210192e2" providerId="LiveId" clId="{7E0FC55F-CE0E-4076-8441-34F029FA2DDF}" dt="2023-07-31T07:54:46.180" v="73" actId="114"/>
          <ac:spMkLst>
            <pc:docMk/>
            <pc:sldMk cId="3113703618" sldId="261"/>
            <ac:spMk id="10" creationId="{A751D98D-28CD-6AA8-E491-63C1E905EAA5}"/>
          </ac:spMkLst>
        </pc:spChg>
        <pc:spChg chg="mod">
          <ac:chgData name="Songqing" userId="c4d8cb49210192e2" providerId="LiveId" clId="{7E0FC55F-CE0E-4076-8441-34F029FA2DDF}" dt="2023-07-20T02:45:09.769" v="17" actId="1076"/>
          <ac:spMkLst>
            <pc:docMk/>
            <pc:sldMk cId="3113703618" sldId="261"/>
            <ac:spMk id="12" creationId="{568BBE4C-8E40-8C7F-9A64-C076869BEF43}"/>
          </ac:spMkLst>
        </pc:spChg>
        <pc:spChg chg="mod">
          <ac:chgData name="Songqing" userId="c4d8cb49210192e2" providerId="LiveId" clId="{7E0FC55F-CE0E-4076-8441-34F029FA2DDF}" dt="2023-07-20T02:45:14.121" v="18" actId="1076"/>
          <ac:spMkLst>
            <pc:docMk/>
            <pc:sldMk cId="3113703618" sldId="261"/>
            <ac:spMk id="14" creationId="{FDD2FAB4-4A78-F080-AC67-7FFC39D796DC}"/>
          </ac:spMkLst>
        </pc:spChg>
      </pc:sldChg>
      <pc:sldChg chg="modSp mod">
        <pc:chgData name="Songqing" userId="c4d8cb49210192e2" providerId="LiveId" clId="{7E0FC55F-CE0E-4076-8441-34F029FA2DDF}" dt="2023-07-30T12:56:14.379" v="33" actId="1076"/>
        <pc:sldMkLst>
          <pc:docMk/>
          <pc:sldMk cId="243240403" sldId="264"/>
        </pc:sldMkLst>
        <pc:spChg chg="mod">
          <ac:chgData name="Songqing" userId="c4d8cb49210192e2" providerId="LiveId" clId="{7E0FC55F-CE0E-4076-8441-34F029FA2DDF}" dt="2023-07-30T12:56:14.379" v="33" actId="1076"/>
          <ac:spMkLst>
            <pc:docMk/>
            <pc:sldMk cId="243240403" sldId="264"/>
            <ac:spMk id="2" creationId="{00000000-0000-0000-0000-000000000000}"/>
          </ac:spMkLst>
        </pc:spChg>
        <pc:spChg chg="mod">
          <ac:chgData name="Songqing" userId="c4d8cb49210192e2" providerId="LiveId" clId="{7E0FC55F-CE0E-4076-8441-34F029FA2DDF}" dt="2023-07-30T12:56:10.253" v="32" actId="1076"/>
          <ac:spMkLst>
            <pc:docMk/>
            <pc:sldMk cId="243240403" sldId="264"/>
            <ac:spMk id="3" creationId="{00000000-0000-0000-0000-000000000000}"/>
          </ac:spMkLst>
        </pc:spChg>
      </pc:sldChg>
      <pc:sldChg chg="modSp mod">
        <pc:chgData name="Songqing" userId="c4d8cb49210192e2" providerId="LiveId" clId="{7E0FC55F-CE0E-4076-8441-34F029FA2DDF}" dt="2023-07-20T02:46:11.018" v="25" actId="1076"/>
        <pc:sldMkLst>
          <pc:docMk/>
          <pc:sldMk cId="2115522147" sldId="322"/>
        </pc:sldMkLst>
        <pc:spChg chg="mod">
          <ac:chgData name="Songqing" userId="c4d8cb49210192e2" providerId="LiveId" clId="{7E0FC55F-CE0E-4076-8441-34F029FA2DDF}" dt="2023-07-20T02:46:04.608" v="24" actId="14100"/>
          <ac:spMkLst>
            <pc:docMk/>
            <pc:sldMk cId="2115522147" sldId="322"/>
            <ac:spMk id="9" creationId="{12FE7EEE-9033-20AB-8C81-1DA854640A13}"/>
          </ac:spMkLst>
        </pc:spChg>
        <pc:spChg chg="mod">
          <ac:chgData name="Songqing" userId="c4d8cb49210192e2" providerId="LiveId" clId="{7E0FC55F-CE0E-4076-8441-34F029FA2DDF}" dt="2023-07-20T02:46:11.018" v="25" actId="1076"/>
          <ac:spMkLst>
            <pc:docMk/>
            <pc:sldMk cId="2115522147" sldId="322"/>
            <ac:spMk id="11" creationId="{97DB11F4-6E24-13D6-6479-AA84647A6E49}"/>
          </ac:spMkLst>
        </pc:spChg>
      </pc:sldChg>
      <pc:sldChg chg="modSp mod">
        <pc:chgData name="Songqing" userId="c4d8cb49210192e2" providerId="LiveId" clId="{7E0FC55F-CE0E-4076-8441-34F029FA2DDF}" dt="2023-08-01T09:21:13.318" v="79" actId="20577"/>
        <pc:sldMkLst>
          <pc:docMk/>
          <pc:sldMk cId="147964486" sldId="325"/>
        </pc:sldMkLst>
        <pc:spChg chg="mod">
          <ac:chgData name="Songqing" userId="c4d8cb49210192e2" providerId="LiveId" clId="{7E0FC55F-CE0E-4076-8441-34F029FA2DDF}" dt="2023-08-01T09:21:13.318" v="79" actId="20577"/>
          <ac:spMkLst>
            <pc:docMk/>
            <pc:sldMk cId="147964486" sldId="325"/>
            <ac:spMk id="5" creationId="{AF740A28-5EFB-B3EA-F219-EFF2ACCF2D66}"/>
          </ac:spMkLst>
        </pc:spChg>
      </pc:sldChg>
      <pc:sldChg chg="addSp modSp mod">
        <pc:chgData name="Songqing" userId="c4d8cb49210192e2" providerId="LiveId" clId="{7E0FC55F-CE0E-4076-8441-34F029FA2DDF}" dt="2023-08-05T11:51:34.804" v="113" actId="14100"/>
        <pc:sldMkLst>
          <pc:docMk/>
          <pc:sldMk cId="3125459258" sldId="326"/>
        </pc:sldMkLst>
        <pc:spChg chg="add mod">
          <ac:chgData name="Songqing" userId="c4d8cb49210192e2" providerId="LiveId" clId="{7E0FC55F-CE0E-4076-8441-34F029FA2DDF}" dt="2023-08-05T11:51:34.804" v="113" actId="14100"/>
          <ac:spMkLst>
            <pc:docMk/>
            <pc:sldMk cId="3125459258" sldId="326"/>
            <ac:spMk id="3" creationId="{866C63C9-2CDB-CCC8-0289-17913B886CD0}"/>
          </ac:spMkLst>
        </pc:spChg>
        <pc:spChg chg="mod">
          <ac:chgData name="Songqing" userId="c4d8cb49210192e2" providerId="LiveId" clId="{7E0FC55F-CE0E-4076-8441-34F029FA2DDF}" dt="2023-08-05T11:49:12.387" v="89" actId="1076"/>
          <ac:spMkLst>
            <pc:docMk/>
            <pc:sldMk cId="3125459258" sldId="326"/>
            <ac:spMk id="4" creationId="{0F89EA29-F0AD-67A8-910B-517FC39D9D79}"/>
          </ac:spMkLst>
        </pc:spChg>
        <pc:spChg chg="mod">
          <ac:chgData name="Songqing" userId="c4d8cb49210192e2" providerId="LiveId" clId="{7E0FC55F-CE0E-4076-8441-34F029FA2DDF}" dt="2023-08-05T11:51:31.124" v="112" actId="1076"/>
          <ac:spMkLst>
            <pc:docMk/>
            <pc:sldMk cId="3125459258" sldId="326"/>
            <ac:spMk id="5" creationId="{5798006B-A1D4-3A2D-3939-C3DDD3EC5561}"/>
          </ac:spMkLst>
        </pc:spChg>
        <pc:spChg chg="add mod">
          <ac:chgData name="Songqing" userId="c4d8cb49210192e2" providerId="LiveId" clId="{7E0FC55F-CE0E-4076-8441-34F029FA2DDF}" dt="2023-08-05T11:51:24.241" v="111" actId="688"/>
          <ac:spMkLst>
            <pc:docMk/>
            <pc:sldMk cId="3125459258" sldId="326"/>
            <ac:spMk id="6" creationId="{667FD87A-479E-5ECF-C78B-147E23645B1A}"/>
          </ac:spMkLst>
        </pc:spChg>
        <pc:spChg chg="mod">
          <ac:chgData name="Songqing" userId="c4d8cb49210192e2" providerId="LiveId" clId="{7E0FC55F-CE0E-4076-8441-34F029FA2DDF}" dt="2023-08-05T11:49:24.124" v="93" actId="14100"/>
          <ac:spMkLst>
            <pc:docMk/>
            <pc:sldMk cId="3125459258" sldId="326"/>
            <ac:spMk id="7" creationId="{5F0BD765-8F2D-857E-FECF-CCD66362990B}"/>
          </ac:spMkLst>
        </pc:spChg>
        <pc:spChg chg="add mod">
          <ac:chgData name="Songqing" userId="c4d8cb49210192e2" providerId="LiveId" clId="{7E0FC55F-CE0E-4076-8441-34F029FA2DDF}" dt="2023-08-05T11:51:10.964" v="108" actId="1076"/>
          <ac:spMkLst>
            <pc:docMk/>
            <pc:sldMk cId="3125459258" sldId="326"/>
            <ac:spMk id="8" creationId="{67F67B5E-3C4C-661E-9013-B5BBD2286ED1}"/>
          </ac:spMkLst>
        </pc:spChg>
      </pc:sldChg>
      <pc:sldChg chg="modSp mod">
        <pc:chgData name="Songqing" userId="c4d8cb49210192e2" providerId="LiveId" clId="{7E0FC55F-CE0E-4076-8441-34F029FA2DDF}" dt="2023-07-30T12:55:39.311" v="29" actId="20577"/>
        <pc:sldMkLst>
          <pc:docMk/>
          <pc:sldMk cId="2403503091" sldId="328"/>
        </pc:sldMkLst>
        <pc:spChg chg="mod">
          <ac:chgData name="Songqing" userId="c4d8cb49210192e2" providerId="LiveId" clId="{7E0FC55F-CE0E-4076-8441-34F029FA2DDF}" dt="2023-07-30T12:55:33.389" v="27" actId="20577"/>
          <ac:spMkLst>
            <pc:docMk/>
            <pc:sldMk cId="2403503091" sldId="328"/>
            <ac:spMk id="2" creationId="{00000000-0000-0000-0000-000000000000}"/>
          </ac:spMkLst>
        </pc:spChg>
        <pc:spChg chg="mod">
          <ac:chgData name="Songqing" userId="c4d8cb49210192e2" providerId="LiveId" clId="{7E0FC55F-CE0E-4076-8441-34F029FA2DDF}" dt="2023-07-30T12:55:39.311" v="29" actId="20577"/>
          <ac:spMkLst>
            <pc:docMk/>
            <pc:sldMk cId="2403503091" sldId="328"/>
            <ac:spMk id="11" creationId="{7B6678DC-43DB-C803-F67A-3CBB4F8C5177}"/>
          </ac:spMkLst>
        </pc:spChg>
      </pc:sldChg>
      <pc:sldChg chg="addSp delSp modSp mod ord">
        <pc:chgData name="Songqing" userId="c4d8cb49210192e2" providerId="LiveId" clId="{7E0FC55F-CE0E-4076-8441-34F029FA2DDF}" dt="2023-07-20T00:29:17.351" v="15" actId="1076"/>
        <pc:sldMkLst>
          <pc:docMk/>
          <pc:sldMk cId="1781917904" sldId="330"/>
        </pc:sldMkLst>
        <pc:spChg chg="del">
          <ac:chgData name="Songqing" userId="c4d8cb49210192e2" providerId="LiveId" clId="{7E0FC55F-CE0E-4076-8441-34F029FA2DDF}" dt="2023-07-20T00:28:24.255" v="4" actId="478"/>
          <ac:spMkLst>
            <pc:docMk/>
            <pc:sldMk cId="1781917904" sldId="330"/>
            <ac:spMk id="2" creationId="{00000000-0000-0000-0000-000000000000}"/>
          </ac:spMkLst>
        </pc:spChg>
        <pc:spChg chg="add del mod">
          <ac:chgData name="Songqing" userId="c4d8cb49210192e2" providerId="LiveId" clId="{7E0FC55F-CE0E-4076-8441-34F029FA2DDF}" dt="2023-07-20T00:28:28.966" v="5" actId="478"/>
          <ac:spMkLst>
            <pc:docMk/>
            <pc:sldMk cId="1781917904" sldId="330"/>
            <ac:spMk id="5" creationId="{1B8523A1-6A4B-C963-0378-6180E35966A5}"/>
          </ac:spMkLst>
        </pc:spChg>
        <pc:picChg chg="add mod">
          <ac:chgData name="Songqing" userId="c4d8cb49210192e2" providerId="LiveId" clId="{7E0FC55F-CE0E-4076-8441-34F029FA2DDF}" dt="2023-07-20T00:29:17.351" v="15" actId="1076"/>
          <ac:picMkLst>
            <pc:docMk/>
            <pc:sldMk cId="1781917904" sldId="330"/>
            <ac:picMk id="3" creationId="{7CAA9B87-0A8D-7046-F1AB-0CEC08A4E654}"/>
          </ac:picMkLst>
        </pc:picChg>
      </pc:sldChg>
      <pc:sldChg chg="add">
        <pc:chgData name="Songqing" userId="c4d8cb49210192e2" providerId="LiveId" clId="{7E0FC55F-CE0E-4076-8441-34F029FA2DDF}" dt="2023-07-20T00:28:07.161" v="0" actId="2890"/>
        <pc:sldMkLst>
          <pc:docMk/>
          <pc:sldMk cId="1402346902" sldId="332"/>
        </pc:sldMkLst>
      </pc:sldChg>
    </pc:docChg>
  </pc:docChgLst>
  <pc:docChgLst>
    <pc:chgData name="Songqing Gu" userId="c4d8cb49210192e2" providerId="LiveId" clId="{262707A5-8401-4E63-9F5C-A73DE64F14C3}"/>
    <pc:docChg chg="custSel addSld delSld modSld modSection">
      <pc:chgData name="Songqing Gu" userId="c4d8cb49210192e2" providerId="LiveId" clId="{262707A5-8401-4E63-9F5C-A73DE64F14C3}" dt="2023-06-16T13:41:32.940" v="126" actId="1076"/>
      <pc:docMkLst>
        <pc:docMk/>
      </pc:docMkLst>
      <pc:sldChg chg="modSp del mod">
        <pc:chgData name="Songqing Gu" userId="c4d8cb49210192e2" providerId="LiveId" clId="{262707A5-8401-4E63-9F5C-A73DE64F14C3}" dt="2023-06-16T12:34:39.527" v="37" actId="2696"/>
        <pc:sldMkLst>
          <pc:docMk/>
          <pc:sldMk cId="3813058601" sldId="256"/>
        </pc:sldMkLst>
        <pc:spChg chg="mod">
          <ac:chgData name="Songqing Gu" userId="c4d8cb49210192e2" providerId="LiveId" clId="{262707A5-8401-4E63-9F5C-A73DE64F14C3}" dt="2023-06-16T12:25:36.764" v="3" actId="1076"/>
          <ac:spMkLst>
            <pc:docMk/>
            <pc:sldMk cId="3813058601" sldId="256"/>
            <ac:spMk id="3" creationId="{00000000-0000-0000-0000-000000000000}"/>
          </ac:spMkLst>
        </pc:spChg>
      </pc:sldChg>
      <pc:sldChg chg="addSp delSp modSp mod">
        <pc:chgData name="Songqing Gu" userId="c4d8cb49210192e2" providerId="LiveId" clId="{262707A5-8401-4E63-9F5C-A73DE64F14C3}" dt="2023-06-16T12:58:48.872" v="84" actId="14100"/>
        <pc:sldMkLst>
          <pc:docMk/>
          <pc:sldMk cId="3113703618" sldId="261"/>
        </pc:sldMkLst>
        <pc:spChg chg="del mod">
          <ac:chgData name="Songqing Gu" userId="c4d8cb49210192e2" providerId="LiveId" clId="{262707A5-8401-4E63-9F5C-A73DE64F14C3}" dt="2023-06-16T12:42:29.605" v="44" actId="478"/>
          <ac:spMkLst>
            <pc:docMk/>
            <pc:sldMk cId="3113703618" sldId="261"/>
            <ac:spMk id="2" creationId="{00000000-0000-0000-0000-000000000000}"/>
          </ac:spMkLst>
        </pc:spChg>
        <pc:spChg chg="del">
          <ac:chgData name="Songqing Gu" userId="c4d8cb49210192e2" providerId="LiveId" clId="{262707A5-8401-4E63-9F5C-A73DE64F14C3}" dt="2023-06-16T12:41:59.291" v="38" actId="478"/>
          <ac:spMkLst>
            <pc:docMk/>
            <pc:sldMk cId="3113703618" sldId="261"/>
            <ac:spMk id="4" creationId="{00000000-0000-0000-0000-000000000000}"/>
          </ac:spMkLst>
        </pc:spChg>
        <pc:spChg chg="add mod">
          <ac:chgData name="Songqing Gu" userId="c4d8cb49210192e2" providerId="LiveId" clId="{262707A5-8401-4E63-9F5C-A73DE64F14C3}" dt="2023-06-16T12:42:57.868" v="52" actId="1076"/>
          <ac:spMkLst>
            <pc:docMk/>
            <pc:sldMk cId="3113703618" sldId="261"/>
            <ac:spMk id="5" creationId="{65B80BEA-BD58-4BB1-CD49-B7E8607E15EC}"/>
          </ac:spMkLst>
        </pc:spChg>
        <pc:spChg chg="add del mod">
          <ac:chgData name="Songqing Gu" userId="c4d8cb49210192e2" providerId="LiveId" clId="{262707A5-8401-4E63-9F5C-A73DE64F14C3}" dt="2023-06-16T12:42:35.726" v="46"/>
          <ac:spMkLst>
            <pc:docMk/>
            <pc:sldMk cId="3113703618" sldId="261"/>
            <ac:spMk id="7" creationId="{143BE242-03B3-A592-0444-85EEB84143F2}"/>
          </ac:spMkLst>
        </pc:spChg>
        <pc:spChg chg="add mod">
          <ac:chgData name="Songqing Gu" userId="c4d8cb49210192e2" providerId="LiveId" clId="{262707A5-8401-4E63-9F5C-A73DE64F14C3}" dt="2023-06-16T12:42:53.209" v="51" actId="14100"/>
          <ac:spMkLst>
            <pc:docMk/>
            <pc:sldMk cId="3113703618" sldId="261"/>
            <ac:spMk id="8" creationId="{BA26DEAE-5B0E-7092-0CDC-7B1858EBADCD}"/>
          </ac:spMkLst>
        </pc:spChg>
        <pc:spChg chg="add mod">
          <ac:chgData name="Songqing Gu" userId="c4d8cb49210192e2" providerId="LiveId" clId="{262707A5-8401-4E63-9F5C-A73DE64F14C3}" dt="2023-06-16T12:56:25.552" v="72" actId="1076"/>
          <ac:spMkLst>
            <pc:docMk/>
            <pc:sldMk cId="3113703618" sldId="261"/>
            <ac:spMk id="10" creationId="{A751D98D-28CD-6AA8-E491-63C1E905EAA5}"/>
          </ac:spMkLst>
        </pc:spChg>
        <pc:spChg chg="add mod">
          <ac:chgData name="Songqing Gu" userId="c4d8cb49210192e2" providerId="LiveId" clId="{262707A5-8401-4E63-9F5C-A73DE64F14C3}" dt="2023-06-16T12:57:19.938" v="77" actId="1076"/>
          <ac:spMkLst>
            <pc:docMk/>
            <pc:sldMk cId="3113703618" sldId="261"/>
            <ac:spMk id="12" creationId="{568BBE4C-8E40-8C7F-9A64-C076869BEF43}"/>
          </ac:spMkLst>
        </pc:spChg>
        <pc:spChg chg="add mod">
          <ac:chgData name="Songqing Gu" userId="c4d8cb49210192e2" providerId="LiveId" clId="{262707A5-8401-4E63-9F5C-A73DE64F14C3}" dt="2023-06-16T12:58:48.872" v="84" actId="14100"/>
          <ac:spMkLst>
            <pc:docMk/>
            <pc:sldMk cId="3113703618" sldId="261"/>
            <ac:spMk id="14" creationId="{FDD2FAB4-4A78-F080-AC67-7FFC39D796DC}"/>
          </ac:spMkLst>
        </pc:spChg>
      </pc:sldChg>
      <pc:sldChg chg="addSp delSp modSp mod">
        <pc:chgData name="Songqing Gu" userId="c4d8cb49210192e2" providerId="LiveId" clId="{262707A5-8401-4E63-9F5C-A73DE64F14C3}" dt="2023-06-16T13:41:32.940" v="126" actId="1076"/>
        <pc:sldMkLst>
          <pc:docMk/>
          <pc:sldMk cId="2216314799" sldId="274"/>
        </pc:sldMkLst>
        <pc:spChg chg="mod">
          <ac:chgData name="Songqing Gu" userId="c4d8cb49210192e2" providerId="LiveId" clId="{262707A5-8401-4E63-9F5C-A73DE64F14C3}" dt="2023-06-16T13:41:05.312" v="122" actId="1076"/>
          <ac:spMkLst>
            <pc:docMk/>
            <pc:sldMk cId="2216314799" sldId="274"/>
            <ac:spMk id="2" creationId="{00000000-0000-0000-0000-000000000000}"/>
          </ac:spMkLst>
        </pc:spChg>
        <pc:spChg chg="add mod">
          <ac:chgData name="Songqing Gu" userId="c4d8cb49210192e2" providerId="LiveId" clId="{262707A5-8401-4E63-9F5C-A73DE64F14C3}" dt="2023-06-16T13:41:32.940" v="126" actId="1076"/>
          <ac:spMkLst>
            <pc:docMk/>
            <pc:sldMk cId="2216314799" sldId="274"/>
            <ac:spMk id="4" creationId="{0F89EA29-F0AD-67A8-910B-517FC39D9D79}"/>
          </ac:spMkLst>
        </pc:spChg>
        <pc:spChg chg="del">
          <ac:chgData name="Songqing Gu" userId="c4d8cb49210192e2" providerId="LiveId" clId="{262707A5-8401-4E63-9F5C-A73DE64F14C3}" dt="2023-06-16T13:39:30.927" v="85" actId="478"/>
          <ac:spMkLst>
            <pc:docMk/>
            <pc:sldMk cId="2216314799" sldId="274"/>
            <ac:spMk id="6" creationId="{00000000-0000-0000-0000-000000000000}"/>
          </ac:spMkLst>
        </pc:spChg>
        <pc:spChg chg="del">
          <ac:chgData name="Songqing Gu" userId="c4d8cb49210192e2" providerId="LiveId" clId="{262707A5-8401-4E63-9F5C-A73DE64F14C3}" dt="2023-06-16T13:39:30.927" v="85" actId="478"/>
          <ac:spMkLst>
            <pc:docMk/>
            <pc:sldMk cId="2216314799" sldId="274"/>
            <ac:spMk id="19" creationId="{00000000-0000-0000-0000-000000000000}"/>
          </ac:spMkLst>
        </pc:spChg>
        <pc:spChg chg="del">
          <ac:chgData name="Songqing Gu" userId="c4d8cb49210192e2" providerId="LiveId" clId="{262707A5-8401-4E63-9F5C-A73DE64F14C3}" dt="2023-06-16T13:39:30.927" v="85" actId="478"/>
          <ac:spMkLst>
            <pc:docMk/>
            <pc:sldMk cId="2216314799" sldId="274"/>
            <ac:spMk id="20" creationId="{00000000-0000-0000-0000-000000000000}"/>
          </ac:spMkLst>
        </pc:spChg>
        <pc:spChg chg="del">
          <ac:chgData name="Songqing Gu" userId="c4d8cb49210192e2" providerId="LiveId" clId="{262707A5-8401-4E63-9F5C-A73DE64F14C3}" dt="2023-06-16T13:39:30.927" v="85" actId="478"/>
          <ac:spMkLst>
            <pc:docMk/>
            <pc:sldMk cId="2216314799" sldId="274"/>
            <ac:spMk id="28" creationId="{00000000-0000-0000-0000-000000000000}"/>
          </ac:spMkLst>
        </pc:spChg>
        <pc:spChg chg="del">
          <ac:chgData name="Songqing Gu" userId="c4d8cb49210192e2" providerId="LiveId" clId="{262707A5-8401-4E63-9F5C-A73DE64F14C3}" dt="2023-06-16T13:39:30.927" v="85" actId="478"/>
          <ac:spMkLst>
            <pc:docMk/>
            <pc:sldMk cId="2216314799" sldId="274"/>
            <ac:spMk id="31" creationId="{00000000-0000-0000-0000-000000000000}"/>
          </ac:spMkLst>
        </pc:spChg>
        <pc:spChg chg="del">
          <ac:chgData name="Songqing Gu" userId="c4d8cb49210192e2" providerId="LiveId" clId="{262707A5-8401-4E63-9F5C-A73DE64F14C3}" dt="2023-06-16T13:39:30.927" v="85" actId="478"/>
          <ac:spMkLst>
            <pc:docMk/>
            <pc:sldMk cId="2216314799" sldId="274"/>
            <ac:spMk id="40" creationId="{00000000-0000-0000-0000-000000000000}"/>
          </ac:spMkLst>
        </pc:spChg>
        <pc:spChg chg="del">
          <ac:chgData name="Songqing Gu" userId="c4d8cb49210192e2" providerId="LiveId" clId="{262707A5-8401-4E63-9F5C-A73DE64F14C3}" dt="2023-06-16T13:39:30.927" v="85" actId="478"/>
          <ac:spMkLst>
            <pc:docMk/>
            <pc:sldMk cId="2216314799" sldId="274"/>
            <ac:spMk id="42" creationId="{00000000-0000-0000-0000-000000000000}"/>
          </ac:spMkLst>
        </pc:spChg>
        <pc:spChg chg="del">
          <ac:chgData name="Songqing Gu" userId="c4d8cb49210192e2" providerId="LiveId" clId="{262707A5-8401-4E63-9F5C-A73DE64F14C3}" dt="2023-06-16T13:39:30.927" v="85" actId="478"/>
          <ac:spMkLst>
            <pc:docMk/>
            <pc:sldMk cId="2216314799" sldId="274"/>
            <ac:spMk id="43" creationId="{00000000-0000-0000-0000-000000000000}"/>
          </ac:spMkLst>
        </pc:spChg>
        <pc:spChg chg="del">
          <ac:chgData name="Songqing Gu" userId="c4d8cb49210192e2" providerId="LiveId" clId="{262707A5-8401-4E63-9F5C-A73DE64F14C3}" dt="2023-06-16T13:39:30.927" v="85" actId="478"/>
          <ac:spMkLst>
            <pc:docMk/>
            <pc:sldMk cId="2216314799" sldId="274"/>
            <ac:spMk id="57" creationId="{00000000-0000-0000-0000-000000000000}"/>
          </ac:spMkLst>
        </pc:spChg>
        <pc:spChg chg="del">
          <ac:chgData name="Songqing Gu" userId="c4d8cb49210192e2" providerId="LiveId" clId="{262707A5-8401-4E63-9F5C-A73DE64F14C3}" dt="2023-06-16T13:39:30.927" v="85" actId="478"/>
          <ac:spMkLst>
            <pc:docMk/>
            <pc:sldMk cId="2216314799" sldId="274"/>
            <ac:spMk id="58" creationId="{00000000-0000-0000-0000-000000000000}"/>
          </ac:spMkLst>
        </pc:spChg>
        <pc:spChg chg="del">
          <ac:chgData name="Songqing Gu" userId="c4d8cb49210192e2" providerId="LiveId" clId="{262707A5-8401-4E63-9F5C-A73DE64F14C3}" dt="2023-06-16T13:39:30.927" v="85" actId="478"/>
          <ac:spMkLst>
            <pc:docMk/>
            <pc:sldMk cId="2216314799" sldId="274"/>
            <ac:spMk id="59" creationId="{00000000-0000-0000-0000-000000000000}"/>
          </ac:spMkLst>
        </pc:spChg>
        <pc:spChg chg="del">
          <ac:chgData name="Songqing Gu" userId="c4d8cb49210192e2" providerId="LiveId" clId="{262707A5-8401-4E63-9F5C-A73DE64F14C3}" dt="2023-06-16T13:39:30.927" v="85" actId="478"/>
          <ac:spMkLst>
            <pc:docMk/>
            <pc:sldMk cId="2216314799" sldId="274"/>
            <ac:spMk id="68" creationId="{00000000-0000-0000-0000-000000000000}"/>
          </ac:spMkLst>
        </pc:spChg>
        <pc:picChg chg="del">
          <ac:chgData name="Songqing Gu" userId="c4d8cb49210192e2" providerId="LiveId" clId="{262707A5-8401-4E63-9F5C-A73DE64F14C3}" dt="2023-06-16T13:39:30.927" v="85" actId="478"/>
          <ac:picMkLst>
            <pc:docMk/>
            <pc:sldMk cId="2216314799" sldId="274"/>
            <ac:picMk id="27" creationId="{00000000-0000-0000-0000-000000000000}"/>
          </ac:picMkLst>
        </pc:picChg>
        <pc:picChg chg="del">
          <ac:chgData name="Songqing Gu" userId="c4d8cb49210192e2" providerId="LiveId" clId="{262707A5-8401-4E63-9F5C-A73DE64F14C3}" dt="2023-06-16T13:39:30.927" v="85" actId="478"/>
          <ac:picMkLst>
            <pc:docMk/>
            <pc:sldMk cId="2216314799" sldId="274"/>
            <ac:picMk id="29" creationId="{00000000-0000-0000-0000-000000000000}"/>
          </ac:picMkLst>
        </pc:picChg>
        <pc:cxnChg chg="del">
          <ac:chgData name="Songqing Gu" userId="c4d8cb49210192e2" providerId="LiveId" clId="{262707A5-8401-4E63-9F5C-A73DE64F14C3}" dt="2023-06-16T13:39:30.927" v="85" actId="478"/>
          <ac:cxnSpMkLst>
            <pc:docMk/>
            <pc:sldMk cId="2216314799" sldId="274"/>
            <ac:cxnSpMk id="32" creationId="{00000000-0000-0000-0000-000000000000}"/>
          </ac:cxnSpMkLst>
        </pc:cxnChg>
        <pc:cxnChg chg="del">
          <ac:chgData name="Songqing Gu" userId="c4d8cb49210192e2" providerId="LiveId" clId="{262707A5-8401-4E63-9F5C-A73DE64F14C3}" dt="2023-06-16T13:39:30.927" v="85" actId="478"/>
          <ac:cxnSpMkLst>
            <pc:docMk/>
            <pc:sldMk cId="2216314799" sldId="274"/>
            <ac:cxnSpMk id="44" creationId="{00000000-0000-0000-0000-000000000000}"/>
          </ac:cxnSpMkLst>
        </pc:cxnChg>
        <pc:cxnChg chg="del">
          <ac:chgData name="Songqing Gu" userId="c4d8cb49210192e2" providerId="LiveId" clId="{262707A5-8401-4E63-9F5C-A73DE64F14C3}" dt="2023-06-16T13:39:30.927" v="85" actId="478"/>
          <ac:cxnSpMkLst>
            <pc:docMk/>
            <pc:sldMk cId="2216314799" sldId="274"/>
            <ac:cxnSpMk id="49" creationId="{00000000-0000-0000-0000-000000000000}"/>
          </ac:cxnSpMkLst>
        </pc:cxnChg>
      </pc:sldChg>
      <pc:sldChg chg="addSp delSp modSp mod">
        <pc:chgData name="Songqing Gu" userId="c4d8cb49210192e2" providerId="LiveId" clId="{262707A5-8401-4E63-9F5C-A73DE64F14C3}" dt="2023-06-16T12:55:08.564" v="68" actId="1076"/>
        <pc:sldMkLst>
          <pc:docMk/>
          <pc:sldMk cId="2115522147" sldId="322"/>
        </pc:sldMkLst>
        <pc:spChg chg="del">
          <ac:chgData name="Songqing Gu" userId="c4d8cb49210192e2" providerId="LiveId" clId="{262707A5-8401-4E63-9F5C-A73DE64F14C3}" dt="2023-06-16T12:53:33.274" v="57" actId="478"/>
          <ac:spMkLst>
            <pc:docMk/>
            <pc:sldMk cId="2115522147" sldId="322"/>
            <ac:spMk id="2" creationId="{00000000-0000-0000-0000-000000000000}"/>
          </ac:spMkLst>
        </pc:spChg>
        <pc:spChg chg="del">
          <ac:chgData name="Songqing Gu" userId="c4d8cb49210192e2" providerId="LiveId" clId="{262707A5-8401-4E63-9F5C-A73DE64F14C3}" dt="2023-06-16T12:53:23.749" v="53" actId="478"/>
          <ac:spMkLst>
            <pc:docMk/>
            <pc:sldMk cId="2115522147" sldId="322"/>
            <ac:spMk id="3" creationId="{00000000-0000-0000-0000-000000000000}"/>
          </ac:spMkLst>
        </pc:spChg>
        <pc:spChg chg="add del mod">
          <ac:chgData name="Songqing Gu" userId="c4d8cb49210192e2" providerId="LiveId" clId="{262707A5-8401-4E63-9F5C-A73DE64F14C3}" dt="2023-06-16T12:53:26.120" v="54" actId="478"/>
          <ac:spMkLst>
            <pc:docMk/>
            <pc:sldMk cId="2115522147" sldId="322"/>
            <ac:spMk id="5" creationId="{F93BA9FE-1A7E-59D5-DB0F-33D37B2BC9D6}"/>
          </ac:spMkLst>
        </pc:spChg>
        <pc:spChg chg="add del mod">
          <ac:chgData name="Songqing Gu" userId="c4d8cb49210192e2" providerId="LiveId" clId="{262707A5-8401-4E63-9F5C-A73DE64F14C3}" dt="2023-06-16T12:53:52.787" v="64" actId="478"/>
          <ac:spMkLst>
            <pc:docMk/>
            <pc:sldMk cId="2115522147" sldId="322"/>
            <ac:spMk id="7" creationId="{ABA7DEDB-5263-0945-C275-019A307F7606}"/>
          </ac:spMkLst>
        </pc:spChg>
        <pc:spChg chg="add mod">
          <ac:chgData name="Songqing Gu" userId="c4d8cb49210192e2" providerId="LiveId" clId="{262707A5-8401-4E63-9F5C-A73DE64F14C3}" dt="2023-06-16T12:53:48.183" v="63" actId="1076"/>
          <ac:spMkLst>
            <pc:docMk/>
            <pc:sldMk cId="2115522147" sldId="322"/>
            <ac:spMk id="9" creationId="{12FE7EEE-9033-20AB-8C81-1DA854640A13}"/>
          </ac:spMkLst>
        </pc:spChg>
        <pc:spChg chg="add mod">
          <ac:chgData name="Songqing Gu" userId="c4d8cb49210192e2" providerId="LiveId" clId="{262707A5-8401-4E63-9F5C-A73DE64F14C3}" dt="2023-06-16T12:55:08.564" v="68" actId="1076"/>
          <ac:spMkLst>
            <pc:docMk/>
            <pc:sldMk cId="2115522147" sldId="322"/>
            <ac:spMk id="11" creationId="{97DB11F4-6E24-13D6-6479-AA84647A6E49}"/>
          </ac:spMkLst>
        </pc:spChg>
      </pc:sldChg>
      <pc:sldChg chg="modSp add mod setBg">
        <pc:chgData name="Songqing Gu" userId="c4d8cb49210192e2" providerId="LiveId" clId="{262707A5-8401-4E63-9F5C-A73DE64F14C3}" dt="2023-06-16T12:34:30.885" v="36" actId="313"/>
        <pc:sldMkLst>
          <pc:docMk/>
          <pc:sldMk cId="523495732" sldId="323"/>
        </pc:sldMkLst>
        <pc:spChg chg="mod">
          <ac:chgData name="Songqing Gu" userId="c4d8cb49210192e2" providerId="LiveId" clId="{262707A5-8401-4E63-9F5C-A73DE64F14C3}" dt="2023-06-16T12:34:30.885" v="36" actId="313"/>
          <ac:spMkLst>
            <pc:docMk/>
            <pc:sldMk cId="523495732" sldId="323"/>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317CFB-6EA3-48C9-9755-81A79CF4EC0B}" type="datetimeFigureOut">
              <a:rPr lang="en-AU" smtClean="0"/>
              <a:t>26/5/2025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F93708-7FE8-4EF9-B06E-E90DE391BDBF}" type="slidenum">
              <a:rPr lang="en-AU" smtClean="0"/>
              <a:t>‹#›</a:t>
            </a:fld>
            <a:endParaRPr lang="en-AU"/>
          </a:p>
        </p:txBody>
      </p:sp>
    </p:spTree>
    <p:extLst>
      <p:ext uri="{BB962C8B-B14F-4D97-AF65-F5344CB8AC3E}">
        <p14:creationId xmlns:p14="http://schemas.microsoft.com/office/powerpoint/2010/main" val="2988384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0" i="0" dirty="0">
                <a:solidFill>
                  <a:srgbClr val="3A3A3A"/>
                </a:solidFill>
                <a:effectLst/>
                <a:latin typeface="Work Sans" pitchFamily="2" charset="0"/>
              </a:rPr>
              <a:t>Cucumber is an open-source tool.</a:t>
            </a:r>
          </a:p>
          <a:p>
            <a:pPr algn="l">
              <a:buFont typeface="Arial" panose="020B0604020202020204" pitchFamily="34" charset="0"/>
              <a:buChar char="•"/>
            </a:pPr>
            <a:r>
              <a:rPr lang="en-US" b="0" i="0" dirty="0">
                <a:solidFill>
                  <a:srgbClr val="3A3A3A"/>
                </a:solidFill>
                <a:effectLst/>
                <a:latin typeface="Work Sans" pitchFamily="2" charset="0"/>
              </a:rPr>
              <a:t>Plain Text representation makes it easier for non-technical users to understand the scenarios.</a:t>
            </a:r>
          </a:p>
          <a:p>
            <a:pPr algn="l">
              <a:buFont typeface="Arial" panose="020B0604020202020204" pitchFamily="34" charset="0"/>
              <a:buChar char="•"/>
            </a:pPr>
            <a:r>
              <a:rPr lang="en-US" b="0" i="0" dirty="0">
                <a:solidFill>
                  <a:srgbClr val="3A3A3A"/>
                </a:solidFill>
                <a:effectLst/>
                <a:latin typeface="Work Sans" pitchFamily="2" charset="0"/>
              </a:rPr>
              <a:t>It bridges the communication gap between various project stakeholders such as Business Analysts, Developers, and Quality Assurance personnel.</a:t>
            </a:r>
          </a:p>
          <a:p>
            <a:pPr algn="l">
              <a:buFont typeface="Arial" panose="020B0604020202020204" pitchFamily="34" charset="0"/>
              <a:buChar char="•"/>
            </a:pPr>
            <a:r>
              <a:rPr lang="en-US" b="0" i="0" dirty="0">
                <a:solidFill>
                  <a:srgbClr val="3A3A3A"/>
                </a:solidFill>
                <a:effectLst/>
                <a:latin typeface="Work Sans" pitchFamily="2" charset="0"/>
              </a:rPr>
              <a:t>Automation test cases developed using the Cucumber tool are easier to maintain and understand.</a:t>
            </a:r>
          </a:p>
          <a:p>
            <a:pPr algn="l">
              <a:buFont typeface="Arial" panose="020B0604020202020204" pitchFamily="34" charset="0"/>
              <a:buChar char="•"/>
            </a:pPr>
            <a:r>
              <a:rPr lang="en-US" b="0" i="0" dirty="0">
                <a:solidFill>
                  <a:srgbClr val="3A3A3A"/>
                </a:solidFill>
                <a:effectLst/>
                <a:latin typeface="Work Sans" pitchFamily="2" charset="0"/>
              </a:rPr>
              <a:t>Easy to integrate with other tools such as Selenium and Capybara.</a:t>
            </a:r>
          </a:p>
        </p:txBody>
      </p:sp>
      <p:sp>
        <p:nvSpPr>
          <p:cNvPr id="4" name="Slide Number Placeholder 3"/>
          <p:cNvSpPr>
            <a:spLocks noGrp="1"/>
          </p:cNvSpPr>
          <p:nvPr>
            <p:ph type="sldNum" sz="quarter" idx="5"/>
          </p:nvPr>
        </p:nvSpPr>
        <p:spPr/>
        <p:txBody>
          <a:bodyPr/>
          <a:lstStyle/>
          <a:p>
            <a:fld id="{1AF93708-7FE8-4EF9-B06E-E90DE391BDBF}" type="slidenum">
              <a:rPr lang="en-AU" smtClean="0"/>
              <a:t>8</a:t>
            </a:fld>
            <a:endParaRPr lang="en-AU"/>
          </a:p>
        </p:txBody>
      </p:sp>
    </p:spTree>
    <p:extLst>
      <p:ext uri="{BB962C8B-B14F-4D97-AF65-F5344CB8AC3E}">
        <p14:creationId xmlns:p14="http://schemas.microsoft.com/office/powerpoint/2010/main" val="32569374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1AF93708-7FE8-4EF9-B06E-E90DE391BDBF}" type="slidenum">
              <a:rPr lang="en-AU" smtClean="0"/>
              <a:t>13</a:t>
            </a:fld>
            <a:endParaRPr lang="en-AU"/>
          </a:p>
        </p:txBody>
      </p:sp>
    </p:spTree>
    <p:extLst>
      <p:ext uri="{BB962C8B-B14F-4D97-AF65-F5344CB8AC3E}">
        <p14:creationId xmlns:p14="http://schemas.microsoft.com/office/powerpoint/2010/main" val="28281512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2FFB29-0314-491D-9FB0-66C9BD8AD8C0}" type="datetimeFigureOut">
              <a:rPr lang="en-AU" smtClean="0"/>
              <a:t>26/5/2025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4012379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2FFB29-0314-491D-9FB0-66C9BD8AD8C0}" type="datetimeFigureOut">
              <a:rPr lang="en-AU" smtClean="0"/>
              <a:t>26/5/2025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2787335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42FFB29-0314-491D-9FB0-66C9BD8AD8C0}" type="datetimeFigureOut">
              <a:rPr lang="en-AU" smtClean="0"/>
              <a:t>26/5/2025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38764536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2FFB29-0314-491D-9FB0-66C9BD8AD8C0}" type="datetimeFigureOut">
              <a:rPr lang="en-AU" smtClean="0"/>
              <a:t>26/5/2025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26558602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2FFB29-0314-491D-9FB0-66C9BD8AD8C0}" type="datetimeFigureOut">
              <a:rPr lang="en-AU" smtClean="0"/>
              <a:t>26/5/2025</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23365437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2FFB29-0314-491D-9FB0-66C9BD8AD8C0}" type="datetimeFigureOut">
              <a:rPr lang="en-AU" smtClean="0"/>
              <a:t>26/5/2025</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14160453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2FFB29-0314-491D-9FB0-66C9BD8AD8C0}" type="datetimeFigureOut">
              <a:rPr lang="en-AU" smtClean="0"/>
              <a:t>26/5/2025</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3646810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42FFB29-0314-491D-9FB0-66C9BD8AD8C0}" type="datetimeFigureOut">
              <a:rPr lang="en-AU" smtClean="0"/>
              <a:t>26/5/2025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1882858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42FFB29-0314-491D-9FB0-66C9BD8AD8C0}" type="datetimeFigureOut">
              <a:rPr lang="en-AU" smtClean="0"/>
              <a:t>26/5/2025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15431926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42FFB29-0314-491D-9FB0-66C9BD8AD8C0}" type="datetimeFigureOut">
              <a:rPr lang="en-AU" smtClean="0"/>
              <a:t>26/5/2025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16471649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42FFB29-0314-491D-9FB0-66C9BD8AD8C0}" type="datetimeFigureOut">
              <a:rPr lang="en-AU" smtClean="0"/>
              <a:t>26/5/2025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A1C6DAF-6EB8-4D5C-9BCD-63A633C96412}" type="slidenum">
              <a:rPr lang="en-AU" smtClean="0"/>
              <a:t>‹#›</a:t>
            </a:fld>
            <a:endParaRPr lang="en-AU"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9780995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42FFB29-0314-491D-9FB0-66C9BD8AD8C0}" type="datetimeFigureOut">
              <a:rPr lang="en-AU" smtClean="0"/>
              <a:t>26/5/2025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8912662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42FFB29-0314-491D-9FB0-66C9BD8AD8C0}" type="datetimeFigureOut">
              <a:rPr lang="en-AU" smtClean="0"/>
              <a:t>26/5/2025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A1C6DAF-6EB8-4D5C-9BCD-63A633C96412}" type="slidenum">
              <a:rPr lang="en-AU" smtClean="0"/>
              <a:t>‹#›</a:t>
            </a:fld>
            <a:endParaRPr lang="en-AU"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7178977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42FFB29-0314-491D-9FB0-66C9BD8AD8C0}" type="datetimeFigureOut">
              <a:rPr lang="en-AU" smtClean="0"/>
              <a:t>26/5/2025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9936676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2FFB29-0314-491D-9FB0-66C9BD8AD8C0}" type="datetimeFigureOut">
              <a:rPr lang="en-AU" smtClean="0"/>
              <a:t>26/5/2025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9967589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2FFB29-0314-491D-9FB0-66C9BD8AD8C0}" type="datetimeFigureOut">
              <a:rPr lang="en-AU" smtClean="0"/>
              <a:t>26/5/2025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12059325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142FFB29-0314-491D-9FB0-66C9BD8AD8C0}" type="datetimeFigureOut">
              <a:rPr lang="en-AU" smtClean="0"/>
              <a:t>26/5/2025</a:t>
            </a:fld>
            <a:endParaRPr lang="en-AU"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AU"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3A1C6DAF-6EB8-4D5C-9BCD-63A633C96412}" type="slidenum">
              <a:rPr lang="en-AU" smtClean="0"/>
              <a:t>‹#›</a:t>
            </a:fld>
            <a:endParaRPr lang="en-AU" dirty="0"/>
          </a:p>
        </p:txBody>
      </p:sp>
    </p:spTree>
    <p:extLst>
      <p:ext uri="{BB962C8B-B14F-4D97-AF65-F5344CB8AC3E}">
        <p14:creationId xmlns:p14="http://schemas.microsoft.com/office/powerpoint/2010/main" val="19528830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softwaretestinghelp.com/cucumber-bdd-tutorial/"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mt.linkedin.com/in/songqing-gu-2ba9034b/de" TargetMode="External"/><Relationship Id="rId2" Type="http://schemas.openxmlformats.org/officeDocument/2006/relationships/hyperlink" Target="http://www.funnygorilla.com.au/" TargetMode="External"/><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703782" y="6049817"/>
            <a:ext cx="4322618" cy="447373"/>
          </a:xfrm>
          <a:effectLst/>
        </p:spPr>
        <p:txBody>
          <a:bodyPr>
            <a:normAutofit/>
          </a:bodyPr>
          <a:lstStyle/>
          <a:p>
            <a:r>
              <a:rPr lang="en-AU" altLang="zh-CN" sz="2000" b="1" dirty="0">
                <a:solidFill>
                  <a:srgbClr val="00B0F0"/>
                </a:solidFill>
              </a:rPr>
              <a:t>Funny Gorilla</a:t>
            </a:r>
            <a:r>
              <a:rPr lang="zh-CN" altLang="en-US" sz="2000" b="1" i="1" dirty="0">
                <a:solidFill>
                  <a:schemeClr val="accent2"/>
                </a:solidFill>
                <a:cs typeface="幼圆"/>
              </a:rPr>
              <a:t>诙猩猩</a:t>
            </a:r>
            <a:r>
              <a:rPr lang="en-AU" altLang="zh-CN" sz="2000" b="1" dirty="0">
                <a:solidFill>
                  <a:srgbClr val="002060"/>
                </a:solidFill>
              </a:rPr>
              <a:t>-</a:t>
            </a:r>
            <a:r>
              <a:rPr lang="en-US" altLang="zh-CN" sz="2000" b="1" i="1" dirty="0">
                <a:solidFill>
                  <a:schemeClr val="accent2"/>
                </a:solidFill>
              </a:rPr>
              <a:t>IT</a:t>
            </a:r>
            <a:r>
              <a:rPr lang="zh-CN" altLang="en-US" sz="2000" b="1" i="1" dirty="0">
                <a:solidFill>
                  <a:schemeClr val="accent2"/>
                </a:solidFill>
              </a:rPr>
              <a:t>培训</a:t>
            </a:r>
            <a:endParaRPr lang="en-AU" sz="1400" b="1" i="1" dirty="0">
              <a:solidFill>
                <a:schemeClr val="accent2"/>
              </a:solidFill>
            </a:endParaRPr>
          </a:p>
        </p:txBody>
      </p:sp>
      <p:sp>
        <p:nvSpPr>
          <p:cNvPr id="3" name="Subtitle 2"/>
          <p:cNvSpPr>
            <a:spLocks noGrp="1"/>
          </p:cNvSpPr>
          <p:nvPr>
            <p:ph type="subTitle" idx="1"/>
          </p:nvPr>
        </p:nvSpPr>
        <p:spPr>
          <a:xfrm>
            <a:off x="1806989" y="2752279"/>
            <a:ext cx="9011574" cy="919092"/>
          </a:xfrm>
          <a:effectLst/>
        </p:spPr>
        <p:txBody>
          <a:bodyPr>
            <a:noAutofit/>
          </a:bodyPr>
          <a:lstStyle/>
          <a:p>
            <a:r>
              <a:rPr lang="en-AU" sz="4000" dirty="0">
                <a:solidFill>
                  <a:srgbClr val="0070C0"/>
                </a:solidFill>
                <a:latin typeface="Arial Black" panose="020B0A04020102020204" pitchFamily="34" charset="0"/>
                <a:ea typeface="+mj-ea"/>
                <a:cs typeface="+mj-cs"/>
              </a:rPr>
              <a:t>Introduction to Karate</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93202" y="151296"/>
            <a:ext cx="2096652" cy="1487570"/>
          </a:xfrm>
          <a:prstGeom prst="rect">
            <a:avLst/>
          </a:prstGeom>
          <a:effectLst>
            <a:outerShdw blurRad="50800" dist="38100" dir="8100000" algn="tr" rotWithShape="0">
              <a:prstClr val="black">
                <a:alpha val="40000"/>
              </a:prstClr>
            </a:outerShdw>
          </a:effectLst>
        </p:spPr>
      </p:pic>
      <p:sp>
        <p:nvSpPr>
          <p:cNvPr id="4" name="TextBox 3"/>
          <p:cNvSpPr txBox="1"/>
          <p:nvPr/>
        </p:nvSpPr>
        <p:spPr>
          <a:xfrm>
            <a:off x="9625345" y="1484977"/>
            <a:ext cx="2632365" cy="307777"/>
          </a:xfrm>
          <a:prstGeom prst="rect">
            <a:avLst/>
          </a:prstGeom>
          <a:noFill/>
        </p:spPr>
        <p:txBody>
          <a:bodyPr wrap="square" rtlCol="0">
            <a:spAutoFit/>
          </a:bodyPr>
          <a:lstStyle/>
          <a:p>
            <a:r>
              <a:rPr lang="en-AU" altLang="zh-CN" sz="1400" b="1" i="1" dirty="0">
                <a:solidFill>
                  <a:schemeClr val="accent1"/>
                </a:solidFill>
              </a:rPr>
              <a:t>Your success is our success</a:t>
            </a:r>
            <a:endParaRPr lang="en-AU" sz="1400" dirty="0"/>
          </a:p>
        </p:txBody>
      </p:sp>
    </p:spTree>
    <p:extLst>
      <p:ext uri="{BB962C8B-B14F-4D97-AF65-F5344CB8AC3E}">
        <p14:creationId xmlns:p14="http://schemas.microsoft.com/office/powerpoint/2010/main" val="5234957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00556" y="883924"/>
            <a:ext cx="7377279" cy="613765"/>
          </a:xfrm>
          <a:effectLst/>
        </p:spPr>
        <p:txBody>
          <a:bodyPr>
            <a:normAutofit/>
          </a:bodyPr>
          <a:lstStyle/>
          <a:p>
            <a:pPr algn="l"/>
            <a:r>
              <a:rPr lang="en-US" sz="3200" b="1" dirty="0">
                <a:solidFill>
                  <a:srgbClr val="0070C0"/>
                </a:solidFill>
              </a:rPr>
              <a:t>Writing Test Cases Using Cucumber</a:t>
            </a:r>
          </a:p>
        </p:txBody>
      </p:sp>
      <p:sp>
        <p:nvSpPr>
          <p:cNvPr id="4" name="TextBox 3">
            <a:extLst>
              <a:ext uri="{FF2B5EF4-FFF2-40B4-BE49-F238E27FC236}">
                <a16:creationId xmlns:a16="http://schemas.microsoft.com/office/drawing/2014/main" id="{0F89EA29-F0AD-67A8-910B-517FC39D9D79}"/>
              </a:ext>
            </a:extLst>
          </p:cNvPr>
          <p:cNvSpPr txBox="1"/>
          <p:nvPr/>
        </p:nvSpPr>
        <p:spPr>
          <a:xfrm>
            <a:off x="2608091" y="3010870"/>
            <a:ext cx="1963909" cy="461665"/>
          </a:xfrm>
          <a:prstGeom prst="rect">
            <a:avLst/>
          </a:prstGeom>
          <a:noFill/>
        </p:spPr>
        <p:txBody>
          <a:bodyPr wrap="square">
            <a:spAutoFit/>
          </a:bodyPr>
          <a:lstStyle/>
          <a:p>
            <a:pPr algn="l"/>
            <a:r>
              <a:rPr lang="en-US" sz="2400" b="1" i="0" dirty="0">
                <a:solidFill>
                  <a:schemeClr val="accent2"/>
                </a:solidFill>
                <a:effectLst/>
              </a:rPr>
              <a:t>Feature file </a:t>
            </a:r>
            <a:endParaRPr lang="en-US" sz="2400" b="0" i="0" dirty="0">
              <a:solidFill>
                <a:schemeClr val="accent2"/>
              </a:solidFill>
              <a:effectLst/>
            </a:endParaRPr>
          </a:p>
        </p:txBody>
      </p:sp>
      <p:sp>
        <p:nvSpPr>
          <p:cNvPr id="5" name="TextBox 4">
            <a:extLst>
              <a:ext uri="{FF2B5EF4-FFF2-40B4-BE49-F238E27FC236}">
                <a16:creationId xmlns:a16="http://schemas.microsoft.com/office/drawing/2014/main" id="{5798006B-A1D4-3A2D-3939-C3DDD3EC5561}"/>
              </a:ext>
            </a:extLst>
          </p:cNvPr>
          <p:cNvSpPr txBox="1"/>
          <p:nvPr/>
        </p:nvSpPr>
        <p:spPr>
          <a:xfrm>
            <a:off x="4678591" y="4724616"/>
            <a:ext cx="1963909" cy="461665"/>
          </a:xfrm>
          <a:prstGeom prst="rect">
            <a:avLst/>
          </a:prstGeom>
          <a:noFill/>
        </p:spPr>
        <p:txBody>
          <a:bodyPr wrap="square">
            <a:spAutoFit/>
          </a:bodyPr>
          <a:lstStyle/>
          <a:p>
            <a:pPr algn="l"/>
            <a:r>
              <a:rPr lang="en-US" sz="2400" b="1" i="0" dirty="0">
                <a:solidFill>
                  <a:schemeClr val="accent2"/>
                </a:solidFill>
                <a:effectLst/>
              </a:rPr>
              <a:t>Runner File </a:t>
            </a:r>
            <a:endParaRPr lang="en-US" sz="2400" b="0" i="0" dirty="0">
              <a:solidFill>
                <a:schemeClr val="accent2"/>
              </a:solidFill>
              <a:effectLst/>
            </a:endParaRPr>
          </a:p>
        </p:txBody>
      </p:sp>
      <p:sp>
        <p:nvSpPr>
          <p:cNvPr id="7" name="TextBox 6">
            <a:extLst>
              <a:ext uri="{FF2B5EF4-FFF2-40B4-BE49-F238E27FC236}">
                <a16:creationId xmlns:a16="http://schemas.microsoft.com/office/drawing/2014/main" id="{5F0BD765-8F2D-857E-FECF-CCD66362990B}"/>
              </a:ext>
            </a:extLst>
          </p:cNvPr>
          <p:cNvSpPr txBox="1"/>
          <p:nvPr/>
        </p:nvSpPr>
        <p:spPr>
          <a:xfrm>
            <a:off x="6218577" y="2955584"/>
            <a:ext cx="2130766" cy="461665"/>
          </a:xfrm>
          <a:prstGeom prst="rect">
            <a:avLst/>
          </a:prstGeom>
          <a:noFill/>
        </p:spPr>
        <p:txBody>
          <a:bodyPr wrap="square">
            <a:spAutoFit/>
          </a:bodyPr>
          <a:lstStyle/>
          <a:p>
            <a:pPr algn="l"/>
            <a:r>
              <a:rPr lang="en-US" sz="2400" b="1" dirty="0">
                <a:solidFill>
                  <a:schemeClr val="accent2"/>
                </a:solidFill>
              </a:rPr>
              <a:t>StepDef</a:t>
            </a:r>
            <a:r>
              <a:rPr lang="en-US" sz="2400" b="1" i="0" dirty="0">
                <a:solidFill>
                  <a:schemeClr val="accent2"/>
                </a:solidFill>
                <a:effectLst/>
              </a:rPr>
              <a:t> file</a:t>
            </a:r>
            <a:endParaRPr lang="en-US" sz="1800" b="0" i="0" dirty="0">
              <a:solidFill>
                <a:schemeClr val="accent2"/>
              </a:solidFill>
              <a:effectLst/>
            </a:endParaRPr>
          </a:p>
        </p:txBody>
      </p:sp>
      <p:sp>
        <p:nvSpPr>
          <p:cNvPr id="9" name="Right Arrow 8">
            <a:extLst>
              <a:ext uri="{FF2B5EF4-FFF2-40B4-BE49-F238E27FC236}">
                <a16:creationId xmlns:a16="http://schemas.microsoft.com/office/drawing/2014/main" id="{8FC4B116-7E4D-7119-47A7-3360514507F0}"/>
              </a:ext>
            </a:extLst>
          </p:cNvPr>
          <p:cNvSpPr/>
          <p:nvPr/>
        </p:nvSpPr>
        <p:spPr>
          <a:xfrm>
            <a:off x="5152532" y="2758845"/>
            <a:ext cx="485512" cy="930096"/>
          </a:xfrm>
          <a:prstGeom prst="rightArrow">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a:extLst>
              <a:ext uri="{FF2B5EF4-FFF2-40B4-BE49-F238E27FC236}">
                <a16:creationId xmlns:a16="http://schemas.microsoft.com/office/drawing/2014/main" id="{6BB0EB63-E89C-1CB4-D551-A5EB855CF433}"/>
              </a:ext>
            </a:extLst>
          </p:cNvPr>
          <p:cNvSpPr/>
          <p:nvPr/>
        </p:nvSpPr>
        <p:spPr>
          <a:xfrm rot="2850081">
            <a:off x="4090442" y="3747974"/>
            <a:ext cx="535528" cy="930096"/>
          </a:xfrm>
          <a:prstGeom prst="rightArrow">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Arrow 10">
            <a:extLst>
              <a:ext uri="{FF2B5EF4-FFF2-40B4-BE49-F238E27FC236}">
                <a16:creationId xmlns:a16="http://schemas.microsoft.com/office/drawing/2014/main" id="{0B1694B0-E7F1-D6CF-4DDD-E2E217D783CC}"/>
              </a:ext>
            </a:extLst>
          </p:cNvPr>
          <p:cNvSpPr/>
          <p:nvPr/>
        </p:nvSpPr>
        <p:spPr>
          <a:xfrm rot="8800369">
            <a:off x="6182821" y="3706573"/>
            <a:ext cx="598540" cy="930096"/>
          </a:xfrm>
          <a:prstGeom prst="rightArrow">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254592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71849041-0926-8072-A789-29498EEF4B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587" y="887506"/>
            <a:ext cx="11366413" cy="53457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1917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5B80BEA-BD58-4BB1-CD49-B7E8607E15EC}"/>
              </a:ext>
            </a:extLst>
          </p:cNvPr>
          <p:cNvSpPr txBox="1"/>
          <p:nvPr/>
        </p:nvSpPr>
        <p:spPr>
          <a:xfrm>
            <a:off x="1216026" y="1611729"/>
            <a:ext cx="10025350" cy="646331"/>
          </a:xfrm>
          <a:prstGeom prst="rect">
            <a:avLst/>
          </a:prstGeom>
          <a:noFill/>
        </p:spPr>
        <p:txBody>
          <a:bodyPr wrap="square">
            <a:spAutoFit/>
          </a:bodyPr>
          <a:lstStyle/>
          <a:p>
            <a:r>
              <a:rPr lang="en-US" b="0" i="0" dirty="0">
                <a:solidFill>
                  <a:srgbClr val="777777"/>
                </a:solidFill>
                <a:effectLst/>
                <a:latin typeface="Lato" panose="020F0502020204030204" pitchFamily="34" charset="0"/>
              </a:rPr>
              <a:t>to provide development and management teams with a shared process and shared tools, so that they can effectively collaborate while developing software.</a:t>
            </a:r>
            <a:endParaRPr lang="en-AU" dirty="0"/>
          </a:p>
        </p:txBody>
      </p:sp>
      <p:sp>
        <p:nvSpPr>
          <p:cNvPr id="8" name="Subtitle 2">
            <a:extLst>
              <a:ext uri="{FF2B5EF4-FFF2-40B4-BE49-F238E27FC236}">
                <a16:creationId xmlns:a16="http://schemas.microsoft.com/office/drawing/2014/main" id="{BA26DEAE-5B0E-7092-0CDC-7B1858EBADCD}"/>
              </a:ext>
            </a:extLst>
          </p:cNvPr>
          <p:cNvSpPr>
            <a:spLocks noGrp="1"/>
          </p:cNvSpPr>
          <p:nvPr>
            <p:ph type="title"/>
          </p:nvPr>
        </p:nvSpPr>
        <p:spPr>
          <a:xfrm>
            <a:off x="1216026" y="598488"/>
            <a:ext cx="1615310" cy="723536"/>
          </a:xfrm>
          <a:effectLst/>
        </p:spPr>
        <p:txBody>
          <a:bodyPr>
            <a:noAutofit/>
          </a:bodyPr>
          <a:lstStyle/>
          <a:p>
            <a:r>
              <a:rPr lang="en-AU" sz="3200" dirty="0">
                <a:solidFill>
                  <a:srgbClr val="0070C0"/>
                </a:solidFill>
                <a:latin typeface="Arial Black" panose="020B0A04020102020204" pitchFamily="34" charset="0"/>
                <a:ea typeface="+mj-ea"/>
                <a:cs typeface="+mj-cs"/>
              </a:rPr>
              <a:t>BDD</a:t>
            </a:r>
          </a:p>
        </p:txBody>
      </p:sp>
      <p:sp>
        <p:nvSpPr>
          <p:cNvPr id="10" name="TextBox 9">
            <a:extLst>
              <a:ext uri="{FF2B5EF4-FFF2-40B4-BE49-F238E27FC236}">
                <a16:creationId xmlns:a16="http://schemas.microsoft.com/office/drawing/2014/main" id="{A751D98D-28CD-6AA8-E491-63C1E905EAA5}"/>
              </a:ext>
            </a:extLst>
          </p:cNvPr>
          <p:cNvSpPr txBox="1"/>
          <p:nvPr/>
        </p:nvSpPr>
        <p:spPr>
          <a:xfrm>
            <a:off x="1216026" y="2505670"/>
            <a:ext cx="10142364" cy="923330"/>
          </a:xfrm>
          <a:prstGeom prst="rect">
            <a:avLst/>
          </a:prstGeom>
          <a:noFill/>
        </p:spPr>
        <p:txBody>
          <a:bodyPr wrap="square">
            <a:spAutoFit/>
          </a:bodyPr>
          <a:lstStyle/>
          <a:p>
            <a:r>
              <a:rPr lang="en-AU" sz="1800" kern="0" dirty="0">
                <a:solidFill>
                  <a:srgbClr val="3D3B49"/>
                </a:solidFill>
                <a:effectLst/>
                <a:latin typeface="Times New Roman" panose="02020603050405020304" pitchFamily="18" charset="0"/>
                <a:ea typeface="Times New Roman" panose="02020603050405020304" pitchFamily="18" charset="0"/>
              </a:rPr>
              <a:t>It extends TDD by writing test cases in a natural language that non-programmers can read. </a:t>
            </a:r>
          </a:p>
          <a:p>
            <a:r>
              <a:rPr lang="en-AU" sz="1800" kern="0" dirty="0">
                <a:solidFill>
                  <a:srgbClr val="3D3B49"/>
                </a:solidFill>
                <a:effectLst/>
                <a:latin typeface="Times New Roman" panose="02020603050405020304" pitchFamily="18" charset="0"/>
                <a:ea typeface="Times New Roman" panose="02020603050405020304" pitchFamily="18" charset="0"/>
              </a:rPr>
              <a:t>Users describe features and scenarios to test these features in plain text files using the </a:t>
            </a:r>
            <a:r>
              <a:rPr lang="en-AU" sz="1800" b="1" i="1" kern="0" dirty="0">
                <a:solidFill>
                  <a:schemeClr val="accent1"/>
                </a:solidFill>
                <a:effectLst/>
                <a:latin typeface="Times New Roman" panose="02020603050405020304" pitchFamily="18" charset="0"/>
                <a:ea typeface="Times New Roman" panose="02020603050405020304" pitchFamily="18" charset="0"/>
              </a:rPr>
              <a:t>Gherkin</a:t>
            </a:r>
            <a:r>
              <a:rPr lang="en-AU" sz="1800" kern="0" dirty="0">
                <a:solidFill>
                  <a:srgbClr val="3D3B49"/>
                </a:solidFill>
                <a:effectLst/>
                <a:latin typeface="Times New Roman" panose="02020603050405020304" pitchFamily="18" charset="0"/>
                <a:ea typeface="Times New Roman" panose="02020603050405020304" pitchFamily="18" charset="0"/>
              </a:rPr>
              <a:t> language in the </a:t>
            </a:r>
            <a:r>
              <a:rPr lang="en-AU" sz="1800" kern="0" dirty="0">
                <a:solidFill>
                  <a:srgbClr val="0000FF"/>
                </a:solidFill>
                <a:effectLst/>
                <a:latin typeface="Times New Roman" panose="02020603050405020304" pitchFamily="18" charset="0"/>
                <a:ea typeface="Times New Roman" panose="02020603050405020304" pitchFamily="18" charset="0"/>
              </a:rPr>
              <a:t>Given</a:t>
            </a:r>
            <a:r>
              <a:rPr lang="en-AU" sz="1800" kern="0" dirty="0">
                <a:solidFill>
                  <a:srgbClr val="3D3B49"/>
                </a:solidFill>
                <a:effectLst/>
                <a:latin typeface="Times New Roman" panose="02020603050405020304" pitchFamily="18" charset="0"/>
                <a:ea typeface="Times New Roman" panose="02020603050405020304" pitchFamily="18" charset="0"/>
              </a:rPr>
              <a:t>, </a:t>
            </a:r>
            <a:r>
              <a:rPr lang="en-AU" sz="1800" kern="0" dirty="0">
                <a:solidFill>
                  <a:srgbClr val="0000FF"/>
                </a:solidFill>
                <a:effectLst/>
                <a:latin typeface="Times New Roman" panose="02020603050405020304" pitchFamily="18" charset="0"/>
                <a:ea typeface="Times New Roman" panose="02020603050405020304" pitchFamily="18" charset="0"/>
              </a:rPr>
              <a:t>When</a:t>
            </a:r>
            <a:r>
              <a:rPr lang="en-AU" sz="1800" kern="0" dirty="0">
                <a:solidFill>
                  <a:srgbClr val="3D3B49"/>
                </a:solidFill>
                <a:effectLst/>
                <a:latin typeface="Times New Roman" panose="02020603050405020304" pitchFamily="18" charset="0"/>
                <a:ea typeface="Times New Roman" panose="02020603050405020304" pitchFamily="18" charset="0"/>
              </a:rPr>
              <a:t>, and </a:t>
            </a:r>
            <a:r>
              <a:rPr lang="en-AU" sz="1800" kern="0" dirty="0">
                <a:solidFill>
                  <a:srgbClr val="0000FF"/>
                </a:solidFill>
                <a:effectLst/>
                <a:latin typeface="Times New Roman" panose="02020603050405020304" pitchFamily="18" charset="0"/>
                <a:ea typeface="Times New Roman" panose="02020603050405020304" pitchFamily="18" charset="0"/>
              </a:rPr>
              <a:t>Then</a:t>
            </a:r>
            <a:r>
              <a:rPr lang="en-AU" sz="1800" kern="0" dirty="0">
                <a:solidFill>
                  <a:srgbClr val="3D3B49"/>
                </a:solidFill>
                <a:effectLst/>
                <a:latin typeface="Times New Roman" panose="02020603050405020304" pitchFamily="18" charset="0"/>
                <a:ea typeface="Times New Roman" panose="02020603050405020304" pitchFamily="18" charset="0"/>
              </a:rPr>
              <a:t> structures. </a:t>
            </a:r>
            <a:endParaRPr lang="en-AU" dirty="0"/>
          </a:p>
        </p:txBody>
      </p:sp>
      <p:sp>
        <p:nvSpPr>
          <p:cNvPr id="12" name="TextBox 11">
            <a:extLst>
              <a:ext uri="{FF2B5EF4-FFF2-40B4-BE49-F238E27FC236}">
                <a16:creationId xmlns:a16="http://schemas.microsoft.com/office/drawing/2014/main" id="{568BBE4C-8E40-8C7F-9A64-C076869BEF43}"/>
              </a:ext>
            </a:extLst>
          </p:cNvPr>
          <p:cNvSpPr txBox="1"/>
          <p:nvPr/>
        </p:nvSpPr>
        <p:spPr>
          <a:xfrm>
            <a:off x="1216026" y="3676610"/>
            <a:ext cx="8981501" cy="966803"/>
          </a:xfrm>
          <a:prstGeom prst="rect">
            <a:avLst/>
          </a:prstGeom>
          <a:noFill/>
        </p:spPr>
        <p:txBody>
          <a:bodyPr wrap="square">
            <a:spAutoFit/>
          </a:bodyPr>
          <a:lstStyle/>
          <a:p>
            <a:pPr marL="342900" lvl="0" indent="-342900">
              <a:lnSpc>
                <a:spcPct val="107000"/>
              </a:lnSpc>
              <a:buFont typeface="Symbol" panose="05050102010706020507" pitchFamily="18" charset="2"/>
              <a:buChar char=""/>
            </a:pPr>
            <a:r>
              <a:rPr lang="en-AU" sz="1800" kern="0"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Given</a:t>
            </a:r>
            <a:r>
              <a:rPr lang="en-AU" sz="1800" kern="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 This represents the initial context (precondition)</a:t>
            </a:r>
            <a:endParaRPr lang="en-AU"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lvl="0" indent="-342900">
              <a:lnSpc>
                <a:spcPct val="107000"/>
              </a:lnSpc>
              <a:buFont typeface="Symbol" panose="05050102010706020507" pitchFamily="18" charset="2"/>
              <a:buChar char=""/>
            </a:pPr>
            <a:r>
              <a:rPr lang="en-AU" sz="1800" kern="0"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When</a:t>
            </a:r>
            <a:r>
              <a:rPr lang="en-AU" sz="1800" kern="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 This represents the user performing a key action (actor + action)</a:t>
            </a:r>
            <a:endParaRPr lang="en-AU" sz="18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AU" sz="1800" kern="0"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Then</a:t>
            </a:r>
            <a:r>
              <a:rPr lang="en-AU" sz="1800" kern="0" dirty="0">
                <a:solidFill>
                  <a:srgbClr val="3D3B49"/>
                </a:solidFill>
                <a:effectLst/>
                <a:latin typeface="Times New Roman" panose="02020603050405020304" pitchFamily="18" charset="0"/>
                <a:ea typeface="Times New Roman" panose="02020603050405020304" pitchFamily="18" charset="0"/>
                <a:cs typeface="Times New Roman" panose="02020603050405020304" pitchFamily="18" charset="0"/>
              </a:rPr>
              <a:t>: This ensures some kind of outcome (observable result)</a:t>
            </a:r>
            <a:endParaRPr lang="en-AU" sz="18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14" name="TextBox 13">
            <a:extLst>
              <a:ext uri="{FF2B5EF4-FFF2-40B4-BE49-F238E27FC236}">
                <a16:creationId xmlns:a16="http://schemas.microsoft.com/office/drawing/2014/main" id="{FDD2FAB4-4A78-F080-AC67-7FFC39D796DC}"/>
              </a:ext>
            </a:extLst>
          </p:cNvPr>
          <p:cNvSpPr txBox="1"/>
          <p:nvPr/>
        </p:nvSpPr>
        <p:spPr>
          <a:xfrm>
            <a:off x="1216026" y="4891023"/>
            <a:ext cx="5361044" cy="923330"/>
          </a:xfrm>
          <a:prstGeom prst="rect">
            <a:avLst/>
          </a:prstGeom>
          <a:noFill/>
        </p:spPr>
        <p:txBody>
          <a:bodyPr wrap="square">
            <a:spAutoFit/>
          </a:bodyPr>
          <a:lstStyle/>
          <a:p>
            <a:r>
              <a:rPr lang="en-AU" sz="1800" kern="0" dirty="0">
                <a:solidFill>
                  <a:srgbClr val="3D3B49"/>
                </a:solidFill>
                <a:effectLst/>
                <a:latin typeface="Times New Roman" panose="02020603050405020304" pitchFamily="18" charset="0"/>
                <a:ea typeface="Times New Roman" panose="02020603050405020304" pitchFamily="18" charset="0"/>
              </a:rPr>
              <a:t>also known as </a:t>
            </a:r>
          </a:p>
          <a:p>
            <a:r>
              <a:rPr lang="en-AU" sz="1800" b="1" kern="0" dirty="0">
                <a:solidFill>
                  <a:srgbClr val="3D3B49"/>
                </a:solidFill>
                <a:effectLst/>
                <a:latin typeface="Times New Roman" panose="02020603050405020304" pitchFamily="18" charset="0"/>
                <a:ea typeface="Times New Roman" panose="02020603050405020304" pitchFamily="18" charset="0"/>
              </a:rPr>
              <a:t>acceptance test driven developmen</a:t>
            </a:r>
            <a:r>
              <a:rPr lang="en-AU" sz="1800" kern="0" dirty="0">
                <a:solidFill>
                  <a:srgbClr val="3D3B49"/>
                </a:solidFill>
                <a:effectLst/>
                <a:latin typeface="Times New Roman" panose="02020603050405020304" pitchFamily="18" charset="0"/>
                <a:ea typeface="Times New Roman" panose="02020603050405020304" pitchFamily="18" charset="0"/>
              </a:rPr>
              <a:t>t (</a:t>
            </a:r>
            <a:r>
              <a:rPr lang="en-AU" sz="1800" b="1" kern="0" dirty="0">
                <a:solidFill>
                  <a:srgbClr val="3D3B49"/>
                </a:solidFill>
                <a:effectLst/>
                <a:latin typeface="Times New Roman" panose="02020603050405020304" pitchFamily="18" charset="0"/>
                <a:ea typeface="Times New Roman" panose="02020603050405020304" pitchFamily="18" charset="0"/>
              </a:rPr>
              <a:t>ATDD</a:t>
            </a:r>
            <a:r>
              <a:rPr lang="en-AU" sz="1800" kern="0" dirty="0">
                <a:solidFill>
                  <a:srgbClr val="3D3B49"/>
                </a:solidFill>
                <a:effectLst/>
                <a:latin typeface="Times New Roman" panose="02020603050405020304" pitchFamily="18" charset="0"/>
                <a:ea typeface="Times New Roman" panose="02020603050405020304" pitchFamily="18" charset="0"/>
              </a:rPr>
              <a:t>) or </a:t>
            </a:r>
          </a:p>
          <a:p>
            <a:r>
              <a:rPr lang="en-AU" sz="1800" b="1" kern="0" dirty="0">
                <a:solidFill>
                  <a:srgbClr val="3D3B49"/>
                </a:solidFill>
                <a:effectLst/>
                <a:latin typeface="Times New Roman" panose="02020603050405020304" pitchFamily="18" charset="0"/>
                <a:ea typeface="Times New Roman" panose="02020603050405020304" pitchFamily="18" charset="0"/>
              </a:rPr>
              <a:t>story testing</a:t>
            </a:r>
            <a:r>
              <a:rPr lang="en-AU" sz="1800" kern="0" dirty="0">
                <a:solidFill>
                  <a:srgbClr val="3D3B49"/>
                </a:solidFill>
                <a:effectLst/>
                <a:latin typeface="Times New Roman" panose="02020603050405020304" pitchFamily="18" charset="0"/>
                <a:ea typeface="Times New Roman" panose="02020603050405020304" pitchFamily="18" charset="0"/>
              </a:rPr>
              <a:t>.</a:t>
            </a:r>
            <a:endParaRPr lang="en-AU" dirty="0"/>
          </a:p>
        </p:txBody>
      </p:sp>
    </p:spTree>
    <p:extLst>
      <p:ext uri="{BB962C8B-B14F-4D97-AF65-F5344CB8AC3E}">
        <p14:creationId xmlns:p14="http://schemas.microsoft.com/office/powerpoint/2010/main" val="31137036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2FE7EEE-9033-20AB-8C81-1DA854640A13}"/>
              </a:ext>
            </a:extLst>
          </p:cNvPr>
          <p:cNvSpPr>
            <a:spLocks noGrp="1"/>
          </p:cNvSpPr>
          <p:nvPr>
            <p:ph type="title"/>
          </p:nvPr>
        </p:nvSpPr>
        <p:spPr>
          <a:xfrm>
            <a:off x="951413" y="789363"/>
            <a:ext cx="5549972" cy="620796"/>
          </a:xfrm>
        </p:spPr>
        <p:txBody>
          <a:bodyPr>
            <a:normAutofit/>
          </a:bodyPr>
          <a:lstStyle/>
          <a:p>
            <a:r>
              <a:rPr lang="en-AU" sz="3200" dirty="0">
                <a:solidFill>
                  <a:srgbClr val="0070C0"/>
                </a:solidFill>
                <a:latin typeface="Arial Black" panose="020B0A04020102020204" pitchFamily="34" charset="0"/>
              </a:rPr>
              <a:t>Basic</a:t>
            </a:r>
            <a:r>
              <a:rPr lang="en-AU" sz="3200" b="0" i="0" dirty="0">
                <a:solidFill>
                  <a:srgbClr val="333333"/>
                </a:solidFill>
                <a:effectLst/>
                <a:latin typeface="Lato" panose="020F0502020204030203" pitchFamily="34" charset="0"/>
              </a:rPr>
              <a:t> </a:t>
            </a:r>
            <a:r>
              <a:rPr lang="en-AU" sz="3200" dirty="0">
                <a:solidFill>
                  <a:srgbClr val="0070C0"/>
                </a:solidFill>
                <a:latin typeface="Arial Black" panose="020B0A04020102020204" pitchFamily="34" charset="0"/>
              </a:rPr>
              <a:t>Principles</a:t>
            </a:r>
            <a:r>
              <a:rPr lang="en-AU" sz="3200" b="0" i="0" dirty="0">
                <a:solidFill>
                  <a:srgbClr val="333333"/>
                </a:solidFill>
                <a:effectLst/>
                <a:latin typeface="Lato" panose="020F0502020204030203" pitchFamily="34" charset="0"/>
              </a:rPr>
              <a:t> </a:t>
            </a:r>
            <a:r>
              <a:rPr lang="en-AU" sz="3200" dirty="0">
                <a:solidFill>
                  <a:srgbClr val="0070C0"/>
                </a:solidFill>
                <a:latin typeface="Arial Black" panose="020B0A04020102020204" pitchFamily="34" charset="0"/>
              </a:rPr>
              <a:t>of BDD</a:t>
            </a:r>
          </a:p>
        </p:txBody>
      </p:sp>
      <p:sp>
        <p:nvSpPr>
          <p:cNvPr id="11" name="TextBox 10">
            <a:extLst>
              <a:ext uri="{FF2B5EF4-FFF2-40B4-BE49-F238E27FC236}">
                <a16:creationId xmlns:a16="http://schemas.microsoft.com/office/drawing/2014/main" id="{97DB11F4-6E24-13D6-6479-AA84647A6E49}"/>
              </a:ext>
            </a:extLst>
          </p:cNvPr>
          <p:cNvSpPr txBox="1"/>
          <p:nvPr/>
        </p:nvSpPr>
        <p:spPr>
          <a:xfrm>
            <a:off x="951413" y="1771918"/>
            <a:ext cx="9911660" cy="2031325"/>
          </a:xfrm>
          <a:prstGeom prst="rect">
            <a:avLst/>
          </a:prstGeom>
          <a:noFill/>
        </p:spPr>
        <p:txBody>
          <a:bodyPr wrap="square">
            <a:spAutoFit/>
          </a:bodyPr>
          <a:lstStyle/>
          <a:p>
            <a:pPr algn="l"/>
            <a:r>
              <a:rPr lang="en-US" dirty="0">
                <a:solidFill>
                  <a:srgbClr val="777777"/>
                </a:solidFill>
                <a:latin typeface="Lato" panose="020F0502020204030203" pitchFamily="34" charset="0"/>
              </a:rPr>
              <a:t>F</a:t>
            </a:r>
            <a:r>
              <a:rPr lang="en-US" b="0" i="0" dirty="0">
                <a:solidFill>
                  <a:srgbClr val="777777"/>
                </a:solidFill>
                <a:effectLst/>
                <a:latin typeface="Lato" panose="020F0502020204030203" pitchFamily="34" charset="0"/>
              </a:rPr>
              <a:t>ollows the basic principle: each unit of software must be individually tested. </a:t>
            </a:r>
          </a:p>
          <a:p>
            <a:pPr algn="l"/>
            <a:endParaRPr lang="en-US" dirty="0">
              <a:solidFill>
                <a:srgbClr val="777777"/>
              </a:solidFill>
              <a:latin typeface="Lato" panose="020F0502020204030203" pitchFamily="34" charset="0"/>
            </a:endParaRPr>
          </a:p>
          <a:p>
            <a:pPr algn="l"/>
            <a:r>
              <a:rPr lang="en-US" b="0" i="0" dirty="0">
                <a:solidFill>
                  <a:srgbClr val="777777"/>
                </a:solidFill>
                <a:effectLst/>
                <a:latin typeface="Lato" panose="020F0502020204030203" pitchFamily="34" charset="0"/>
              </a:rPr>
              <a:t>The process usually goes like this:</a:t>
            </a:r>
          </a:p>
          <a:p>
            <a:pPr algn="l">
              <a:buFont typeface="+mj-lt"/>
              <a:buAutoNum type="arabicPeriod"/>
            </a:pPr>
            <a:r>
              <a:rPr lang="en-US" b="0" i="0" dirty="0">
                <a:solidFill>
                  <a:srgbClr val="777777"/>
                </a:solidFill>
                <a:effectLst/>
                <a:latin typeface="Lato" panose="020F0502020204030203" pitchFamily="34" charset="0"/>
              </a:rPr>
              <a:t>A test is designed for the specific software unit</a:t>
            </a:r>
          </a:p>
          <a:p>
            <a:pPr algn="l">
              <a:buFont typeface="+mj-lt"/>
              <a:buAutoNum type="arabicPeriod"/>
            </a:pPr>
            <a:r>
              <a:rPr lang="en-US" b="0" i="0" dirty="0">
                <a:solidFill>
                  <a:srgbClr val="777777"/>
                </a:solidFill>
                <a:effectLst/>
                <a:latin typeface="Lato" panose="020F0502020204030203" pitchFamily="34" charset="0"/>
              </a:rPr>
              <a:t>The test is made to fail</a:t>
            </a:r>
          </a:p>
          <a:p>
            <a:pPr algn="l">
              <a:buFont typeface="+mj-lt"/>
              <a:buAutoNum type="arabicPeriod"/>
            </a:pPr>
            <a:r>
              <a:rPr lang="en-US" b="0" i="0" dirty="0">
                <a:solidFill>
                  <a:srgbClr val="777777"/>
                </a:solidFill>
                <a:effectLst/>
                <a:latin typeface="Lato" panose="020F0502020204030203" pitchFamily="34" charset="0"/>
              </a:rPr>
              <a:t>The unit is then implemented into the test</a:t>
            </a:r>
          </a:p>
          <a:p>
            <a:pPr algn="l">
              <a:buFont typeface="+mj-lt"/>
              <a:buAutoNum type="arabicPeriod"/>
            </a:pPr>
            <a:r>
              <a:rPr lang="en-US" b="0" i="0" dirty="0">
                <a:solidFill>
                  <a:srgbClr val="777777"/>
                </a:solidFill>
                <a:effectLst/>
                <a:latin typeface="Lato" panose="020F0502020204030203" pitchFamily="34" charset="0"/>
              </a:rPr>
              <a:t>The test is done again, verifying that the implementation of the unit makes it succeed</a:t>
            </a:r>
          </a:p>
        </p:txBody>
      </p:sp>
    </p:spTree>
    <p:extLst>
      <p:ext uri="{BB962C8B-B14F-4D97-AF65-F5344CB8AC3E}">
        <p14:creationId xmlns:p14="http://schemas.microsoft.com/office/powerpoint/2010/main" val="21155221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608089" y="871156"/>
            <a:ext cx="6974424" cy="715163"/>
          </a:xfrm>
          <a:effectLst/>
        </p:spPr>
        <p:txBody>
          <a:bodyPr>
            <a:normAutofit/>
          </a:bodyPr>
          <a:lstStyle/>
          <a:p>
            <a:r>
              <a:rPr lang="en-AU" dirty="0">
                <a:solidFill>
                  <a:srgbClr val="0070C0"/>
                </a:solidFill>
                <a:latin typeface="Arial Black" panose="020B0A04020102020204" pitchFamily="34" charset="0"/>
              </a:rPr>
              <a:t>How it works?</a:t>
            </a:r>
          </a:p>
        </p:txBody>
      </p:sp>
      <p:sp>
        <p:nvSpPr>
          <p:cNvPr id="4" name="TextBox 3">
            <a:extLst>
              <a:ext uri="{FF2B5EF4-FFF2-40B4-BE49-F238E27FC236}">
                <a16:creationId xmlns:a16="http://schemas.microsoft.com/office/drawing/2014/main" id="{0F89EA29-F0AD-67A8-910B-517FC39D9D79}"/>
              </a:ext>
            </a:extLst>
          </p:cNvPr>
          <p:cNvSpPr txBox="1"/>
          <p:nvPr/>
        </p:nvSpPr>
        <p:spPr>
          <a:xfrm>
            <a:off x="1533639" y="2145790"/>
            <a:ext cx="9124721" cy="1200329"/>
          </a:xfrm>
          <a:prstGeom prst="rect">
            <a:avLst/>
          </a:prstGeom>
          <a:noFill/>
        </p:spPr>
        <p:txBody>
          <a:bodyPr wrap="square">
            <a:spAutoFit/>
          </a:bodyPr>
          <a:lstStyle/>
          <a:p>
            <a:pPr marL="342900" lvl="0" indent="-342900">
              <a:buFont typeface="Symbol" panose="05050102010706020507" pitchFamily="18" charset="2"/>
              <a:buChar char=""/>
            </a:pPr>
            <a:r>
              <a:rPr lang="en-AU" sz="2400" dirty="0">
                <a:solidFill>
                  <a:srgbClr val="3D3B49"/>
                </a:solidFill>
                <a:effectLst/>
                <a:latin typeface="Lato" panose="020F0502020204030203" pitchFamily="34" charset="0"/>
                <a:ea typeface="Lato" panose="020F0502020204030203" pitchFamily="34" charset="0"/>
                <a:cs typeface="Lato" panose="020F0502020204030203" pitchFamily="34" charset="0"/>
              </a:rPr>
              <a:t>writing a feature file, </a:t>
            </a:r>
            <a:endParaRPr lang="en-AU" sz="2400" dirty="0">
              <a:effectLst/>
              <a:latin typeface="Lato" panose="020F0502020204030203" pitchFamily="34" charset="0"/>
              <a:ea typeface="Lato" panose="020F0502020204030203" pitchFamily="34" charset="0"/>
              <a:cs typeface="Lato" panose="020F0502020204030203" pitchFamily="34" charset="0"/>
            </a:endParaRPr>
          </a:p>
          <a:p>
            <a:pPr marL="342900" lvl="0" indent="-342900">
              <a:buFont typeface="Symbol" panose="05050102010706020507" pitchFamily="18" charset="2"/>
              <a:buChar char=""/>
            </a:pPr>
            <a:r>
              <a:rPr lang="en-AU" sz="2400" dirty="0">
                <a:solidFill>
                  <a:srgbClr val="3D3B49"/>
                </a:solidFill>
                <a:effectLst/>
                <a:latin typeface="Lato" panose="020F0502020204030203" pitchFamily="34" charset="0"/>
                <a:ea typeface="Lato" panose="020F0502020204030203" pitchFamily="34" charset="0"/>
                <a:cs typeface="Lato" panose="020F0502020204030203" pitchFamily="34" charset="0"/>
              </a:rPr>
              <a:t>implementing automated steps using the step definition file, and </a:t>
            </a:r>
            <a:endParaRPr lang="en-AU" sz="2400" dirty="0">
              <a:effectLst/>
              <a:latin typeface="Lato" panose="020F0502020204030203" pitchFamily="34" charset="0"/>
              <a:ea typeface="Lato" panose="020F0502020204030203" pitchFamily="34" charset="0"/>
              <a:cs typeface="Lato" panose="020F0502020204030203" pitchFamily="34" charset="0"/>
            </a:endParaRPr>
          </a:p>
          <a:p>
            <a:pPr marL="342900" lvl="0" indent="-342900">
              <a:buFont typeface="Symbol" panose="05050102010706020507" pitchFamily="18" charset="2"/>
              <a:buChar char=""/>
            </a:pPr>
            <a:r>
              <a:rPr lang="en-AU" sz="2400" dirty="0">
                <a:solidFill>
                  <a:srgbClr val="3D3B49"/>
                </a:solidFill>
                <a:effectLst/>
                <a:latin typeface="Lato" panose="020F0502020204030203" pitchFamily="34" charset="0"/>
                <a:ea typeface="Lato" panose="020F0502020204030203" pitchFamily="34" charset="0"/>
                <a:cs typeface="Lato" panose="020F0502020204030203" pitchFamily="34" charset="0"/>
              </a:rPr>
              <a:t>creating support code as needed.</a:t>
            </a:r>
            <a:endParaRPr lang="en-AU" sz="2400" dirty="0">
              <a:effectLst/>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216314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608089" y="871156"/>
            <a:ext cx="6974424" cy="715163"/>
          </a:xfrm>
          <a:effectLst/>
        </p:spPr>
        <p:txBody>
          <a:bodyPr>
            <a:normAutofit/>
          </a:bodyPr>
          <a:lstStyle/>
          <a:p>
            <a:r>
              <a:rPr lang="en-AU" dirty="0">
                <a:solidFill>
                  <a:srgbClr val="0070C0"/>
                </a:solidFill>
                <a:latin typeface="Arial Black" panose="020B0A04020102020204" pitchFamily="34" charset="0"/>
              </a:rPr>
              <a:t>Testing Tools</a:t>
            </a:r>
          </a:p>
        </p:txBody>
      </p:sp>
      <p:sp>
        <p:nvSpPr>
          <p:cNvPr id="4" name="TextBox 3">
            <a:extLst>
              <a:ext uri="{FF2B5EF4-FFF2-40B4-BE49-F238E27FC236}">
                <a16:creationId xmlns:a16="http://schemas.microsoft.com/office/drawing/2014/main" id="{0F89EA29-F0AD-67A8-910B-517FC39D9D79}"/>
              </a:ext>
            </a:extLst>
          </p:cNvPr>
          <p:cNvSpPr txBox="1"/>
          <p:nvPr/>
        </p:nvSpPr>
        <p:spPr>
          <a:xfrm>
            <a:off x="1533639" y="2178840"/>
            <a:ext cx="9124721" cy="2677656"/>
          </a:xfrm>
          <a:prstGeom prst="rect">
            <a:avLst/>
          </a:prstGeom>
          <a:noFill/>
        </p:spPr>
        <p:txBody>
          <a:bodyPr wrap="square">
            <a:spAutoFit/>
          </a:bodyPr>
          <a:lstStyle/>
          <a:p>
            <a:pPr marL="342900" indent="-342900" algn="l">
              <a:buFont typeface="Arial" panose="020B0604020202020204" pitchFamily="34" charset="0"/>
              <a:buChar char="•"/>
            </a:pPr>
            <a:r>
              <a:rPr lang="en-AU" sz="2400" b="0" i="0" dirty="0">
                <a:solidFill>
                  <a:srgbClr val="3A3A3A"/>
                </a:solidFill>
                <a:effectLst/>
                <a:latin typeface="Work Sans" panose="020F0502020204030204" pitchFamily="2" charset="0"/>
              </a:rPr>
              <a:t>Cucumber</a:t>
            </a:r>
          </a:p>
          <a:p>
            <a:pPr marL="342900" indent="-342900" algn="l">
              <a:buFont typeface="Arial" panose="020B0604020202020204" pitchFamily="34" charset="0"/>
              <a:buChar char="•"/>
            </a:pPr>
            <a:r>
              <a:rPr lang="en-AU" sz="2400" b="0" i="0" dirty="0" err="1">
                <a:solidFill>
                  <a:srgbClr val="3A3A3A"/>
                </a:solidFill>
                <a:effectLst/>
                <a:latin typeface="Work Sans" panose="020F0502020204030204" pitchFamily="2" charset="0"/>
              </a:rPr>
              <a:t>SpecFlow</a:t>
            </a:r>
            <a:endParaRPr lang="en-AU" sz="2400" b="0" i="0" dirty="0">
              <a:solidFill>
                <a:srgbClr val="3A3A3A"/>
              </a:solidFill>
              <a:effectLst/>
              <a:latin typeface="Work Sans" panose="020F0502020204030204" pitchFamily="2" charset="0"/>
            </a:endParaRPr>
          </a:p>
          <a:p>
            <a:pPr marL="342900" indent="-342900" algn="l">
              <a:buFont typeface="Arial" panose="020B0604020202020204" pitchFamily="34" charset="0"/>
              <a:buChar char="•"/>
            </a:pPr>
            <a:r>
              <a:rPr lang="en-AU" sz="2400" b="0" i="0" dirty="0" err="1">
                <a:solidFill>
                  <a:srgbClr val="3A3A3A"/>
                </a:solidFill>
                <a:effectLst/>
                <a:latin typeface="Work Sans" panose="020F0502020204030204" pitchFamily="2" charset="0"/>
              </a:rPr>
              <a:t>Jbehave</a:t>
            </a:r>
            <a:endParaRPr lang="en-AU" sz="2400" b="0" i="0" dirty="0">
              <a:solidFill>
                <a:srgbClr val="3A3A3A"/>
              </a:solidFill>
              <a:effectLst/>
              <a:latin typeface="Work Sans" panose="020F0502020204030204" pitchFamily="2" charset="0"/>
            </a:endParaRPr>
          </a:p>
          <a:p>
            <a:pPr marL="342900" indent="-342900" algn="l">
              <a:buFont typeface="Arial" panose="020B0604020202020204" pitchFamily="34" charset="0"/>
              <a:buChar char="•"/>
            </a:pPr>
            <a:r>
              <a:rPr lang="en-AU" sz="2400" b="0" i="0" dirty="0">
                <a:solidFill>
                  <a:srgbClr val="3A3A3A"/>
                </a:solidFill>
                <a:effectLst/>
                <a:latin typeface="Work Sans" panose="020F0502020204030204" pitchFamily="2" charset="0"/>
              </a:rPr>
              <a:t>Lettuce</a:t>
            </a:r>
          </a:p>
          <a:p>
            <a:pPr marL="342900" indent="-342900" algn="l">
              <a:buFont typeface="Arial" panose="020B0604020202020204" pitchFamily="34" charset="0"/>
              <a:buChar char="•"/>
            </a:pPr>
            <a:r>
              <a:rPr lang="en-AU" sz="2400" dirty="0">
                <a:solidFill>
                  <a:srgbClr val="3A3A3A"/>
                </a:solidFill>
                <a:latin typeface="Work Sans" panose="020F0502020204030204" pitchFamily="2" charset="0"/>
              </a:rPr>
              <a:t>etc …</a:t>
            </a:r>
            <a:endParaRPr lang="en-AU" sz="2400" b="0" i="0" dirty="0">
              <a:solidFill>
                <a:srgbClr val="3A3A3A"/>
              </a:solidFill>
              <a:effectLst/>
              <a:latin typeface="Work Sans" panose="020F0502020204030204" pitchFamily="2" charset="0"/>
            </a:endParaRPr>
          </a:p>
          <a:p>
            <a:pPr algn="l"/>
            <a:endParaRPr lang="en-AU" sz="2400" b="0" i="0" dirty="0">
              <a:solidFill>
                <a:srgbClr val="3A3A3A"/>
              </a:solidFill>
              <a:effectLst/>
              <a:latin typeface="Work Sans" panose="020F0502020204030204" pitchFamily="2" charset="0"/>
            </a:endParaRPr>
          </a:p>
          <a:p>
            <a:pPr lvl="0"/>
            <a:endParaRPr lang="en-AU" sz="2400" dirty="0">
              <a:effectLst/>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572545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87959" y="871156"/>
            <a:ext cx="6941000" cy="715163"/>
          </a:xfrm>
          <a:effectLst/>
        </p:spPr>
        <p:txBody>
          <a:bodyPr>
            <a:normAutofit/>
          </a:bodyPr>
          <a:lstStyle/>
          <a:p>
            <a:pPr algn="l"/>
            <a:r>
              <a:rPr lang="en-US" dirty="0">
                <a:solidFill>
                  <a:srgbClr val="0070C0"/>
                </a:solidFill>
                <a:latin typeface="Arial Black" panose="020B0A04020102020204" pitchFamily="34" charset="0"/>
              </a:rPr>
              <a:t>Why Cucumber</a:t>
            </a:r>
          </a:p>
        </p:txBody>
      </p:sp>
      <p:sp>
        <p:nvSpPr>
          <p:cNvPr id="5" name="TextBox 4">
            <a:extLst>
              <a:ext uri="{FF2B5EF4-FFF2-40B4-BE49-F238E27FC236}">
                <a16:creationId xmlns:a16="http://schemas.microsoft.com/office/drawing/2014/main" id="{AF740A28-5EFB-B3EA-F219-EFF2ACCF2D66}"/>
              </a:ext>
            </a:extLst>
          </p:cNvPr>
          <p:cNvSpPr txBox="1"/>
          <p:nvPr/>
        </p:nvSpPr>
        <p:spPr>
          <a:xfrm>
            <a:off x="1101461" y="1951672"/>
            <a:ext cx="10513890" cy="1477328"/>
          </a:xfrm>
          <a:prstGeom prst="rect">
            <a:avLst/>
          </a:prstGeom>
          <a:noFill/>
        </p:spPr>
        <p:txBody>
          <a:bodyPr wrap="square">
            <a:spAutoFit/>
          </a:bodyPr>
          <a:lstStyle/>
          <a:p>
            <a:pPr algn="l">
              <a:buFont typeface="Arial" panose="020B0604020202020204" pitchFamily="34" charset="0"/>
              <a:buChar char="•"/>
            </a:pPr>
            <a:r>
              <a:rPr lang="en-US" b="0" i="0" dirty="0">
                <a:solidFill>
                  <a:srgbClr val="3A3A3A"/>
                </a:solidFill>
                <a:effectLst/>
                <a:latin typeface="Work Sans" pitchFamily="2" charset="0"/>
              </a:rPr>
              <a:t>Cucumber is a tool that uses </a:t>
            </a:r>
            <a:r>
              <a:rPr lang="en-US" b="0" i="0" dirty="0" err="1">
                <a:solidFill>
                  <a:srgbClr val="3A3A3A"/>
                </a:solidFill>
                <a:effectLst/>
                <a:latin typeface="Work Sans" pitchFamily="2" charset="0"/>
              </a:rPr>
              <a:t>Behaviour</a:t>
            </a:r>
            <a:r>
              <a:rPr lang="en-US" b="0" i="0" dirty="0">
                <a:solidFill>
                  <a:srgbClr val="3A3A3A"/>
                </a:solidFill>
                <a:effectLst/>
                <a:latin typeface="Work Sans" pitchFamily="2" charset="0"/>
              </a:rPr>
              <a:t> Driven Development to </a:t>
            </a:r>
            <a:r>
              <a:rPr lang="en-US" b="0" i="0">
                <a:solidFill>
                  <a:srgbClr val="3A3A3A"/>
                </a:solidFill>
                <a:effectLst/>
                <a:latin typeface="Work Sans" pitchFamily="2" charset="0"/>
              </a:rPr>
              <a:t>write user acceptance </a:t>
            </a:r>
            <a:r>
              <a:rPr lang="en-US" b="0" i="0" dirty="0">
                <a:solidFill>
                  <a:srgbClr val="3A3A3A"/>
                </a:solidFill>
                <a:effectLst/>
                <a:latin typeface="Work Sans" pitchFamily="2" charset="0"/>
              </a:rPr>
              <a:t>tests of an application. It is used to bridge the communication gap between various project stakeholders.</a:t>
            </a:r>
          </a:p>
          <a:p>
            <a:pPr algn="l">
              <a:buFont typeface="Arial" panose="020B0604020202020204" pitchFamily="34" charset="0"/>
              <a:buChar char="•"/>
            </a:pPr>
            <a:r>
              <a:rPr lang="en-US" b="0" i="0" dirty="0">
                <a:solidFill>
                  <a:srgbClr val="3A3A3A"/>
                </a:solidFill>
                <a:effectLst/>
                <a:latin typeface="Work Sans" pitchFamily="2" charset="0"/>
              </a:rPr>
              <a:t>The main use of Cucumber lies in its simplicity to understand the use of feature files by non-technical users.</a:t>
            </a:r>
          </a:p>
        </p:txBody>
      </p:sp>
    </p:spTree>
    <p:extLst>
      <p:ext uri="{BB962C8B-B14F-4D97-AF65-F5344CB8AC3E}">
        <p14:creationId xmlns:p14="http://schemas.microsoft.com/office/powerpoint/2010/main" val="1479644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11854" y="793323"/>
            <a:ext cx="3490053" cy="715163"/>
          </a:xfrm>
          <a:effectLst/>
        </p:spPr>
        <p:txBody>
          <a:bodyPr>
            <a:normAutofit/>
          </a:bodyPr>
          <a:lstStyle/>
          <a:p>
            <a:pPr algn="l"/>
            <a:r>
              <a:rPr lang="en-US" dirty="0">
                <a:solidFill>
                  <a:srgbClr val="0070C0"/>
                </a:solidFill>
                <a:latin typeface="Arial Black" panose="020B0A04020102020204" pitchFamily="34" charset="0"/>
              </a:rPr>
              <a:t>Feature File</a:t>
            </a:r>
          </a:p>
        </p:txBody>
      </p:sp>
      <p:sp>
        <p:nvSpPr>
          <p:cNvPr id="9" name="TextBox 8">
            <a:extLst>
              <a:ext uri="{FF2B5EF4-FFF2-40B4-BE49-F238E27FC236}">
                <a16:creationId xmlns:a16="http://schemas.microsoft.com/office/drawing/2014/main" id="{CFE15F04-1C9D-BD1D-B2BB-5A6FE34F696B}"/>
              </a:ext>
            </a:extLst>
          </p:cNvPr>
          <p:cNvSpPr txBox="1"/>
          <p:nvPr/>
        </p:nvSpPr>
        <p:spPr>
          <a:xfrm>
            <a:off x="1211854" y="1769213"/>
            <a:ext cx="10521109" cy="646331"/>
          </a:xfrm>
          <a:prstGeom prst="rect">
            <a:avLst/>
          </a:prstGeom>
          <a:noFill/>
        </p:spPr>
        <p:txBody>
          <a:bodyPr wrap="square">
            <a:spAutoFit/>
          </a:bodyPr>
          <a:lstStyle/>
          <a:p>
            <a:r>
              <a:rPr lang="en-US" sz="1800" b="0" i="0" dirty="0">
                <a:solidFill>
                  <a:srgbClr val="3A3A3A"/>
                </a:solidFill>
                <a:effectLst/>
                <a:latin typeface="Work Sans" pitchFamily="2" charset="0"/>
              </a:rPr>
              <a:t>Here we write the Features to be tested in Gherkin format i.e. Given When Then. </a:t>
            </a:r>
          </a:p>
          <a:p>
            <a:r>
              <a:rPr lang="en-US" sz="1800" b="0" i="0" dirty="0">
                <a:solidFill>
                  <a:srgbClr val="3A3A3A"/>
                </a:solidFill>
                <a:effectLst/>
                <a:latin typeface="Work Sans" pitchFamily="2" charset="0"/>
              </a:rPr>
              <a:t>We can even run the feature file to execute the test scripts written in the </a:t>
            </a:r>
            <a:r>
              <a:rPr lang="en-US" sz="1800" b="0" i="0" dirty="0" err="1">
                <a:solidFill>
                  <a:srgbClr val="3A3A3A"/>
                </a:solidFill>
                <a:effectLst/>
                <a:latin typeface="Work Sans" pitchFamily="2" charset="0"/>
              </a:rPr>
              <a:t>Stepdef</a:t>
            </a:r>
            <a:r>
              <a:rPr lang="en-US" sz="1800" b="0" i="0" dirty="0">
                <a:solidFill>
                  <a:srgbClr val="3A3A3A"/>
                </a:solidFill>
                <a:effectLst/>
                <a:latin typeface="Work Sans" pitchFamily="2" charset="0"/>
              </a:rPr>
              <a:t> file.</a:t>
            </a:r>
            <a:endParaRPr lang="en-AU" dirty="0"/>
          </a:p>
        </p:txBody>
      </p:sp>
      <p:sp>
        <p:nvSpPr>
          <p:cNvPr id="6" name="TextBox 5">
            <a:extLst>
              <a:ext uri="{FF2B5EF4-FFF2-40B4-BE49-F238E27FC236}">
                <a16:creationId xmlns:a16="http://schemas.microsoft.com/office/drawing/2014/main" id="{DB305B2A-7D04-4B99-983A-B36E0FD74DE1}"/>
              </a:ext>
            </a:extLst>
          </p:cNvPr>
          <p:cNvSpPr txBox="1"/>
          <p:nvPr/>
        </p:nvSpPr>
        <p:spPr>
          <a:xfrm>
            <a:off x="1253043" y="2861622"/>
            <a:ext cx="10778181" cy="2585323"/>
          </a:xfrm>
          <a:prstGeom prst="rect">
            <a:avLst/>
          </a:prstGeom>
          <a:noFill/>
        </p:spPr>
        <p:txBody>
          <a:bodyPr wrap="square">
            <a:spAutoFit/>
          </a:bodyPr>
          <a:lstStyle/>
          <a:p>
            <a:pPr algn="l">
              <a:buFont typeface="+mj-lt"/>
              <a:buAutoNum type="arabicPeriod"/>
            </a:pPr>
            <a:r>
              <a:rPr lang="en-US" b="1" i="0" dirty="0">
                <a:solidFill>
                  <a:srgbClr val="3A3A3A"/>
                </a:solidFill>
                <a:effectLst/>
                <a:latin typeface="Work Sans" pitchFamily="2" charset="0"/>
              </a:rPr>
              <a:t>Given: </a:t>
            </a:r>
            <a:r>
              <a:rPr lang="en-US" b="0" i="0" dirty="0">
                <a:solidFill>
                  <a:srgbClr val="3A3A3A"/>
                </a:solidFill>
                <a:effectLst/>
                <a:latin typeface="Work Sans" pitchFamily="2" charset="0"/>
              </a:rPr>
              <a:t>As mentioned above, given specifies the pre-conditions. It is basically a known state.</a:t>
            </a:r>
          </a:p>
          <a:p>
            <a:pPr algn="l">
              <a:buFont typeface="+mj-lt"/>
              <a:buAutoNum type="arabicPeriod"/>
            </a:pPr>
            <a:r>
              <a:rPr lang="en-US" b="1" i="0" dirty="0">
                <a:solidFill>
                  <a:srgbClr val="3A3A3A"/>
                </a:solidFill>
                <a:effectLst/>
                <a:latin typeface="Work Sans" pitchFamily="2" charset="0"/>
              </a:rPr>
              <a:t>When</a:t>
            </a:r>
            <a:r>
              <a:rPr lang="en-US" b="0" i="0" dirty="0">
                <a:solidFill>
                  <a:srgbClr val="3A3A3A"/>
                </a:solidFill>
                <a:effectLst/>
                <a:latin typeface="Work Sans" pitchFamily="2" charset="0"/>
              </a:rPr>
              <a:t>: This is used when some action is to be performed. As in above example, we have seen when the user tries to log in using username and password, it becomes an action</a:t>
            </a:r>
            <a:r>
              <a:rPr lang="en-US" b="1" i="0" dirty="0">
                <a:solidFill>
                  <a:srgbClr val="3A3A3A"/>
                </a:solidFill>
                <a:effectLst/>
                <a:latin typeface="Work Sans" pitchFamily="2" charset="0"/>
              </a:rPr>
              <a:t>.</a:t>
            </a:r>
            <a:endParaRPr lang="en-US" b="0" i="0" dirty="0">
              <a:solidFill>
                <a:srgbClr val="3A3A3A"/>
              </a:solidFill>
              <a:effectLst/>
              <a:latin typeface="Work Sans" pitchFamily="2" charset="0"/>
            </a:endParaRPr>
          </a:p>
          <a:p>
            <a:pPr algn="l">
              <a:buFont typeface="+mj-lt"/>
              <a:buAutoNum type="arabicPeriod"/>
            </a:pPr>
            <a:r>
              <a:rPr lang="en-US" b="1" i="0" dirty="0">
                <a:solidFill>
                  <a:srgbClr val="3A3A3A"/>
                </a:solidFill>
                <a:effectLst/>
                <a:latin typeface="Work Sans" pitchFamily="2" charset="0"/>
              </a:rPr>
              <a:t>Then: </a:t>
            </a:r>
            <a:r>
              <a:rPr lang="en-US" b="0" i="0" dirty="0">
                <a:solidFill>
                  <a:srgbClr val="3A3A3A"/>
                </a:solidFill>
                <a:effectLst/>
                <a:latin typeface="Work Sans" pitchFamily="2" charset="0"/>
              </a:rPr>
              <a:t>The expected outcome or result should be placed here. For Instance: verify the login is successful, successful page navigation.</a:t>
            </a:r>
          </a:p>
          <a:p>
            <a:pPr algn="l">
              <a:buFont typeface="+mj-lt"/>
              <a:buAutoNum type="arabicPeriod"/>
            </a:pPr>
            <a:r>
              <a:rPr lang="en-US" b="1" i="0" dirty="0">
                <a:solidFill>
                  <a:srgbClr val="3A3A3A"/>
                </a:solidFill>
                <a:effectLst/>
                <a:latin typeface="Work Sans" pitchFamily="2" charset="0"/>
              </a:rPr>
              <a:t>Background: </a:t>
            </a:r>
            <a:r>
              <a:rPr lang="en-US" b="0" i="0" dirty="0">
                <a:solidFill>
                  <a:srgbClr val="3A3A3A"/>
                </a:solidFill>
                <a:effectLst/>
                <a:latin typeface="Work Sans" pitchFamily="2" charset="0"/>
              </a:rPr>
              <a:t>Whenever any step is required to perform in each scenario then those steps need to be placed in Background. For Instance: If a user needs to clear database before each scenario then those steps can be put in a background.</a:t>
            </a:r>
          </a:p>
          <a:p>
            <a:pPr algn="l">
              <a:buFont typeface="+mj-lt"/>
              <a:buAutoNum type="arabicPeriod"/>
            </a:pPr>
            <a:r>
              <a:rPr lang="en-US" b="1" i="0" dirty="0">
                <a:solidFill>
                  <a:srgbClr val="3A3A3A"/>
                </a:solidFill>
                <a:effectLst/>
                <a:latin typeface="Work Sans" pitchFamily="2" charset="0"/>
              </a:rPr>
              <a:t>And</a:t>
            </a:r>
            <a:r>
              <a:rPr lang="en-US" b="0" i="0" dirty="0">
                <a:solidFill>
                  <a:srgbClr val="3A3A3A"/>
                </a:solidFill>
                <a:effectLst/>
                <a:latin typeface="Work Sans" pitchFamily="2" charset="0"/>
              </a:rPr>
              <a:t>: And is used to combine two or more same type of action</a:t>
            </a:r>
          </a:p>
        </p:txBody>
      </p:sp>
    </p:spTree>
    <p:extLst>
      <p:ext uri="{BB962C8B-B14F-4D97-AF65-F5344CB8AC3E}">
        <p14:creationId xmlns:p14="http://schemas.microsoft.com/office/powerpoint/2010/main" val="3250423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11854" y="793323"/>
            <a:ext cx="3490053" cy="715163"/>
          </a:xfrm>
          <a:effectLst/>
        </p:spPr>
        <p:txBody>
          <a:bodyPr>
            <a:normAutofit/>
          </a:bodyPr>
          <a:lstStyle/>
          <a:p>
            <a:pPr algn="l"/>
            <a:r>
              <a:rPr lang="en-US" dirty="0">
                <a:solidFill>
                  <a:srgbClr val="0070C0"/>
                </a:solidFill>
                <a:latin typeface="Arial Black" panose="020B0A04020102020204" pitchFamily="34" charset="0"/>
              </a:rPr>
              <a:t>Feature File</a:t>
            </a:r>
          </a:p>
        </p:txBody>
      </p:sp>
      <p:sp>
        <p:nvSpPr>
          <p:cNvPr id="9" name="TextBox 8">
            <a:extLst>
              <a:ext uri="{FF2B5EF4-FFF2-40B4-BE49-F238E27FC236}">
                <a16:creationId xmlns:a16="http://schemas.microsoft.com/office/drawing/2014/main" id="{CFE15F04-1C9D-BD1D-B2BB-5A6FE34F696B}"/>
              </a:ext>
            </a:extLst>
          </p:cNvPr>
          <p:cNvSpPr txBox="1"/>
          <p:nvPr/>
        </p:nvSpPr>
        <p:spPr>
          <a:xfrm>
            <a:off x="1211854" y="1769213"/>
            <a:ext cx="10521109" cy="646331"/>
          </a:xfrm>
          <a:prstGeom prst="rect">
            <a:avLst/>
          </a:prstGeom>
          <a:noFill/>
        </p:spPr>
        <p:txBody>
          <a:bodyPr wrap="square">
            <a:spAutoFit/>
          </a:bodyPr>
          <a:lstStyle/>
          <a:p>
            <a:r>
              <a:rPr lang="en-US" sz="1800" b="0" i="0" dirty="0">
                <a:solidFill>
                  <a:srgbClr val="3A3A3A"/>
                </a:solidFill>
                <a:effectLst/>
                <a:latin typeface="Work Sans" pitchFamily="2" charset="0"/>
              </a:rPr>
              <a:t>Here we write the Features to be tested in Gherkin format i.e. Given When Then. </a:t>
            </a:r>
          </a:p>
          <a:p>
            <a:r>
              <a:rPr lang="en-US" sz="1800" b="0" i="0" dirty="0">
                <a:solidFill>
                  <a:srgbClr val="3A3A3A"/>
                </a:solidFill>
                <a:effectLst/>
                <a:latin typeface="Work Sans" pitchFamily="2" charset="0"/>
              </a:rPr>
              <a:t>We can even run the feature file to execute the test scripts written in the </a:t>
            </a:r>
            <a:r>
              <a:rPr lang="en-US" sz="1800" b="0" i="0" dirty="0" err="1">
                <a:solidFill>
                  <a:srgbClr val="3A3A3A"/>
                </a:solidFill>
                <a:effectLst/>
                <a:latin typeface="Work Sans" pitchFamily="2" charset="0"/>
              </a:rPr>
              <a:t>Stepdef</a:t>
            </a:r>
            <a:r>
              <a:rPr lang="en-US" sz="1800" b="0" i="0" dirty="0">
                <a:solidFill>
                  <a:srgbClr val="3A3A3A"/>
                </a:solidFill>
                <a:effectLst/>
                <a:latin typeface="Work Sans" pitchFamily="2" charset="0"/>
              </a:rPr>
              <a:t> file.</a:t>
            </a:r>
            <a:endParaRPr lang="en-AU" dirty="0"/>
          </a:p>
        </p:txBody>
      </p:sp>
    </p:spTree>
    <p:extLst>
      <p:ext uri="{BB962C8B-B14F-4D97-AF65-F5344CB8AC3E}">
        <p14:creationId xmlns:p14="http://schemas.microsoft.com/office/powerpoint/2010/main" val="32786854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33639" y="804340"/>
            <a:ext cx="9805386" cy="715163"/>
          </a:xfrm>
          <a:effectLst/>
        </p:spPr>
        <p:txBody>
          <a:bodyPr>
            <a:normAutofit/>
          </a:bodyPr>
          <a:lstStyle/>
          <a:p>
            <a:pPr algn="l"/>
            <a:r>
              <a:rPr lang="en-US" dirty="0">
                <a:solidFill>
                  <a:srgbClr val="0070C0"/>
                </a:solidFill>
                <a:latin typeface="Arial Black" panose="020B0A04020102020204" pitchFamily="34" charset="0"/>
              </a:rPr>
              <a:t>StepDef File</a:t>
            </a:r>
          </a:p>
        </p:txBody>
      </p:sp>
      <p:sp>
        <p:nvSpPr>
          <p:cNvPr id="11" name="TextBox 10">
            <a:extLst>
              <a:ext uri="{FF2B5EF4-FFF2-40B4-BE49-F238E27FC236}">
                <a16:creationId xmlns:a16="http://schemas.microsoft.com/office/drawing/2014/main" id="{7B6678DC-43DB-C803-F67A-3CBB4F8C5177}"/>
              </a:ext>
            </a:extLst>
          </p:cNvPr>
          <p:cNvSpPr txBox="1"/>
          <p:nvPr/>
        </p:nvSpPr>
        <p:spPr>
          <a:xfrm>
            <a:off x="1533638" y="1641421"/>
            <a:ext cx="10045089" cy="646331"/>
          </a:xfrm>
          <a:prstGeom prst="rect">
            <a:avLst/>
          </a:prstGeom>
          <a:noFill/>
        </p:spPr>
        <p:txBody>
          <a:bodyPr wrap="square">
            <a:spAutoFit/>
          </a:bodyPr>
          <a:lstStyle/>
          <a:p>
            <a:r>
              <a:rPr lang="en-US" sz="1800" b="1" i="0" dirty="0">
                <a:solidFill>
                  <a:srgbClr val="3A3A3A"/>
                </a:solidFill>
                <a:effectLst/>
                <a:latin typeface="Work Sans" pitchFamily="2" charset="0"/>
              </a:rPr>
              <a:t> </a:t>
            </a:r>
            <a:r>
              <a:rPr lang="en-US" sz="1800" b="0" i="0" dirty="0">
                <a:solidFill>
                  <a:srgbClr val="3A3A3A"/>
                </a:solidFill>
                <a:effectLst/>
                <a:latin typeface="Work Sans" pitchFamily="2" charset="0"/>
              </a:rPr>
              <a:t>Once the Feature file is ready, each sentence of the Feature file can be further implemented over the StepDef file.</a:t>
            </a:r>
            <a:endParaRPr lang="en-AU" dirty="0"/>
          </a:p>
        </p:txBody>
      </p:sp>
    </p:spTree>
    <p:extLst>
      <p:ext uri="{BB962C8B-B14F-4D97-AF65-F5344CB8AC3E}">
        <p14:creationId xmlns:p14="http://schemas.microsoft.com/office/powerpoint/2010/main" val="24035030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35931" y="730200"/>
            <a:ext cx="3384350" cy="715163"/>
          </a:xfrm>
          <a:effectLst/>
        </p:spPr>
        <p:txBody>
          <a:bodyPr>
            <a:normAutofit/>
          </a:bodyPr>
          <a:lstStyle/>
          <a:p>
            <a:pPr algn="l"/>
            <a:r>
              <a:rPr lang="en-US" dirty="0">
                <a:solidFill>
                  <a:srgbClr val="0070C0"/>
                </a:solidFill>
                <a:latin typeface="Arial Black" panose="020B0A04020102020204" pitchFamily="34" charset="0"/>
              </a:rPr>
              <a:t>Runner File</a:t>
            </a:r>
          </a:p>
        </p:txBody>
      </p:sp>
      <p:sp>
        <p:nvSpPr>
          <p:cNvPr id="13" name="TextBox 12">
            <a:extLst>
              <a:ext uri="{FF2B5EF4-FFF2-40B4-BE49-F238E27FC236}">
                <a16:creationId xmlns:a16="http://schemas.microsoft.com/office/drawing/2014/main" id="{4E0FA3F7-8A3E-47F0-AE79-5801AA62586B}"/>
              </a:ext>
            </a:extLst>
          </p:cNvPr>
          <p:cNvSpPr txBox="1"/>
          <p:nvPr/>
        </p:nvSpPr>
        <p:spPr>
          <a:xfrm>
            <a:off x="1335931" y="1688258"/>
            <a:ext cx="10111190" cy="923330"/>
          </a:xfrm>
          <a:prstGeom prst="rect">
            <a:avLst/>
          </a:prstGeom>
          <a:noFill/>
        </p:spPr>
        <p:txBody>
          <a:bodyPr wrap="square">
            <a:spAutoFit/>
          </a:bodyPr>
          <a:lstStyle/>
          <a:p>
            <a:r>
              <a:rPr lang="en-US" sz="1800" b="0" i="0" dirty="0">
                <a:solidFill>
                  <a:srgbClr val="3A3A3A"/>
                </a:solidFill>
                <a:effectLst/>
                <a:latin typeface="Work Sans" pitchFamily="2" charset="0"/>
              </a:rPr>
              <a:t>This is just to execute the actual test script written over the </a:t>
            </a:r>
            <a:r>
              <a:rPr lang="en-US" sz="1800" b="0" i="0" dirty="0" err="1">
                <a:solidFill>
                  <a:srgbClr val="3A3A3A"/>
                </a:solidFill>
                <a:effectLst/>
                <a:latin typeface="Work Sans" pitchFamily="2" charset="0"/>
              </a:rPr>
              <a:t>Stepdef</a:t>
            </a:r>
            <a:r>
              <a:rPr lang="en-US" sz="1800" b="0" i="0" dirty="0">
                <a:solidFill>
                  <a:srgbClr val="3A3A3A"/>
                </a:solidFill>
                <a:effectLst/>
                <a:latin typeface="Work Sans" pitchFamily="2" charset="0"/>
              </a:rPr>
              <a:t> file by referring to the feature file. </a:t>
            </a:r>
          </a:p>
          <a:p>
            <a:r>
              <a:rPr lang="en-US" sz="1800" b="0" i="0" dirty="0">
                <a:solidFill>
                  <a:srgbClr val="3A3A3A"/>
                </a:solidFill>
                <a:effectLst/>
                <a:latin typeface="Work Sans" pitchFamily="2" charset="0"/>
              </a:rPr>
              <a:t>other options for customization, reporting, selective execution, etc.</a:t>
            </a:r>
            <a:endParaRPr lang="en-AU" dirty="0"/>
          </a:p>
        </p:txBody>
      </p:sp>
    </p:spTree>
    <p:extLst>
      <p:ext uri="{BB962C8B-B14F-4D97-AF65-F5344CB8AC3E}">
        <p14:creationId xmlns:p14="http://schemas.microsoft.com/office/powerpoint/2010/main" val="39241872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71961" y="545581"/>
            <a:ext cx="4100936" cy="696690"/>
          </a:xfrm>
          <a:effectLst/>
        </p:spPr>
        <p:txBody>
          <a:bodyPr>
            <a:normAutofit fontScale="90000"/>
          </a:bodyPr>
          <a:lstStyle/>
          <a:p>
            <a:r>
              <a:rPr lang="en-AU" sz="4000" dirty="0">
                <a:solidFill>
                  <a:srgbClr val="0070C0"/>
                </a:solidFill>
                <a:latin typeface="Arial Black" panose="020B0A04020102020204" pitchFamily="34" charset="0"/>
              </a:rPr>
              <a:t>References</a:t>
            </a:r>
            <a:br>
              <a:rPr lang="en-AU" b="1" dirty="0">
                <a:solidFill>
                  <a:srgbClr val="002060"/>
                </a:solidFill>
              </a:rPr>
            </a:br>
            <a:br>
              <a:rPr lang="en-AU" b="1" dirty="0">
                <a:solidFill>
                  <a:srgbClr val="002060"/>
                </a:solidFill>
              </a:rPr>
            </a:br>
            <a:endParaRPr lang="en-AU" sz="2200" b="1" dirty="0">
              <a:solidFill>
                <a:schemeClr val="tx1"/>
              </a:solidFill>
            </a:endParaRPr>
          </a:p>
        </p:txBody>
      </p:sp>
      <p:sp>
        <p:nvSpPr>
          <p:cNvPr id="5" name="Content Placeholder 4"/>
          <p:cNvSpPr>
            <a:spLocks noGrp="1"/>
          </p:cNvSpPr>
          <p:nvPr>
            <p:ph idx="1"/>
          </p:nvPr>
        </p:nvSpPr>
        <p:spPr>
          <a:xfrm>
            <a:off x="1471961" y="2244529"/>
            <a:ext cx="9667094" cy="696690"/>
          </a:xfrm>
        </p:spPr>
        <p:txBody>
          <a:bodyPr>
            <a:normAutofit/>
          </a:bodyPr>
          <a:lstStyle/>
          <a:p>
            <a:pPr marL="0" indent="0">
              <a:buNone/>
            </a:pPr>
            <a:r>
              <a:rPr lang="en-AU" sz="1600" dirty="0">
                <a:solidFill>
                  <a:srgbClr val="002060"/>
                </a:solidFill>
                <a:hlinkClick r:id="rId3"/>
              </a:rPr>
              <a:t>https://www.softwaretestinghelp.com/cucumber-bdd-tutorial/</a:t>
            </a:r>
            <a:endParaRPr lang="en-AU" sz="1600" dirty="0">
              <a:solidFill>
                <a:srgbClr val="002060"/>
              </a:solidFill>
            </a:endParaRPr>
          </a:p>
          <a:p>
            <a:pPr marL="0" indent="0">
              <a:buNone/>
            </a:pPr>
            <a:endParaRPr lang="en-AU" sz="1600" b="1" dirty="0">
              <a:solidFill>
                <a:srgbClr val="002060"/>
              </a:solidFill>
            </a:endParaRPr>
          </a:p>
          <a:p>
            <a:pPr marL="0" indent="0">
              <a:buNone/>
            </a:pPr>
            <a:endParaRPr lang="en-AU" dirty="0"/>
          </a:p>
          <a:p>
            <a:pPr marL="0" indent="0">
              <a:buNone/>
            </a:pPr>
            <a:endParaRPr lang="en-AU" sz="1200" i="1" dirty="0">
              <a:solidFill>
                <a:srgbClr val="002060"/>
              </a:solidFill>
            </a:endParaRPr>
          </a:p>
          <a:p>
            <a:pPr marL="0" indent="0">
              <a:buNone/>
            </a:pPr>
            <a:endParaRPr lang="en-AU" dirty="0"/>
          </a:p>
        </p:txBody>
      </p:sp>
      <p:sp>
        <p:nvSpPr>
          <p:cNvPr id="4" name="TextBox 3">
            <a:extLst>
              <a:ext uri="{FF2B5EF4-FFF2-40B4-BE49-F238E27FC236}">
                <a16:creationId xmlns:a16="http://schemas.microsoft.com/office/drawing/2014/main" id="{6CA3A3DF-0166-EB1D-9437-156FF00610F0}"/>
              </a:ext>
            </a:extLst>
          </p:cNvPr>
          <p:cNvSpPr txBox="1"/>
          <p:nvPr/>
        </p:nvSpPr>
        <p:spPr>
          <a:xfrm>
            <a:off x="1471962" y="1558734"/>
            <a:ext cx="9191920" cy="369332"/>
          </a:xfrm>
          <a:prstGeom prst="rect">
            <a:avLst/>
          </a:prstGeom>
          <a:noFill/>
        </p:spPr>
        <p:txBody>
          <a:bodyPr wrap="square">
            <a:spAutoFit/>
          </a:bodyPr>
          <a:lstStyle/>
          <a:p>
            <a:r>
              <a:rPr lang="en-AU" dirty="0"/>
              <a:t>https://www.softwaretestinghelp.com/cucumber-bdd-tool-selenium-tutorial-30/</a:t>
            </a:r>
          </a:p>
        </p:txBody>
      </p:sp>
    </p:spTree>
    <p:extLst>
      <p:ext uri="{BB962C8B-B14F-4D97-AF65-F5344CB8AC3E}">
        <p14:creationId xmlns:p14="http://schemas.microsoft.com/office/powerpoint/2010/main" val="14080254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53848" y="2311388"/>
            <a:ext cx="2459366" cy="641272"/>
          </a:xfrm>
          <a:effectLst/>
        </p:spPr>
        <p:txBody>
          <a:bodyPr>
            <a:normAutofit/>
          </a:bodyPr>
          <a:lstStyle/>
          <a:p>
            <a:r>
              <a:rPr lang="en-AU" dirty="0">
                <a:solidFill>
                  <a:srgbClr val="0070C0"/>
                </a:solidFill>
                <a:latin typeface="Arial Black" panose="020B0A04020102020204" pitchFamily="34" charset="0"/>
              </a:rPr>
              <a:t>Contact</a:t>
            </a:r>
          </a:p>
        </p:txBody>
      </p:sp>
      <p:sp>
        <p:nvSpPr>
          <p:cNvPr id="3" name="Content Placeholder 2"/>
          <p:cNvSpPr>
            <a:spLocks noGrp="1"/>
          </p:cNvSpPr>
          <p:nvPr>
            <p:ph idx="1"/>
          </p:nvPr>
        </p:nvSpPr>
        <p:spPr>
          <a:xfrm>
            <a:off x="1467715" y="3227779"/>
            <a:ext cx="7616970" cy="2086769"/>
          </a:xfrm>
        </p:spPr>
        <p:txBody>
          <a:bodyPr/>
          <a:lstStyle/>
          <a:p>
            <a:pPr marL="0" indent="0">
              <a:buNone/>
            </a:pPr>
            <a:r>
              <a:rPr lang="en-AU" b="1" dirty="0" err="1">
                <a:solidFill>
                  <a:srgbClr val="002060"/>
                </a:solidFill>
              </a:rPr>
              <a:t>WebSite</a:t>
            </a:r>
            <a:r>
              <a:rPr lang="en-AU" dirty="0"/>
              <a:t>:  </a:t>
            </a:r>
            <a:r>
              <a:rPr lang="en-AU" dirty="0">
                <a:hlinkClick r:id="rId2"/>
              </a:rPr>
              <a:t>www.funnygorilla.com.au</a:t>
            </a:r>
            <a:endParaRPr lang="en-AU" dirty="0"/>
          </a:p>
          <a:p>
            <a:pPr marL="0" indent="0">
              <a:buNone/>
            </a:pPr>
            <a:r>
              <a:rPr lang="en-AU" b="1" dirty="0">
                <a:solidFill>
                  <a:srgbClr val="002060"/>
                </a:solidFill>
              </a:rPr>
              <a:t>Mail</a:t>
            </a:r>
            <a:r>
              <a:rPr lang="en-AU" dirty="0"/>
              <a:t>: info@funnygorilla.com.au</a:t>
            </a:r>
          </a:p>
          <a:p>
            <a:pPr marL="0" indent="0">
              <a:buNone/>
            </a:pPr>
            <a:r>
              <a:rPr lang="en-AU" b="1" dirty="0" err="1">
                <a:solidFill>
                  <a:srgbClr val="002060"/>
                </a:solidFill>
              </a:rPr>
              <a:t>Linkedin</a:t>
            </a:r>
            <a:r>
              <a:rPr lang="en-AU" dirty="0"/>
              <a:t>:  </a:t>
            </a:r>
            <a:r>
              <a:rPr lang="en-AU" dirty="0">
                <a:hlinkClick r:id="rId3"/>
              </a:rPr>
              <a:t>https://mt.linkedin.com/in/songqing-gu-2ba9034b/de</a:t>
            </a:r>
            <a:endParaRPr lang="en-AU" dirty="0"/>
          </a:p>
          <a:p>
            <a:pPr marL="0" indent="0">
              <a:buNone/>
            </a:pPr>
            <a:r>
              <a:rPr lang="en-AU" b="1" dirty="0" err="1">
                <a:solidFill>
                  <a:srgbClr val="002060"/>
                </a:solidFill>
              </a:rPr>
              <a:t>WebChat</a:t>
            </a:r>
            <a:r>
              <a:rPr lang="en-AU" dirty="0"/>
              <a:t>: Funny Training Gorilla</a:t>
            </a:r>
          </a:p>
          <a:p>
            <a:pPr marL="0" indent="0">
              <a:buNone/>
            </a:pPr>
            <a:r>
              <a:rPr lang="en-AU" b="1" dirty="0">
                <a:solidFill>
                  <a:srgbClr val="002060"/>
                </a:solidFill>
              </a:rPr>
              <a:t>Phone</a:t>
            </a:r>
            <a:r>
              <a:rPr lang="en-AU" dirty="0"/>
              <a:t>: 0420891343</a:t>
            </a:r>
          </a:p>
          <a:p>
            <a:pPr marL="0" indent="0">
              <a:buNone/>
            </a:pPr>
            <a:endParaRPr lang="en-AU" dirty="0"/>
          </a:p>
        </p:txBody>
      </p:sp>
      <p:pic>
        <p:nvPicPr>
          <p:cNvPr id="4" name="Picture 3"/>
          <p:cNvPicPr>
            <a:picLocks noChangeAspect="1"/>
          </p:cNvPicPr>
          <p:nvPr/>
        </p:nvPicPr>
        <p:blipFill>
          <a:blip r:embed="rId4"/>
          <a:stretch>
            <a:fillRect/>
          </a:stretch>
        </p:blipFill>
        <p:spPr>
          <a:xfrm>
            <a:off x="9084685" y="4128005"/>
            <a:ext cx="2820988" cy="2547865"/>
          </a:xfrm>
          <a:prstGeom prst="rect">
            <a:avLst/>
          </a:prstGeom>
        </p:spPr>
      </p:pic>
    </p:spTree>
    <p:extLst>
      <p:ext uri="{BB962C8B-B14F-4D97-AF65-F5344CB8AC3E}">
        <p14:creationId xmlns:p14="http://schemas.microsoft.com/office/powerpoint/2010/main" val="243240403"/>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21419</TotalTime>
  <Words>710</Words>
  <Application>Microsoft Macintosh PowerPoint</Application>
  <PresentationFormat>Widescreen</PresentationFormat>
  <Paragraphs>72</Paragraphs>
  <Slides>14</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14</vt:i4>
      </vt:variant>
    </vt:vector>
  </HeadingPairs>
  <TitlesOfParts>
    <vt:vector size="25" baseType="lpstr">
      <vt:lpstr>Arial</vt:lpstr>
      <vt:lpstr>Arial Black</vt:lpstr>
      <vt:lpstr>Calibri</vt:lpstr>
      <vt:lpstr>Century Gothic</vt:lpstr>
      <vt:lpstr>Lato</vt:lpstr>
      <vt:lpstr>Symbol</vt:lpstr>
      <vt:lpstr>Times New Roman</vt:lpstr>
      <vt:lpstr>Wingdings 3</vt:lpstr>
      <vt:lpstr>Work Sans</vt:lpstr>
      <vt:lpstr>幼圆</vt:lpstr>
      <vt:lpstr>Wisp</vt:lpstr>
      <vt:lpstr>Funny Gorilla诙猩猩-IT培训</vt:lpstr>
      <vt:lpstr>Writing Test Cases Using Cucumber</vt:lpstr>
      <vt:lpstr>PowerPoint Presentation</vt:lpstr>
      <vt:lpstr>BDD</vt:lpstr>
      <vt:lpstr>Basic Principles of BDD</vt:lpstr>
      <vt:lpstr>How it works?</vt:lpstr>
      <vt:lpstr>Testing Tools</vt:lpstr>
      <vt:lpstr>Why Cucumber</vt:lpstr>
      <vt:lpstr>Feature File</vt:lpstr>
      <vt:lpstr>Feature File</vt:lpstr>
      <vt:lpstr>StepDef File</vt:lpstr>
      <vt:lpstr>Runner File</vt:lpstr>
      <vt:lpstr>References  </vt:lpstr>
      <vt:lpstr>Contact</vt:lpstr>
    </vt:vector>
  </TitlesOfParts>
  <Company>ING Bank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Some Advice to Students</dc:title>
  <dc:creator>Gu, S. (Songqing)</dc:creator>
  <cp:lastModifiedBy>Songqing Gu</cp:lastModifiedBy>
  <cp:revision>757</cp:revision>
  <dcterms:created xsi:type="dcterms:W3CDTF">2020-08-03T09:43:10Z</dcterms:created>
  <dcterms:modified xsi:type="dcterms:W3CDTF">2025-05-26T10:07:58Z</dcterms:modified>
</cp:coreProperties>
</file>