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23" r:id="rId2"/>
    <p:sldId id="261" r:id="rId3"/>
    <p:sldId id="322" r:id="rId4"/>
    <p:sldId id="274" r:id="rId5"/>
    <p:sldId id="288" r:id="rId6"/>
    <p:sldId id="297" r:id="rId7"/>
    <p:sldId id="326" r:id="rId8"/>
    <p:sldId id="327" r:id="rId9"/>
    <p:sldId id="324" r:id="rId10"/>
    <p:sldId id="298" r:id="rId11"/>
    <p:sldId id="329" r:id="rId12"/>
    <p:sldId id="301" r:id="rId13"/>
    <p:sldId id="299" r:id="rId14"/>
    <p:sldId id="325" r:id="rId15"/>
    <p:sldId id="300" r:id="rId16"/>
    <p:sldId id="321" r:id="rId17"/>
    <p:sldId id="302" r:id="rId18"/>
    <p:sldId id="293" r:id="rId19"/>
    <p:sldId id="311" r:id="rId20"/>
    <p:sldId id="285" r:id="rId21"/>
    <p:sldId id="295" r:id="rId22"/>
    <p:sldId id="328" r:id="rId23"/>
    <p:sldId id="296" r:id="rId24"/>
    <p:sldId id="310" r:id="rId25"/>
    <p:sldId id="315" r:id="rId26"/>
    <p:sldId id="294" r:id="rId27"/>
    <p:sldId id="31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  <p14:sldId id="261"/>
            <p14:sldId id="322"/>
            <p14:sldId id="274"/>
            <p14:sldId id="288"/>
            <p14:sldId id="297"/>
            <p14:sldId id="326"/>
            <p14:sldId id="327"/>
            <p14:sldId id="324"/>
            <p14:sldId id="298"/>
            <p14:sldId id="329"/>
            <p14:sldId id="301"/>
            <p14:sldId id="299"/>
            <p14:sldId id="325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28"/>
            <p14:sldId id="296"/>
            <p14:sldId id="310"/>
            <p14:sldId id="315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101EC-ECD8-43FA-8019-9E3C204AE447}" v="7" dt="2023-06-17T02:57:04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5"/>
    <p:restoredTop sz="92055" autoAdjust="0"/>
  </p:normalViewPr>
  <p:slideViewPr>
    <p:cSldViewPr snapToGrid="0">
      <p:cViewPr>
        <p:scale>
          <a:sx n="146" d="100"/>
          <a:sy n="146" d="100"/>
        </p:scale>
        <p:origin x="46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27T05:07:04.162" v="182" actId="14861"/>
      <pc:docMkLst>
        <pc:docMk/>
      </pc:docMkLst>
      <pc:sldChg chg="modSp mod">
        <pc:chgData name="Songqing Gu" userId="c4d8cb49210192e2" providerId="LiveId" clId="{C191A271-5AB5-4229-AE14-FA6CEE75A23B}" dt="2023-05-27T05:07:04.162" v="182" actId="14861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5-27T05:07:04.162" v="182" actId="14861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C191A271-5AB5-4229-AE14-FA6CEE75A23B}" dt="2023-05-27T05:06:50.989" v="181" actId="108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2F6101EC-ECD8-43FA-8019-9E3C204AE447}"/>
    <pc:docChg chg="custSel addSld delSld modSld sldOrd modSection">
      <pc:chgData name="Songqing Gu" userId="c4d8cb49210192e2" providerId="LiveId" clId="{2F6101EC-ECD8-43FA-8019-9E3C204AE447}" dt="2023-06-17T02:57:28.594" v="124" actId="1076"/>
      <pc:docMkLst>
        <pc:docMk/>
      </pc:docMkLst>
      <pc:sldChg chg="modSp del mod">
        <pc:chgData name="Songqing Gu" userId="c4d8cb49210192e2" providerId="LiveId" clId="{2F6101EC-ECD8-43FA-8019-9E3C204AE447}" dt="2023-06-16T12:28:24.588" v="33" actId="2696"/>
        <pc:sldMkLst>
          <pc:docMk/>
          <pc:sldMk cId="3813058601" sldId="256"/>
        </pc:sldMkLst>
        <pc:spChg chg="mod">
          <ac:chgData name="Songqing Gu" userId="c4d8cb49210192e2" providerId="LiveId" clId="{2F6101EC-ECD8-43FA-8019-9E3C204AE447}" dt="2023-06-12T04:12:00.026" v="28" actId="14100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2F6101EC-ECD8-43FA-8019-9E3C204AE447}" dt="2023-06-16T12:32:42.622" v="35" actId="47"/>
        <pc:sldMkLst>
          <pc:docMk/>
          <pc:sldMk cId="243240403" sldId="264"/>
        </pc:sldMkLst>
      </pc:sldChg>
      <pc:sldChg chg="setBg">
        <pc:chgData name="Songqing Gu" userId="c4d8cb49210192e2" providerId="LiveId" clId="{2F6101EC-ECD8-43FA-8019-9E3C204AE447}" dt="2023-06-16T12:32:32.221" v="34"/>
        <pc:sldMkLst>
          <pc:docMk/>
          <pc:sldMk cId="687835828" sldId="312"/>
        </pc:sldMkLst>
      </pc:sldChg>
      <pc:sldChg chg="modSp mod setBg">
        <pc:chgData name="Songqing Gu" userId="c4d8cb49210192e2" providerId="LiveId" clId="{2F6101EC-ECD8-43FA-8019-9E3C204AE447}" dt="2023-06-16T12:28:19.973" v="32" actId="1076"/>
        <pc:sldMkLst>
          <pc:docMk/>
          <pc:sldMk cId="523495732" sldId="323"/>
        </pc:sldMkLst>
        <pc:spChg chg="mod">
          <ac:chgData name="Songqing Gu" userId="c4d8cb49210192e2" providerId="LiveId" clId="{2F6101EC-ECD8-43FA-8019-9E3C204AE447}" dt="2023-06-16T12:28:19.973" v="32" actId="1076"/>
          <ac:spMkLst>
            <pc:docMk/>
            <pc:sldMk cId="523495732" sldId="323"/>
            <ac:spMk id="3" creationId="{00000000-0000-0000-0000-000000000000}"/>
          </ac:spMkLst>
        </pc:spChg>
      </pc:sldChg>
      <pc:sldChg chg="addSp delSp modSp add mod ord">
        <pc:chgData name="Songqing Gu" userId="c4d8cb49210192e2" providerId="LiveId" clId="{2F6101EC-ECD8-43FA-8019-9E3C204AE447}" dt="2023-06-17T02:54:56.252" v="62"/>
        <pc:sldMkLst>
          <pc:docMk/>
          <pc:sldMk cId="3501980466" sldId="324"/>
        </pc:sldMkLst>
        <pc:spChg chg="del">
          <ac:chgData name="Songqing Gu" userId="c4d8cb49210192e2" providerId="LiveId" clId="{2F6101EC-ECD8-43FA-8019-9E3C204AE447}" dt="2023-06-17T02:54:28.556" v="37" actId="478"/>
          <ac:spMkLst>
            <pc:docMk/>
            <pc:sldMk cId="3501980466" sldId="324"/>
            <ac:spMk id="2" creationId="{00000000-0000-0000-0000-000000000000}"/>
          </ac:spMkLst>
        </pc:spChg>
        <pc:spChg chg="mod">
          <ac:chgData name="Songqing Gu" userId="c4d8cb49210192e2" providerId="LiveId" clId="{2F6101EC-ECD8-43FA-8019-9E3C204AE447}" dt="2023-06-17T02:54:44.466" v="60" actId="20577"/>
          <ac:spMkLst>
            <pc:docMk/>
            <pc:sldMk cId="3501980466" sldId="324"/>
            <ac:spMk id="3" creationId="{00000000-0000-0000-0000-000000000000}"/>
          </ac:spMkLst>
        </pc:spChg>
        <pc:spChg chg="del">
          <ac:chgData name="Songqing Gu" userId="c4d8cb49210192e2" providerId="LiveId" clId="{2F6101EC-ECD8-43FA-8019-9E3C204AE447}" dt="2023-06-17T02:54:36.031" v="39" actId="478"/>
          <ac:spMkLst>
            <pc:docMk/>
            <pc:sldMk cId="3501980466" sldId="324"/>
            <ac:spMk id="4" creationId="{00000000-0000-0000-0000-000000000000}"/>
          </ac:spMkLst>
        </pc:spChg>
        <pc:spChg chg="add del mod">
          <ac:chgData name="Songqing Gu" userId="c4d8cb49210192e2" providerId="LiveId" clId="{2F6101EC-ECD8-43FA-8019-9E3C204AE447}" dt="2023-06-17T02:54:32.156" v="38" actId="478"/>
          <ac:spMkLst>
            <pc:docMk/>
            <pc:sldMk cId="3501980466" sldId="324"/>
            <ac:spMk id="7" creationId="{AFB42C70-935A-77B6-63E0-8B3BF7BE7002}"/>
          </ac:spMkLst>
        </pc:spChg>
        <pc:picChg chg="del">
          <ac:chgData name="Songqing Gu" userId="c4d8cb49210192e2" providerId="LiveId" clId="{2F6101EC-ECD8-43FA-8019-9E3C204AE447}" dt="2023-06-17T02:54:36.031" v="39" actId="478"/>
          <ac:picMkLst>
            <pc:docMk/>
            <pc:sldMk cId="3501980466" sldId="324"/>
            <ac:picMk id="5" creationId="{00000000-0000-0000-0000-000000000000}"/>
          </ac:picMkLst>
        </pc:picChg>
      </pc:sldChg>
      <pc:sldChg chg="addSp modSp add mod ord">
        <pc:chgData name="Songqing Gu" userId="c4d8cb49210192e2" providerId="LiveId" clId="{2F6101EC-ECD8-43FA-8019-9E3C204AE447}" dt="2023-06-17T02:57:28.594" v="124" actId="1076"/>
        <pc:sldMkLst>
          <pc:docMk/>
          <pc:sldMk cId="990597973" sldId="325"/>
        </pc:sldMkLst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2" creationId="{CD31317C-66CB-D346-D50F-6FB1B8881F95}"/>
          </ac:spMkLst>
        </pc:spChg>
        <pc:spChg chg="mod">
          <ac:chgData name="Songqing Gu" userId="c4d8cb49210192e2" providerId="LiveId" clId="{2F6101EC-ECD8-43FA-8019-9E3C204AE447}" dt="2023-06-17T02:57:17.876" v="122" actId="1076"/>
          <ac:spMkLst>
            <pc:docMk/>
            <pc:sldMk cId="990597973" sldId="325"/>
            <ac:spMk id="3" creationId="{00000000-0000-0000-0000-000000000000}"/>
          </ac:spMkLst>
        </pc:spChg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4" creationId="{208C58A7-E7D0-26F8-35AC-66E6FDD6C03D}"/>
          </ac:spMkLst>
        </pc:spChg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5" creationId="{124D50FB-B364-42AA-56AD-534351E36E33}"/>
          </ac:spMkLst>
        </pc:spChg>
        <pc:spChg chg="add mod">
          <ac:chgData name="Songqing Gu" userId="c4d8cb49210192e2" providerId="LiveId" clId="{2F6101EC-ECD8-43FA-8019-9E3C204AE447}" dt="2023-06-17T02:57:28.594" v="124" actId="1076"/>
          <ac:spMkLst>
            <pc:docMk/>
            <pc:sldMk cId="990597973" sldId="325"/>
            <ac:spMk id="6" creationId="{79D00DC3-F079-6506-243D-CE7ED39EF12A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2165" y="2526534"/>
            <a:ext cx="4690358" cy="657241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Selenium 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Mind map</a:t>
            </a:r>
            <a:endParaRPr lang="en-AU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7465" y="2432468"/>
            <a:ext cx="6987495" cy="3282338"/>
          </a:xfrm>
          <a:noFill/>
        </p:spPr>
        <p:txBody>
          <a:bodyPr wrap="square" rtlCol="0">
            <a:spAutoFit/>
          </a:bodyPr>
          <a:lstStyle/>
          <a:p>
            <a:pPr marL="0">
              <a:buFont typeface="Arial" panose="020B0604020202020204" pitchFamily="34" charset="0"/>
              <a:buChar char="•"/>
            </a:pPr>
            <a:r>
              <a:rPr lang="en-AU" altLang="zh-CN" sz="2400" b="1" dirty="0">
                <a:solidFill>
                  <a:srgbClr val="0070C0"/>
                </a:solidFill>
                <a:latin typeface="+mj-lt"/>
              </a:rPr>
              <a:t>Big Picture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AU" altLang="zh-CN" sz="2400" b="1" dirty="0">
                <a:solidFill>
                  <a:srgbClr val="0070C0"/>
                </a:solidFill>
                <a:latin typeface="+mj-lt"/>
              </a:rPr>
              <a:t>How Selenium Works Logically</a:t>
            </a:r>
          </a:p>
          <a:p>
            <a:pPr marL="457200" lvl="1">
              <a:buFont typeface="Arial" panose="020B0604020202020204" pitchFamily="34" charset="0"/>
              <a:buChar char="•"/>
            </a:pPr>
            <a:r>
              <a:rPr lang="en-AU" altLang="zh-CN" sz="1800" dirty="0">
                <a:solidFill>
                  <a:schemeClr val="tx1"/>
                </a:solidFill>
              </a:rPr>
              <a:t>POM </a:t>
            </a:r>
          </a:p>
          <a:p>
            <a:pPr marL="457200" lvl="1">
              <a:buFont typeface="Arial" panose="020B0604020202020204" pitchFamily="34" charset="0"/>
              <a:buChar char="•"/>
            </a:pPr>
            <a:r>
              <a:rPr lang="en-AU" altLang="zh-CN" sz="1800" dirty="0">
                <a:solidFill>
                  <a:schemeClr val="tx1"/>
                </a:solidFill>
              </a:rPr>
              <a:t>XPath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AU" altLang="zh-CN" sz="2400" b="1" dirty="0">
                <a:solidFill>
                  <a:srgbClr val="0070C0"/>
                </a:solidFill>
                <a:latin typeface="+mj-lt"/>
              </a:rPr>
              <a:t>How Selenium Works Physically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0C0"/>
                </a:solidFill>
                <a:latin typeface="+mj-lt"/>
              </a:rPr>
              <a:t>Selenium Test</a:t>
            </a:r>
          </a:p>
          <a:p>
            <a:pPr marL="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rgbClr val="0070C0"/>
                </a:solidFill>
                <a:latin typeface="+mj-lt"/>
              </a:rPr>
              <a:t>Demo – Mouse Action</a:t>
            </a:r>
          </a:p>
          <a:p>
            <a:pPr marL="0">
              <a:buFont typeface="Arial" panose="020B0604020202020204" pitchFamily="34" charset="0"/>
              <a:buChar char="•"/>
            </a:pPr>
            <a:endParaRPr lang="en-AU" sz="2400" b="1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FC4AB8-DC1C-773E-13EB-4E7804826B8B}"/>
              </a:ext>
            </a:extLst>
          </p:cNvPr>
          <p:cNvSpPr txBox="1"/>
          <p:nvPr/>
        </p:nvSpPr>
        <p:spPr>
          <a:xfrm>
            <a:off x="1817465" y="1437404"/>
            <a:ext cx="1740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sz="2800" b="1" dirty="0">
                <a:solidFill>
                  <a:srgbClr val="0070C0"/>
                </a:solidFill>
                <a:latin typeface="+mj-lt"/>
              </a:rPr>
              <a:t>Agenda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D03FFF2E-9ADB-7DDA-1CD1-6D3B8642E7EC}"/>
              </a:ext>
            </a:extLst>
          </p:cNvPr>
          <p:cNvCxnSpPr>
            <a:cxnSpLocks/>
            <a:stCxn id="27" idx="0"/>
            <a:endCxn id="31" idx="2"/>
          </p:cNvCxnSpPr>
          <p:nvPr/>
        </p:nvCxnSpPr>
        <p:spPr>
          <a:xfrm rot="16200000" flipH="1">
            <a:off x="4804643" y="2351282"/>
            <a:ext cx="362041" cy="4365158"/>
          </a:xfrm>
          <a:prstGeom prst="bentConnector3">
            <a:avLst>
              <a:gd name="adj1" fmla="val 4065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7D6F03-EE77-66AE-CC92-61778A471A9E}"/>
              </a:ext>
            </a:extLst>
          </p:cNvPr>
          <p:cNvSpPr txBox="1"/>
          <p:nvPr/>
        </p:nvSpPr>
        <p:spPr>
          <a:xfrm>
            <a:off x="1097959" y="1073222"/>
            <a:ext cx="5326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Web application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7092" y="704556"/>
            <a:ext cx="3878166" cy="461665"/>
          </a:xfr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  <a:ea typeface="+mn-ea"/>
                <a:cs typeface="+mn-cs"/>
              </a:rPr>
              <a:t>Big Picture</a:t>
            </a: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97" y="2102112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160775" y="5901613"/>
            <a:ext cx="48133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>
                <a:solidFill>
                  <a:schemeClr val="accent1"/>
                </a:solidFill>
              </a:rPr>
              <a:t>Selenium emulates human 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7013" y="3513068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896" y="2274760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cxnSpLocks/>
            <a:stCxn id="14" idx="3"/>
            <a:endCxn id="8" idx="1"/>
          </p:cNvCxnSpPr>
          <p:nvPr/>
        </p:nvCxnSpPr>
        <p:spPr>
          <a:xfrm flipV="1">
            <a:off x="8017329" y="2525598"/>
            <a:ext cx="1005567" cy="8944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FCB5E4BB-B80D-DB71-3AD4-B09F0C879073}"/>
              </a:ext>
            </a:extLst>
          </p:cNvPr>
          <p:cNvCxnSpPr>
            <a:cxnSpLocks/>
            <a:stCxn id="14" idx="3"/>
            <a:endCxn id="34" idx="1"/>
          </p:cNvCxnSpPr>
          <p:nvPr/>
        </p:nvCxnSpPr>
        <p:spPr>
          <a:xfrm>
            <a:off x="8017329" y="3420036"/>
            <a:ext cx="2038708" cy="99717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lded Corner 22">
            <a:extLst>
              <a:ext uri="{FF2B5EF4-FFF2-40B4-BE49-F238E27FC236}">
                <a16:creationId xmlns:a16="http://schemas.microsoft.com/office/drawing/2014/main" id="{52C16C9C-526F-73BB-61EA-F689EB05D24E}"/>
              </a:ext>
            </a:extLst>
          </p:cNvPr>
          <p:cNvSpPr/>
          <p:nvPr/>
        </p:nvSpPr>
        <p:spPr>
          <a:xfrm>
            <a:off x="8834548" y="4403109"/>
            <a:ext cx="792302" cy="443459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POM</a:t>
            </a:r>
          </a:p>
        </p:txBody>
      </p: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C9A1E-956F-D2F1-619D-F3B81E61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5003-029A-2D65-11DA-F8749FA9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900" y="2990004"/>
            <a:ext cx="4749946" cy="523220"/>
          </a:xfrm>
          <a:solidFill>
            <a:srgbClr val="0070C0"/>
          </a:solidFill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ea typeface="+mn-ea"/>
                <a:cs typeface="+mn-cs"/>
              </a:rPr>
              <a:t>How Selenium Works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E418CA-2608-F70A-002D-B1D1F008A7D9}"/>
              </a:ext>
            </a:extLst>
          </p:cNvPr>
          <p:cNvSpPr txBox="1"/>
          <p:nvPr/>
        </p:nvSpPr>
        <p:spPr>
          <a:xfrm>
            <a:off x="3178369" y="6032958"/>
            <a:ext cx="604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Selenium emulates human  to interact with browser</a:t>
            </a:r>
          </a:p>
        </p:txBody>
      </p:sp>
    </p:spTree>
    <p:extLst>
      <p:ext uri="{BB962C8B-B14F-4D97-AF65-F5344CB8AC3E}">
        <p14:creationId xmlns:p14="http://schemas.microsoft.com/office/powerpoint/2010/main" val="296081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CA042-2F1E-A71E-32C4-BB4C2FC9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6C2E1E-16CD-2BEB-DBAE-C33E124A4C67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B3504-7110-2EC3-E520-36870A498CFB}"/>
              </a:ext>
            </a:extLst>
          </p:cNvPr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1302A4-1FD0-6111-F93F-0DE91B51B1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42E4BFC-CFE9-EBFB-A417-C2A765D14C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2D82340-A6A9-D99D-7F54-E61B3EEF8274}"/>
              </a:ext>
            </a:extLst>
          </p:cNvPr>
          <p:cNvSpPr txBox="1"/>
          <p:nvPr/>
        </p:nvSpPr>
        <p:spPr>
          <a:xfrm>
            <a:off x="3178369" y="6032958"/>
            <a:ext cx="6042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96B9E3-9EF5-669B-76AB-3276DEEEC59A}"/>
              </a:ext>
            </a:extLst>
          </p:cNvPr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E03855D-A4F5-4A3F-8413-EA0CC8D314E0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6D58EF5-46DD-6D4F-3D9D-98485CC08B31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>
            <a:extLst>
              <a:ext uri="{FF2B5EF4-FFF2-40B4-BE49-F238E27FC236}">
                <a16:creationId xmlns:a16="http://schemas.microsoft.com/office/drawing/2014/main" id="{7B81AA8A-1091-1424-0E5B-A3FA981AE7CD}"/>
              </a:ext>
            </a:extLst>
          </p:cNvPr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079EA0B-0C74-3DA9-DF78-23A3C1710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66BC248-8580-0F09-4568-662C3CDE49D8}"/>
              </a:ext>
            </a:extLst>
          </p:cNvPr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97CA12-75A7-41D8-A693-08311DFFAA50}"/>
              </a:ext>
            </a:extLst>
          </p:cNvPr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9A8E3F-3810-BF1F-1CA2-54D7F8418526}"/>
              </a:ext>
            </a:extLst>
          </p:cNvPr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6BC5EE4-ABCE-2DE9-B8BC-32D6F1084C6C}"/>
              </a:ext>
            </a:extLst>
          </p:cNvPr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1772BC2-B7A6-11AE-B0B0-2166E9B7C2F4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514B754-C437-9A40-5EAA-7F51C6642F0B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2153B6F-4157-EB26-2F45-51B272E6C2A7}"/>
              </a:ext>
            </a:extLst>
          </p:cNvPr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D308A-BF25-F3A3-4677-F0A7609337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CA843F-8759-1ECB-865A-01974C28847B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E8DD397-C68A-2C29-E5B7-1BB8197D005E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873D675-8356-3949-499F-E302F292357A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7F7795F-A064-4B38-EDAD-DE01CD9200B2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FBB4F7-A32D-AEB5-237A-4160555A2244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CE994B2-D8AE-C3F8-AFB5-00F30B9ED6AE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BC8AA1C-5DE9-7636-C5A1-12AB656B02B9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43565F84-338D-3807-082C-747F4C812E93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0F6D28-5736-07BB-DA5E-4FED9AE54CC9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F5505-F38A-79DF-F478-6F50FAED4E1E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9CF108-9DA4-9239-42B8-EF997FCE3C24}"/>
              </a:ext>
            </a:extLst>
          </p:cNvPr>
          <p:cNvSpPr txBox="1"/>
          <p:nvPr/>
        </p:nvSpPr>
        <p:spPr>
          <a:xfrm>
            <a:off x="5663235" y="2182061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highlight>
                  <a:srgbClr val="FFFF00"/>
                </a:highlight>
              </a:rPr>
              <a:t>http protocol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A5BA107E-44C8-4254-D50B-1F027F18A278}"/>
              </a:ext>
            </a:extLst>
          </p:cNvPr>
          <p:cNvCxnSpPr>
            <a:endCxn id="18" idx="2"/>
          </p:cNvCxnSpPr>
          <p:nvPr/>
        </p:nvCxnSpPr>
        <p:spPr>
          <a:xfrm rot="5400000" flipH="1" flipV="1">
            <a:off x="6123509" y="2573924"/>
            <a:ext cx="691133" cy="584516"/>
          </a:xfrm>
          <a:prstGeom prst="curvedConnector3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4766EC2-C8F9-E3EF-BC38-02DB757354D0}"/>
              </a:ext>
            </a:extLst>
          </p:cNvPr>
          <p:cNvSpPr txBox="1"/>
          <p:nvPr/>
        </p:nvSpPr>
        <p:spPr>
          <a:xfrm>
            <a:off x="2814297" y="4411727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highlight>
                  <a:srgbClr val="FFFF00"/>
                </a:highlight>
              </a:rPr>
              <a:t>Json wire protocol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23B8F202-E62A-6176-18F6-D1F946AAEBF0}"/>
              </a:ext>
            </a:extLst>
          </p:cNvPr>
          <p:cNvCxnSpPr>
            <a:cxnSpLocks/>
          </p:cNvCxnSpPr>
          <p:nvPr/>
        </p:nvCxnSpPr>
        <p:spPr>
          <a:xfrm rot="5400000">
            <a:off x="3275200" y="3646477"/>
            <a:ext cx="979709" cy="401006"/>
          </a:xfrm>
          <a:prstGeom prst="curvedConnector3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42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0362" y="2792541"/>
            <a:ext cx="5114307" cy="636459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Take human actions</a:t>
            </a:r>
          </a:p>
        </p:txBody>
      </p:sp>
    </p:spTree>
    <p:extLst>
      <p:ext uri="{BB962C8B-B14F-4D97-AF65-F5344CB8AC3E}">
        <p14:creationId xmlns:p14="http://schemas.microsoft.com/office/powerpoint/2010/main" val="350198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3022" y="3951744"/>
            <a:ext cx="3592944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4277064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cxnSpLocks/>
            <a:stCxn id="47" idx="3"/>
            <a:endCxn id="16" idx="2"/>
          </p:cNvCxnSpPr>
          <p:nvPr/>
        </p:nvCxnSpPr>
        <p:spPr>
          <a:xfrm>
            <a:off x="6380363" y="3189450"/>
            <a:ext cx="1790097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4026517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1608498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159565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248470" y="3861639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2868750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4139860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1777570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04215" y="2731757"/>
            <a:ext cx="351489" cy="19082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1933321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3291157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1055478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1595656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cxnSpLocks/>
            <a:stCxn id="47" idx="0"/>
            <a:endCxn id="5" idx="2"/>
          </p:cNvCxnSpPr>
          <p:nvPr/>
        </p:nvCxnSpPr>
        <p:spPr>
          <a:xfrm rot="16200000" flipV="1">
            <a:off x="3134727" y="1185100"/>
            <a:ext cx="816242" cy="28231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cxnSpLocks/>
            <a:stCxn id="47" idx="2"/>
            <a:endCxn id="12" idx="0"/>
          </p:cNvCxnSpPr>
          <p:nvPr/>
        </p:nvCxnSpPr>
        <p:spPr>
          <a:xfrm rot="5400000">
            <a:off x="3836838" y="2908944"/>
            <a:ext cx="652401" cy="15827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cxnSpLocks/>
            <a:stCxn id="47" idx="0"/>
            <a:endCxn id="32" idx="4"/>
          </p:cNvCxnSpPr>
          <p:nvPr/>
        </p:nvCxnSpPr>
        <p:spPr>
          <a:xfrm rot="5400000" flipH="1" flipV="1">
            <a:off x="4731204" y="2280383"/>
            <a:ext cx="947607" cy="50119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cxnSpLocks/>
            <a:stCxn id="47" idx="0"/>
            <a:endCxn id="31" idx="4"/>
          </p:cNvCxnSpPr>
          <p:nvPr/>
        </p:nvCxnSpPr>
        <p:spPr>
          <a:xfrm rot="16200000" flipV="1">
            <a:off x="3288011" y="1338384"/>
            <a:ext cx="1487785" cy="18450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528456" y="3004783"/>
            <a:ext cx="2851907" cy="369333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rgbClr val="0070C0"/>
                </a:solidFill>
              </a:rPr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672595" y="2773525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cxnSpLocks/>
            <a:stCxn id="48" idx="3"/>
            <a:endCxn id="47" idx="1"/>
          </p:cNvCxnSpPr>
          <p:nvPr/>
        </p:nvCxnSpPr>
        <p:spPr>
          <a:xfrm>
            <a:off x="1476664" y="3189450"/>
            <a:ext cx="2051792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257518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646803" y="2840942"/>
            <a:ext cx="365474" cy="300578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2639565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1819209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6C9B7-3FAF-106A-6991-15BE6E96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E262F4-D481-3A6E-BD15-51088ACC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362" y="2792541"/>
            <a:ext cx="5114307" cy="636459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Location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044232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9103" y="1617542"/>
            <a:ext cx="7345022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Take Human Actions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D31317C-66CB-D346-D50F-6FB1B8881F95}"/>
              </a:ext>
            </a:extLst>
          </p:cNvPr>
          <p:cNvSpPr/>
          <p:nvPr/>
        </p:nvSpPr>
        <p:spPr>
          <a:xfrm>
            <a:off x="1386178" y="3429000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8C58A7-E7D0-26F8-35AC-66E6FDD6C03D}"/>
              </a:ext>
            </a:extLst>
          </p:cNvPr>
          <p:cNvSpPr/>
          <p:nvPr/>
        </p:nvSpPr>
        <p:spPr>
          <a:xfrm>
            <a:off x="3937754" y="3429000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4D50FB-B364-42AA-56AD-534351E36E33}"/>
              </a:ext>
            </a:extLst>
          </p:cNvPr>
          <p:cNvSpPr/>
          <p:nvPr/>
        </p:nvSpPr>
        <p:spPr>
          <a:xfrm>
            <a:off x="6517814" y="3429000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D00DC3-F079-6506-243D-CE7ED39EF12A}"/>
              </a:ext>
            </a:extLst>
          </p:cNvPr>
          <p:cNvSpPr/>
          <p:nvPr/>
        </p:nvSpPr>
        <p:spPr>
          <a:xfrm>
            <a:off x="3937754" y="464587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990597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9AD0A-A2F8-E19D-1C3B-6A8E3A8E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EE28-36C9-BFA1-4DCF-49D967AE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163" y="3272638"/>
            <a:ext cx="4569837" cy="523220"/>
          </a:xfr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  <a:ea typeface="+mn-ea"/>
                <a:cs typeface="+mn-cs"/>
              </a:rPr>
              <a:t>Selenium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4133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ebdriver component">
            <a:extLst>
              <a:ext uri="{FF2B5EF4-FFF2-40B4-BE49-F238E27FC236}">
                <a16:creationId xmlns:a16="http://schemas.microsoft.com/office/drawing/2014/main" id="{9E1F8B29-D654-1832-27BD-8A0CCCBEF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17" y="896960"/>
            <a:ext cx="10139565" cy="506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16938</TotalTime>
  <Words>1032</Words>
  <Application>Microsoft Macintosh PowerPoint</Application>
  <PresentationFormat>Widescreen</PresentationFormat>
  <Paragraphs>215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Mind map</vt:lpstr>
      <vt:lpstr>PowerPoint Presentation</vt:lpstr>
      <vt:lpstr>PowerPoint Presentation</vt:lpstr>
      <vt:lpstr>Big Picture</vt:lpstr>
      <vt:lpstr>Understand Web Page Object Model (POM) </vt:lpstr>
      <vt:lpstr>How Selenium Works</vt:lpstr>
      <vt:lpstr>PowerPoint Presentation</vt:lpstr>
      <vt:lpstr>PowerPoint Presentation</vt:lpstr>
      <vt:lpstr>PowerPoint Presentation</vt:lpstr>
      <vt:lpstr>PowerPoint Presentation</vt:lpstr>
      <vt:lpstr>Location Strategy</vt:lpstr>
      <vt:lpstr>XPath</vt:lpstr>
      <vt:lpstr>PowerPoint Presentation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Selenium Architecture</vt:lpstr>
      <vt:lpstr>PowerPoint Presentation</vt:lpstr>
      <vt:lpstr>Put Everything Together  </vt:lpstr>
      <vt:lpstr>Selenium Environment Setup        – Standalone Grid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775</cp:revision>
  <dcterms:created xsi:type="dcterms:W3CDTF">2020-08-03T09:43:10Z</dcterms:created>
  <dcterms:modified xsi:type="dcterms:W3CDTF">2025-08-01T10:32:56Z</dcterms:modified>
</cp:coreProperties>
</file>