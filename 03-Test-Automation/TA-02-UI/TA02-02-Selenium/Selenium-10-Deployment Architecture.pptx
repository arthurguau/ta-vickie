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323" r:id="rId2"/>
    <p:sldId id="322" r:id="rId3"/>
    <p:sldId id="304" r:id="rId4"/>
    <p:sldId id="338" r:id="rId5"/>
    <p:sldId id="334" r:id="rId6"/>
    <p:sldId id="335" r:id="rId7"/>
    <p:sldId id="314" r:id="rId8"/>
    <p:sldId id="313" r:id="rId9"/>
    <p:sldId id="317" r:id="rId10"/>
    <p:sldId id="320" r:id="rId11"/>
    <p:sldId id="339" r:id="rId12"/>
    <p:sldId id="340" r:id="rId13"/>
    <p:sldId id="318" r:id="rId14"/>
    <p:sldId id="342" r:id="rId15"/>
    <p:sldId id="341" r:id="rId16"/>
    <p:sldId id="343" r:id="rId17"/>
    <p:sldId id="336" r:id="rId18"/>
    <p:sldId id="337" r:id="rId19"/>
    <p:sldId id="303" r:id="rId20"/>
    <p:sldId id="319" r:id="rId21"/>
    <p:sldId id="310" r:id="rId22"/>
    <p:sldId id="315" r:id="rId23"/>
    <p:sldId id="294" r:id="rId24"/>
    <p:sldId id="264"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AAF580E-2583-42CA-B0FA-385A997457CF}">
          <p14:sldIdLst>
            <p14:sldId id="323"/>
            <p14:sldId id="322"/>
          </p14:sldIdLst>
        </p14:section>
        <p14:section name="Untitled Section" id="{96B2A4F6-E483-46D3-B718-858E0B0CB8CB}">
          <p14:sldIdLst>
            <p14:sldId id="304"/>
            <p14:sldId id="338"/>
            <p14:sldId id="334"/>
            <p14:sldId id="335"/>
            <p14:sldId id="314"/>
            <p14:sldId id="313"/>
            <p14:sldId id="317"/>
            <p14:sldId id="320"/>
            <p14:sldId id="339"/>
            <p14:sldId id="340"/>
            <p14:sldId id="318"/>
            <p14:sldId id="342"/>
            <p14:sldId id="341"/>
            <p14:sldId id="343"/>
            <p14:sldId id="336"/>
            <p14:sldId id="337"/>
            <p14:sldId id="303"/>
            <p14:sldId id="319"/>
            <p14:sldId id="310"/>
            <p14:sldId id="315"/>
            <p14:sldId id="294"/>
            <p14:sldId id="264"/>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 S. (Songqing)" initials="GS(" lastIdx="2" clrIdx="0">
    <p:extLst>
      <p:ext uri="{19B8F6BF-5375-455C-9EA6-DF929625EA0E}">
        <p15:presenceInfo xmlns:p15="http://schemas.microsoft.com/office/powerpoint/2012/main" userId="Gu, S. (Songqi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4EA8"/>
    <a:srgbClr val="C9E8FF"/>
    <a:srgbClr val="2E8488"/>
    <a:srgbClr val="74B2FC"/>
    <a:srgbClr val="1D3B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51DE25-E0E2-40CF-A86B-FED7471CE6C0}" v="6" dt="2023-11-26T02:38:55.9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41" autoAdjust="0"/>
    <p:restoredTop sz="93447" autoAdjust="0"/>
  </p:normalViewPr>
  <p:slideViewPr>
    <p:cSldViewPr snapToGrid="0">
      <p:cViewPr varScale="1">
        <p:scale>
          <a:sx n="149" d="100"/>
          <a:sy n="149" d="100"/>
        </p:scale>
        <p:origin x="192" y="5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gqing Gu" userId="c4d8cb49210192e2" providerId="LiveId" clId="{C191A271-5AB5-4229-AE14-FA6CEE75A23B}"/>
    <pc:docChg chg="undo custSel addSld delSld modSld sldOrd modSection">
      <pc:chgData name="Songqing Gu" userId="c4d8cb49210192e2" providerId="LiveId" clId="{C191A271-5AB5-4229-AE14-FA6CEE75A23B}" dt="2023-07-05T12:13:45.417" v="896" actId="1076"/>
      <pc:docMkLst>
        <pc:docMk/>
      </pc:docMkLst>
      <pc:sldChg chg="modSp del mod">
        <pc:chgData name="Songqing Gu" userId="c4d8cb49210192e2" providerId="LiveId" clId="{C191A271-5AB5-4229-AE14-FA6CEE75A23B}" dt="2023-06-17T03:04:59.388" v="187" actId="2696"/>
        <pc:sldMkLst>
          <pc:docMk/>
          <pc:sldMk cId="3813058601" sldId="256"/>
        </pc:sldMkLst>
        <pc:spChg chg="mod">
          <ac:chgData name="Songqing Gu" userId="c4d8cb49210192e2" providerId="LiveId" clId="{C191A271-5AB5-4229-AE14-FA6CEE75A23B}" dt="2023-05-27T05:07:04.162" v="182" actId="14861"/>
          <ac:spMkLst>
            <pc:docMk/>
            <pc:sldMk cId="3813058601" sldId="256"/>
            <ac:spMk id="2" creationId="{00000000-0000-0000-0000-000000000000}"/>
          </ac:spMkLst>
        </pc:spChg>
        <pc:spChg chg="mod">
          <ac:chgData name="Songqing Gu" userId="c4d8cb49210192e2" providerId="LiveId" clId="{C191A271-5AB5-4229-AE14-FA6CEE75A23B}" dt="2023-05-27T05:06:50.989" v="181" actId="108"/>
          <ac:spMkLst>
            <pc:docMk/>
            <pc:sldMk cId="3813058601" sldId="256"/>
            <ac:spMk id="3" creationId="{00000000-0000-0000-0000-000000000000}"/>
          </ac:spMkLst>
        </pc:spChg>
      </pc:sldChg>
      <pc:sldChg chg="del">
        <pc:chgData name="Songqing Gu" userId="c4d8cb49210192e2" providerId="LiveId" clId="{C191A271-5AB5-4229-AE14-FA6CEE75A23B}" dt="2023-06-12T08:41:18.809" v="183" actId="2696"/>
        <pc:sldMkLst>
          <pc:docMk/>
          <pc:sldMk cId="3113703618" sldId="261"/>
        </pc:sldMkLst>
      </pc:sldChg>
      <pc:sldChg chg="modSp mod">
        <pc:chgData name="Songqing Gu" userId="c4d8cb49210192e2" providerId="LiveId" clId="{C191A271-5AB5-4229-AE14-FA6CEE75A23B}" dt="2023-06-24T03:17:26.248" v="678" actId="14861"/>
        <pc:sldMkLst>
          <pc:docMk/>
          <pc:sldMk cId="2216314799" sldId="274"/>
        </pc:sldMkLst>
        <pc:spChg chg="mod">
          <ac:chgData name="Songqing Gu" userId="c4d8cb49210192e2" providerId="LiveId" clId="{C191A271-5AB5-4229-AE14-FA6CEE75A23B}" dt="2023-06-24T03:17:26.248" v="678" actId="14861"/>
          <ac:spMkLst>
            <pc:docMk/>
            <pc:sldMk cId="2216314799" sldId="274"/>
            <ac:spMk id="2" creationId="{00000000-0000-0000-0000-000000000000}"/>
          </ac:spMkLst>
        </pc:spChg>
      </pc:sldChg>
      <pc:sldChg chg="ord">
        <pc:chgData name="Songqing Gu" userId="c4d8cb49210192e2" providerId="LiveId" clId="{C191A271-5AB5-4229-AE14-FA6CEE75A23B}" dt="2023-06-17T03:23:21.822" v="408"/>
        <pc:sldMkLst>
          <pc:docMk/>
          <pc:sldMk cId="789354427" sldId="285"/>
        </pc:sldMkLst>
      </pc:sldChg>
      <pc:sldChg chg="modSp mod">
        <pc:chgData name="Songqing Gu" userId="c4d8cb49210192e2" providerId="LiveId" clId="{C191A271-5AB5-4229-AE14-FA6CEE75A23B}" dt="2023-06-24T03:18:05.225" v="682" actId="14861"/>
        <pc:sldMkLst>
          <pc:docMk/>
          <pc:sldMk cId="2686819680" sldId="288"/>
        </pc:sldMkLst>
        <pc:spChg chg="mod">
          <ac:chgData name="Songqing Gu" userId="c4d8cb49210192e2" providerId="LiveId" clId="{C191A271-5AB5-4229-AE14-FA6CEE75A23B}" dt="2023-06-24T03:18:05.225" v="682" actId="14861"/>
          <ac:spMkLst>
            <pc:docMk/>
            <pc:sldMk cId="2686819680" sldId="288"/>
            <ac:spMk id="2" creationId="{00000000-0000-0000-0000-000000000000}"/>
          </ac:spMkLst>
        </pc:spChg>
      </pc:sldChg>
      <pc:sldChg chg="addSp delSp modSp mod">
        <pc:chgData name="Songqing Gu" userId="c4d8cb49210192e2" providerId="LiveId" clId="{C191A271-5AB5-4229-AE14-FA6CEE75A23B}" dt="2023-06-24T03:50:20.940" v="797" actId="1076"/>
        <pc:sldMkLst>
          <pc:docMk/>
          <pc:sldMk cId="3644665972" sldId="291"/>
        </pc:sldMkLst>
        <pc:spChg chg="del">
          <ac:chgData name="Songqing Gu" userId="c4d8cb49210192e2" providerId="LiveId" clId="{C191A271-5AB5-4229-AE14-FA6CEE75A23B}" dt="2023-06-24T03:43:42.547" v="735" actId="478"/>
          <ac:spMkLst>
            <pc:docMk/>
            <pc:sldMk cId="3644665972" sldId="291"/>
            <ac:spMk id="2" creationId="{00000000-0000-0000-0000-000000000000}"/>
          </ac:spMkLst>
        </pc:spChg>
        <pc:spChg chg="mod">
          <ac:chgData name="Songqing Gu" userId="c4d8cb49210192e2" providerId="LiveId" clId="{C191A271-5AB5-4229-AE14-FA6CEE75A23B}" dt="2023-06-24T03:45:22.888" v="741" actId="1076"/>
          <ac:spMkLst>
            <pc:docMk/>
            <pc:sldMk cId="3644665972" sldId="291"/>
            <ac:spMk id="3" creationId="{00000000-0000-0000-0000-000000000000}"/>
          </ac:spMkLst>
        </pc:spChg>
        <pc:spChg chg="mod">
          <ac:chgData name="Songqing Gu" userId="c4d8cb49210192e2" providerId="LiveId" clId="{C191A271-5AB5-4229-AE14-FA6CEE75A23B}" dt="2023-06-24T03:45:22.888" v="741" actId="1076"/>
          <ac:spMkLst>
            <pc:docMk/>
            <pc:sldMk cId="3644665972" sldId="291"/>
            <ac:spMk id="4" creationId="{00000000-0000-0000-0000-000000000000}"/>
          </ac:spMkLst>
        </pc:spChg>
        <pc:spChg chg="mod">
          <ac:chgData name="Songqing Gu" userId="c4d8cb49210192e2" providerId="LiveId" clId="{C191A271-5AB5-4229-AE14-FA6CEE75A23B}" dt="2023-06-24T03:45:22.888" v="741" actId="1076"/>
          <ac:spMkLst>
            <pc:docMk/>
            <pc:sldMk cId="3644665972" sldId="291"/>
            <ac:spMk id="5" creationId="{00000000-0000-0000-0000-000000000000}"/>
          </ac:spMkLst>
        </pc:spChg>
        <pc:spChg chg="mod">
          <ac:chgData name="Songqing Gu" userId="c4d8cb49210192e2" providerId="LiveId" clId="{C191A271-5AB5-4229-AE14-FA6CEE75A23B}" dt="2023-06-24T03:45:22.888" v="741" actId="1076"/>
          <ac:spMkLst>
            <pc:docMk/>
            <pc:sldMk cId="3644665972" sldId="291"/>
            <ac:spMk id="6" creationId="{00000000-0000-0000-0000-000000000000}"/>
          </ac:spMkLst>
        </pc:spChg>
        <pc:spChg chg="mod">
          <ac:chgData name="Songqing Gu" userId="c4d8cb49210192e2" providerId="LiveId" clId="{C191A271-5AB5-4229-AE14-FA6CEE75A23B}" dt="2023-06-24T03:45:22.888" v="741" actId="1076"/>
          <ac:spMkLst>
            <pc:docMk/>
            <pc:sldMk cId="3644665972" sldId="291"/>
            <ac:spMk id="7" creationId="{00000000-0000-0000-0000-000000000000}"/>
          </ac:spMkLst>
        </pc:spChg>
        <pc:spChg chg="mod">
          <ac:chgData name="Songqing Gu" userId="c4d8cb49210192e2" providerId="LiveId" clId="{C191A271-5AB5-4229-AE14-FA6CEE75A23B}" dt="2023-06-24T03:45:22.888" v="741" actId="1076"/>
          <ac:spMkLst>
            <pc:docMk/>
            <pc:sldMk cId="3644665972" sldId="291"/>
            <ac:spMk id="8" creationId="{00000000-0000-0000-0000-000000000000}"/>
          </ac:spMkLst>
        </pc:spChg>
        <pc:spChg chg="mod">
          <ac:chgData name="Songqing Gu" userId="c4d8cb49210192e2" providerId="LiveId" clId="{C191A271-5AB5-4229-AE14-FA6CEE75A23B}" dt="2023-06-24T03:45:22.888" v="741" actId="1076"/>
          <ac:spMkLst>
            <pc:docMk/>
            <pc:sldMk cId="3644665972" sldId="291"/>
            <ac:spMk id="9" creationId="{00000000-0000-0000-0000-000000000000}"/>
          </ac:spMkLst>
        </pc:spChg>
        <pc:spChg chg="mod">
          <ac:chgData name="Songqing Gu" userId="c4d8cb49210192e2" providerId="LiveId" clId="{C191A271-5AB5-4229-AE14-FA6CEE75A23B}" dt="2023-06-24T03:45:22.888" v="741" actId="1076"/>
          <ac:spMkLst>
            <pc:docMk/>
            <pc:sldMk cId="3644665972" sldId="291"/>
            <ac:spMk id="10" creationId="{00000000-0000-0000-0000-000000000000}"/>
          </ac:spMkLst>
        </pc:spChg>
        <pc:spChg chg="mod">
          <ac:chgData name="Songqing Gu" userId="c4d8cb49210192e2" providerId="LiveId" clId="{C191A271-5AB5-4229-AE14-FA6CEE75A23B}" dt="2023-06-24T03:45:22.888" v="741" actId="1076"/>
          <ac:spMkLst>
            <pc:docMk/>
            <pc:sldMk cId="3644665972" sldId="291"/>
            <ac:spMk id="11" creationId="{00000000-0000-0000-0000-000000000000}"/>
          </ac:spMkLst>
        </pc:spChg>
        <pc:spChg chg="mod">
          <ac:chgData name="Songqing Gu" userId="c4d8cb49210192e2" providerId="LiveId" clId="{C191A271-5AB5-4229-AE14-FA6CEE75A23B}" dt="2023-06-24T03:46:26.424" v="748" actId="14100"/>
          <ac:spMkLst>
            <pc:docMk/>
            <pc:sldMk cId="3644665972" sldId="291"/>
            <ac:spMk id="12" creationId="{00000000-0000-0000-0000-000000000000}"/>
          </ac:spMkLst>
        </pc:spChg>
        <pc:spChg chg="mod">
          <ac:chgData name="Songqing Gu" userId="c4d8cb49210192e2" providerId="LiveId" clId="{C191A271-5AB5-4229-AE14-FA6CEE75A23B}" dt="2023-06-24T03:45:22.888" v="741" actId="1076"/>
          <ac:spMkLst>
            <pc:docMk/>
            <pc:sldMk cId="3644665972" sldId="291"/>
            <ac:spMk id="13" creationId="{00000000-0000-0000-0000-000000000000}"/>
          </ac:spMkLst>
        </pc:spChg>
        <pc:spChg chg="del mod">
          <ac:chgData name="Songqing Gu" userId="c4d8cb49210192e2" providerId="LiveId" clId="{C191A271-5AB5-4229-AE14-FA6CEE75A23B}" dt="2023-06-24T03:45:16.434" v="740" actId="478"/>
          <ac:spMkLst>
            <pc:docMk/>
            <pc:sldMk cId="3644665972" sldId="291"/>
            <ac:spMk id="14" creationId="{00000000-0000-0000-0000-000000000000}"/>
          </ac:spMkLst>
        </pc:spChg>
        <pc:spChg chg="del mod">
          <ac:chgData name="Songqing Gu" userId="c4d8cb49210192e2" providerId="LiveId" clId="{C191A271-5AB5-4229-AE14-FA6CEE75A23B}" dt="2023-06-24T03:45:16.434" v="740" actId="478"/>
          <ac:spMkLst>
            <pc:docMk/>
            <pc:sldMk cId="3644665972" sldId="291"/>
            <ac:spMk id="15" creationId="{00000000-0000-0000-0000-000000000000}"/>
          </ac:spMkLst>
        </pc:spChg>
        <pc:spChg chg="del mod">
          <ac:chgData name="Songqing Gu" userId="c4d8cb49210192e2" providerId="LiveId" clId="{C191A271-5AB5-4229-AE14-FA6CEE75A23B}" dt="2023-06-24T03:45:16.434" v="740" actId="478"/>
          <ac:spMkLst>
            <pc:docMk/>
            <pc:sldMk cId="3644665972" sldId="291"/>
            <ac:spMk id="16" creationId="{00000000-0000-0000-0000-000000000000}"/>
          </ac:spMkLst>
        </pc:spChg>
        <pc:spChg chg="mod">
          <ac:chgData name="Songqing Gu" userId="c4d8cb49210192e2" providerId="LiveId" clId="{C191A271-5AB5-4229-AE14-FA6CEE75A23B}" dt="2023-06-24T03:45:22.888" v="741" actId="1076"/>
          <ac:spMkLst>
            <pc:docMk/>
            <pc:sldMk cId="3644665972" sldId="291"/>
            <ac:spMk id="17" creationId="{00000000-0000-0000-0000-000000000000}"/>
          </ac:spMkLst>
        </pc:spChg>
        <pc:spChg chg="del mod">
          <ac:chgData name="Songqing Gu" userId="c4d8cb49210192e2" providerId="LiveId" clId="{C191A271-5AB5-4229-AE14-FA6CEE75A23B}" dt="2023-06-24T03:45:16.434" v="740" actId="478"/>
          <ac:spMkLst>
            <pc:docMk/>
            <pc:sldMk cId="3644665972" sldId="291"/>
            <ac:spMk id="18" creationId="{00000000-0000-0000-0000-000000000000}"/>
          </ac:spMkLst>
        </pc:spChg>
        <pc:spChg chg="del mod">
          <ac:chgData name="Songqing Gu" userId="c4d8cb49210192e2" providerId="LiveId" clId="{C191A271-5AB5-4229-AE14-FA6CEE75A23B}" dt="2023-06-24T03:45:16.434" v="740" actId="478"/>
          <ac:spMkLst>
            <pc:docMk/>
            <pc:sldMk cId="3644665972" sldId="291"/>
            <ac:spMk id="19" creationId="{00000000-0000-0000-0000-000000000000}"/>
          </ac:spMkLst>
        </pc:spChg>
        <pc:spChg chg="del mod">
          <ac:chgData name="Songqing Gu" userId="c4d8cb49210192e2" providerId="LiveId" clId="{C191A271-5AB5-4229-AE14-FA6CEE75A23B}" dt="2023-06-24T03:45:16.434" v="740" actId="478"/>
          <ac:spMkLst>
            <pc:docMk/>
            <pc:sldMk cId="3644665972" sldId="291"/>
            <ac:spMk id="20" creationId="{00000000-0000-0000-0000-000000000000}"/>
          </ac:spMkLst>
        </pc:spChg>
        <pc:spChg chg="del mod">
          <ac:chgData name="Songqing Gu" userId="c4d8cb49210192e2" providerId="LiveId" clId="{C191A271-5AB5-4229-AE14-FA6CEE75A23B}" dt="2023-06-24T03:46:22.131" v="747" actId="478"/>
          <ac:spMkLst>
            <pc:docMk/>
            <pc:sldMk cId="3644665972" sldId="291"/>
            <ac:spMk id="21" creationId="{00000000-0000-0000-0000-000000000000}"/>
          </ac:spMkLst>
        </pc:spChg>
        <pc:spChg chg="add del mod">
          <ac:chgData name="Songqing Gu" userId="c4d8cb49210192e2" providerId="LiveId" clId="{C191A271-5AB5-4229-AE14-FA6CEE75A23B}" dt="2023-06-24T03:43:45.372" v="736" actId="478"/>
          <ac:spMkLst>
            <pc:docMk/>
            <pc:sldMk cId="3644665972" sldId="291"/>
            <ac:spMk id="23" creationId="{A10DF490-FEAB-D0B5-1ABC-8A827B18976E}"/>
          </ac:spMkLst>
        </pc:spChg>
        <pc:spChg chg="add mod">
          <ac:chgData name="Songqing Gu" userId="c4d8cb49210192e2" providerId="LiveId" clId="{C191A271-5AB5-4229-AE14-FA6CEE75A23B}" dt="2023-06-24T03:50:20.940" v="797" actId="1076"/>
          <ac:spMkLst>
            <pc:docMk/>
            <pc:sldMk cId="3644665972" sldId="291"/>
            <ac:spMk id="24" creationId="{336D879C-737D-F179-DCC2-DCA71B581F9B}"/>
          </ac:spMkLst>
        </pc:spChg>
      </pc:sldChg>
      <pc:sldChg chg="modSp mod ord">
        <pc:chgData name="Songqing Gu" userId="c4d8cb49210192e2" providerId="LiveId" clId="{C191A271-5AB5-4229-AE14-FA6CEE75A23B}" dt="2023-06-22T10:26:49.725" v="664" actId="20577"/>
        <pc:sldMkLst>
          <pc:docMk/>
          <pc:sldMk cId="1030084157" sldId="293"/>
        </pc:sldMkLst>
        <pc:spChg chg="mod">
          <ac:chgData name="Songqing Gu" userId="c4d8cb49210192e2" providerId="LiveId" clId="{C191A271-5AB5-4229-AE14-FA6CEE75A23B}" dt="2023-06-17T03:11:31.087" v="354" actId="14861"/>
          <ac:spMkLst>
            <pc:docMk/>
            <pc:sldMk cId="1030084157" sldId="293"/>
            <ac:spMk id="2" creationId="{00000000-0000-0000-0000-000000000000}"/>
          </ac:spMkLst>
        </pc:spChg>
        <pc:spChg chg="mod">
          <ac:chgData name="Songqing Gu" userId="c4d8cb49210192e2" providerId="LiveId" clId="{C191A271-5AB5-4229-AE14-FA6CEE75A23B}" dt="2023-06-22T10:26:49.725" v="664" actId="20577"/>
          <ac:spMkLst>
            <pc:docMk/>
            <pc:sldMk cId="1030084157" sldId="293"/>
            <ac:spMk id="3" creationId="{00000000-0000-0000-0000-000000000000}"/>
          </ac:spMkLst>
        </pc:spChg>
      </pc:sldChg>
      <pc:sldChg chg="addSp delSp modSp ord">
        <pc:chgData name="Songqing Gu" userId="c4d8cb49210192e2" providerId="LiveId" clId="{C191A271-5AB5-4229-AE14-FA6CEE75A23B}" dt="2023-06-17T03:23:21.822" v="408"/>
        <pc:sldMkLst>
          <pc:docMk/>
          <pc:sldMk cId="3638558092" sldId="295"/>
        </pc:sldMkLst>
        <pc:spChg chg="add del mod">
          <ac:chgData name="Songqing Gu" userId="c4d8cb49210192e2" providerId="LiveId" clId="{C191A271-5AB5-4229-AE14-FA6CEE75A23B}" dt="2023-06-17T03:10:20.528" v="312"/>
          <ac:spMkLst>
            <pc:docMk/>
            <pc:sldMk cId="3638558092" sldId="295"/>
            <ac:spMk id="3" creationId="{C5204403-C2A8-289D-D46E-A8264058E8CB}"/>
          </ac:spMkLst>
        </pc:spChg>
      </pc:sldChg>
      <pc:sldChg chg="addSp delSp modSp mod">
        <pc:chgData name="Songqing Gu" userId="c4d8cb49210192e2" providerId="LiveId" clId="{C191A271-5AB5-4229-AE14-FA6CEE75A23B}" dt="2023-05-13T08:21:06.980" v="176" actId="167"/>
        <pc:sldMkLst>
          <pc:docMk/>
          <pc:sldMk cId="3799275039" sldId="296"/>
        </pc:sldMkLst>
        <pc:spChg chg="add mod">
          <ac:chgData name="Songqing Gu" userId="c4d8cb49210192e2" providerId="LiveId" clId="{C191A271-5AB5-4229-AE14-FA6CEE75A23B}" dt="2023-05-13T08:19:05.805" v="169" actId="1076"/>
          <ac:spMkLst>
            <pc:docMk/>
            <pc:sldMk cId="3799275039" sldId="296"/>
            <ac:spMk id="7" creationId="{85296C8B-FF76-31C5-6FB1-0A3FA8AB756D}"/>
          </ac:spMkLst>
        </pc:spChg>
        <pc:spChg chg="mod">
          <ac:chgData name="Songqing Gu" userId="c4d8cb49210192e2" providerId="LiveId" clId="{C191A271-5AB5-4229-AE14-FA6CEE75A23B}" dt="2023-05-13T08:12:11.654" v="29" actId="1076"/>
          <ac:spMkLst>
            <pc:docMk/>
            <pc:sldMk cId="3799275039" sldId="296"/>
            <ac:spMk id="8" creationId="{00000000-0000-0000-0000-000000000000}"/>
          </ac:spMkLst>
        </pc:spChg>
        <pc:spChg chg="add mod">
          <ac:chgData name="Songqing Gu" userId="c4d8cb49210192e2" providerId="LiveId" clId="{C191A271-5AB5-4229-AE14-FA6CEE75A23B}" dt="2023-05-13T08:16:46.258" v="109" actId="1076"/>
          <ac:spMkLst>
            <pc:docMk/>
            <pc:sldMk cId="3799275039" sldId="296"/>
            <ac:spMk id="12" creationId="{3D20E5C2-0A9E-E3C2-C36A-F19C77806FEF}"/>
          </ac:spMkLst>
        </pc:spChg>
        <pc:spChg chg="mod">
          <ac:chgData name="Songqing Gu" userId="c4d8cb49210192e2" providerId="LiveId" clId="{C191A271-5AB5-4229-AE14-FA6CEE75A23B}" dt="2023-05-13T08:16:32.724" v="107" actId="1037"/>
          <ac:spMkLst>
            <pc:docMk/>
            <pc:sldMk cId="3799275039" sldId="296"/>
            <ac:spMk id="13" creationId="{00000000-0000-0000-0000-000000000000}"/>
          </ac:spMkLst>
        </pc:spChg>
        <pc:spChg chg="add mod">
          <ac:chgData name="Songqing Gu" userId="c4d8cb49210192e2" providerId="LiveId" clId="{C191A271-5AB5-4229-AE14-FA6CEE75A23B}" dt="2023-05-13T08:17:13.820" v="147" actId="14100"/>
          <ac:spMkLst>
            <pc:docMk/>
            <pc:sldMk cId="3799275039" sldId="296"/>
            <ac:spMk id="15" creationId="{3545561A-5DBF-ABB7-C16C-E7EE929E1C12}"/>
          </ac:spMkLst>
        </pc:spChg>
        <pc:spChg chg="add mod">
          <ac:chgData name="Songqing Gu" userId="c4d8cb49210192e2" providerId="LiveId" clId="{C191A271-5AB5-4229-AE14-FA6CEE75A23B}" dt="2023-05-13T08:17:39.067" v="167" actId="20577"/>
          <ac:spMkLst>
            <pc:docMk/>
            <pc:sldMk cId="3799275039" sldId="296"/>
            <ac:spMk id="16" creationId="{62186DF2-A70A-D807-963F-3DB3A3063EEA}"/>
          </ac:spMkLst>
        </pc:spChg>
        <pc:spChg chg="add mod ord">
          <ac:chgData name="Songqing Gu" userId="c4d8cb49210192e2" providerId="LiveId" clId="{C191A271-5AB5-4229-AE14-FA6CEE75A23B}" dt="2023-05-13T08:21:06.980" v="176" actId="167"/>
          <ac:spMkLst>
            <pc:docMk/>
            <pc:sldMk cId="3799275039" sldId="296"/>
            <ac:spMk id="17" creationId="{0758F2B4-9475-B877-FBE9-1244D308D3A1}"/>
          </ac:spMkLst>
        </pc:spChg>
        <pc:spChg chg="mod">
          <ac:chgData name="Songqing Gu" userId="c4d8cb49210192e2" providerId="LiveId" clId="{C191A271-5AB5-4229-AE14-FA6CEE75A23B}" dt="2023-05-13T08:12:11.654" v="29" actId="1076"/>
          <ac:spMkLst>
            <pc:docMk/>
            <pc:sldMk cId="3799275039" sldId="296"/>
            <ac:spMk id="22" creationId="{00000000-0000-0000-0000-000000000000}"/>
          </ac:spMkLst>
        </pc:spChg>
        <pc:spChg chg="mod">
          <ac:chgData name="Songqing Gu" userId="c4d8cb49210192e2" providerId="LiveId" clId="{C191A271-5AB5-4229-AE14-FA6CEE75A23B}" dt="2023-05-13T08:16:24.745" v="84" actId="1076"/>
          <ac:spMkLst>
            <pc:docMk/>
            <pc:sldMk cId="3799275039" sldId="296"/>
            <ac:spMk id="35" creationId="{00000000-0000-0000-0000-000000000000}"/>
          </ac:spMkLst>
        </pc:spChg>
        <pc:spChg chg="mod">
          <ac:chgData name="Songqing Gu" userId="c4d8cb49210192e2" providerId="LiveId" clId="{C191A271-5AB5-4229-AE14-FA6CEE75A23B}" dt="2023-05-13T08:13:02.411" v="31" actId="1076"/>
          <ac:spMkLst>
            <pc:docMk/>
            <pc:sldMk cId="3799275039" sldId="296"/>
            <ac:spMk id="38" creationId="{00000000-0000-0000-0000-000000000000}"/>
          </ac:spMkLst>
        </pc:spChg>
        <pc:spChg chg="mod">
          <ac:chgData name="Songqing Gu" userId="c4d8cb49210192e2" providerId="LiveId" clId="{C191A271-5AB5-4229-AE14-FA6CEE75A23B}" dt="2023-05-13T08:16:32.724" v="107" actId="1037"/>
          <ac:spMkLst>
            <pc:docMk/>
            <pc:sldMk cId="3799275039" sldId="296"/>
            <ac:spMk id="39" creationId="{00000000-0000-0000-0000-000000000000}"/>
          </ac:spMkLst>
        </pc:spChg>
        <pc:grpChg chg="add mod">
          <ac:chgData name="Songqing Gu" userId="c4d8cb49210192e2" providerId="LiveId" clId="{C191A271-5AB5-4229-AE14-FA6CEE75A23B}" dt="2023-05-13T08:16:32.724" v="107" actId="1037"/>
          <ac:grpSpMkLst>
            <pc:docMk/>
            <pc:sldMk cId="3799275039" sldId="296"/>
            <ac:grpSpMk id="4" creationId="{5E451EEC-27F1-1564-7E56-C440B27B2E17}"/>
          </ac:grpSpMkLst>
        </pc:grpChg>
        <pc:grpChg chg="add mod">
          <ac:chgData name="Songqing Gu" userId="c4d8cb49210192e2" providerId="LiveId" clId="{C191A271-5AB5-4229-AE14-FA6CEE75A23B}" dt="2023-05-13T08:16:20.776" v="83" actId="1076"/>
          <ac:grpSpMkLst>
            <pc:docMk/>
            <pc:sldMk cId="3799275039" sldId="296"/>
            <ac:grpSpMk id="9" creationId="{82078F98-2687-4230-9182-4196B73855CD}"/>
          </ac:grpSpMkLst>
        </pc:grpChg>
        <pc:grpChg chg="mod">
          <ac:chgData name="Songqing Gu" userId="c4d8cb49210192e2" providerId="LiveId" clId="{C191A271-5AB5-4229-AE14-FA6CEE75A23B}" dt="2023-05-13T08:16:32.724" v="107" actId="1037"/>
          <ac:grpSpMkLst>
            <pc:docMk/>
            <pc:sldMk cId="3799275039" sldId="296"/>
            <ac:grpSpMk id="29" creationId="{00000000-0000-0000-0000-000000000000}"/>
          </ac:grpSpMkLst>
        </pc:grpChg>
        <pc:grpChg chg="del mod">
          <ac:chgData name="Songqing Gu" userId="c4d8cb49210192e2" providerId="LiveId" clId="{C191A271-5AB5-4229-AE14-FA6CEE75A23B}" dt="2023-05-13T08:13:07.047" v="32" actId="478"/>
          <ac:grpSpMkLst>
            <pc:docMk/>
            <pc:sldMk cId="3799275039" sldId="296"/>
            <ac:grpSpMk id="40" creationId="{00000000-0000-0000-0000-000000000000}"/>
          </ac:grpSpMkLst>
        </pc:grpChg>
        <pc:grpChg chg="mod">
          <ac:chgData name="Songqing Gu" userId="c4d8cb49210192e2" providerId="LiveId" clId="{C191A271-5AB5-4229-AE14-FA6CEE75A23B}" dt="2023-05-13T08:16:32.724" v="107" actId="1037"/>
          <ac:grpSpMkLst>
            <pc:docMk/>
            <pc:sldMk cId="3799275039" sldId="296"/>
            <ac:grpSpMk id="43" creationId="{00000000-0000-0000-0000-000000000000}"/>
          </ac:grpSpMkLst>
        </pc:grpChg>
        <pc:picChg chg="add mod">
          <ac:chgData name="Songqing Gu" userId="c4d8cb49210192e2" providerId="LiveId" clId="{C191A271-5AB5-4229-AE14-FA6CEE75A23B}" dt="2023-05-13T08:16:32.724" v="107" actId="1037"/>
          <ac:picMkLst>
            <pc:docMk/>
            <pc:sldMk cId="3799275039" sldId="296"/>
            <ac:picMk id="3" creationId="{5E76813F-CE22-FF38-2F53-0E7A201C42D8}"/>
          </ac:picMkLst>
        </pc:picChg>
        <pc:picChg chg="mod">
          <ac:chgData name="Songqing Gu" userId="c4d8cb49210192e2" providerId="LiveId" clId="{C191A271-5AB5-4229-AE14-FA6CEE75A23B}" dt="2023-05-13T08:18:57.577" v="168" actId="1076"/>
          <ac:picMkLst>
            <pc:docMk/>
            <pc:sldMk cId="3799275039" sldId="296"/>
            <ac:picMk id="14" creationId="{00000000-0000-0000-0000-000000000000}"/>
          </ac:picMkLst>
        </pc:picChg>
        <pc:picChg chg="mod">
          <ac:chgData name="Songqing Gu" userId="c4d8cb49210192e2" providerId="LiveId" clId="{C191A271-5AB5-4229-AE14-FA6CEE75A23B}" dt="2023-05-13T08:20:44.059" v="170" actId="1076"/>
          <ac:picMkLst>
            <pc:docMk/>
            <pc:sldMk cId="3799275039" sldId="296"/>
            <ac:picMk id="34" creationId="{00000000-0000-0000-0000-000000000000}"/>
          </ac:picMkLst>
        </pc:picChg>
        <pc:picChg chg="mod">
          <ac:chgData name="Songqing Gu" userId="c4d8cb49210192e2" providerId="LiveId" clId="{C191A271-5AB5-4229-AE14-FA6CEE75A23B}" dt="2023-05-13T08:12:02.079" v="28" actId="1076"/>
          <ac:picMkLst>
            <pc:docMk/>
            <pc:sldMk cId="3799275039" sldId="296"/>
            <ac:picMk id="36" creationId="{00000000-0000-0000-0000-000000000000}"/>
          </ac:picMkLst>
        </pc:picChg>
        <pc:cxnChg chg="mod">
          <ac:chgData name="Songqing Gu" userId="c4d8cb49210192e2" providerId="LiveId" clId="{C191A271-5AB5-4229-AE14-FA6CEE75A23B}" dt="2023-05-13T07:36:59.322" v="17"/>
          <ac:cxnSpMkLst>
            <pc:docMk/>
            <pc:sldMk cId="3799275039" sldId="296"/>
            <ac:cxnSpMk id="5" creationId="{C8911E22-2030-DA9F-19AE-BE7475346AFC}"/>
          </ac:cxnSpMkLst>
        </pc:cxnChg>
        <pc:cxnChg chg="mod">
          <ac:chgData name="Songqing Gu" userId="c4d8cb49210192e2" providerId="LiveId" clId="{C191A271-5AB5-4229-AE14-FA6CEE75A23B}" dt="2023-05-13T07:36:59.322" v="17"/>
          <ac:cxnSpMkLst>
            <pc:docMk/>
            <pc:sldMk cId="3799275039" sldId="296"/>
            <ac:cxnSpMk id="6" creationId="{C277053D-2B2D-4F59-F646-9FFA1D16BDD5}"/>
          </ac:cxnSpMkLst>
        </pc:cxnChg>
        <pc:cxnChg chg="mod">
          <ac:chgData name="Songqing Gu" userId="c4d8cb49210192e2" providerId="LiveId" clId="{C191A271-5AB5-4229-AE14-FA6CEE75A23B}" dt="2023-05-13T08:15:27.835" v="36"/>
          <ac:cxnSpMkLst>
            <pc:docMk/>
            <pc:sldMk cId="3799275039" sldId="296"/>
            <ac:cxnSpMk id="10" creationId="{7782FC9C-FAC3-10FA-3CEB-648A7A5098ED}"/>
          </ac:cxnSpMkLst>
        </pc:cxnChg>
        <pc:cxnChg chg="mod">
          <ac:chgData name="Songqing Gu" userId="c4d8cb49210192e2" providerId="LiveId" clId="{C191A271-5AB5-4229-AE14-FA6CEE75A23B}" dt="2023-05-13T08:15:27.835" v="36"/>
          <ac:cxnSpMkLst>
            <pc:docMk/>
            <pc:sldMk cId="3799275039" sldId="296"/>
            <ac:cxnSpMk id="11" creationId="{47E809AA-24F8-DF3D-14CA-0A7F831FBEF8}"/>
          </ac:cxnSpMkLst>
        </pc:cxnChg>
      </pc:sldChg>
      <pc:sldChg chg="modSp mod">
        <pc:chgData name="Songqing Gu" userId="c4d8cb49210192e2" providerId="LiveId" clId="{C191A271-5AB5-4229-AE14-FA6CEE75A23B}" dt="2023-06-24T04:19:55.588" v="819" actId="20577"/>
        <pc:sldMkLst>
          <pc:docMk/>
          <pc:sldMk cId="1243758571" sldId="297"/>
        </pc:sldMkLst>
        <pc:spChg chg="mod">
          <ac:chgData name="Songqing Gu" userId="c4d8cb49210192e2" providerId="LiveId" clId="{C191A271-5AB5-4229-AE14-FA6CEE75A23B}" dt="2023-06-24T04:19:55.588" v="819" actId="20577"/>
          <ac:spMkLst>
            <pc:docMk/>
            <pc:sldMk cId="1243758571" sldId="297"/>
            <ac:spMk id="2" creationId="{00000000-0000-0000-0000-000000000000}"/>
          </ac:spMkLst>
        </pc:spChg>
      </pc:sldChg>
      <pc:sldChg chg="modSp mod">
        <pc:chgData name="Songqing Gu" userId="c4d8cb49210192e2" providerId="LiveId" clId="{C191A271-5AB5-4229-AE14-FA6CEE75A23B}" dt="2023-06-24T03:41:39.299" v="684" actId="108"/>
        <pc:sldMkLst>
          <pc:docMk/>
          <pc:sldMk cId="3342963659" sldId="299"/>
        </pc:sldMkLst>
        <pc:spChg chg="mod">
          <ac:chgData name="Songqing Gu" userId="c4d8cb49210192e2" providerId="LiveId" clId="{C191A271-5AB5-4229-AE14-FA6CEE75A23B}" dt="2023-06-24T03:41:39.299" v="684" actId="108"/>
          <ac:spMkLst>
            <pc:docMk/>
            <pc:sldMk cId="3342963659" sldId="299"/>
            <ac:spMk id="2" creationId="{00000000-0000-0000-0000-000000000000}"/>
          </ac:spMkLst>
        </pc:spChg>
      </pc:sldChg>
      <pc:sldChg chg="addSp delSp modSp mod">
        <pc:chgData name="Songqing Gu" userId="c4d8cb49210192e2" providerId="LiveId" clId="{C191A271-5AB5-4229-AE14-FA6CEE75A23B}" dt="2023-06-21T11:18:31.776" v="486" actId="14100"/>
        <pc:sldMkLst>
          <pc:docMk/>
          <pc:sldMk cId="661429300" sldId="300"/>
        </pc:sldMkLst>
        <pc:spChg chg="del">
          <ac:chgData name="Songqing Gu" userId="c4d8cb49210192e2" providerId="LiveId" clId="{C191A271-5AB5-4229-AE14-FA6CEE75A23B}" dt="2023-06-17T03:08:37.704" v="245" actId="478"/>
          <ac:spMkLst>
            <pc:docMk/>
            <pc:sldMk cId="661429300" sldId="300"/>
            <ac:spMk id="2" creationId="{00000000-0000-0000-0000-000000000000}"/>
          </ac:spMkLst>
        </pc:spChg>
        <pc:spChg chg="add mod">
          <ac:chgData name="Songqing Gu" userId="c4d8cb49210192e2" providerId="LiveId" clId="{C191A271-5AB5-4229-AE14-FA6CEE75A23B}" dt="2023-06-21T11:05:52.595" v="459" actId="207"/>
          <ac:spMkLst>
            <pc:docMk/>
            <pc:sldMk cId="661429300" sldId="300"/>
            <ac:spMk id="2" creationId="{86319A4A-5280-B405-838F-D7FC4BE4EF01}"/>
          </ac:spMkLst>
        </pc:spChg>
        <pc:spChg chg="add mod">
          <ac:chgData name="Songqing Gu" userId="c4d8cb49210192e2" providerId="LiveId" clId="{C191A271-5AB5-4229-AE14-FA6CEE75A23B}" dt="2023-06-17T03:08:44.618" v="257" actId="20577"/>
          <ac:spMkLst>
            <pc:docMk/>
            <pc:sldMk cId="661429300" sldId="300"/>
            <ac:spMk id="3" creationId="{31DBEC4D-2432-9FC8-5F86-144363FEB1A0}"/>
          </ac:spMkLst>
        </pc:spChg>
        <pc:spChg chg="add del mod">
          <ac:chgData name="Songqing Gu" userId="c4d8cb49210192e2" providerId="LiveId" clId="{C191A271-5AB5-4229-AE14-FA6CEE75A23B}" dt="2023-06-12T09:01:49.031" v="185" actId="478"/>
          <ac:spMkLst>
            <pc:docMk/>
            <pc:sldMk cId="661429300" sldId="300"/>
            <ac:spMk id="4" creationId="{145DA4DC-42AD-C748-31EA-D7F3D914FEBB}"/>
          </ac:spMkLst>
        </pc:spChg>
        <pc:spChg chg="del">
          <ac:chgData name="Songqing Gu" userId="c4d8cb49210192e2" providerId="LiveId" clId="{C191A271-5AB5-4229-AE14-FA6CEE75A23B}" dt="2023-06-12T09:01:46.444" v="184" actId="478"/>
          <ac:spMkLst>
            <pc:docMk/>
            <pc:sldMk cId="661429300" sldId="300"/>
            <ac:spMk id="5" creationId="{00000000-0000-0000-0000-000000000000}"/>
          </ac:spMkLst>
        </pc:spChg>
        <pc:spChg chg="add del mod">
          <ac:chgData name="Songqing Gu" userId="c4d8cb49210192e2" providerId="LiveId" clId="{C191A271-5AB5-4229-AE14-FA6CEE75A23B}" dt="2023-06-17T03:08:40.055" v="247" actId="478"/>
          <ac:spMkLst>
            <pc:docMk/>
            <pc:sldMk cId="661429300" sldId="300"/>
            <ac:spMk id="5" creationId="{3A760463-2CD7-C6EC-661E-D962E1CB95E0}"/>
          </ac:spMkLst>
        </pc:spChg>
        <pc:spChg chg="add mod">
          <ac:chgData name="Songqing Gu" userId="c4d8cb49210192e2" providerId="LiveId" clId="{C191A271-5AB5-4229-AE14-FA6CEE75A23B}" dt="2023-06-21T11:01:42.548" v="446" actId="1076"/>
          <ac:spMkLst>
            <pc:docMk/>
            <pc:sldMk cId="661429300" sldId="300"/>
            <ac:spMk id="5" creationId="{E3C8A3DE-C5AD-40F7-3BDA-CA8A3583A814}"/>
          </ac:spMkLst>
        </pc:spChg>
        <pc:spChg chg="del">
          <ac:chgData name="Songqing Gu" userId="c4d8cb49210192e2" providerId="LiveId" clId="{C191A271-5AB5-4229-AE14-FA6CEE75A23B}" dt="2023-06-17T03:08:53.243" v="258" actId="478"/>
          <ac:spMkLst>
            <pc:docMk/>
            <pc:sldMk cId="661429300" sldId="300"/>
            <ac:spMk id="6" creationId="{00000000-0000-0000-0000-000000000000}"/>
          </ac:spMkLst>
        </pc:spChg>
        <pc:spChg chg="del">
          <ac:chgData name="Songqing Gu" userId="c4d8cb49210192e2" providerId="LiveId" clId="{C191A271-5AB5-4229-AE14-FA6CEE75A23B}" dt="2023-06-17T03:08:53.243" v="258" actId="478"/>
          <ac:spMkLst>
            <pc:docMk/>
            <pc:sldMk cId="661429300" sldId="300"/>
            <ac:spMk id="7" creationId="{00000000-0000-0000-0000-000000000000}"/>
          </ac:spMkLst>
        </pc:spChg>
        <pc:spChg chg="add mod">
          <ac:chgData name="Songqing Gu" userId="c4d8cb49210192e2" providerId="LiveId" clId="{C191A271-5AB5-4229-AE14-FA6CEE75A23B}" dt="2023-06-21T11:18:31.776" v="486" actId="14100"/>
          <ac:spMkLst>
            <pc:docMk/>
            <pc:sldMk cId="661429300" sldId="300"/>
            <ac:spMk id="7" creationId="{705F9686-73AC-DA12-0592-F43855B40D7D}"/>
          </ac:spMkLst>
        </pc:spChg>
        <pc:spChg chg="del">
          <ac:chgData name="Songqing Gu" userId="c4d8cb49210192e2" providerId="LiveId" clId="{C191A271-5AB5-4229-AE14-FA6CEE75A23B}" dt="2023-06-17T03:08:53.243" v="258" actId="478"/>
          <ac:spMkLst>
            <pc:docMk/>
            <pc:sldMk cId="661429300" sldId="300"/>
            <ac:spMk id="8" creationId="{00000000-0000-0000-0000-000000000000}"/>
          </ac:spMkLst>
        </pc:spChg>
        <pc:spChg chg="del">
          <ac:chgData name="Songqing Gu" userId="c4d8cb49210192e2" providerId="LiveId" clId="{C191A271-5AB5-4229-AE14-FA6CEE75A23B}" dt="2023-06-17T03:08:53.243" v="258" actId="478"/>
          <ac:spMkLst>
            <pc:docMk/>
            <pc:sldMk cId="661429300" sldId="300"/>
            <ac:spMk id="9" creationId="{00000000-0000-0000-0000-000000000000}"/>
          </ac:spMkLst>
        </pc:spChg>
      </pc:sldChg>
      <pc:sldChg chg="modSp mod">
        <pc:chgData name="Songqing Gu" userId="c4d8cb49210192e2" providerId="LiveId" clId="{C191A271-5AB5-4229-AE14-FA6CEE75A23B}" dt="2023-06-24T03:42:04.250" v="690" actId="14861"/>
        <pc:sldMkLst>
          <pc:docMk/>
          <pc:sldMk cId="1939562636" sldId="301"/>
        </pc:sldMkLst>
        <pc:spChg chg="mod">
          <ac:chgData name="Songqing Gu" userId="c4d8cb49210192e2" providerId="LiveId" clId="{C191A271-5AB5-4229-AE14-FA6CEE75A23B}" dt="2023-06-24T03:42:04.250" v="690" actId="14861"/>
          <ac:spMkLst>
            <pc:docMk/>
            <pc:sldMk cId="1939562636" sldId="301"/>
            <ac:spMk id="2" creationId="{00000000-0000-0000-0000-000000000000}"/>
          </ac:spMkLst>
        </pc:spChg>
        <pc:graphicFrameChg chg="modGraphic">
          <ac:chgData name="Songqing Gu" userId="c4d8cb49210192e2" providerId="LiveId" clId="{C191A271-5AB5-4229-AE14-FA6CEE75A23B}" dt="2023-06-24T03:41:57.798" v="689" actId="14734"/>
          <ac:graphicFrameMkLst>
            <pc:docMk/>
            <pc:sldMk cId="1939562636" sldId="301"/>
            <ac:graphicFrameMk id="3" creationId="{00000000-0000-0000-0000-000000000000}"/>
          </ac:graphicFrameMkLst>
        </pc:graphicFrameChg>
      </pc:sldChg>
      <pc:sldChg chg="modSp mod ord">
        <pc:chgData name="Songqing Gu" userId="c4d8cb49210192e2" providerId="LiveId" clId="{C191A271-5AB5-4229-AE14-FA6CEE75A23B}" dt="2023-06-24T03:51:12.265" v="809" actId="14100"/>
        <pc:sldMkLst>
          <pc:docMk/>
          <pc:sldMk cId="2304226109" sldId="304"/>
        </pc:sldMkLst>
        <pc:spChg chg="mod">
          <ac:chgData name="Songqing Gu" userId="c4d8cb49210192e2" providerId="LiveId" clId="{C191A271-5AB5-4229-AE14-FA6CEE75A23B}" dt="2023-06-24T03:50:58.704" v="805" actId="20577"/>
          <ac:spMkLst>
            <pc:docMk/>
            <pc:sldMk cId="2304226109" sldId="304"/>
            <ac:spMk id="2" creationId="{00000000-0000-0000-0000-000000000000}"/>
          </ac:spMkLst>
        </pc:spChg>
        <pc:spChg chg="mod">
          <ac:chgData name="Songqing Gu" userId="c4d8cb49210192e2" providerId="LiveId" clId="{C191A271-5AB5-4229-AE14-FA6CEE75A23B}" dt="2023-06-24T03:51:12.265" v="809" actId="14100"/>
          <ac:spMkLst>
            <pc:docMk/>
            <pc:sldMk cId="2304226109" sldId="304"/>
            <ac:spMk id="7" creationId="{00000000-0000-0000-0000-000000000000}"/>
          </ac:spMkLst>
        </pc:spChg>
        <pc:picChg chg="mod">
          <ac:chgData name="Songqing Gu" userId="c4d8cb49210192e2" providerId="LiveId" clId="{C191A271-5AB5-4229-AE14-FA6CEE75A23B}" dt="2023-06-24T03:51:06.723" v="807" actId="1076"/>
          <ac:picMkLst>
            <pc:docMk/>
            <pc:sldMk cId="2304226109" sldId="304"/>
            <ac:picMk id="52" creationId="{00000000-0000-0000-0000-000000000000}"/>
          </ac:picMkLst>
        </pc:picChg>
      </pc:sldChg>
      <pc:sldChg chg="addSp delSp mod">
        <pc:chgData name="Songqing Gu" userId="c4d8cb49210192e2" providerId="LiveId" clId="{C191A271-5AB5-4229-AE14-FA6CEE75A23B}" dt="2023-07-05T12:13:39.525" v="894" actId="478"/>
        <pc:sldMkLst>
          <pc:docMk/>
          <pc:sldMk cId="1863554075" sldId="306"/>
        </pc:sldMkLst>
        <pc:picChg chg="add del">
          <ac:chgData name="Songqing Gu" userId="c4d8cb49210192e2" providerId="LiveId" clId="{C191A271-5AB5-4229-AE14-FA6CEE75A23B}" dt="2023-07-05T10:23:43.683" v="849" actId="478"/>
          <ac:picMkLst>
            <pc:docMk/>
            <pc:sldMk cId="1863554075" sldId="306"/>
            <ac:picMk id="5" creationId="{00000000-0000-0000-0000-000000000000}"/>
          </ac:picMkLst>
        </pc:picChg>
        <pc:picChg chg="del">
          <ac:chgData name="Songqing Gu" userId="c4d8cb49210192e2" providerId="LiveId" clId="{C191A271-5AB5-4229-AE14-FA6CEE75A23B}" dt="2023-07-05T12:13:39.525" v="894" actId="478"/>
          <ac:picMkLst>
            <pc:docMk/>
            <pc:sldMk cId="1863554075" sldId="306"/>
            <ac:picMk id="6" creationId="{00000000-0000-0000-0000-000000000000}"/>
          </ac:picMkLst>
        </pc:picChg>
      </pc:sldChg>
      <pc:sldChg chg="ord">
        <pc:chgData name="Songqing Gu" userId="c4d8cb49210192e2" providerId="LiveId" clId="{C191A271-5AB5-4229-AE14-FA6CEE75A23B}" dt="2023-06-17T03:23:21.822" v="408"/>
        <pc:sldMkLst>
          <pc:docMk/>
          <pc:sldMk cId="1733468992" sldId="311"/>
        </pc:sldMkLst>
      </pc:sldChg>
      <pc:sldChg chg="modSp mod">
        <pc:chgData name="Songqing Gu" userId="c4d8cb49210192e2" providerId="LiveId" clId="{C191A271-5AB5-4229-AE14-FA6CEE75A23B}" dt="2023-06-24T03:51:41.798" v="810" actId="1076"/>
        <pc:sldMkLst>
          <pc:docMk/>
          <pc:sldMk cId="3330490350" sldId="320"/>
        </pc:sldMkLst>
        <pc:picChg chg="mod">
          <ac:chgData name="Songqing Gu" userId="c4d8cb49210192e2" providerId="LiveId" clId="{C191A271-5AB5-4229-AE14-FA6CEE75A23B}" dt="2023-06-24T03:51:41.798" v="810" actId="1076"/>
          <ac:picMkLst>
            <pc:docMk/>
            <pc:sldMk cId="3330490350" sldId="320"/>
            <ac:picMk id="8" creationId="{00000000-0000-0000-0000-000000000000}"/>
          </ac:picMkLst>
        </pc:picChg>
      </pc:sldChg>
      <pc:sldChg chg="modSp mod">
        <pc:chgData name="Songqing Gu" userId="c4d8cb49210192e2" providerId="LiveId" clId="{C191A271-5AB5-4229-AE14-FA6CEE75A23B}" dt="2023-06-24T03:16:41.464" v="671" actId="27636"/>
        <pc:sldMkLst>
          <pc:docMk/>
          <pc:sldMk cId="2115522147" sldId="322"/>
        </pc:sldMkLst>
        <pc:spChg chg="mod">
          <ac:chgData name="Songqing Gu" userId="c4d8cb49210192e2" providerId="LiveId" clId="{C191A271-5AB5-4229-AE14-FA6CEE75A23B}" dt="2023-06-24T03:16:41.464" v="671" actId="27636"/>
          <ac:spMkLst>
            <pc:docMk/>
            <pc:sldMk cId="2115522147" sldId="322"/>
            <ac:spMk id="2" creationId="{00000000-0000-0000-0000-000000000000}"/>
          </ac:spMkLst>
        </pc:spChg>
        <pc:spChg chg="mod">
          <ac:chgData name="Songqing Gu" userId="c4d8cb49210192e2" providerId="LiveId" clId="{C191A271-5AB5-4229-AE14-FA6CEE75A23B}" dt="2023-06-24T03:16:27.913" v="668" actId="207"/>
          <ac:spMkLst>
            <pc:docMk/>
            <pc:sldMk cId="2115522147" sldId="322"/>
            <ac:spMk id="3" creationId="{00000000-0000-0000-0000-000000000000}"/>
          </ac:spMkLst>
        </pc:spChg>
      </pc:sldChg>
      <pc:sldChg chg="setBg">
        <pc:chgData name="Songqing Gu" userId="c4d8cb49210192e2" providerId="LiveId" clId="{C191A271-5AB5-4229-AE14-FA6CEE75A23B}" dt="2023-06-17T03:04:48.071" v="186"/>
        <pc:sldMkLst>
          <pc:docMk/>
          <pc:sldMk cId="523495732" sldId="323"/>
        </pc:sldMkLst>
      </pc:sldChg>
      <pc:sldChg chg="addSp delSp modSp mod setBg">
        <pc:chgData name="Songqing Gu" userId="c4d8cb49210192e2" providerId="LiveId" clId="{C191A271-5AB5-4229-AE14-FA6CEE75A23B}" dt="2023-06-17T03:22:49.134" v="406" actId="20577"/>
        <pc:sldMkLst>
          <pc:docMk/>
          <pc:sldMk cId="3096092377" sldId="324"/>
        </pc:sldMkLst>
        <pc:spChg chg="del">
          <ac:chgData name="Songqing Gu" userId="c4d8cb49210192e2" providerId="LiveId" clId="{C191A271-5AB5-4229-AE14-FA6CEE75A23B}" dt="2023-06-17T03:05:32.941" v="189" actId="478"/>
          <ac:spMkLst>
            <pc:docMk/>
            <pc:sldMk cId="3096092377" sldId="324"/>
            <ac:spMk id="2" creationId="{00000000-0000-0000-0000-000000000000}"/>
          </ac:spMkLst>
        </pc:spChg>
        <pc:spChg chg="mod">
          <ac:chgData name="Songqing Gu" userId="c4d8cb49210192e2" providerId="LiveId" clId="{C191A271-5AB5-4229-AE14-FA6CEE75A23B}" dt="2023-06-17T03:22:49.134" v="406" actId="20577"/>
          <ac:spMkLst>
            <pc:docMk/>
            <pc:sldMk cId="3096092377" sldId="324"/>
            <ac:spMk id="3" creationId="{00000000-0000-0000-0000-000000000000}"/>
          </ac:spMkLst>
        </pc:spChg>
        <pc:spChg chg="del">
          <ac:chgData name="Songqing Gu" userId="c4d8cb49210192e2" providerId="LiveId" clId="{C191A271-5AB5-4229-AE14-FA6CEE75A23B}" dt="2023-06-17T03:05:40.696" v="191" actId="478"/>
          <ac:spMkLst>
            <pc:docMk/>
            <pc:sldMk cId="3096092377" sldId="324"/>
            <ac:spMk id="4" creationId="{00000000-0000-0000-0000-000000000000}"/>
          </ac:spMkLst>
        </pc:spChg>
        <pc:spChg chg="add del mod">
          <ac:chgData name="Songqing Gu" userId="c4d8cb49210192e2" providerId="LiveId" clId="{C191A271-5AB5-4229-AE14-FA6CEE75A23B}" dt="2023-06-17T03:05:36.289" v="190" actId="478"/>
          <ac:spMkLst>
            <pc:docMk/>
            <pc:sldMk cId="3096092377" sldId="324"/>
            <ac:spMk id="7" creationId="{141B636B-97EB-37B7-EFA7-A4A24DF36ECF}"/>
          </ac:spMkLst>
        </pc:spChg>
        <pc:picChg chg="del">
          <ac:chgData name="Songqing Gu" userId="c4d8cb49210192e2" providerId="LiveId" clId="{C191A271-5AB5-4229-AE14-FA6CEE75A23B}" dt="2023-06-17T03:05:40.696" v="191" actId="478"/>
          <ac:picMkLst>
            <pc:docMk/>
            <pc:sldMk cId="3096092377" sldId="324"/>
            <ac:picMk id="5" creationId="{00000000-0000-0000-0000-000000000000}"/>
          </ac:picMkLst>
        </pc:picChg>
      </pc:sldChg>
      <pc:sldChg chg="addSp modSp add mod setBg">
        <pc:chgData name="Songqing Gu" userId="c4d8cb49210192e2" providerId="LiveId" clId="{C191A271-5AB5-4229-AE14-FA6CEE75A23B}" dt="2023-06-21T11:39:18.634" v="532" actId="207"/>
        <pc:sldMkLst>
          <pc:docMk/>
          <pc:sldMk cId="681087475" sldId="325"/>
        </pc:sldMkLst>
        <pc:spChg chg="add mod">
          <ac:chgData name="Songqing Gu" userId="c4d8cb49210192e2" providerId="LiveId" clId="{C191A271-5AB5-4229-AE14-FA6CEE75A23B}" dt="2023-06-21T11:39:11.353" v="529" actId="207"/>
          <ac:spMkLst>
            <pc:docMk/>
            <pc:sldMk cId="681087475" sldId="325"/>
            <ac:spMk id="2" creationId="{60DB72E5-2358-BE59-667A-389C82723B48}"/>
          </ac:spMkLst>
        </pc:spChg>
        <pc:spChg chg="mod">
          <ac:chgData name="Songqing Gu" userId="c4d8cb49210192e2" providerId="LiveId" clId="{C191A271-5AB5-4229-AE14-FA6CEE75A23B}" dt="2023-06-17T03:08:17.093" v="242" actId="1076"/>
          <ac:spMkLst>
            <pc:docMk/>
            <pc:sldMk cId="681087475" sldId="325"/>
            <ac:spMk id="3" creationId="{00000000-0000-0000-0000-000000000000}"/>
          </ac:spMkLst>
        </pc:spChg>
        <pc:spChg chg="add mod">
          <ac:chgData name="Songqing Gu" userId="c4d8cb49210192e2" providerId="LiveId" clId="{C191A271-5AB5-4229-AE14-FA6CEE75A23B}" dt="2023-06-21T11:39:13.709" v="530" actId="207"/>
          <ac:spMkLst>
            <pc:docMk/>
            <pc:sldMk cId="681087475" sldId="325"/>
            <ac:spMk id="4" creationId="{140E481F-5E19-1D94-5517-E943B034E804}"/>
          </ac:spMkLst>
        </pc:spChg>
        <pc:spChg chg="add mod">
          <ac:chgData name="Songqing Gu" userId="c4d8cb49210192e2" providerId="LiveId" clId="{C191A271-5AB5-4229-AE14-FA6CEE75A23B}" dt="2023-06-21T11:39:15.730" v="531" actId="207"/>
          <ac:spMkLst>
            <pc:docMk/>
            <pc:sldMk cId="681087475" sldId="325"/>
            <ac:spMk id="5" creationId="{AE14A82E-FE3A-EAD8-0A78-040687083D40}"/>
          </ac:spMkLst>
        </pc:spChg>
        <pc:spChg chg="add mod">
          <ac:chgData name="Songqing Gu" userId="c4d8cb49210192e2" providerId="LiveId" clId="{C191A271-5AB5-4229-AE14-FA6CEE75A23B}" dt="2023-06-21T11:39:18.634" v="532" actId="207"/>
          <ac:spMkLst>
            <pc:docMk/>
            <pc:sldMk cId="681087475" sldId="325"/>
            <ac:spMk id="6" creationId="{780FACF9-02E1-C02B-4555-BD7DB7928FA8}"/>
          </ac:spMkLst>
        </pc:spChg>
      </pc:sldChg>
      <pc:sldChg chg="addSp modSp add mod">
        <pc:chgData name="Songqing Gu" userId="c4d8cb49210192e2" providerId="LiveId" clId="{C191A271-5AB5-4229-AE14-FA6CEE75A23B}" dt="2023-06-21T11:05:56.950" v="460" actId="207"/>
        <pc:sldMkLst>
          <pc:docMk/>
          <pc:sldMk cId="1332021850" sldId="326"/>
        </pc:sldMkLst>
        <pc:spChg chg="add mod">
          <ac:chgData name="Songqing Gu" userId="c4d8cb49210192e2" providerId="LiveId" clId="{C191A271-5AB5-4229-AE14-FA6CEE75A23B}" dt="2023-06-21T11:05:56.950" v="460" actId="207"/>
          <ac:spMkLst>
            <pc:docMk/>
            <pc:sldMk cId="1332021850" sldId="326"/>
            <ac:spMk id="2" creationId="{F040BEA1-1315-2361-0B35-FE3CFE2E71AC}"/>
          </ac:spMkLst>
        </pc:spChg>
        <pc:spChg chg="mod">
          <ac:chgData name="Songqing Gu" userId="c4d8cb49210192e2" providerId="LiveId" clId="{C191A271-5AB5-4229-AE14-FA6CEE75A23B}" dt="2023-06-17T03:09:28.958" v="274" actId="20577"/>
          <ac:spMkLst>
            <pc:docMk/>
            <pc:sldMk cId="1332021850" sldId="326"/>
            <ac:spMk id="3" creationId="{31DBEC4D-2432-9FC8-5F86-144363FEB1A0}"/>
          </ac:spMkLst>
        </pc:spChg>
        <pc:spChg chg="add mod">
          <ac:chgData name="Songqing Gu" userId="c4d8cb49210192e2" providerId="LiveId" clId="{C191A271-5AB5-4229-AE14-FA6CEE75A23B}" dt="2023-06-21T10:52:51.116" v="436" actId="14100"/>
          <ac:spMkLst>
            <pc:docMk/>
            <pc:sldMk cId="1332021850" sldId="326"/>
            <ac:spMk id="5" creationId="{C28636E6-0D79-98EA-CD95-F12CC858AB6C}"/>
          </ac:spMkLst>
        </pc:spChg>
      </pc:sldChg>
      <pc:sldChg chg="addSp modSp add mod">
        <pc:chgData name="Songqing Gu" userId="c4d8cb49210192e2" providerId="LiveId" clId="{C191A271-5AB5-4229-AE14-FA6CEE75A23B}" dt="2023-06-21T11:16:42.694" v="478" actId="1076"/>
        <pc:sldMkLst>
          <pc:docMk/>
          <pc:sldMk cId="21422865" sldId="327"/>
        </pc:sldMkLst>
        <pc:spChg chg="mod">
          <ac:chgData name="Songqing Gu" userId="c4d8cb49210192e2" providerId="LiveId" clId="{C191A271-5AB5-4229-AE14-FA6CEE75A23B}" dt="2023-06-17T03:09:45.493" v="310" actId="20577"/>
          <ac:spMkLst>
            <pc:docMk/>
            <pc:sldMk cId="21422865" sldId="327"/>
            <ac:spMk id="3" creationId="{31DBEC4D-2432-9FC8-5F86-144363FEB1A0}"/>
          </ac:spMkLst>
        </pc:spChg>
        <pc:spChg chg="add mod">
          <ac:chgData name="Songqing Gu" userId="c4d8cb49210192e2" providerId="LiveId" clId="{C191A271-5AB5-4229-AE14-FA6CEE75A23B}" dt="2023-06-21T11:04:09.115" v="449" actId="12"/>
          <ac:spMkLst>
            <pc:docMk/>
            <pc:sldMk cId="21422865" sldId="327"/>
            <ac:spMk id="4" creationId="{DBE77675-5C39-9680-D2F0-2E5C327C767F}"/>
          </ac:spMkLst>
        </pc:spChg>
        <pc:spChg chg="add mod">
          <ac:chgData name="Songqing Gu" userId="c4d8cb49210192e2" providerId="LiveId" clId="{C191A271-5AB5-4229-AE14-FA6CEE75A23B}" dt="2023-06-21T11:04:31.922" v="451" actId="1076"/>
          <ac:spMkLst>
            <pc:docMk/>
            <pc:sldMk cId="21422865" sldId="327"/>
            <ac:spMk id="6" creationId="{6DED137A-6043-656D-A542-01FDA8A719DD}"/>
          </ac:spMkLst>
        </pc:spChg>
        <pc:spChg chg="add mod">
          <ac:chgData name="Songqing Gu" userId="c4d8cb49210192e2" providerId="LiveId" clId="{C191A271-5AB5-4229-AE14-FA6CEE75A23B}" dt="2023-06-21T11:04:46.382" v="453" actId="1076"/>
          <ac:spMkLst>
            <pc:docMk/>
            <pc:sldMk cId="21422865" sldId="327"/>
            <ac:spMk id="8" creationId="{8AD356AC-E3C7-F0E4-836E-62D49C488840}"/>
          </ac:spMkLst>
        </pc:spChg>
        <pc:spChg chg="add mod">
          <ac:chgData name="Songqing Gu" userId="c4d8cb49210192e2" providerId="LiveId" clId="{C191A271-5AB5-4229-AE14-FA6CEE75A23B}" dt="2023-06-21T11:04:57.864" v="455" actId="1076"/>
          <ac:spMkLst>
            <pc:docMk/>
            <pc:sldMk cId="21422865" sldId="327"/>
            <ac:spMk id="10" creationId="{60FF2017-7361-DA21-117A-1BA2E7AE996C}"/>
          </ac:spMkLst>
        </pc:spChg>
        <pc:spChg chg="add mod">
          <ac:chgData name="Songqing Gu" userId="c4d8cb49210192e2" providerId="LiveId" clId="{C191A271-5AB5-4229-AE14-FA6CEE75A23B}" dt="2023-06-21T11:05:10.861" v="458" actId="1076"/>
          <ac:spMkLst>
            <pc:docMk/>
            <pc:sldMk cId="21422865" sldId="327"/>
            <ac:spMk id="12" creationId="{EDF7F804-8D19-637B-472A-2A2BDA747EB3}"/>
          </ac:spMkLst>
        </pc:spChg>
        <pc:spChg chg="add mod">
          <ac:chgData name="Songqing Gu" userId="c4d8cb49210192e2" providerId="LiveId" clId="{C191A271-5AB5-4229-AE14-FA6CEE75A23B}" dt="2023-06-21T11:15:04.551" v="473" actId="1076"/>
          <ac:spMkLst>
            <pc:docMk/>
            <pc:sldMk cId="21422865" sldId="327"/>
            <ac:spMk id="14" creationId="{8433B71D-BB64-3E8F-4F0C-4FB0476A35DC}"/>
          </ac:spMkLst>
        </pc:spChg>
        <pc:spChg chg="add mod">
          <ac:chgData name="Songqing Gu" userId="c4d8cb49210192e2" providerId="LiveId" clId="{C191A271-5AB5-4229-AE14-FA6CEE75A23B}" dt="2023-06-21T11:14:57.933" v="472" actId="1076"/>
          <ac:spMkLst>
            <pc:docMk/>
            <pc:sldMk cId="21422865" sldId="327"/>
            <ac:spMk id="15" creationId="{96DF8FE5-E272-6520-0A25-B6A11613506F}"/>
          </ac:spMkLst>
        </pc:spChg>
        <pc:spChg chg="add mod">
          <ac:chgData name="Songqing Gu" userId="c4d8cb49210192e2" providerId="LiveId" clId="{C191A271-5AB5-4229-AE14-FA6CEE75A23B}" dt="2023-06-21T11:16:42.694" v="478" actId="1076"/>
          <ac:spMkLst>
            <pc:docMk/>
            <pc:sldMk cId="21422865" sldId="327"/>
            <ac:spMk id="17" creationId="{4E75B5A3-A2DC-B582-FEE3-DF990EEFA5D9}"/>
          </ac:spMkLst>
        </pc:spChg>
      </pc:sldChg>
      <pc:sldChg chg="modSp add del mod ord">
        <pc:chgData name="Songqing Gu" userId="c4d8cb49210192e2" providerId="LiveId" clId="{C191A271-5AB5-4229-AE14-FA6CEE75A23B}" dt="2023-06-17T03:23:32.131" v="409" actId="2696"/>
        <pc:sldMkLst>
          <pc:docMk/>
          <pc:sldMk cId="721957847" sldId="328"/>
        </pc:sldMkLst>
        <pc:spChg chg="mod">
          <ac:chgData name="Songqing Gu" userId="c4d8cb49210192e2" providerId="LiveId" clId="{C191A271-5AB5-4229-AE14-FA6CEE75A23B}" dt="2023-06-17T03:11:15.079" v="349" actId="313"/>
          <ac:spMkLst>
            <pc:docMk/>
            <pc:sldMk cId="721957847" sldId="328"/>
            <ac:spMk id="3" creationId="{31DBEC4D-2432-9FC8-5F86-144363FEB1A0}"/>
          </ac:spMkLst>
        </pc:spChg>
      </pc:sldChg>
      <pc:sldChg chg="modSp add mod ord">
        <pc:chgData name="Songqing Gu" userId="c4d8cb49210192e2" providerId="LiveId" clId="{C191A271-5AB5-4229-AE14-FA6CEE75A23B}" dt="2023-07-05T12:11:09.917" v="892" actId="14100"/>
        <pc:sldMkLst>
          <pc:docMk/>
          <pc:sldMk cId="609919158" sldId="329"/>
        </pc:sldMkLst>
        <pc:spChg chg="mod">
          <ac:chgData name="Songqing Gu" userId="c4d8cb49210192e2" providerId="LiveId" clId="{C191A271-5AB5-4229-AE14-FA6CEE75A23B}" dt="2023-07-05T12:11:09.917" v="892" actId="14100"/>
          <ac:spMkLst>
            <pc:docMk/>
            <pc:sldMk cId="609919158" sldId="329"/>
            <ac:spMk id="3" creationId="{31DBEC4D-2432-9FC8-5F86-144363FEB1A0}"/>
          </ac:spMkLst>
        </pc:spChg>
      </pc:sldChg>
      <pc:sldChg chg="add">
        <pc:chgData name="Songqing Gu" userId="c4d8cb49210192e2" providerId="LiveId" clId="{C191A271-5AB5-4229-AE14-FA6CEE75A23B}" dt="2023-06-17T03:22:40.594" v="393" actId="2890"/>
        <pc:sldMkLst>
          <pc:docMk/>
          <pc:sldMk cId="3959494245" sldId="330"/>
        </pc:sldMkLst>
      </pc:sldChg>
      <pc:sldChg chg="delSp modSp add del mod">
        <pc:chgData name="Songqing Gu" userId="c4d8cb49210192e2" providerId="LiveId" clId="{C191A271-5AB5-4229-AE14-FA6CEE75A23B}" dt="2023-06-21T11:15:12.707" v="474" actId="2696"/>
        <pc:sldMkLst>
          <pc:docMk/>
          <pc:sldMk cId="141274362" sldId="331"/>
        </pc:sldMkLst>
        <pc:spChg chg="mod">
          <ac:chgData name="Songqing Gu" userId="c4d8cb49210192e2" providerId="LiveId" clId="{C191A271-5AB5-4229-AE14-FA6CEE75A23B}" dt="2023-06-21T11:12:08.294" v="464" actId="207"/>
          <ac:spMkLst>
            <pc:docMk/>
            <pc:sldMk cId="141274362" sldId="331"/>
            <ac:spMk id="3" creationId="{31DBEC4D-2432-9FC8-5F86-144363FEB1A0}"/>
          </ac:spMkLst>
        </pc:spChg>
        <pc:spChg chg="del">
          <ac:chgData name="Songqing Gu" userId="c4d8cb49210192e2" providerId="LiveId" clId="{C191A271-5AB5-4229-AE14-FA6CEE75A23B}" dt="2023-06-21T11:12:18.862" v="466" actId="478"/>
          <ac:spMkLst>
            <pc:docMk/>
            <pc:sldMk cId="141274362" sldId="331"/>
            <ac:spMk id="4" creationId="{DBE77675-5C39-9680-D2F0-2E5C327C767F}"/>
          </ac:spMkLst>
        </pc:spChg>
        <pc:spChg chg="del">
          <ac:chgData name="Songqing Gu" userId="c4d8cb49210192e2" providerId="LiveId" clId="{C191A271-5AB5-4229-AE14-FA6CEE75A23B}" dt="2023-06-21T11:12:18.862" v="466" actId="478"/>
          <ac:spMkLst>
            <pc:docMk/>
            <pc:sldMk cId="141274362" sldId="331"/>
            <ac:spMk id="6" creationId="{6DED137A-6043-656D-A542-01FDA8A719DD}"/>
          </ac:spMkLst>
        </pc:spChg>
        <pc:spChg chg="del">
          <ac:chgData name="Songqing Gu" userId="c4d8cb49210192e2" providerId="LiveId" clId="{C191A271-5AB5-4229-AE14-FA6CEE75A23B}" dt="2023-06-21T11:12:18.862" v="466" actId="478"/>
          <ac:spMkLst>
            <pc:docMk/>
            <pc:sldMk cId="141274362" sldId="331"/>
            <ac:spMk id="8" creationId="{8AD356AC-E3C7-F0E4-836E-62D49C488840}"/>
          </ac:spMkLst>
        </pc:spChg>
        <pc:spChg chg="del">
          <ac:chgData name="Songqing Gu" userId="c4d8cb49210192e2" providerId="LiveId" clId="{C191A271-5AB5-4229-AE14-FA6CEE75A23B}" dt="2023-06-21T11:12:18.862" v="466" actId="478"/>
          <ac:spMkLst>
            <pc:docMk/>
            <pc:sldMk cId="141274362" sldId="331"/>
            <ac:spMk id="10" creationId="{60FF2017-7361-DA21-117A-1BA2E7AE996C}"/>
          </ac:spMkLst>
        </pc:spChg>
        <pc:spChg chg="del mod">
          <ac:chgData name="Songqing Gu" userId="c4d8cb49210192e2" providerId="LiveId" clId="{C191A271-5AB5-4229-AE14-FA6CEE75A23B}" dt="2023-06-21T11:12:18.862" v="466" actId="478"/>
          <ac:spMkLst>
            <pc:docMk/>
            <pc:sldMk cId="141274362" sldId="331"/>
            <ac:spMk id="12" creationId="{EDF7F804-8D19-637B-472A-2A2BDA747EB3}"/>
          </ac:spMkLst>
        </pc:spChg>
      </pc:sldChg>
      <pc:sldChg chg="addSp delSp modSp add mod">
        <pc:chgData name="Songqing Gu" userId="c4d8cb49210192e2" providerId="LiveId" clId="{C191A271-5AB5-4229-AE14-FA6CEE75A23B}" dt="2023-06-21T11:54:32.562" v="635" actId="20577"/>
        <pc:sldMkLst>
          <pc:docMk/>
          <pc:sldMk cId="608613523" sldId="331"/>
        </pc:sldMkLst>
        <pc:spChg chg="mod">
          <ac:chgData name="Songqing Gu" userId="c4d8cb49210192e2" providerId="LiveId" clId="{C191A271-5AB5-4229-AE14-FA6CEE75A23B}" dt="2023-06-21T11:19:35.324" v="503" actId="255"/>
          <ac:spMkLst>
            <pc:docMk/>
            <pc:sldMk cId="608613523" sldId="331"/>
            <ac:spMk id="3" creationId="{31DBEC4D-2432-9FC8-5F86-144363FEB1A0}"/>
          </ac:spMkLst>
        </pc:spChg>
        <pc:spChg chg="del">
          <ac:chgData name="Songqing Gu" userId="c4d8cb49210192e2" providerId="LiveId" clId="{C191A271-5AB5-4229-AE14-FA6CEE75A23B}" dt="2023-06-21T11:19:37.822" v="504" actId="478"/>
          <ac:spMkLst>
            <pc:docMk/>
            <pc:sldMk cId="608613523" sldId="331"/>
            <ac:spMk id="4" creationId="{DBE77675-5C39-9680-D2F0-2E5C327C767F}"/>
          </ac:spMkLst>
        </pc:spChg>
        <pc:spChg chg="add mod">
          <ac:chgData name="Songqing Gu" userId="c4d8cb49210192e2" providerId="LiveId" clId="{C191A271-5AB5-4229-AE14-FA6CEE75A23B}" dt="2023-06-21T11:54:32.562" v="635" actId="20577"/>
          <ac:spMkLst>
            <pc:docMk/>
            <pc:sldMk cId="608613523" sldId="331"/>
            <ac:spMk id="5" creationId="{E80F0B05-F61E-C153-00B2-32658D1D2943}"/>
          </ac:spMkLst>
        </pc:spChg>
        <pc:spChg chg="del">
          <ac:chgData name="Songqing Gu" userId="c4d8cb49210192e2" providerId="LiveId" clId="{C191A271-5AB5-4229-AE14-FA6CEE75A23B}" dt="2023-06-21T11:19:13.496" v="488" actId="478"/>
          <ac:spMkLst>
            <pc:docMk/>
            <pc:sldMk cId="608613523" sldId="331"/>
            <ac:spMk id="6" creationId="{6DED137A-6043-656D-A542-01FDA8A719DD}"/>
          </ac:spMkLst>
        </pc:spChg>
        <pc:spChg chg="del">
          <ac:chgData name="Songqing Gu" userId="c4d8cb49210192e2" providerId="LiveId" clId="{C191A271-5AB5-4229-AE14-FA6CEE75A23B}" dt="2023-06-21T11:19:13.496" v="488" actId="478"/>
          <ac:spMkLst>
            <pc:docMk/>
            <pc:sldMk cId="608613523" sldId="331"/>
            <ac:spMk id="8" creationId="{8AD356AC-E3C7-F0E4-836E-62D49C488840}"/>
          </ac:spMkLst>
        </pc:spChg>
        <pc:spChg chg="del">
          <ac:chgData name="Songqing Gu" userId="c4d8cb49210192e2" providerId="LiveId" clId="{C191A271-5AB5-4229-AE14-FA6CEE75A23B}" dt="2023-06-21T11:19:13.496" v="488" actId="478"/>
          <ac:spMkLst>
            <pc:docMk/>
            <pc:sldMk cId="608613523" sldId="331"/>
            <ac:spMk id="10" creationId="{60FF2017-7361-DA21-117A-1BA2E7AE996C}"/>
          </ac:spMkLst>
        </pc:spChg>
        <pc:spChg chg="del">
          <ac:chgData name="Songqing Gu" userId="c4d8cb49210192e2" providerId="LiveId" clId="{C191A271-5AB5-4229-AE14-FA6CEE75A23B}" dt="2023-06-21T11:19:13.496" v="488" actId="478"/>
          <ac:spMkLst>
            <pc:docMk/>
            <pc:sldMk cId="608613523" sldId="331"/>
            <ac:spMk id="12" creationId="{EDF7F804-8D19-637B-472A-2A2BDA747EB3}"/>
          </ac:spMkLst>
        </pc:spChg>
        <pc:spChg chg="del">
          <ac:chgData name="Songqing Gu" userId="c4d8cb49210192e2" providerId="LiveId" clId="{C191A271-5AB5-4229-AE14-FA6CEE75A23B}" dt="2023-06-21T11:19:13.496" v="488" actId="478"/>
          <ac:spMkLst>
            <pc:docMk/>
            <pc:sldMk cId="608613523" sldId="331"/>
            <ac:spMk id="14" creationId="{8433B71D-BB64-3E8F-4F0C-4FB0476A35DC}"/>
          </ac:spMkLst>
        </pc:spChg>
        <pc:spChg chg="del">
          <ac:chgData name="Songqing Gu" userId="c4d8cb49210192e2" providerId="LiveId" clId="{C191A271-5AB5-4229-AE14-FA6CEE75A23B}" dt="2023-06-21T11:19:16.145" v="489" actId="478"/>
          <ac:spMkLst>
            <pc:docMk/>
            <pc:sldMk cId="608613523" sldId="331"/>
            <ac:spMk id="15" creationId="{96DF8FE5-E272-6520-0A25-B6A11613506F}"/>
          </ac:spMkLst>
        </pc:spChg>
        <pc:spChg chg="del">
          <ac:chgData name="Songqing Gu" userId="c4d8cb49210192e2" providerId="LiveId" clId="{C191A271-5AB5-4229-AE14-FA6CEE75A23B}" dt="2023-06-21T11:19:13.496" v="488" actId="478"/>
          <ac:spMkLst>
            <pc:docMk/>
            <pc:sldMk cId="608613523" sldId="331"/>
            <ac:spMk id="17" creationId="{4E75B5A3-A2DC-B582-FEE3-DF990EEFA5D9}"/>
          </ac:spMkLst>
        </pc:spChg>
      </pc:sldChg>
      <pc:sldChg chg="addSp delSp modSp add mod">
        <pc:chgData name="Songqing Gu" userId="c4d8cb49210192e2" providerId="LiveId" clId="{C191A271-5AB5-4229-AE14-FA6CEE75A23B}" dt="2023-06-21T11:53:41.091" v="604" actId="207"/>
        <pc:sldMkLst>
          <pc:docMk/>
          <pc:sldMk cId="2720889697" sldId="332"/>
        </pc:sldMkLst>
        <pc:spChg chg="mod">
          <ac:chgData name="Songqing Gu" userId="c4d8cb49210192e2" providerId="LiveId" clId="{C191A271-5AB5-4229-AE14-FA6CEE75A23B}" dt="2023-06-21T11:53:41.091" v="604" actId="207"/>
          <ac:spMkLst>
            <pc:docMk/>
            <pc:sldMk cId="2720889697" sldId="332"/>
            <ac:spMk id="2" creationId="{F040BEA1-1315-2361-0B35-FE3CFE2E71AC}"/>
          </ac:spMkLst>
        </pc:spChg>
        <pc:spChg chg="del mod">
          <ac:chgData name="Songqing Gu" userId="c4d8cb49210192e2" providerId="LiveId" clId="{C191A271-5AB5-4229-AE14-FA6CEE75A23B}" dt="2023-06-21T11:41:42.697" v="537" actId="478"/>
          <ac:spMkLst>
            <pc:docMk/>
            <pc:sldMk cId="2720889697" sldId="332"/>
            <ac:spMk id="3" creationId="{31DBEC4D-2432-9FC8-5F86-144363FEB1A0}"/>
          </ac:spMkLst>
        </pc:spChg>
        <pc:spChg chg="add del mod">
          <ac:chgData name="Songqing Gu" userId="c4d8cb49210192e2" providerId="LiveId" clId="{C191A271-5AB5-4229-AE14-FA6CEE75A23B}" dt="2023-06-21T11:42:10.071" v="547"/>
          <ac:spMkLst>
            <pc:docMk/>
            <pc:sldMk cId="2720889697" sldId="332"/>
            <ac:spMk id="4" creationId="{541BC8BC-7004-1FE6-EB58-5DA878BCA693}"/>
          </ac:spMkLst>
        </pc:spChg>
        <pc:spChg chg="del">
          <ac:chgData name="Songqing Gu" userId="c4d8cb49210192e2" providerId="LiveId" clId="{C191A271-5AB5-4229-AE14-FA6CEE75A23B}" dt="2023-06-21T11:41:34.130" v="534" actId="478"/>
          <ac:spMkLst>
            <pc:docMk/>
            <pc:sldMk cId="2720889697" sldId="332"/>
            <ac:spMk id="5" creationId="{C28636E6-0D79-98EA-CD95-F12CC858AB6C}"/>
          </ac:spMkLst>
        </pc:spChg>
        <pc:spChg chg="add del mod">
          <ac:chgData name="Songqing Gu" userId="c4d8cb49210192e2" providerId="LiveId" clId="{C191A271-5AB5-4229-AE14-FA6CEE75A23B}" dt="2023-06-21T11:42:10.071" v="547"/>
          <ac:spMkLst>
            <pc:docMk/>
            <pc:sldMk cId="2720889697" sldId="332"/>
            <ac:spMk id="6" creationId="{30ADB99B-A7AE-5228-F2C9-FBE2B898A7A6}"/>
          </ac:spMkLst>
        </pc:spChg>
        <pc:spChg chg="add del mod">
          <ac:chgData name="Songqing Gu" userId="c4d8cb49210192e2" providerId="LiveId" clId="{C191A271-5AB5-4229-AE14-FA6CEE75A23B}" dt="2023-06-21T11:42:10.071" v="547"/>
          <ac:spMkLst>
            <pc:docMk/>
            <pc:sldMk cId="2720889697" sldId="332"/>
            <ac:spMk id="7" creationId="{4D9E83B4-2398-7CCB-CB0A-6F8FCBAF1F66}"/>
          </ac:spMkLst>
        </pc:spChg>
        <pc:spChg chg="add del mod">
          <ac:chgData name="Songqing Gu" userId="c4d8cb49210192e2" providerId="LiveId" clId="{C191A271-5AB5-4229-AE14-FA6CEE75A23B}" dt="2023-06-21T11:42:10.071" v="547"/>
          <ac:spMkLst>
            <pc:docMk/>
            <pc:sldMk cId="2720889697" sldId="332"/>
            <ac:spMk id="8" creationId="{6A363F2E-7278-139E-D8CB-EFC26DC8407D}"/>
          </ac:spMkLst>
        </pc:spChg>
        <pc:spChg chg="add del mod">
          <ac:chgData name="Songqing Gu" userId="c4d8cb49210192e2" providerId="LiveId" clId="{C191A271-5AB5-4229-AE14-FA6CEE75A23B}" dt="2023-06-21T11:42:10.071" v="547"/>
          <ac:spMkLst>
            <pc:docMk/>
            <pc:sldMk cId="2720889697" sldId="332"/>
            <ac:spMk id="9" creationId="{3593A65A-B536-6220-58D9-5ABB248CC1C4}"/>
          </ac:spMkLst>
        </pc:spChg>
        <pc:spChg chg="add del">
          <ac:chgData name="Songqing Gu" userId="c4d8cb49210192e2" providerId="LiveId" clId="{C191A271-5AB5-4229-AE14-FA6CEE75A23B}" dt="2023-06-21T11:46:49.038" v="549"/>
          <ac:spMkLst>
            <pc:docMk/>
            <pc:sldMk cId="2720889697" sldId="332"/>
            <ac:spMk id="10" creationId="{15F859BD-9687-6FAF-CCD2-CA890FF8F103}"/>
          </ac:spMkLst>
        </pc:spChg>
        <pc:spChg chg="add del">
          <ac:chgData name="Songqing Gu" userId="c4d8cb49210192e2" providerId="LiveId" clId="{C191A271-5AB5-4229-AE14-FA6CEE75A23B}" dt="2023-06-21T11:46:49.038" v="549"/>
          <ac:spMkLst>
            <pc:docMk/>
            <pc:sldMk cId="2720889697" sldId="332"/>
            <ac:spMk id="11" creationId="{20E1115F-005E-5441-A636-ECF1CDB27079}"/>
          </ac:spMkLst>
        </pc:spChg>
        <pc:spChg chg="add del">
          <ac:chgData name="Songqing Gu" userId="c4d8cb49210192e2" providerId="LiveId" clId="{C191A271-5AB5-4229-AE14-FA6CEE75A23B}" dt="2023-06-21T11:46:49.038" v="549"/>
          <ac:spMkLst>
            <pc:docMk/>
            <pc:sldMk cId="2720889697" sldId="332"/>
            <ac:spMk id="12" creationId="{8A3D49DD-6DE7-2545-D99B-95D15C04B690}"/>
          </ac:spMkLst>
        </pc:spChg>
        <pc:spChg chg="add del">
          <ac:chgData name="Songqing Gu" userId="c4d8cb49210192e2" providerId="LiveId" clId="{C191A271-5AB5-4229-AE14-FA6CEE75A23B}" dt="2023-06-21T11:46:49.038" v="549"/>
          <ac:spMkLst>
            <pc:docMk/>
            <pc:sldMk cId="2720889697" sldId="332"/>
            <ac:spMk id="13" creationId="{D970A75E-C8AD-FBF6-D464-B99BFA451FF2}"/>
          </ac:spMkLst>
        </pc:spChg>
        <pc:spChg chg="add del">
          <ac:chgData name="Songqing Gu" userId="c4d8cb49210192e2" providerId="LiveId" clId="{C191A271-5AB5-4229-AE14-FA6CEE75A23B}" dt="2023-06-21T11:46:49.038" v="549"/>
          <ac:spMkLst>
            <pc:docMk/>
            <pc:sldMk cId="2720889697" sldId="332"/>
            <ac:spMk id="14" creationId="{C770C5EE-0E0F-046C-6506-49DEA0B57EEA}"/>
          </ac:spMkLst>
        </pc:spChg>
        <pc:spChg chg="add del">
          <ac:chgData name="Songqing Gu" userId="c4d8cb49210192e2" providerId="LiveId" clId="{C191A271-5AB5-4229-AE14-FA6CEE75A23B}" dt="2023-06-21T11:46:49.038" v="549"/>
          <ac:spMkLst>
            <pc:docMk/>
            <pc:sldMk cId="2720889697" sldId="332"/>
            <ac:spMk id="15" creationId="{B8280173-5918-873B-C6AA-4E819F079998}"/>
          </ac:spMkLst>
        </pc:spChg>
        <pc:spChg chg="add mod">
          <ac:chgData name="Songqing Gu" userId="c4d8cb49210192e2" providerId="LiveId" clId="{C191A271-5AB5-4229-AE14-FA6CEE75A23B}" dt="2023-06-21T11:53:25.106" v="602" actId="1076"/>
          <ac:spMkLst>
            <pc:docMk/>
            <pc:sldMk cId="2720889697" sldId="332"/>
            <ac:spMk id="19" creationId="{8D8BB2D0-42EB-43BE-696D-D4B15C9DD8F9}"/>
          </ac:spMkLst>
        </pc:spChg>
        <pc:picChg chg="add del mod">
          <ac:chgData name="Songqing Gu" userId="c4d8cb49210192e2" providerId="LiveId" clId="{C191A271-5AB5-4229-AE14-FA6CEE75A23B}" dt="2023-06-21T11:51:44.705" v="555" actId="478"/>
          <ac:picMkLst>
            <pc:docMk/>
            <pc:sldMk cId="2720889697" sldId="332"/>
            <ac:picMk id="17" creationId="{8A0F3776-EEB5-CBC3-0986-15B54E65B418}"/>
          </ac:picMkLst>
        </pc:picChg>
        <pc:picChg chg="add del mod">
          <ac:chgData name="Songqing Gu" userId="c4d8cb49210192e2" providerId="LiveId" clId="{C191A271-5AB5-4229-AE14-FA6CEE75A23B}" dt="2023-06-21T11:42:10.071" v="547"/>
          <ac:picMkLst>
            <pc:docMk/>
            <pc:sldMk cId="2720889697" sldId="332"/>
            <ac:picMk id="3073" creationId="{25C76648-82AD-EA1A-303B-D2CDE345E19D}"/>
          </ac:picMkLst>
        </pc:picChg>
        <pc:picChg chg="add del mod">
          <ac:chgData name="Songqing Gu" userId="c4d8cb49210192e2" providerId="LiveId" clId="{C191A271-5AB5-4229-AE14-FA6CEE75A23B}" dt="2023-06-21T11:42:10.071" v="547"/>
          <ac:picMkLst>
            <pc:docMk/>
            <pc:sldMk cId="2720889697" sldId="332"/>
            <ac:picMk id="3074" creationId="{A15739B2-86ED-DD5A-A8D2-ABAFD50C8515}"/>
          </ac:picMkLst>
        </pc:picChg>
        <pc:picChg chg="add del mod">
          <ac:chgData name="Songqing Gu" userId="c4d8cb49210192e2" providerId="LiveId" clId="{C191A271-5AB5-4229-AE14-FA6CEE75A23B}" dt="2023-06-21T11:42:10.071" v="547"/>
          <ac:picMkLst>
            <pc:docMk/>
            <pc:sldMk cId="2720889697" sldId="332"/>
            <ac:picMk id="3075" creationId="{7D8EA7FE-94EF-7BB4-4F2A-185440B53D22}"/>
          </ac:picMkLst>
        </pc:picChg>
        <pc:picChg chg="add del mod">
          <ac:chgData name="Songqing Gu" userId="c4d8cb49210192e2" providerId="LiveId" clId="{C191A271-5AB5-4229-AE14-FA6CEE75A23B}" dt="2023-06-21T11:42:10.071" v="547"/>
          <ac:picMkLst>
            <pc:docMk/>
            <pc:sldMk cId="2720889697" sldId="332"/>
            <ac:picMk id="3076" creationId="{6EE007CF-70F8-9575-5128-4ADD23F5CC45}"/>
          </ac:picMkLst>
        </pc:picChg>
        <pc:picChg chg="add del">
          <ac:chgData name="Songqing Gu" userId="c4d8cb49210192e2" providerId="LiveId" clId="{C191A271-5AB5-4229-AE14-FA6CEE75A23B}" dt="2023-06-21T11:46:49.038" v="549"/>
          <ac:picMkLst>
            <pc:docMk/>
            <pc:sldMk cId="2720889697" sldId="332"/>
            <ac:picMk id="3082" creationId="{AD0FBF98-33D6-17E2-6457-5E9CF4B7F811}"/>
          </ac:picMkLst>
        </pc:picChg>
        <pc:picChg chg="add del">
          <ac:chgData name="Songqing Gu" userId="c4d8cb49210192e2" providerId="LiveId" clId="{C191A271-5AB5-4229-AE14-FA6CEE75A23B}" dt="2023-06-21T11:46:49.038" v="549"/>
          <ac:picMkLst>
            <pc:docMk/>
            <pc:sldMk cId="2720889697" sldId="332"/>
            <ac:picMk id="3083" creationId="{1DA60126-2914-858C-0F97-10AD2C83ED57}"/>
          </ac:picMkLst>
        </pc:picChg>
        <pc:picChg chg="add del">
          <ac:chgData name="Songqing Gu" userId="c4d8cb49210192e2" providerId="LiveId" clId="{C191A271-5AB5-4229-AE14-FA6CEE75A23B}" dt="2023-06-21T11:46:49.038" v="549"/>
          <ac:picMkLst>
            <pc:docMk/>
            <pc:sldMk cId="2720889697" sldId="332"/>
            <ac:picMk id="3084" creationId="{FA2AE239-BC6D-62C7-1D6D-6B128A9C7906}"/>
          </ac:picMkLst>
        </pc:picChg>
        <pc:picChg chg="add del">
          <ac:chgData name="Songqing Gu" userId="c4d8cb49210192e2" providerId="LiveId" clId="{C191A271-5AB5-4229-AE14-FA6CEE75A23B}" dt="2023-06-21T11:46:49.038" v="549"/>
          <ac:picMkLst>
            <pc:docMk/>
            <pc:sldMk cId="2720889697" sldId="332"/>
            <ac:picMk id="3085" creationId="{8CF9396B-E0B1-4712-31FD-867B5ACA7DD0}"/>
          </ac:picMkLst>
        </pc:picChg>
        <pc:picChg chg="add del">
          <ac:chgData name="Songqing Gu" userId="c4d8cb49210192e2" providerId="LiveId" clId="{C191A271-5AB5-4229-AE14-FA6CEE75A23B}" dt="2023-06-21T11:46:49.038" v="549"/>
          <ac:picMkLst>
            <pc:docMk/>
            <pc:sldMk cId="2720889697" sldId="332"/>
            <ac:picMk id="3086" creationId="{E9A60E45-5B95-1B65-3931-09FCF0D55D6B}"/>
          </ac:picMkLst>
        </pc:picChg>
      </pc:sldChg>
      <pc:sldChg chg="modSp add mod ord">
        <pc:chgData name="Songqing Gu" userId="c4d8cb49210192e2" providerId="LiveId" clId="{C191A271-5AB5-4229-AE14-FA6CEE75A23B}" dt="2023-06-24T03:43:30.539" v="734"/>
        <pc:sldMkLst>
          <pc:docMk/>
          <pc:sldMk cId="2115382950" sldId="333"/>
        </pc:sldMkLst>
        <pc:spChg chg="mod">
          <ac:chgData name="Songqing Gu" userId="c4d8cb49210192e2" providerId="LiveId" clId="{C191A271-5AB5-4229-AE14-FA6CEE75A23B}" dt="2023-06-24T03:43:23.484" v="732" actId="14100"/>
          <ac:spMkLst>
            <pc:docMk/>
            <pc:sldMk cId="2115382950" sldId="333"/>
            <ac:spMk id="3" creationId="{31DBEC4D-2432-9FC8-5F86-144363FEB1A0}"/>
          </ac:spMkLst>
        </pc:spChg>
      </pc:sldChg>
      <pc:sldChg chg="delSp add del mod">
        <pc:chgData name="Songqing Gu" userId="c4d8cb49210192e2" providerId="LiveId" clId="{C191A271-5AB5-4229-AE14-FA6CEE75A23B}" dt="2023-06-21T11:56:33.545" v="639" actId="2696"/>
        <pc:sldMkLst>
          <pc:docMk/>
          <pc:sldMk cId="2700515200" sldId="333"/>
        </pc:sldMkLst>
        <pc:spChg chg="del">
          <ac:chgData name="Songqing Gu" userId="c4d8cb49210192e2" providerId="LiveId" clId="{C191A271-5AB5-4229-AE14-FA6CEE75A23B}" dt="2023-06-21T11:55:35.850" v="637" actId="478"/>
          <ac:spMkLst>
            <pc:docMk/>
            <pc:sldMk cId="2700515200" sldId="333"/>
            <ac:spMk id="2" creationId="{86319A4A-5280-B405-838F-D7FC4BE4EF01}"/>
          </ac:spMkLst>
        </pc:spChg>
        <pc:spChg chg="del">
          <ac:chgData name="Songqing Gu" userId="c4d8cb49210192e2" providerId="LiveId" clId="{C191A271-5AB5-4229-AE14-FA6CEE75A23B}" dt="2023-06-21T11:55:39.521" v="638" actId="478"/>
          <ac:spMkLst>
            <pc:docMk/>
            <pc:sldMk cId="2700515200" sldId="333"/>
            <ac:spMk id="5" creationId="{E3C8A3DE-C5AD-40F7-3BDA-CA8A3583A814}"/>
          </ac:spMkLst>
        </pc:spChg>
        <pc:spChg chg="del">
          <ac:chgData name="Songqing Gu" userId="c4d8cb49210192e2" providerId="LiveId" clId="{C191A271-5AB5-4229-AE14-FA6CEE75A23B}" dt="2023-06-21T11:55:39.521" v="638" actId="478"/>
          <ac:spMkLst>
            <pc:docMk/>
            <pc:sldMk cId="2700515200" sldId="333"/>
            <ac:spMk id="7" creationId="{705F9686-73AC-DA12-0592-F43855B40D7D}"/>
          </ac:spMkLst>
        </pc:spChg>
      </pc:sldChg>
      <pc:sldChg chg="delSp modSp add mod">
        <pc:chgData name="Songqing Gu" userId="c4d8cb49210192e2" providerId="LiveId" clId="{C191A271-5AB5-4229-AE14-FA6CEE75A23B}" dt="2023-06-24T03:48:53.643" v="771" actId="207"/>
        <pc:sldMkLst>
          <pc:docMk/>
          <pc:sldMk cId="2183626951" sldId="334"/>
        </pc:sldMkLst>
        <pc:spChg chg="mod">
          <ac:chgData name="Songqing Gu" userId="c4d8cb49210192e2" providerId="LiveId" clId="{C191A271-5AB5-4229-AE14-FA6CEE75A23B}" dt="2023-06-24T03:48:14.750" v="762" actId="1076"/>
          <ac:spMkLst>
            <pc:docMk/>
            <pc:sldMk cId="2183626951" sldId="334"/>
            <ac:spMk id="3" creationId="{00000000-0000-0000-0000-000000000000}"/>
          </ac:spMkLst>
        </pc:spChg>
        <pc:spChg chg="del">
          <ac:chgData name="Songqing Gu" userId="c4d8cb49210192e2" providerId="LiveId" clId="{C191A271-5AB5-4229-AE14-FA6CEE75A23B}" dt="2023-06-24T03:47:33.887" v="752" actId="478"/>
          <ac:spMkLst>
            <pc:docMk/>
            <pc:sldMk cId="2183626951" sldId="334"/>
            <ac:spMk id="4" creationId="{00000000-0000-0000-0000-000000000000}"/>
          </ac:spMkLst>
        </pc:spChg>
        <pc:spChg chg="mod">
          <ac:chgData name="Songqing Gu" userId="c4d8cb49210192e2" providerId="LiveId" clId="{C191A271-5AB5-4229-AE14-FA6CEE75A23B}" dt="2023-06-24T03:48:14.750" v="762" actId="1076"/>
          <ac:spMkLst>
            <pc:docMk/>
            <pc:sldMk cId="2183626951" sldId="334"/>
            <ac:spMk id="5" creationId="{00000000-0000-0000-0000-000000000000}"/>
          </ac:spMkLst>
        </pc:spChg>
        <pc:spChg chg="mod">
          <ac:chgData name="Songqing Gu" userId="c4d8cb49210192e2" providerId="LiveId" clId="{C191A271-5AB5-4229-AE14-FA6CEE75A23B}" dt="2023-06-24T03:48:14.750" v="762" actId="1076"/>
          <ac:spMkLst>
            <pc:docMk/>
            <pc:sldMk cId="2183626951" sldId="334"/>
            <ac:spMk id="6" creationId="{00000000-0000-0000-0000-000000000000}"/>
          </ac:spMkLst>
        </pc:spChg>
        <pc:spChg chg="del">
          <ac:chgData name="Songqing Gu" userId="c4d8cb49210192e2" providerId="LiveId" clId="{C191A271-5AB5-4229-AE14-FA6CEE75A23B}" dt="2023-06-24T03:47:38.291" v="753" actId="478"/>
          <ac:spMkLst>
            <pc:docMk/>
            <pc:sldMk cId="2183626951" sldId="334"/>
            <ac:spMk id="7" creationId="{00000000-0000-0000-0000-000000000000}"/>
          </ac:spMkLst>
        </pc:spChg>
        <pc:spChg chg="mod">
          <ac:chgData name="Songqing Gu" userId="c4d8cb49210192e2" providerId="LiveId" clId="{C191A271-5AB5-4229-AE14-FA6CEE75A23B}" dt="2023-06-24T03:48:14.750" v="762" actId="1076"/>
          <ac:spMkLst>
            <pc:docMk/>
            <pc:sldMk cId="2183626951" sldId="334"/>
            <ac:spMk id="8" creationId="{00000000-0000-0000-0000-000000000000}"/>
          </ac:spMkLst>
        </pc:spChg>
        <pc:spChg chg="mod">
          <ac:chgData name="Songqing Gu" userId="c4d8cb49210192e2" providerId="LiveId" clId="{C191A271-5AB5-4229-AE14-FA6CEE75A23B}" dt="2023-06-24T03:48:14.750" v="762" actId="1076"/>
          <ac:spMkLst>
            <pc:docMk/>
            <pc:sldMk cId="2183626951" sldId="334"/>
            <ac:spMk id="9" creationId="{00000000-0000-0000-0000-000000000000}"/>
          </ac:spMkLst>
        </pc:spChg>
        <pc:spChg chg="mod">
          <ac:chgData name="Songqing Gu" userId="c4d8cb49210192e2" providerId="LiveId" clId="{C191A271-5AB5-4229-AE14-FA6CEE75A23B}" dt="2023-06-24T03:48:14.750" v="762" actId="1076"/>
          <ac:spMkLst>
            <pc:docMk/>
            <pc:sldMk cId="2183626951" sldId="334"/>
            <ac:spMk id="10" creationId="{00000000-0000-0000-0000-000000000000}"/>
          </ac:spMkLst>
        </pc:spChg>
        <pc:spChg chg="mod">
          <ac:chgData name="Songqing Gu" userId="c4d8cb49210192e2" providerId="LiveId" clId="{C191A271-5AB5-4229-AE14-FA6CEE75A23B}" dt="2023-06-24T03:48:14.750" v="762" actId="1076"/>
          <ac:spMkLst>
            <pc:docMk/>
            <pc:sldMk cId="2183626951" sldId="334"/>
            <ac:spMk id="11" creationId="{00000000-0000-0000-0000-000000000000}"/>
          </ac:spMkLst>
        </pc:spChg>
        <pc:spChg chg="del">
          <ac:chgData name="Songqing Gu" userId="c4d8cb49210192e2" providerId="LiveId" clId="{C191A271-5AB5-4229-AE14-FA6CEE75A23B}" dt="2023-06-24T03:48:01.126" v="760" actId="478"/>
          <ac:spMkLst>
            <pc:docMk/>
            <pc:sldMk cId="2183626951" sldId="334"/>
            <ac:spMk id="12" creationId="{00000000-0000-0000-0000-000000000000}"/>
          </ac:spMkLst>
        </pc:spChg>
        <pc:spChg chg="mod">
          <ac:chgData name="Songqing Gu" userId="c4d8cb49210192e2" providerId="LiveId" clId="{C191A271-5AB5-4229-AE14-FA6CEE75A23B}" dt="2023-06-24T03:48:53.643" v="771" actId="207"/>
          <ac:spMkLst>
            <pc:docMk/>
            <pc:sldMk cId="2183626951" sldId="334"/>
            <ac:spMk id="13" creationId="{00000000-0000-0000-0000-000000000000}"/>
          </ac:spMkLst>
        </pc:spChg>
        <pc:spChg chg="del">
          <ac:chgData name="Songqing Gu" userId="c4d8cb49210192e2" providerId="LiveId" clId="{C191A271-5AB5-4229-AE14-FA6CEE75A23B}" dt="2023-06-24T03:47:26.245" v="751" actId="478"/>
          <ac:spMkLst>
            <pc:docMk/>
            <pc:sldMk cId="2183626951" sldId="334"/>
            <ac:spMk id="17" creationId="{00000000-0000-0000-0000-000000000000}"/>
          </ac:spMkLst>
        </pc:spChg>
        <pc:spChg chg="mod">
          <ac:chgData name="Songqing Gu" userId="c4d8cb49210192e2" providerId="LiveId" clId="{C191A271-5AB5-4229-AE14-FA6CEE75A23B}" dt="2023-06-24T03:48:14.750" v="762" actId="1076"/>
          <ac:spMkLst>
            <pc:docMk/>
            <pc:sldMk cId="2183626951" sldId="334"/>
            <ac:spMk id="21" creationId="{00000000-0000-0000-0000-000000000000}"/>
          </ac:spMkLst>
        </pc:spChg>
      </pc:sldChg>
      <pc:sldChg chg="addSp delSp modSp add mod">
        <pc:chgData name="Songqing Gu" userId="c4d8cb49210192e2" providerId="LiveId" clId="{C191A271-5AB5-4229-AE14-FA6CEE75A23B}" dt="2023-06-25T03:36:41.029" v="847" actId="1076"/>
        <pc:sldMkLst>
          <pc:docMk/>
          <pc:sldMk cId="346844552" sldId="335"/>
        </pc:sldMkLst>
        <pc:spChg chg="mod">
          <ac:chgData name="Songqing Gu" userId="c4d8cb49210192e2" providerId="LiveId" clId="{C191A271-5AB5-4229-AE14-FA6CEE75A23B}" dt="2023-06-25T03:36:41.029" v="847" actId="1076"/>
          <ac:spMkLst>
            <pc:docMk/>
            <pc:sldMk cId="346844552" sldId="335"/>
            <ac:spMk id="2" creationId="{00000000-0000-0000-0000-000000000000}"/>
          </ac:spMkLst>
        </pc:spChg>
        <pc:spChg chg="add mod">
          <ac:chgData name="Songqing Gu" userId="c4d8cb49210192e2" providerId="LiveId" clId="{C191A271-5AB5-4229-AE14-FA6CEE75A23B}" dt="2023-06-25T03:36:27.829" v="846" actId="1076"/>
          <ac:spMkLst>
            <pc:docMk/>
            <pc:sldMk cId="346844552" sldId="335"/>
            <ac:spMk id="4" creationId="{530ABFEE-B760-0814-764C-D87901156DFA}"/>
          </ac:spMkLst>
        </pc:spChg>
        <pc:picChg chg="del">
          <ac:chgData name="Songqing Gu" userId="c4d8cb49210192e2" providerId="LiveId" clId="{C191A271-5AB5-4229-AE14-FA6CEE75A23B}" dt="2023-06-25T03:36:20.390" v="843" actId="478"/>
          <ac:picMkLst>
            <pc:docMk/>
            <pc:sldMk cId="346844552" sldId="335"/>
            <ac:picMk id="5" creationId="{00000000-0000-0000-0000-000000000000}"/>
          </ac:picMkLst>
        </pc:picChg>
      </pc:sldChg>
      <pc:sldChg chg="delSp modSp add mod ord">
        <pc:chgData name="Songqing Gu" userId="c4d8cb49210192e2" providerId="LiveId" clId="{C191A271-5AB5-4229-AE14-FA6CEE75A23B}" dt="2023-07-05T12:10:24.456" v="877"/>
        <pc:sldMkLst>
          <pc:docMk/>
          <pc:sldMk cId="1524033290" sldId="336"/>
        </pc:sldMkLst>
        <pc:spChg chg="del">
          <ac:chgData name="Songqing Gu" userId="c4d8cb49210192e2" providerId="LiveId" clId="{C191A271-5AB5-4229-AE14-FA6CEE75A23B}" dt="2023-07-05T12:10:07.605" v="875" actId="478"/>
          <ac:spMkLst>
            <pc:docMk/>
            <pc:sldMk cId="1524033290" sldId="336"/>
            <ac:spMk id="2" creationId="{F040BEA1-1315-2361-0B35-FE3CFE2E71AC}"/>
          </ac:spMkLst>
        </pc:spChg>
        <pc:spChg chg="mod">
          <ac:chgData name="Songqing Gu" userId="c4d8cb49210192e2" providerId="LiveId" clId="{C191A271-5AB5-4229-AE14-FA6CEE75A23B}" dt="2023-07-05T12:10:01.544" v="874" actId="20577"/>
          <ac:spMkLst>
            <pc:docMk/>
            <pc:sldMk cId="1524033290" sldId="336"/>
            <ac:spMk id="3" creationId="{31DBEC4D-2432-9FC8-5F86-144363FEB1A0}"/>
          </ac:spMkLst>
        </pc:spChg>
        <pc:spChg chg="del">
          <ac:chgData name="Songqing Gu" userId="c4d8cb49210192e2" providerId="LiveId" clId="{C191A271-5AB5-4229-AE14-FA6CEE75A23B}" dt="2023-07-05T12:10:07.605" v="875" actId="478"/>
          <ac:spMkLst>
            <pc:docMk/>
            <pc:sldMk cId="1524033290" sldId="336"/>
            <ac:spMk id="5" creationId="{C28636E6-0D79-98EA-CD95-F12CC858AB6C}"/>
          </ac:spMkLst>
        </pc:spChg>
      </pc:sldChg>
      <pc:sldChg chg="delSp modSp add mod">
        <pc:chgData name="Songqing Gu" userId="c4d8cb49210192e2" providerId="LiveId" clId="{C191A271-5AB5-4229-AE14-FA6CEE75A23B}" dt="2023-07-05T12:13:45.417" v="896" actId="1076"/>
        <pc:sldMkLst>
          <pc:docMk/>
          <pc:sldMk cId="2021573735" sldId="337"/>
        </pc:sldMkLst>
        <pc:picChg chg="del">
          <ac:chgData name="Songqing Gu" userId="c4d8cb49210192e2" providerId="LiveId" clId="{C191A271-5AB5-4229-AE14-FA6CEE75A23B}" dt="2023-07-05T12:13:43.366" v="895" actId="478"/>
          <ac:picMkLst>
            <pc:docMk/>
            <pc:sldMk cId="2021573735" sldId="337"/>
            <ac:picMk id="5" creationId="{00000000-0000-0000-0000-000000000000}"/>
          </ac:picMkLst>
        </pc:picChg>
        <pc:picChg chg="mod">
          <ac:chgData name="Songqing Gu" userId="c4d8cb49210192e2" providerId="LiveId" clId="{C191A271-5AB5-4229-AE14-FA6CEE75A23B}" dt="2023-07-05T12:13:45.417" v="896" actId="1076"/>
          <ac:picMkLst>
            <pc:docMk/>
            <pc:sldMk cId="2021573735" sldId="337"/>
            <ac:picMk id="6" creationId="{00000000-0000-0000-0000-000000000000}"/>
          </ac:picMkLst>
        </pc:picChg>
      </pc:sldChg>
    </pc:docChg>
  </pc:docChgLst>
  <pc:docChgLst>
    <pc:chgData name="Songqing" userId="c4d8cb49210192e2" providerId="LiveId" clId="{2CCF44AC-68C1-460D-B27E-4124DEEB5AF3}"/>
    <pc:docChg chg="modSld">
      <pc:chgData name="Songqing" userId="c4d8cb49210192e2" providerId="LiveId" clId="{2CCF44AC-68C1-460D-B27E-4124DEEB5AF3}" dt="2023-08-15T09:02:15.071" v="19" actId="20577"/>
      <pc:docMkLst>
        <pc:docMk/>
      </pc:docMkLst>
      <pc:sldChg chg="modSp mod">
        <pc:chgData name="Songqing" userId="c4d8cb49210192e2" providerId="LiveId" clId="{2CCF44AC-68C1-460D-B27E-4124DEEB5AF3}" dt="2023-08-13T13:50:29.873" v="6" actId="207"/>
        <pc:sldMkLst>
          <pc:docMk/>
          <pc:sldMk cId="243240403" sldId="264"/>
        </pc:sldMkLst>
        <pc:spChg chg="mod">
          <ac:chgData name="Songqing" userId="c4d8cb49210192e2" providerId="LiveId" clId="{2CCF44AC-68C1-460D-B27E-4124DEEB5AF3}" dt="2023-08-13T13:50:16.148" v="1" actId="207"/>
          <ac:spMkLst>
            <pc:docMk/>
            <pc:sldMk cId="243240403" sldId="264"/>
            <ac:spMk id="2" creationId="{00000000-0000-0000-0000-000000000000}"/>
          </ac:spMkLst>
        </pc:spChg>
        <pc:spChg chg="mod">
          <ac:chgData name="Songqing" userId="c4d8cb49210192e2" providerId="LiveId" clId="{2CCF44AC-68C1-460D-B27E-4124DEEB5AF3}" dt="2023-08-13T13:50:29.873" v="6" actId="207"/>
          <ac:spMkLst>
            <pc:docMk/>
            <pc:sldMk cId="243240403" sldId="264"/>
            <ac:spMk id="3" creationId="{00000000-0000-0000-0000-000000000000}"/>
          </ac:spMkLst>
        </pc:spChg>
      </pc:sldChg>
      <pc:sldChg chg="modSp mod">
        <pc:chgData name="Songqing" userId="c4d8cb49210192e2" providerId="LiveId" clId="{2CCF44AC-68C1-460D-B27E-4124DEEB5AF3}" dt="2023-08-15T09:02:15.071" v="19" actId="20577"/>
        <pc:sldMkLst>
          <pc:docMk/>
          <pc:sldMk cId="1243758571" sldId="297"/>
        </pc:sldMkLst>
        <pc:spChg chg="mod">
          <ac:chgData name="Songqing" userId="c4d8cb49210192e2" providerId="LiveId" clId="{2CCF44AC-68C1-460D-B27E-4124DEEB5AF3}" dt="2023-08-15T09:02:15.071" v="19" actId="20577"/>
          <ac:spMkLst>
            <pc:docMk/>
            <pc:sldMk cId="1243758571" sldId="297"/>
            <ac:spMk id="2" creationId="{00000000-0000-0000-0000-000000000000}"/>
          </ac:spMkLst>
        </pc:spChg>
      </pc:sldChg>
    </pc:docChg>
  </pc:docChgLst>
  <pc:docChgLst>
    <pc:chgData name="Songqing Gu" userId="c4d8cb49210192e2" providerId="LiveId" clId="{EBF904A9-E592-45C9-B51C-4D1A1AFAEAF3}"/>
    <pc:docChg chg="custSel addSld modSld sldOrd modSection">
      <pc:chgData name="Songqing Gu" userId="c4d8cb49210192e2" providerId="LiveId" clId="{EBF904A9-E592-45C9-B51C-4D1A1AFAEAF3}" dt="2023-07-16T03:55:59.596" v="64" actId="1076"/>
      <pc:docMkLst>
        <pc:docMk/>
      </pc:docMkLst>
      <pc:sldChg chg="modSp mod">
        <pc:chgData name="Songqing Gu" userId="c4d8cb49210192e2" providerId="LiveId" clId="{EBF904A9-E592-45C9-B51C-4D1A1AFAEAF3}" dt="2023-07-11T08:25:09.489" v="8" actId="14100"/>
        <pc:sldMkLst>
          <pc:docMk/>
          <pc:sldMk cId="609919158" sldId="329"/>
        </pc:sldMkLst>
        <pc:spChg chg="mod">
          <ac:chgData name="Songqing Gu" userId="c4d8cb49210192e2" providerId="LiveId" clId="{EBF904A9-E592-45C9-B51C-4D1A1AFAEAF3}" dt="2023-07-11T08:25:09.489" v="8" actId="14100"/>
          <ac:spMkLst>
            <pc:docMk/>
            <pc:sldMk cId="609919158" sldId="329"/>
            <ac:spMk id="3" creationId="{31DBEC4D-2432-9FC8-5F86-144363FEB1A0}"/>
          </ac:spMkLst>
        </pc:spChg>
      </pc:sldChg>
      <pc:sldChg chg="delSp modSp mod ord">
        <pc:chgData name="Songqing Gu" userId="c4d8cb49210192e2" providerId="LiveId" clId="{EBF904A9-E592-45C9-B51C-4D1A1AFAEAF3}" dt="2023-07-16T03:49:16.583" v="27" actId="478"/>
        <pc:sldMkLst>
          <pc:docMk/>
          <pc:sldMk cId="346844552" sldId="335"/>
        </pc:sldMkLst>
        <pc:spChg chg="mod">
          <ac:chgData name="Songqing Gu" userId="c4d8cb49210192e2" providerId="LiveId" clId="{EBF904A9-E592-45C9-B51C-4D1A1AFAEAF3}" dt="2023-07-16T03:49:13.365" v="25" actId="1076"/>
          <ac:spMkLst>
            <pc:docMk/>
            <pc:sldMk cId="346844552" sldId="335"/>
            <ac:spMk id="2" creationId="{00000000-0000-0000-0000-000000000000}"/>
          </ac:spMkLst>
        </pc:spChg>
        <pc:spChg chg="del mod">
          <ac:chgData name="Songqing Gu" userId="c4d8cb49210192e2" providerId="LiveId" clId="{EBF904A9-E592-45C9-B51C-4D1A1AFAEAF3}" dt="2023-07-16T03:49:16.583" v="27" actId="478"/>
          <ac:spMkLst>
            <pc:docMk/>
            <pc:sldMk cId="346844552" sldId="335"/>
            <ac:spMk id="4" creationId="{530ABFEE-B760-0814-764C-D87901156DFA}"/>
          </ac:spMkLst>
        </pc:spChg>
      </pc:sldChg>
      <pc:sldChg chg="addSp delSp modSp add mod">
        <pc:chgData name="Songqing Gu" userId="c4d8cb49210192e2" providerId="LiveId" clId="{EBF904A9-E592-45C9-B51C-4D1A1AFAEAF3}" dt="2023-07-16T03:55:59.596" v="64" actId="1076"/>
        <pc:sldMkLst>
          <pc:docMk/>
          <pc:sldMk cId="1176550650" sldId="338"/>
        </pc:sldMkLst>
        <pc:spChg chg="mod">
          <ac:chgData name="Songqing Gu" userId="c4d8cb49210192e2" providerId="LiveId" clId="{EBF904A9-E592-45C9-B51C-4D1A1AFAEAF3}" dt="2023-07-16T03:48:10.210" v="14" actId="1076"/>
          <ac:spMkLst>
            <pc:docMk/>
            <pc:sldMk cId="1176550650" sldId="338"/>
            <ac:spMk id="2" creationId="{00000000-0000-0000-0000-000000000000}"/>
          </ac:spMkLst>
        </pc:spChg>
        <pc:spChg chg="del">
          <ac:chgData name="Songqing Gu" userId="c4d8cb49210192e2" providerId="LiveId" clId="{EBF904A9-E592-45C9-B51C-4D1A1AFAEAF3}" dt="2023-07-16T03:48:04.553" v="13" actId="478"/>
          <ac:spMkLst>
            <pc:docMk/>
            <pc:sldMk cId="1176550650" sldId="338"/>
            <ac:spMk id="4" creationId="{530ABFEE-B760-0814-764C-D87901156DFA}"/>
          </ac:spMkLst>
        </pc:spChg>
        <pc:spChg chg="add mod">
          <ac:chgData name="Songqing Gu" userId="c4d8cb49210192e2" providerId="LiveId" clId="{EBF904A9-E592-45C9-B51C-4D1A1AFAEAF3}" dt="2023-07-16T03:55:46.052" v="60" actId="1076"/>
          <ac:spMkLst>
            <pc:docMk/>
            <pc:sldMk cId="1176550650" sldId="338"/>
            <ac:spMk id="5" creationId="{6DB6DF6A-02C5-59A4-744B-BF6BE5796F9C}"/>
          </ac:spMkLst>
        </pc:spChg>
        <pc:spChg chg="add mod">
          <ac:chgData name="Songqing Gu" userId="c4d8cb49210192e2" providerId="LiveId" clId="{EBF904A9-E592-45C9-B51C-4D1A1AFAEAF3}" dt="2023-07-16T03:55:59.596" v="64" actId="1076"/>
          <ac:spMkLst>
            <pc:docMk/>
            <pc:sldMk cId="1176550650" sldId="338"/>
            <ac:spMk id="6" creationId="{877FCE1A-ABAD-8950-6B11-100C521B8F53}"/>
          </ac:spMkLst>
        </pc:spChg>
        <pc:picChg chg="add mod">
          <ac:chgData name="Songqing Gu" userId="c4d8cb49210192e2" providerId="LiveId" clId="{EBF904A9-E592-45C9-B51C-4D1A1AFAEAF3}" dt="2023-07-16T03:52:32.599" v="31" actId="1076"/>
          <ac:picMkLst>
            <pc:docMk/>
            <pc:sldMk cId="1176550650" sldId="338"/>
            <ac:picMk id="1026" creationId="{4C017E77-E3FB-940A-6F5F-64757BA57FFC}"/>
          </ac:picMkLst>
        </pc:picChg>
      </pc:sldChg>
    </pc:docChg>
  </pc:docChgLst>
  <pc:docChgLst>
    <pc:chgData name="Songqing" userId="c4d8cb49210192e2" providerId="LiveId" clId="{097B142E-C6A6-47DE-B0D9-738B43242677}"/>
    <pc:docChg chg="modSld">
      <pc:chgData name="Songqing" userId="c4d8cb49210192e2" providerId="LiveId" clId="{097B142E-C6A6-47DE-B0D9-738B43242677}" dt="2023-03-22T04:23:16.089" v="21" actId="1038"/>
      <pc:docMkLst>
        <pc:docMk/>
      </pc:docMkLst>
      <pc:sldChg chg="modSp mod">
        <pc:chgData name="Songqing" userId="c4d8cb49210192e2" providerId="LiveId" clId="{097B142E-C6A6-47DE-B0D9-738B43242677}" dt="2023-03-22T04:23:16.089" v="21" actId="1038"/>
        <pc:sldMkLst>
          <pc:docMk/>
          <pc:sldMk cId="2644837690" sldId="298"/>
        </pc:sldMkLst>
        <pc:spChg chg="mod">
          <ac:chgData name="Songqing" userId="c4d8cb49210192e2" providerId="LiveId" clId="{097B142E-C6A6-47DE-B0D9-738B43242677}" dt="2023-03-22T04:23:01.530" v="1" actId="1076"/>
          <ac:spMkLst>
            <pc:docMk/>
            <pc:sldMk cId="2644837690" sldId="298"/>
            <ac:spMk id="3" creationId="{00000000-0000-0000-0000-000000000000}"/>
          </ac:spMkLst>
        </pc:spChg>
        <pc:spChg chg="mod">
          <ac:chgData name="Songqing" userId="c4d8cb49210192e2" providerId="LiveId" clId="{097B142E-C6A6-47DE-B0D9-738B43242677}" dt="2023-03-22T04:23:16.089" v="21" actId="1038"/>
          <ac:spMkLst>
            <pc:docMk/>
            <pc:sldMk cId="2644837690" sldId="298"/>
            <ac:spMk id="4" creationId="{00000000-0000-0000-0000-000000000000}"/>
          </ac:spMkLst>
        </pc:spChg>
        <pc:spChg chg="mod">
          <ac:chgData name="Songqing" userId="c4d8cb49210192e2" providerId="LiveId" clId="{097B142E-C6A6-47DE-B0D9-738B43242677}" dt="2023-03-22T04:22:24.710" v="0" actId="1076"/>
          <ac:spMkLst>
            <pc:docMk/>
            <pc:sldMk cId="2644837690" sldId="298"/>
            <ac:spMk id="6" creationId="{00000000-0000-0000-0000-000000000000}"/>
          </ac:spMkLst>
        </pc:spChg>
      </pc:sldChg>
    </pc:docChg>
  </pc:docChgLst>
  <pc:docChgLst>
    <pc:chgData name="Songqing Gu" userId="c4d8cb49210192e2" providerId="LiveId" clId="{BAF6782F-5876-45E7-8CF0-456A5447CB97}"/>
    <pc:docChg chg="modSld">
      <pc:chgData name="Songqing Gu" userId="c4d8cb49210192e2" providerId="LiveId" clId="{BAF6782F-5876-45E7-8CF0-456A5447CB97}" dt="2023-11-19T12:12:02.123" v="2" actId="1076"/>
      <pc:docMkLst>
        <pc:docMk/>
      </pc:docMkLst>
      <pc:sldChg chg="modSp mod">
        <pc:chgData name="Songqing Gu" userId="c4d8cb49210192e2" providerId="LiveId" clId="{BAF6782F-5876-45E7-8CF0-456A5447CB97}" dt="2023-11-19T12:12:02.123" v="2" actId="1076"/>
        <pc:sldMkLst>
          <pc:docMk/>
          <pc:sldMk cId="1897699973" sldId="314"/>
        </pc:sldMkLst>
        <pc:spChg chg="mod">
          <ac:chgData name="Songqing Gu" userId="c4d8cb49210192e2" providerId="LiveId" clId="{BAF6782F-5876-45E7-8CF0-456A5447CB97}" dt="2023-11-19T12:12:02.123" v="2" actId="1076"/>
          <ac:spMkLst>
            <pc:docMk/>
            <pc:sldMk cId="1897699973" sldId="314"/>
            <ac:spMk id="3" creationId="{00000000-0000-0000-0000-000000000000}"/>
          </ac:spMkLst>
        </pc:spChg>
      </pc:sldChg>
    </pc:docChg>
  </pc:docChgLst>
  <pc:docChgLst>
    <pc:chgData name="Songqing Gu" userId="c4d8cb49210192e2" providerId="LiveId" clId="{0151DE25-E0E2-40CF-A86B-FED7471CE6C0}"/>
    <pc:docChg chg="undo custSel addSld delSld modSld sldOrd modSection">
      <pc:chgData name="Songqing Gu" userId="c4d8cb49210192e2" providerId="LiveId" clId="{0151DE25-E0E2-40CF-A86B-FED7471CE6C0}" dt="2023-11-26T02:39:01.163" v="588" actId="14100"/>
      <pc:docMkLst>
        <pc:docMk/>
      </pc:docMkLst>
      <pc:sldChg chg="del">
        <pc:chgData name="Songqing Gu" userId="c4d8cb49210192e2" providerId="LiveId" clId="{0151DE25-E0E2-40CF-A86B-FED7471CE6C0}" dt="2023-11-19T12:14:55.990" v="0" actId="47"/>
        <pc:sldMkLst>
          <pc:docMk/>
          <pc:sldMk cId="2216314799" sldId="274"/>
        </pc:sldMkLst>
      </pc:sldChg>
      <pc:sldChg chg="del">
        <pc:chgData name="Songqing Gu" userId="c4d8cb49210192e2" providerId="LiveId" clId="{0151DE25-E0E2-40CF-A86B-FED7471CE6C0}" dt="2023-11-19T12:14:55.990" v="0" actId="47"/>
        <pc:sldMkLst>
          <pc:docMk/>
          <pc:sldMk cId="789354427" sldId="285"/>
        </pc:sldMkLst>
      </pc:sldChg>
      <pc:sldChg chg="del">
        <pc:chgData name="Songqing Gu" userId="c4d8cb49210192e2" providerId="LiveId" clId="{0151DE25-E0E2-40CF-A86B-FED7471CE6C0}" dt="2023-11-19T12:14:55.990" v="0" actId="47"/>
        <pc:sldMkLst>
          <pc:docMk/>
          <pc:sldMk cId="2686819680" sldId="288"/>
        </pc:sldMkLst>
      </pc:sldChg>
      <pc:sldChg chg="delSp modSp del mod">
        <pc:chgData name="Songqing Gu" userId="c4d8cb49210192e2" providerId="LiveId" clId="{0151DE25-E0E2-40CF-A86B-FED7471CE6C0}" dt="2023-11-23T13:06:51.182" v="102" actId="2696"/>
        <pc:sldMkLst>
          <pc:docMk/>
          <pc:sldMk cId="3644665972" sldId="291"/>
        </pc:sldMkLst>
        <pc:spChg chg="mod">
          <ac:chgData name="Songqing Gu" userId="c4d8cb49210192e2" providerId="LiveId" clId="{0151DE25-E0E2-40CF-A86B-FED7471CE6C0}" dt="2023-11-23T13:01:26.869" v="64" actId="1076"/>
          <ac:spMkLst>
            <pc:docMk/>
            <pc:sldMk cId="3644665972" sldId="291"/>
            <ac:spMk id="3" creationId="{00000000-0000-0000-0000-000000000000}"/>
          </ac:spMkLst>
        </pc:spChg>
        <pc:spChg chg="mod">
          <ac:chgData name="Songqing Gu" userId="c4d8cb49210192e2" providerId="LiveId" clId="{0151DE25-E0E2-40CF-A86B-FED7471CE6C0}" dt="2023-11-23T13:01:26.869" v="64" actId="1076"/>
          <ac:spMkLst>
            <pc:docMk/>
            <pc:sldMk cId="3644665972" sldId="291"/>
            <ac:spMk id="4" creationId="{00000000-0000-0000-0000-000000000000}"/>
          </ac:spMkLst>
        </pc:spChg>
        <pc:spChg chg="mod">
          <ac:chgData name="Songqing Gu" userId="c4d8cb49210192e2" providerId="LiveId" clId="{0151DE25-E0E2-40CF-A86B-FED7471CE6C0}" dt="2023-11-23T13:01:26.869" v="64" actId="1076"/>
          <ac:spMkLst>
            <pc:docMk/>
            <pc:sldMk cId="3644665972" sldId="291"/>
            <ac:spMk id="5" creationId="{00000000-0000-0000-0000-000000000000}"/>
          </ac:spMkLst>
        </pc:spChg>
        <pc:spChg chg="mod">
          <ac:chgData name="Songqing Gu" userId="c4d8cb49210192e2" providerId="LiveId" clId="{0151DE25-E0E2-40CF-A86B-FED7471CE6C0}" dt="2023-11-23T13:01:26.869" v="64" actId="1076"/>
          <ac:spMkLst>
            <pc:docMk/>
            <pc:sldMk cId="3644665972" sldId="291"/>
            <ac:spMk id="6" creationId="{00000000-0000-0000-0000-000000000000}"/>
          </ac:spMkLst>
        </pc:spChg>
        <pc:spChg chg="mod">
          <ac:chgData name="Songqing Gu" userId="c4d8cb49210192e2" providerId="LiveId" clId="{0151DE25-E0E2-40CF-A86B-FED7471CE6C0}" dt="2023-11-23T13:01:26.869" v="64" actId="1076"/>
          <ac:spMkLst>
            <pc:docMk/>
            <pc:sldMk cId="3644665972" sldId="291"/>
            <ac:spMk id="7" creationId="{00000000-0000-0000-0000-000000000000}"/>
          </ac:spMkLst>
        </pc:spChg>
        <pc:spChg chg="mod">
          <ac:chgData name="Songqing Gu" userId="c4d8cb49210192e2" providerId="LiveId" clId="{0151DE25-E0E2-40CF-A86B-FED7471CE6C0}" dt="2023-11-23T13:01:26.869" v="64" actId="1076"/>
          <ac:spMkLst>
            <pc:docMk/>
            <pc:sldMk cId="3644665972" sldId="291"/>
            <ac:spMk id="8" creationId="{00000000-0000-0000-0000-000000000000}"/>
          </ac:spMkLst>
        </pc:spChg>
        <pc:spChg chg="mod">
          <ac:chgData name="Songqing Gu" userId="c4d8cb49210192e2" providerId="LiveId" clId="{0151DE25-E0E2-40CF-A86B-FED7471CE6C0}" dt="2023-11-23T13:01:26.869" v="64" actId="1076"/>
          <ac:spMkLst>
            <pc:docMk/>
            <pc:sldMk cId="3644665972" sldId="291"/>
            <ac:spMk id="9" creationId="{00000000-0000-0000-0000-000000000000}"/>
          </ac:spMkLst>
        </pc:spChg>
        <pc:spChg chg="mod">
          <ac:chgData name="Songqing Gu" userId="c4d8cb49210192e2" providerId="LiveId" clId="{0151DE25-E0E2-40CF-A86B-FED7471CE6C0}" dt="2023-11-23T13:01:26.869" v="64" actId="1076"/>
          <ac:spMkLst>
            <pc:docMk/>
            <pc:sldMk cId="3644665972" sldId="291"/>
            <ac:spMk id="10" creationId="{00000000-0000-0000-0000-000000000000}"/>
          </ac:spMkLst>
        </pc:spChg>
        <pc:spChg chg="mod">
          <ac:chgData name="Songqing Gu" userId="c4d8cb49210192e2" providerId="LiveId" clId="{0151DE25-E0E2-40CF-A86B-FED7471CE6C0}" dt="2023-11-23T13:01:26.869" v="64" actId="1076"/>
          <ac:spMkLst>
            <pc:docMk/>
            <pc:sldMk cId="3644665972" sldId="291"/>
            <ac:spMk id="11" creationId="{00000000-0000-0000-0000-000000000000}"/>
          </ac:spMkLst>
        </pc:spChg>
        <pc:spChg chg="mod">
          <ac:chgData name="Songqing Gu" userId="c4d8cb49210192e2" providerId="LiveId" clId="{0151DE25-E0E2-40CF-A86B-FED7471CE6C0}" dt="2023-11-23T13:01:26.869" v="64" actId="1076"/>
          <ac:spMkLst>
            <pc:docMk/>
            <pc:sldMk cId="3644665972" sldId="291"/>
            <ac:spMk id="12" creationId="{00000000-0000-0000-0000-000000000000}"/>
          </ac:spMkLst>
        </pc:spChg>
        <pc:spChg chg="mod">
          <ac:chgData name="Songqing Gu" userId="c4d8cb49210192e2" providerId="LiveId" clId="{0151DE25-E0E2-40CF-A86B-FED7471CE6C0}" dt="2023-11-23T13:01:26.869" v="64" actId="1076"/>
          <ac:spMkLst>
            <pc:docMk/>
            <pc:sldMk cId="3644665972" sldId="291"/>
            <ac:spMk id="13" creationId="{00000000-0000-0000-0000-000000000000}"/>
          </ac:spMkLst>
        </pc:spChg>
        <pc:spChg chg="del">
          <ac:chgData name="Songqing Gu" userId="c4d8cb49210192e2" providerId="LiveId" clId="{0151DE25-E0E2-40CF-A86B-FED7471CE6C0}" dt="2023-11-23T13:01:12.082" v="63" actId="478"/>
          <ac:spMkLst>
            <pc:docMk/>
            <pc:sldMk cId="3644665972" sldId="291"/>
            <ac:spMk id="17" creationId="{00000000-0000-0000-0000-000000000000}"/>
          </ac:spMkLst>
        </pc:spChg>
        <pc:spChg chg="mod">
          <ac:chgData name="Songqing Gu" userId="c4d8cb49210192e2" providerId="LiveId" clId="{0151DE25-E0E2-40CF-A86B-FED7471CE6C0}" dt="2023-11-23T13:02:41.149" v="70" actId="207"/>
          <ac:spMkLst>
            <pc:docMk/>
            <pc:sldMk cId="3644665972" sldId="291"/>
            <ac:spMk id="24" creationId="{336D879C-737D-F179-DCC2-DCA71B581F9B}"/>
          </ac:spMkLst>
        </pc:spChg>
      </pc:sldChg>
      <pc:sldChg chg="del">
        <pc:chgData name="Songqing Gu" userId="c4d8cb49210192e2" providerId="LiveId" clId="{0151DE25-E0E2-40CF-A86B-FED7471CE6C0}" dt="2023-11-19T12:14:55.990" v="0" actId="47"/>
        <pc:sldMkLst>
          <pc:docMk/>
          <pc:sldMk cId="1030084157" sldId="293"/>
        </pc:sldMkLst>
      </pc:sldChg>
      <pc:sldChg chg="del">
        <pc:chgData name="Songqing Gu" userId="c4d8cb49210192e2" providerId="LiveId" clId="{0151DE25-E0E2-40CF-A86B-FED7471CE6C0}" dt="2023-11-19T12:14:55.990" v="0" actId="47"/>
        <pc:sldMkLst>
          <pc:docMk/>
          <pc:sldMk cId="3638558092" sldId="295"/>
        </pc:sldMkLst>
      </pc:sldChg>
      <pc:sldChg chg="del">
        <pc:chgData name="Songqing Gu" userId="c4d8cb49210192e2" providerId="LiveId" clId="{0151DE25-E0E2-40CF-A86B-FED7471CE6C0}" dt="2023-11-19T12:14:55.990" v="0" actId="47"/>
        <pc:sldMkLst>
          <pc:docMk/>
          <pc:sldMk cId="3799275039" sldId="296"/>
        </pc:sldMkLst>
      </pc:sldChg>
      <pc:sldChg chg="del">
        <pc:chgData name="Songqing Gu" userId="c4d8cb49210192e2" providerId="LiveId" clId="{0151DE25-E0E2-40CF-A86B-FED7471CE6C0}" dt="2023-11-19T12:14:55.990" v="0" actId="47"/>
        <pc:sldMkLst>
          <pc:docMk/>
          <pc:sldMk cId="1243758571" sldId="297"/>
        </pc:sldMkLst>
      </pc:sldChg>
      <pc:sldChg chg="del">
        <pc:chgData name="Songqing Gu" userId="c4d8cb49210192e2" providerId="LiveId" clId="{0151DE25-E0E2-40CF-A86B-FED7471CE6C0}" dt="2023-11-19T12:14:55.990" v="0" actId="47"/>
        <pc:sldMkLst>
          <pc:docMk/>
          <pc:sldMk cId="2644837690" sldId="298"/>
        </pc:sldMkLst>
      </pc:sldChg>
      <pc:sldChg chg="del">
        <pc:chgData name="Songqing Gu" userId="c4d8cb49210192e2" providerId="LiveId" clId="{0151DE25-E0E2-40CF-A86B-FED7471CE6C0}" dt="2023-11-19T12:14:55.990" v="0" actId="47"/>
        <pc:sldMkLst>
          <pc:docMk/>
          <pc:sldMk cId="3342963659" sldId="299"/>
        </pc:sldMkLst>
      </pc:sldChg>
      <pc:sldChg chg="del">
        <pc:chgData name="Songqing Gu" userId="c4d8cb49210192e2" providerId="LiveId" clId="{0151DE25-E0E2-40CF-A86B-FED7471CE6C0}" dt="2023-11-19T12:14:55.990" v="0" actId="47"/>
        <pc:sldMkLst>
          <pc:docMk/>
          <pc:sldMk cId="661429300" sldId="300"/>
        </pc:sldMkLst>
      </pc:sldChg>
      <pc:sldChg chg="del">
        <pc:chgData name="Songqing Gu" userId="c4d8cb49210192e2" providerId="LiveId" clId="{0151DE25-E0E2-40CF-A86B-FED7471CE6C0}" dt="2023-11-19T12:14:55.990" v="0" actId="47"/>
        <pc:sldMkLst>
          <pc:docMk/>
          <pc:sldMk cId="1939562636" sldId="301"/>
        </pc:sldMkLst>
      </pc:sldChg>
      <pc:sldChg chg="del">
        <pc:chgData name="Songqing Gu" userId="c4d8cb49210192e2" providerId="LiveId" clId="{0151DE25-E0E2-40CF-A86B-FED7471CE6C0}" dt="2023-11-19T12:14:55.990" v="0" actId="47"/>
        <pc:sldMkLst>
          <pc:docMk/>
          <pc:sldMk cId="200091612" sldId="302"/>
        </pc:sldMkLst>
      </pc:sldChg>
      <pc:sldChg chg="addSp delSp modSp mod ord">
        <pc:chgData name="Songqing Gu" userId="c4d8cb49210192e2" providerId="LiveId" clId="{0151DE25-E0E2-40CF-A86B-FED7471CE6C0}" dt="2023-11-23T13:22:11.777" v="215" actId="1076"/>
        <pc:sldMkLst>
          <pc:docMk/>
          <pc:sldMk cId="4051393773" sldId="303"/>
        </pc:sldMkLst>
        <pc:spChg chg="del mod">
          <ac:chgData name="Songqing Gu" userId="c4d8cb49210192e2" providerId="LiveId" clId="{0151DE25-E0E2-40CF-A86B-FED7471CE6C0}" dt="2023-11-23T13:22:00.158" v="213" actId="478"/>
          <ac:spMkLst>
            <pc:docMk/>
            <pc:sldMk cId="4051393773" sldId="303"/>
            <ac:spMk id="2" creationId="{00000000-0000-0000-0000-000000000000}"/>
          </ac:spMkLst>
        </pc:spChg>
        <pc:spChg chg="add mod ord">
          <ac:chgData name="Songqing Gu" userId="c4d8cb49210192e2" providerId="LiveId" clId="{0151DE25-E0E2-40CF-A86B-FED7471CE6C0}" dt="2023-11-23T13:22:11.777" v="215" actId="1076"/>
          <ac:spMkLst>
            <pc:docMk/>
            <pc:sldMk cId="4051393773" sldId="303"/>
            <ac:spMk id="3" creationId="{D9C37479-BE15-9E1C-7734-5F407AD8E991}"/>
          </ac:spMkLst>
        </pc:spChg>
        <pc:spChg chg="add mod">
          <ac:chgData name="Songqing Gu" userId="c4d8cb49210192e2" providerId="LiveId" clId="{0151DE25-E0E2-40CF-A86B-FED7471CE6C0}" dt="2023-11-23T13:22:11.777" v="215" actId="1076"/>
          <ac:spMkLst>
            <pc:docMk/>
            <pc:sldMk cId="4051393773" sldId="303"/>
            <ac:spMk id="4" creationId="{0AD620B8-A8EB-D3E2-6051-25CDEAAA8859}"/>
          </ac:spMkLst>
        </pc:spChg>
        <pc:spChg chg="add del mod">
          <ac:chgData name="Songqing Gu" userId="c4d8cb49210192e2" providerId="LiveId" clId="{0151DE25-E0E2-40CF-A86B-FED7471CE6C0}" dt="2023-11-23T13:22:04.090" v="214" actId="478"/>
          <ac:spMkLst>
            <pc:docMk/>
            <pc:sldMk cId="4051393773" sldId="303"/>
            <ac:spMk id="6" creationId="{96F8BABA-0F05-7027-459C-43236CFC65EC}"/>
          </ac:spMkLst>
        </pc:spChg>
        <pc:spChg chg="del mod">
          <ac:chgData name="Songqing Gu" userId="c4d8cb49210192e2" providerId="LiveId" clId="{0151DE25-E0E2-40CF-A86B-FED7471CE6C0}" dt="2023-11-23T13:22:00.158" v="213" actId="478"/>
          <ac:spMkLst>
            <pc:docMk/>
            <pc:sldMk cId="4051393773" sldId="303"/>
            <ac:spMk id="15" creationId="{00000000-0000-0000-0000-000000000000}"/>
          </ac:spMkLst>
        </pc:spChg>
        <pc:spChg chg="mod">
          <ac:chgData name="Songqing Gu" userId="c4d8cb49210192e2" providerId="LiveId" clId="{0151DE25-E0E2-40CF-A86B-FED7471CE6C0}" dt="2023-11-23T13:22:11.777" v="215" actId="1076"/>
          <ac:spMkLst>
            <pc:docMk/>
            <pc:sldMk cId="4051393773" sldId="303"/>
            <ac:spMk id="16" creationId="{00000000-0000-0000-0000-000000000000}"/>
          </ac:spMkLst>
        </pc:spChg>
      </pc:sldChg>
      <pc:sldChg chg="delSp modSp mod">
        <pc:chgData name="Songqing Gu" userId="c4d8cb49210192e2" providerId="LiveId" clId="{0151DE25-E0E2-40CF-A86B-FED7471CE6C0}" dt="2023-11-25T03:49:58.512" v="230" actId="2711"/>
        <pc:sldMkLst>
          <pc:docMk/>
          <pc:sldMk cId="2304226109" sldId="304"/>
        </pc:sldMkLst>
        <pc:spChg chg="mod">
          <ac:chgData name="Songqing Gu" userId="c4d8cb49210192e2" providerId="LiveId" clId="{0151DE25-E0E2-40CF-A86B-FED7471CE6C0}" dt="2023-11-25T03:49:58.512" v="230" actId="2711"/>
          <ac:spMkLst>
            <pc:docMk/>
            <pc:sldMk cId="2304226109" sldId="304"/>
            <ac:spMk id="2" creationId="{00000000-0000-0000-0000-000000000000}"/>
          </ac:spMkLst>
        </pc:spChg>
        <pc:spChg chg="del">
          <ac:chgData name="Songqing Gu" userId="c4d8cb49210192e2" providerId="LiveId" clId="{0151DE25-E0E2-40CF-A86B-FED7471CE6C0}" dt="2023-11-25T03:49:45.668" v="227" actId="478"/>
          <ac:spMkLst>
            <pc:docMk/>
            <pc:sldMk cId="2304226109" sldId="304"/>
            <ac:spMk id="7" creationId="{00000000-0000-0000-0000-000000000000}"/>
          </ac:spMkLst>
        </pc:spChg>
        <pc:picChg chg="del mod">
          <ac:chgData name="Songqing Gu" userId="c4d8cb49210192e2" providerId="LiveId" clId="{0151DE25-E0E2-40CF-A86B-FED7471CE6C0}" dt="2023-11-25T03:49:42.387" v="226" actId="478"/>
          <ac:picMkLst>
            <pc:docMk/>
            <pc:sldMk cId="2304226109" sldId="304"/>
            <ac:picMk id="52" creationId="{00000000-0000-0000-0000-000000000000}"/>
          </ac:picMkLst>
        </pc:picChg>
      </pc:sldChg>
      <pc:sldChg chg="del">
        <pc:chgData name="Songqing Gu" userId="c4d8cb49210192e2" providerId="LiveId" clId="{0151DE25-E0E2-40CF-A86B-FED7471CE6C0}" dt="2023-11-19T12:14:55.990" v="0" actId="47"/>
        <pc:sldMkLst>
          <pc:docMk/>
          <pc:sldMk cId="1863554075" sldId="306"/>
        </pc:sldMkLst>
      </pc:sldChg>
      <pc:sldChg chg="del">
        <pc:chgData name="Songqing Gu" userId="c4d8cb49210192e2" providerId="LiveId" clId="{0151DE25-E0E2-40CF-A86B-FED7471CE6C0}" dt="2023-11-19T12:14:55.990" v="0" actId="47"/>
        <pc:sldMkLst>
          <pc:docMk/>
          <pc:sldMk cId="3692078226" sldId="308"/>
        </pc:sldMkLst>
      </pc:sldChg>
      <pc:sldChg chg="modSp mod">
        <pc:chgData name="Songqing Gu" userId="c4d8cb49210192e2" providerId="LiveId" clId="{0151DE25-E0E2-40CF-A86B-FED7471CE6C0}" dt="2023-11-25T03:55:05.379" v="277" actId="14100"/>
        <pc:sldMkLst>
          <pc:docMk/>
          <pc:sldMk cId="3140796614" sldId="310"/>
        </pc:sldMkLst>
        <pc:spChg chg="mod">
          <ac:chgData name="Songqing Gu" userId="c4d8cb49210192e2" providerId="LiveId" clId="{0151DE25-E0E2-40CF-A86B-FED7471CE6C0}" dt="2023-11-25T03:55:05.379" v="277" actId="14100"/>
          <ac:spMkLst>
            <pc:docMk/>
            <pc:sldMk cId="3140796614" sldId="310"/>
            <ac:spMk id="2" creationId="{00000000-0000-0000-0000-000000000000}"/>
          </ac:spMkLst>
        </pc:spChg>
      </pc:sldChg>
      <pc:sldChg chg="del">
        <pc:chgData name="Songqing Gu" userId="c4d8cb49210192e2" providerId="LiveId" clId="{0151DE25-E0E2-40CF-A86B-FED7471CE6C0}" dt="2023-11-19T12:14:55.990" v="0" actId="47"/>
        <pc:sldMkLst>
          <pc:docMk/>
          <pc:sldMk cId="1733468992" sldId="311"/>
        </pc:sldMkLst>
      </pc:sldChg>
      <pc:sldChg chg="modSp mod">
        <pc:chgData name="Songqing Gu" userId="c4d8cb49210192e2" providerId="LiveId" clId="{0151DE25-E0E2-40CF-A86B-FED7471CE6C0}" dt="2023-11-25T03:50:55.602" v="236" actId="2711"/>
        <pc:sldMkLst>
          <pc:docMk/>
          <pc:sldMk cId="478337687" sldId="313"/>
        </pc:sldMkLst>
        <pc:spChg chg="mod">
          <ac:chgData name="Songqing Gu" userId="c4d8cb49210192e2" providerId="LiveId" clId="{0151DE25-E0E2-40CF-A86B-FED7471CE6C0}" dt="2023-11-25T03:50:55.602" v="236" actId="2711"/>
          <ac:spMkLst>
            <pc:docMk/>
            <pc:sldMk cId="478337687" sldId="313"/>
            <ac:spMk id="2" creationId="{00000000-0000-0000-0000-000000000000}"/>
          </ac:spMkLst>
        </pc:spChg>
      </pc:sldChg>
      <pc:sldChg chg="addSp delSp modSp mod">
        <pc:chgData name="Songqing Gu" userId="c4d8cb49210192e2" providerId="LiveId" clId="{0151DE25-E0E2-40CF-A86B-FED7471CE6C0}" dt="2023-11-26T02:39:01.163" v="588" actId="14100"/>
        <pc:sldMkLst>
          <pc:docMk/>
          <pc:sldMk cId="1897699973" sldId="314"/>
        </pc:sldMkLst>
        <pc:spChg chg="del mod">
          <ac:chgData name="Songqing Gu" userId="c4d8cb49210192e2" providerId="LiveId" clId="{0151DE25-E0E2-40CF-A86B-FED7471CE6C0}" dt="2023-11-23T13:05:18.580" v="93" actId="478"/>
          <ac:spMkLst>
            <pc:docMk/>
            <pc:sldMk cId="1897699973" sldId="314"/>
            <ac:spMk id="2" creationId="{00000000-0000-0000-0000-000000000000}"/>
          </ac:spMkLst>
        </pc:spChg>
        <pc:spChg chg="add mod">
          <ac:chgData name="Songqing Gu" userId="c4d8cb49210192e2" providerId="LiveId" clId="{0151DE25-E0E2-40CF-A86B-FED7471CE6C0}" dt="2023-11-26T02:39:01.163" v="588" actId="14100"/>
          <ac:spMkLst>
            <pc:docMk/>
            <pc:sldMk cId="1897699973" sldId="314"/>
            <ac:spMk id="2" creationId="{5C43149A-ECB9-7755-D5A7-46A7ED22A3D4}"/>
          </ac:spMkLst>
        </pc:spChg>
        <pc:spChg chg="mod">
          <ac:chgData name="Songqing Gu" userId="c4d8cb49210192e2" providerId="LiveId" clId="{0151DE25-E0E2-40CF-A86B-FED7471CE6C0}" dt="2023-11-25T03:52:50.481" v="261" actId="2711"/>
          <ac:spMkLst>
            <pc:docMk/>
            <pc:sldMk cId="1897699973" sldId="314"/>
            <ac:spMk id="3" creationId="{00000000-0000-0000-0000-000000000000}"/>
          </ac:spMkLst>
        </pc:spChg>
        <pc:spChg chg="add del mod">
          <ac:chgData name="Songqing Gu" userId="c4d8cb49210192e2" providerId="LiveId" clId="{0151DE25-E0E2-40CF-A86B-FED7471CE6C0}" dt="2023-11-23T13:05:22.663" v="95" actId="478"/>
          <ac:spMkLst>
            <pc:docMk/>
            <pc:sldMk cId="1897699973" sldId="314"/>
            <ac:spMk id="5" creationId="{BB447F1C-C334-5738-10DD-83B8A46D0B89}"/>
          </ac:spMkLst>
        </pc:spChg>
      </pc:sldChg>
      <pc:sldChg chg="modSp mod">
        <pc:chgData name="Songqing Gu" userId="c4d8cb49210192e2" providerId="LiveId" clId="{0151DE25-E0E2-40CF-A86B-FED7471CE6C0}" dt="2023-11-23T13:09:51.398" v="115" actId="207"/>
        <pc:sldMkLst>
          <pc:docMk/>
          <pc:sldMk cId="834037825" sldId="315"/>
        </pc:sldMkLst>
        <pc:spChg chg="mod">
          <ac:chgData name="Songqing Gu" userId="c4d8cb49210192e2" providerId="LiveId" clId="{0151DE25-E0E2-40CF-A86B-FED7471CE6C0}" dt="2023-11-23T13:09:51.398" v="115" actId="207"/>
          <ac:spMkLst>
            <pc:docMk/>
            <pc:sldMk cId="834037825" sldId="315"/>
            <ac:spMk id="2" creationId="{00000000-0000-0000-0000-000000000000}"/>
          </ac:spMkLst>
        </pc:spChg>
      </pc:sldChg>
      <pc:sldChg chg="addSp delSp modSp mod">
        <pc:chgData name="Songqing Gu" userId="c4d8cb49210192e2" providerId="LiveId" clId="{0151DE25-E0E2-40CF-A86B-FED7471CE6C0}" dt="2023-11-25T04:17:43.286" v="280" actId="478"/>
        <pc:sldMkLst>
          <pc:docMk/>
          <pc:sldMk cId="2991223764" sldId="317"/>
        </pc:sldMkLst>
        <pc:spChg chg="mod">
          <ac:chgData name="Songqing Gu" userId="c4d8cb49210192e2" providerId="LiveId" clId="{0151DE25-E0E2-40CF-A86B-FED7471CE6C0}" dt="2023-11-25T03:51:09.195" v="239" actId="14861"/>
          <ac:spMkLst>
            <pc:docMk/>
            <pc:sldMk cId="2991223764" sldId="317"/>
            <ac:spMk id="2" creationId="{00000000-0000-0000-0000-000000000000}"/>
          </ac:spMkLst>
        </pc:spChg>
        <pc:spChg chg="mod">
          <ac:chgData name="Songqing Gu" userId="c4d8cb49210192e2" providerId="LiveId" clId="{0151DE25-E0E2-40CF-A86B-FED7471CE6C0}" dt="2023-11-25T03:54:11.107" v="272" actId="1076"/>
          <ac:spMkLst>
            <pc:docMk/>
            <pc:sldMk cId="2991223764" sldId="317"/>
            <ac:spMk id="3" creationId="{00000000-0000-0000-0000-000000000000}"/>
          </ac:spMkLst>
        </pc:spChg>
        <pc:spChg chg="mod">
          <ac:chgData name="Songqing Gu" userId="c4d8cb49210192e2" providerId="LiveId" clId="{0151DE25-E0E2-40CF-A86B-FED7471CE6C0}" dt="2023-11-25T03:54:02.141" v="270" actId="207"/>
          <ac:spMkLst>
            <pc:docMk/>
            <pc:sldMk cId="2991223764" sldId="317"/>
            <ac:spMk id="5" creationId="{00000000-0000-0000-0000-000000000000}"/>
          </ac:spMkLst>
        </pc:spChg>
        <pc:spChg chg="mod">
          <ac:chgData name="Songqing Gu" userId="c4d8cb49210192e2" providerId="LiveId" clId="{0151DE25-E0E2-40CF-A86B-FED7471CE6C0}" dt="2023-11-25T03:53:58.573" v="269" actId="207"/>
          <ac:spMkLst>
            <pc:docMk/>
            <pc:sldMk cId="2991223764" sldId="317"/>
            <ac:spMk id="49" creationId="{00000000-0000-0000-0000-000000000000}"/>
          </ac:spMkLst>
        </pc:spChg>
        <pc:spChg chg="mod">
          <ac:chgData name="Songqing Gu" userId="c4d8cb49210192e2" providerId="LiveId" clId="{0151DE25-E0E2-40CF-A86B-FED7471CE6C0}" dt="2023-11-25T03:54:05.448" v="271" actId="207"/>
          <ac:spMkLst>
            <pc:docMk/>
            <pc:sldMk cId="2991223764" sldId="317"/>
            <ac:spMk id="52" creationId="{00000000-0000-0000-0000-000000000000}"/>
          </ac:spMkLst>
        </pc:spChg>
        <pc:picChg chg="add del mod">
          <ac:chgData name="Songqing Gu" userId="c4d8cb49210192e2" providerId="LiveId" clId="{0151DE25-E0E2-40CF-A86B-FED7471CE6C0}" dt="2023-11-25T04:17:43.286" v="280" actId="478"/>
          <ac:picMkLst>
            <pc:docMk/>
            <pc:sldMk cId="2991223764" sldId="317"/>
            <ac:picMk id="55" creationId="{00000000-0000-0000-0000-000000000000}"/>
          </ac:picMkLst>
        </pc:picChg>
      </pc:sldChg>
      <pc:sldChg chg="modSp mod ord">
        <pc:chgData name="Songqing Gu" userId="c4d8cb49210192e2" providerId="LiveId" clId="{0151DE25-E0E2-40CF-A86B-FED7471CE6C0}" dt="2023-11-23T13:17:29.979" v="186"/>
        <pc:sldMkLst>
          <pc:docMk/>
          <pc:sldMk cId="4180587722" sldId="318"/>
        </pc:sldMkLst>
        <pc:picChg chg="mod">
          <ac:chgData name="Songqing Gu" userId="c4d8cb49210192e2" providerId="LiveId" clId="{0151DE25-E0E2-40CF-A86B-FED7471CE6C0}" dt="2023-11-23T12:50:22.299" v="3" actId="1076"/>
          <ac:picMkLst>
            <pc:docMk/>
            <pc:sldMk cId="4180587722" sldId="318"/>
            <ac:picMk id="4" creationId="{00000000-0000-0000-0000-000000000000}"/>
          </ac:picMkLst>
        </pc:picChg>
      </pc:sldChg>
      <pc:sldChg chg="modSp mod">
        <pc:chgData name="Songqing Gu" userId="c4d8cb49210192e2" providerId="LiveId" clId="{0151DE25-E0E2-40CF-A86B-FED7471CE6C0}" dt="2023-11-23T13:22:31.952" v="218" actId="14100"/>
        <pc:sldMkLst>
          <pc:docMk/>
          <pc:sldMk cId="2428458669" sldId="319"/>
        </pc:sldMkLst>
        <pc:spChg chg="mod">
          <ac:chgData name="Songqing Gu" userId="c4d8cb49210192e2" providerId="LiveId" clId="{0151DE25-E0E2-40CF-A86B-FED7471CE6C0}" dt="2023-11-23T13:22:31.952" v="218" actId="14100"/>
          <ac:spMkLst>
            <pc:docMk/>
            <pc:sldMk cId="2428458669" sldId="319"/>
            <ac:spMk id="2" creationId="{00000000-0000-0000-0000-000000000000}"/>
          </ac:spMkLst>
        </pc:spChg>
      </pc:sldChg>
      <pc:sldChg chg="modSp mod">
        <pc:chgData name="Songqing Gu" userId="c4d8cb49210192e2" providerId="LiveId" clId="{0151DE25-E0E2-40CF-A86B-FED7471CE6C0}" dt="2023-11-25T03:53:51.645" v="268" actId="207"/>
        <pc:sldMkLst>
          <pc:docMk/>
          <pc:sldMk cId="3330490350" sldId="320"/>
        </pc:sldMkLst>
        <pc:spChg chg="mod">
          <ac:chgData name="Songqing Gu" userId="c4d8cb49210192e2" providerId="LiveId" clId="{0151DE25-E0E2-40CF-A86B-FED7471CE6C0}" dt="2023-11-25T03:53:51.645" v="268" actId="207"/>
          <ac:spMkLst>
            <pc:docMk/>
            <pc:sldMk cId="3330490350" sldId="320"/>
            <ac:spMk id="2" creationId="{00000000-0000-0000-0000-000000000000}"/>
          </ac:spMkLst>
        </pc:spChg>
        <pc:spChg chg="mod">
          <ac:chgData name="Songqing Gu" userId="c4d8cb49210192e2" providerId="LiveId" clId="{0151DE25-E0E2-40CF-A86B-FED7471CE6C0}" dt="2023-11-25T03:53:04.668" v="263" actId="208"/>
          <ac:spMkLst>
            <pc:docMk/>
            <pc:sldMk cId="3330490350" sldId="320"/>
            <ac:spMk id="9" creationId="{00000000-0000-0000-0000-000000000000}"/>
          </ac:spMkLst>
        </pc:spChg>
      </pc:sldChg>
      <pc:sldChg chg="del">
        <pc:chgData name="Songqing Gu" userId="c4d8cb49210192e2" providerId="LiveId" clId="{0151DE25-E0E2-40CF-A86B-FED7471CE6C0}" dt="2023-11-19T12:14:55.990" v="0" actId="47"/>
        <pc:sldMkLst>
          <pc:docMk/>
          <pc:sldMk cId="1152462360" sldId="321"/>
        </pc:sldMkLst>
      </pc:sldChg>
      <pc:sldChg chg="modSp mod">
        <pc:chgData name="Songqing Gu" userId="c4d8cb49210192e2" providerId="LiveId" clId="{0151DE25-E0E2-40CF-A86B-FED7471CE6C0}" dt="2023-11-26T02:25:23.938" v="552" actId="12"/>
        <pc:sldMkLst>
          <pc:docMk/>
          <pc:sldMk cId="2115522147" sldId="322"/>
        </pc:sldMkLst>
        <pc:spChg chg="mod">
          <ac:chgData name="Songqing Gu" userId="c4d8cb49210192e2" providerId="LiveId" clId="{0151DE25-E0E2-40CF-A86B-FED7471CE6C0}" dt="2023-11-23T12:59:09.143" v="55" actId="1076"/>
          <ac:spMkLst>
            <pc:docMk/>
            <pc:sldMk cId="2115522147" sldId="322"/>
            <ac:spMk id="2" creationId="{00000000-0000-0000-0000-000000000000}"/>
          </ac:spMkLst>
        </pc:spChg>
        <pc:spChg chg="mod">
          <ac:chgData name="Songqing Gu" userId="c4d8cb49210192e2" providerId="LiveId" clId="{0151DE25-E0E2-40CF-A86B-FED7471CE6C0}" dt="2023-11-26T02:25:23.938" v="552" actId="12"/>
          <ac:spMkLst>
            <pc:docMk/>
            <pc:sldMk cId="2115522147" sldId="322"/>
            <ac:spMk id="3" creationId="{00000000-0000-0000-0000-000000000000}"/>
          </ac:spMkLst>
        </pc:spChg>
      </pc:sldChg>
      <pc:sldChg chg="modSp mod">
        <pc:chgData name="Songqing Gu" userId="c4d8cb49210192e2" providerId="LiveId" clId="{0151DE25-E0E2-40CF-A86B-FED7471CE6C0}" dt="2023-11-23T12:58:41.238" v="52" actId="20577"/>
        <pc:sldMkLst>
          <pc:docMk/>
          <pc:sldMk cId="523495732" sldId="323"/>
        </pc:sldMkLst>
        <pc:spChg chg="mod">
          <ac:chgData name="Songqing Gu" userId="c4d8cb49210192e2" providerId="LiveId" clId="{0151DE25-E0E2-40CF-A86B-FED7471CE6C0}" dt="2023-11-23T12:58:41.238" v="52" actId="20577"/>
          <ac:spMkLst>
            <pc:docMk/>
            <pc:sldMk cId="523495732" sldId="323"/>
            <ac:spMk id="3" creationId="{00000000-0000-0000-0000-000000000000}"/>
          </ac:spMkLst>
        </pc:spChg>
      </pc:sldChg>
      <pc:sldChg chg="del">
        <pc:chgData name="Songqing Gu" userId="c4d8cb49210192e2" providerId="LiveId" clId="{0151DE25-E0E2-40CF-A86B-FED7471CE6C0}" dt="2023-11-19T12:14:55.990" v="0" actId="47"/>
        <pc:sldMkLst>
          <pc:docMk/>
          <pc:sldMk cId="3096092377" sldId="324"/>
        </pc:sldMkLst>
      </pc:sldChg>
      <pc:sldChg chg="del">
        <pc:chgData name="Songqing Gu" userId="c4d8cb49210192e2" providerId="LiveId" clId="{0151DE25-E0E2-40CF-A86B-FED7471CE6C0}" dt="2023-11-19T12:14:55.990" v="0" actId="47"/>
        <pc:sldMkLst>
          <pc:docMk/>
          <pc:sldMk cId="681087475" sldId="325"/>
        </pc:sldMkLst>
      </pc:sldChg>
      <pc:sldChg chg="del">
        <pc:chgData name="Songqing Gu" userId="c4d8cb49210192e2" providerId="LiveId" clId="{0151DE25-E0E2-40CF-A86B-FED7471CE6C0}" dt="2023-11-19T12:14:55.990" v="0" actId="47"/>
        <pc:sldMkLst>
          <pc:docMk/>
          <pc:sldMk cId="1332021850" sldId="326"/>
        </pc:sldMkLst>
      </pc:sldChg>
      <pc:sldChg chg="del">
        <pc:chgData name="Songqing Gu" userId="c4d8cb49210192e2" providerId="LiveId" clId="{0151DE25-E0E2-40CF-A86B-FED7471CE6C0}" dt="2023-11-19T12:14:55.990" v="0" actId="47"/>
        <pc:sldMkLst>
          <pc:docMk/>
          <pc:sldMk cId="21422865" sldId="327"/>
        </pc:sldMkLst>
      </pc:sldChg>
      <pc:sldChg chg="del">
        <pc:chgData name="Songqing Gu" userId="c4d8cb49210192e2" providerId="LiveId" clId="{0151DE25-E0E2-40CF-A86B-FED7471CE6C0}" dt="2023-11-19T12:14:55.990" v="0" actId="47"/>
        <pc:sldMkLst>
          <pc:docMk/>
          <pc:sldMk cId="609919158" sldId="329"/>
        </pc:sldMkLst>
      </pc:sldChg>
      <pc:sldChg chg="del">
        <pc:chgData name="Songqing Gu" userId="c4d8cb49210192e2" providerId="LiveId" clId="{0151DE25-E0E2-40CF-A86B-FED7471CE6C0}" dt="2023-11-19T12:14:55.990" v="0" actId="47"/>
        <pc:sldMkLst>
          <pc:docMk/>
          <pc:sldMk cId="3959494245" sldId="330"/>
        </pc:sldMkLst>
      </pc:sldChg>
      <pc:sldChg chg="del">
        <pc:chgData name="Songqing Gu" userId="c4d8cb49210192e2" providerId="LiveId" clId="{0151DE25-E0E2-40CF-A86B-FED7471CE6C0}" dt="2023-11-19T12:14:55.990" v="0" actId="47"/>
        <pc:sldMkLst>
          <pc:docMk/>
          <pc:sldMk cId="608613523" sldId="331"/>
        </pc:sldMkLst>
      </pc:sldChg>
      <pc:sldChg chg="del">
        <pc:chgData name="Songqing Gu" userId="c4d8cb49210192e2" providerId="LiveId" clId="{0151DE25-E0E2-40CF-A86B-FED7471CE6C0}" dt="2023-11-19T12:14:55.990" v="0" actId="47"/>
        <pc:sldMkLst>
          <pc:docMk/>
          <pc:sldMk cId="2720889697" sldId="332"/>
        </pc:sldMkLst>
      </pc:sldChg>
      <pc:sldChg chg="del">
        <pc:chgData name="Songqing Gu" userId="c4d8cb49210192e2" providerId="LiveId" clId="{0151DE25-E0E2-40CF-A86B-FED7471CE6C0}" dt="2023-11-23T12:59:54.103" v="56" actId="2696"/>
        <pc:sldMkLst>
          <pc:docMk/>
          <pc:sldMk cId="2115382950" sldId="333"/>
        </pc:sldMkLst>
      </pc:sldChg>
      <pc:sldChg chg="addSp delSp modSp mod">
        <pc:chgData name="Songqing Gu" userId="c4d8cb49210192e2" providerId="LiveId" clId="{0151DE25-E0E2-40CF-A86B-FED7471CE6C0}" dt="2023-11-25T03:49:24.914" v="224" actId="2711"/>
        <pc:sldMkLst>
          <pc:docMk/>
          <pc:sldMk cId="2183626951" sldId="334"/>
        </pc:sldMkLst>
        <pc:spChg chg="add mod">
          <ac:chgData name="Songqing Gu" userId="c4d8cb49210192e2" providerId="LiveId" clId="{0151DE25-E0E2-40CF-A86B-FED7471CE6C0}" dt="2023-11-25T03:49:24.914" v="224" actId="2711"/>
          <ac:spMkLst>
            <pc:docMk/>
            <pc:sldMk cId="2183626951" sldId="334"/>
            <ac:spMk id="2" creationId="{1FF01AF4-F108-528F-BD19-F61BE37E736A}"/>
          </ac:spMkLst>
        </pc:spChg>
        <pc:spChg chg="del">
          <ac:chgData name="Songqing Gu" userId="c4d8cb49210192e2" providerId="LiveId" clId="{0151DE25-E0E2-40CF-A86B-FED7471CE6C0}" dt="2023-11-23T13:04:32.210" v="89" actId="478"/>
          <ac:spMkLst>
            <pc:docMk/>
            <pc:sldMk cId="2183626951" sldId="334"/>
            <ac:spMk id="3" creationId="{00000000-0000-0000-0000-000000000000}"/>
          </ac:spMkLst>
        </pc:spChg>
        <pc:spChg chg="del">
          <ac:chgData name="Songqing Gu" userId="c4d8cb49210192e2" providerId="LiveId" clId="{0151DE25-E0E2-40CF-A86B-FED7471CE6C0}" dt="2023-11-23T13:04:32.210" v="89" actId="478"/>
          <ac:spMkLst>
            <pc:docMk/>
            <pc:sldMk cId="2183626951" sldId="334"/>
            <ac:spMk id="5" creationId="{00000000-0000-0000-0000-000000000000}"/>
          </ac:spMkLst>
        </pc:spChg>
        <pc:spChg chg="del">
          <ac:chgData name="Songqing Gu" userId="c4d8cb49210192e2" providerId="LiveId" clId="{0151DE25-E0E2-40CF-A86B-FED7471CE6C0}" dt="2023-11-23T13:04:32.210" v="89" actId="478"/>
          <ac:spMkLst>
            <pc:docMk/>
            <pc:sldMk cId="2183626951" sldId="334"/>
            <ac:spMk id="6" creationId="{00000000-0000-0000-0000-000000000000}"/>
          </ac:spMkLst>
        </pc:spChg>
        <pc:spChg chg="del">
          <ac:chgData name="Songqing Gu" userId="c4d8cb49210192e2" providerId="LiveId" clId="{0151DE25-E0E2-40CF-A86B-FED7471CE6C0}" dt="2023-11-23T13:04:32.210" v="89" actId="478"/>
          <ac:spMkLst>
            <pc:docMk/>
            <pc:sldMk cId="2183626951" sldId="334"/>
            <ac:spMk id="8" creationId="{00000000-0000-0000-0000-000000000000}"/>
          </ac:spMkLst>
        </pc:spChg>
        <pc:spChg chg="del">
          <ac:chgData name="Songqing Gu" userId="c4d8cb49210192e2" providerId="LiveId" clId="{0151DE25-E0E2-40CF-A86B-FED7471CE6C0}" dt="2023-11-23T13:04:32.210" v="89" actId="478"/>
          <ac:spMkLst>
            <pc:docMk/>
            <pc:sldMk cId="2183626951" sldId="334"/>
            <ac:spMk id="9" creationId="{00000000-0000-0000-0000-000000000000}"/>
          </ac:spMkLst>
        </pc:spChg>
        <pc:spChg chg="del">
          <ac:chgData name="Songqing Gu" userId="c4d8cb49210192e2" providerId="LiveId" clId="{0151DE25-E0E2-40CF-A86B-FED7471CE6C0}" dt="2023-11-23T13:04:32.210" v="89" actId="478"/>
          <ac:spMkLst>
            <pc:docMk/>
            <pc:sldMk cId="2183626951" sldId="334"/>
            <ac:spMk id="10" creationId="{00000000-0000-0000-0000-000000000000}"/>
          </ac:spMkLst>
        </pc:spChg>
        <pc:spChg chg="del">
          <ac:chgData name="Songqing Gu" userId="c4d8cb49210192e2" providerId="LiveId" clId="{0151DE25-E0E2-40CF-A86B-FED7471CE6C0}" dt="2023-11-23T13:04:32.210" v="89" actId="478"/>
          <ac:spMkLst>
            <pc:docMk/>
            <pc:sldMk cId="2183626951" sldId="334"/>
            <ac:spMk id="11" creationId="{00000000-0000-0000-0000-000000000000}"/>
          </ac:spMkLst>
        </pc:spChg>
        <pc:spChg chg="del">
          <ac:chgData name="Songqing Gu" userId="c4d8cb49210192e2" providerId="LiveId" clId="{0151DE25-E0E2-40CF-A86B-FED7471CE6C0}" dt="2023-11-23T13:04:32.210" v="89" actId="478"/>
          <ac:spMkLst>
            <pc:docMk/>
            <pc:sldMk cId="2183626951" sldId="334"/>
            <ac:spMk id="13" creationId="{00000000-0000-0000-0000-000000000000}"/>
          </ac:spMkLst>
        </pc:spChg>
        <pc:spChg chg="del">
          <ac:chgData name="Songqing Gu" userId="c4d8cb49210192e2" providerId="LiveId" clId="{0151DE25-E0E2-40CF-A86B-FED7471CE6C0}" dt="2023-11-23T13:04:32.210" v="89" actId="478"/>
          <ac:spMkLst>
            <pc:docMk/>
            <pc:sldMk cId="2183626951" sldId="334"/>
            <ac:spMk id="14" creationId="{00000000-0000-0000-0000-000000000000}"/>
          </ac:spMkLst>
        </pc:spChg>
        <pc:spChg chg="del">
          <ac:chgData name="Songqing Gu" userId="c4d8cb49210192e2" providerId="LiveId" clId="{0151DE25-E0E2-40CF-A86B-FED7471CE6C0}" dt="2023-11-23T13:04:32.210" v="89" actId="478"/>
          <ac:spMkLst>
            <pc:docMk/>
            <pc:sldMk cId="2183626951" sldId="334"/>
            <ac:spMk id="15" creationId="{00000000-0000-0000-0000-000000000000}"/>
          </ac:spMkLst>
        </pc:spChg>
        <pc:spChg chg="del">
          <ac:chgData name="Songqing Gu" userId="c4d8cb49210192e2" providerId="LiveId" clId="{0151DE25-E0E2-40CF-A86B-FED7471CE6C0}" dt="2023-11-23T13:04:32.210" v="89" actId="478"/>
          <ac:spMkLst>
            <pc:docMk/>
            <pc:sldMk cId="2183626951" sldId="334"/>
            <ac:spMk id="16" creationId="{00000000-0000-0000-0000-000000000000}"/>
          </ac:spMkLst>
        </pc:spChg>
        <pc:spChg chg="del">
          <ac:chgData name="Songqing Gu" userId="c4d8cb49210192e2" providerId="LiveId" clId="{0151DE25-E0E2-40CF-A86B-FED7471CE6C0}" dt="2023-11-23T13:04:32.210" v="89" actId="478"/>
          <ac:spMkLst>
            <pc:docMk/>
            <pc:sldMk cId="2183626951" sldId="334"/>
            <ac:spMk id="18" creationId="{00000000-0000-0000-0000-000000000000}"/>
          </ac:spMkLst>
        </pc:spChg>
        <pc:spChg chg="del">
          <ac:chgData name="Songqing Gu" userId="c4d8cb49210192e2" providerId="LiveId" clId="{0151DE25-E0E2-40CF-A86B-FED7471CE6C0}" dt="2023-11-23T13:04:32.210" v="89" actId="478"/>
          <ac:spMkLst>
            <pc:docMk/>
            <pc:sldMk cId="2183626951" sldId="334"/>
            <ac:spMk id="19" creationId="{00000000-0000-0000-0000-000000000000}"/>
          </ac:spMkLst>
        </pc:spChg>
        <pc:spChg chg="del">
          <ac:chgData name="Songqing Gu" userId="c4d8cb49210192e2" providerId="LiveId" clId="{0151DE25-E0E2-40CF-A86B-FED7471CE6C0}" dt="2023-11-23T13:04:32.210" v="89" actId="478"/>
          <ac:spMkLst>
            <pc:docMk/>
            <pc:sldMk cId="2183626951" sldId="334"/>
            <ac:spMk id="20" creationId="{00000000-0000-0000-0000-000000000000}"/>
          </ac:spMkLst>
        </pc:spChg>
        <pc:spChg chg="del">
          <ac:chgData name="Songqing Gu" userId="c4d8cb49210192e2" providerId="LiveId" clId="{0151DE25-E0E2-40CF-A86B-FED7471CE6C0}" dt="2023-11-23T13:04:32.210" v="89" actId="478"/>
          <ac:spMkLst>
            <pc:docMk/>
            <pc:sldMk cId="2183626951" sldId="334"/>
            <ac:spMk id="21" creationId="{00000000-0000-0000-0000-000000000000}"/>
          </ac:spMkLst>
        </pc:spChg>
      </pc:sldChg>
      <pc:sldChg chg="del">
        <pc:chgData name="Songqing Gu" userId="c4d8cb49210192e2" providerId="LiveId" clId="{0151DE25-E0E2-40CF-A86B-FED7471CE6C0}" dt="2023-11-19T12:14:55.990" v="0" actId="47"/>
        <pc:sldMkLst>
          <pc:docMk/>
          <pc:sldMk cId="346844552" sldId="335"/>
        </pc:sldMkLst>
      </pc:sldChg>
      <pc:sldChg chg="add">
        <pc:chgData name="Songqing Gu" userId="c4d8cb49210192e2" providerId="LiveId" clId="{0151DE25-E0E2-40CF-A86B-FED7471CE6C0}" dt="2023-11-23T13:04:08.761" v="86" actId="2890"/>
        <pc:sldMkLst>
          <pc:docMk/>
          <pc:sldMk cId="418502977" sldId="335"/>
        </pc:sldMkLst>
      </pc:sldChg>
      <pc:sldChg chg="delSp modSp add mod ord">
        <pc:chgData name="Songqing Gu" userId="c4d8cb49210192e2" providerId="LiveId" clId="{0151DE25-E0E2-40CF-A86B-FED7471CE6C0}" dt="2023-11-25T03:48:38.868" v="220" actId="2711"/>
        <pc:sldMkLst>
          <pc:docMk/>
          <pc:sldMk cId="877839885" sldId="336"/>
        </pc:sldMkLst>
        <pc:spChg chg="mod">
          <ac:chgData name="Songqing Gu" userId="c4d8cb49210192e2" providerId="LiveId" clId="{0151DE25-E0E2-40CF-A86B-FED7471CE6C0}" dt="2023-11-25T03:48:38.868" v="220" actId="2711"/>
          <ac:spMkLst>
            <pc:docMk/>
            <pc:sldMk cId="877839885" sldId="336"/>
            <ac:spMk id="2" creationId="{00000000-0000-0000-0000-000000000000}"/>
          </ac:spMkLst>
        </pc:spChg>
        <pc:spChg chg="del">
          <ac:chgData name="Songqing Gu" userId="c4d8cb49210192e2" providerId="LiveId" clId="{0151DE25-E0E2-40CF-A86B-FED7471CE6C0}" dt="2023-11-23T13:14:25.105" v="117" actId="478"/>
          <ac:spMkLst>
            <pc:docMk/>
            <pc:sldMk cId="877839885" sldId="336"/>
            <ac:spMk id="15" creationId="{00000000-0000-0000-0000-000000000000}"/>
          </ac:spMkLst>
        </pc:spChg>
        <pc:spChg chg="del">
          <ac:chgData name="Songqing Gu" userId="c4d8cb49210192e2" providerId="LiveId" clId="{0151DE25-E0E2-40CF-A86B-FED7471CE6C0}" dt="2023-11-23T13:14:27.906" v="118" actId="478"/>
          <ac:spMkLst>
            <pc:docMk/>
            <pc:sldMk cId="877839885" sldId="336"/>
            <ac:spMk id="16" creationId="{00000000-0000-0000-0000-000000000000}"/>
          </ac:spMkLst>
        </pc:spChg>
      </pc:sldChg>
      <pc:sldChg chg="del">
        <pc:chgData name="Songqing Gu" userId="c4d8cb49210192e2" providerId="LiveId" clId="{0151DE25-E0E2-40CF-A86B-FED7471CE6C0}" dt="2023-11-19T12:14:55.990" v="0" actId="47"/>
        <pc:sldMkLst>
          <pc:docMk/>
          <pc:sldMk cId="1524033290" sldId="336"/>
        </pc:sldMkLst>
      </pc:sldChg>
      <pc:sldChg chg="delSp modSp add mod">
        <pc:chgData name="Songqing Gu" userId="c4d8cb49210192e2" providerId="LiveId" clId="{0151DE25-E0E2-40CF-A86B-FED7471CE6C0}" dt="2023-11-25T03:49:12.083" v="223" actId="14100"/>
        <pc:sldMkLst>
          <pc:docMk/>
          <pc:sldMk cId="151973305" sldId="337"/>
        </pc:sldMkLst>
        <pc:spChg chg="mod">
          <ac:chgData name="Songqing Gu" userId="c4d8cb49210192e2" providerId="LiveId" clId="{0151DE25-E0E2-40CF-A86B-FED7471CE6C0}" dt="2023-11-25T03:48:59.248" v="221" actId="2711"/>
          <ac:spMkLst>
            <pc:docMk/>
            <pc:sldMk cId="151973305" sldId="337"/>
            <ac:spMk id="2" creationId="{00000000-0000-0000-0000-000000000000}"/>
          </ac:spMkLst>
        </pc:spChg>
        <pc:spChg chg="del">
          <ac:chgData name="Songqing Gu" userId="c4d8cb49210192e2" providerId="LiveId" clId="{0151DE25-E0E2-40CF-A86B-FED7471CE6C0}" dt="2023-11-23T13:21:50.564" v="210" actId="478"/>
          <ac:spMkLst>
            <pc:docMk/>
            <pc:sldMk cId="151973305" sldId="337"/>
            <ac:spMk id="3" creationId="{D9C37479-BE15-9E1C-7734-5F407AD8E991}"/>
          </ac:spMkLst>
        </pc:spChg>
        <pc:spChg chg="del">
          <ac:chgData name="Songqing Gu" userId="c4d8cb49210192e2" providerId="LiveId" clId="{0151DE25-E0E2-40CF-A86B-FED7471CE6C0}" dt="2023-11-23T13:21:50.564" v="210" actId="478"/>
          <ac:spMkLst>
            <pc:docMk/>
            <pc:sldMk cId="151973305" sldId="337"/>
            <ac:spMk id="4" creationId="{0AD620B8-A8EB-D3E2-6051-25CDEAAA8859}"/>
          </ac:spMkLst>
        </pc:spChg>
        <pc:spChg chg="mod">
          <ac:chgData name="Songqing Gu" userId="c4d8cb49210192e2" providerId="LiveId" clId="{0151DE25-E0E2-40CF-A86B-FED7471CE6C0}" dt="2023-11-25T03:49:12.083" v="223" actId="14100"/>
          <ac:spMkLst>
            <pc:docMk/>
            <pc:sldMk cId="151973305" sldId="337"/>
            <ac:spMk id="15" creationId="{00000000-0000-0000-0000-000000000000}"/>
          </ac:spMkLst>
        </pc:spChg>
        <pc:spChg chg="del">
          <ac:chgData name="Songqing Gu" userId="c4d8cb49210192e2" providerId="LiveId" clId="{0151DE25-E0E2-40CF-A86B-FED7471CE6C0}" dt="2023-11-23T13:21:50.564" v="210" actId="478"/>
          <ac:spMkLst>
            <pc:docMk/>
            <pc:sldMk cId="151973305" sldId="337"/>
            <ac:spMk id="16" creationId="{00000000-0000-0000-0000-000000000000}"/>
          </ac:spMkLst>
        </pc:spChg>
      </pc:sldChg>
      <pc:sldChg chg="del">
        <pc:chgData name="Songqing Gu" userId="c4d8cb49210192e2" providerId="LiveId" clId="{0151DE25-E0E2-40CF-A86B-FED7471CE6C0}" dt="2023-11-19T12:14:55.990" v="0" actId="47"/>
        <pc:sldMkLst>
          <pc:docMk/>
          <pc:sldMk cId="2021573735" sldId="337"/>
        </pc:sldMkLst>
      </pc:sldChg>
      <pc:sldChg chg="del">
        <pc:chgData name="Songqing Gu" userId="c4d8cb49210192e2" providerId="LiveId" clId="{0151DE25-E0E2-40CF-A86B-FED7471CE6C0}" dt="2023-11-19T12:14:55.990" v="0" actId="47"/>
        <pc:sldMkLst>
          <pc:docMk/>
          <pc:sldMk cId="1176550650" sldId="338"/>
        </pc:sldMkLst>
      </pc:sldChg>
      <pc:sldChg chg="addSp delSp modSp add mod">
        <pc:chgData name="Songqing Gu" userId="c4d8cb49210192e2" providerId="LiveId" clId="{0151DE25-E0E2-40CF-A86B-FED7471CE6C0}" dt="2023-11-26T02:38:46.132" v="586" actId="14100"/>
        <pc:sldMkLst>
          <pc:docMk/>
          <pc:sldMk cId="3207720030" sldId="338"/>
        </pc:sldMkLst>
        <pc:spChg chg="del">
          <ac:chgData name="Songqing Gu" userId="c4d8cb49210192e2" providerId="LiveId" clId="{0151DE25-E0E2-40CF-A86B-FED7471CE6C0}" dt="2023-11-25T03:50:03.791" v="231" actId="478"/>
          <ac:spMkLst>
            <pc:docMk/>
            <pc:sldMk cId="3207720030" sldId="338"/>
            <ac:spMk id="2" creationId="{00000000-0000-0000-0000-000000000000}"/>
          </ac:spMkLst>
        </pc:spChg>
        <pc:spChg chg="add mod">
          <ac:chgData name="Songqing Gu" userId="c4d8cb49210192e2" providerId="LiveId" clId="{0151DE25-E0E2-40CF-A86B-FED7471CE6C0}" dt="2023-11-26T02:38:46.132" v="586" actId="14100"/>
          <ac:spMkLst>
            <pc:docMk/>
            <pc:sldMk cId="3207720030" sldId="338"/>
            <ac:spMk id="2" creationId="{3771A1EC-DF95-53D4-E588-A1D22FA2E08B}"/>
          </ac:spMkLst>
        </pc:spChg>
        <pc:spChg chg="add del mod">
          <ac:chgData name="Songqing Gu" userId="c4d8cb49210192e2" providerId="LiveId" clId="{0151DE25-E0E2-40CF-A86B-FED7471CE6C0}" dt="2023-11-25T03:50:07.005" v="233" actId="478"/>
          <ac:spMkLst>
            <pc:docMk/>
            <pc:sldMk cId="3207720030" sldId="338"/>
            <ac:spMk id="4" creationId="{80B476B7-EC9C-6BEB-B477-4D98E8B19AFE}"/>
          </ac:spMkLst>
        </pc:spChg>
        <pc:spChg chg="del">
          <ac:chgData name="Songqing Gu" userId="c4d8cb49210192e2" providerId="LiveId" clId="{0151DE25-E0E2-40CF-A86B-FED7471CE6C0}" dt="2023-11-25T03:50:10.075" v="234" actId="478"/>
          <ac:spMkLst>
            <pc:docMk/>
            <pc:sldMk cId="3207720030" sldId="338"/>
            <ac:spMk id="7" creationId="{00000000-0000-0000-0000-000000000000}"/>
          </ac:spMkLst>
        </pc:spChg>
        <pc:picChg chg="mod">
          <ac:chgData name="Songqing Gu" userId="c4d8cb49210192e2" providerId="LiveId" clId="{0151DE25-E0E2-40CF-A86B-FED7471CE6C0}" dt="2023-11-26T02:35:56.235" v="553" actId="1076"/>
          <ac:picMkLst>
            <pc:docMk/>
            <pc:sldMk cId="3207720030" sldId="338"/>
            <ac:picMk id="52" creationId="{00000000-0000-0000-0000-000000000000}"/>
          </ac:picMkLst>
        </pc:picChg>
      </pc:sldChg>
      <pc:sldChg chg="addSp delSp modSp add mod">
        <pc:chgData name="Songqing Gu" userId="c4d8cb49210192e2" providerId="LiveId" clId="{0151DE25-E0E2-40CF-A86B-FED7471CE6C0}" dt="2023-11-25T04:24:24.852" v="363" actId="20577"/>
        <pc:sldMkLst>
          <pc:docMk/>
          <pc:sldMk cId="2062459016" sldId="339"/>
        </pc:sldMkLst>
        <pc:spChg chg="mod">
          <ac:chgData name="Songqing Gu" userId="c4d8cb49210192e2" providerId="LiveId" clId="{0151DE25-E0E2-40CF-A86B-FED7471CE6C0}" dt="2023-11-25T04:21:40.430" v="324" actId="20577"/>
          <ac:spMkLst>
            <pc:docMk/>
            <pc:sldMk cId="2062459016" sldId="339"/>
            <ac:spMk id="2" creationId="{00000000-0000-0000-0000-000000000000}"/>
          </ac:spMkLst>
        </pc:spChg>
        <pc:spChg chg="add mod">
          <ac:chgData name="Songqing Gu" userId="c4d8cb49210192e2" providerId="LiveId" clId="{0151DE25-E0E2-40CF-A86B-FED7471CE6C0}" dt="2023-11-25T04:24:24.852" v="363" actId="20577"/>
          <ac:spMkLst>
            <pc:docMk/>
            <pc:sldMk cId="2062459016" sldId="339"/>
            <ac:spMk id="3" creationId="{EC5CD954-7308-40E1-2F11-CDBDDC5D26B5}"/>
          </ac:spMkLst>
        </pc:spChg>
        <pc:spChg chg="del">
          <ac:chgData name="Songqing Gu" userId="c4d8cb49210192e2" providerId="LiveId" clId="{0151DE25-E0E2-40CF-A86B-FED7471CE6C0}" dt="2023-11-25T04:22:15.425" v="326" actId="478"/>
          <ac:spMkLst>
            <pc:docMk/>
            <pc:sldMk cId="2062459016" sldId="339"/>
            <ac:spMk id="5" creationId="{00000000-0000-0000-0000-000000000000}"/>
          </ac:spMkLst>
        </pc:spChg>
        <pc:spChg chg="mod">
          <ac:chgData name="Songqing Gu" userId="c4d8cb49210192e2" providerId="LiveId" clId="{0151DE25-E0E2-40CF-A86B-FED7471CE6C0}" dt="2023-11-25T04:23:06.748" v="333" actId="20577"/>
          <ac:spMkLst>
            <pc:docMk/>
            <pc:sldMk cId="2062459016" sldId="339"/>
            <ac:spMk id="6" creationId="{00000000-0000-0000-0000-000000000000}"/>
          </ac:spMkLst>
        </pc:spChg>
        <pc:spChg chg="del">
          <ac:chgData name="Songqing Gu" userId="c4d8cb49210192e2" providerId="LiveId" clId="{0151DE25-E0E2-40CF-A86B-FED7471CE6C0}" dt="2023-11-25T04:21:43.564" v="325" actId="478"/>
          <ac:spMkLst>
            <pc:docMk/>
            <pc:sldMk cId="2062459016" sldId="339"/>
            <ac:spMk id="9" creationId="{00000000-0000-0000-0000-000000000000}"/>
          </ac:spMkLst>
        </pc:spChg>
      </pc:sldChg>
      <pc:sldChg chg="addSp delSp modSp add mod">
        <pc:chgData name="Songqing Gu" userId="c4d8cb49210192e2" providerId="LiveId" clId="{0151DE25-E0E2-40CF-A86B-FED7471CE6C0}" dt="2023-11-25T04:21:07.067" v="308" actId="1076"/>
        <pc:sldMkLst>
          <pc:docMk/>
          <pc:sldMk cId="2891959862" sldId="340"/>
        </pc:sldMkLst>
        <pc:spChg chg="mod">
          <ac:chgData name="Songqing Gu" userId="c4d8cb49210192e2" providerId="LiveId" clId="{0151DE25-E0E2-40CF-A86B-FED7471CE6C0}" dt="2023-11-25T04:18:49.300" v="304" actId="313"/>
          <ac:spMkLst>
            <pc:docMk/>
            <pc:sldMk cId="2891959862" sldId="340"/>
            <ac:spMk id="2" creationId="{00000000-0000-0000-0000-000000000000}"/>
          </ac:spMkLst>
        </pc:spChg>
        <pc:spChg chg="del">
          <ac:chgData name="Songqing Gu" userId="c4d8cb49210192e2" providerId="LiveId" clId="{0151DE25-E0E2-40CF-A86B-FED7471CE6C0}" dt="2023-11-25T04:18:23.658" v="284" actId="478"/>
          <ac:spMkLst>
            <pc:docMk/>
            <pc:sldMk cId="2891959862" sldId="340"/>
            <ac:spMk id="5" creationId="{00000000-0000-0000-0000-000000000000}"/>
          </ac:spMkLst>
        </pc:spChg>
        <pc:spChg chg="del">
          <ac:chgData name="Songqing Gu" userId="c4d8cb49210192e2" providerId="LiveId" clId="{0151DE25-E0E2-40CF-A86B-FED7471CE6C0}" dt="2023-11-25T04:18:31.732" v="285" actId="478"/>
          <ac:spMkLst>
            <pc:docMk/>
            <pc:sldMk cId="2891959862" sldId="340"/>
            <ac:spMk id="6" creationId="{00000000-0000-0000-0000-000000000000}"/>
          </ac:spMkLst>
        </pc:spChg>
        <pc:spChg chg="del">
          <ac:chgData name="Songqing Gu" userId="c4d8cb49210192e2" providerId="LiveId" clId="{0151DE25-E0E2-40CF-A86B-FED7471CE6C0}" dt="2023-11-25T04:18:02.452" v="282" actId="478"/>
          <ac:spMkLst>
            <pc:docMk/>
            <pc:sldMk cId="2891959862" sldId="340"/>
            <ac:spMk id="9" creationId="{00000000-0000-0000-0000-000000000000}"/>
          </ac:spMkLst>
        </pc:spChg>
        <pc:picChg chg="add mod">
          <ac:chgData name="Songqing Gu" userId="c4d8cb49210192e2" providerId="LiveId" clId="{0151DE25-E0E2-40CF-A86B-FED7471CE6C0}" dt="2023-11-25T04:21:07.067" v="308" actId="1076"/>
          <ac:picMkLst>
            <pc:docMk/>
            <pc:sldMk cId="2891959862" sldId="340"/>
            <ac:picMk id="3" creationId="{8A4ACD0E-A034-99F4-79A8-69B2C2272293}"/>
          </ac:picMkLst>
        </pc:picChg>
        <pc:picChg chg="del">
          <ac:chgData name="Songqing Gu" userId="c4d8cb49210192e2" providerId="LiveId" clId="{0151DE25-E0E2-40CF-A86B-FED7471CE6C0}" dt="2023-11-25T04:18:03.540" v="283" actId="478"/>
          <ac:picMkLst>
            <pc:docMk/>
            <pc:sldMk cId="2891959862" sldId="340"/>
            <ac:picMk id="8"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317CFB-6EA3-48C9-9755-81A79CF4EC0B}" type="datetimeFigureOut">
              <a:rPr lang="en-AU" smtClean="0"/>
              <a:t>16/7/2025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F93708-7FE8-4EF9-B06E-E90DE391BDBF}" type="slidenum">
              <a:rPr lang="en-AU" smtClean="0"/>
              <a:t>‹#›</a:t>
            </a:fld>
            <a:endParaRPr lang="en-AU"/>
          </a:p>
        </p:txBody>
      </p:sp>
    </p:spTree>
    <p:extLst>
      <p:ext uri="{BB962C8B-B14F-4D97-AF65-F5344CB8AC3E}">
        <p14:creationId xmlns:p14="http://schemas.microsoft.com/office/powerpoint/2010/main" val="2988384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AF93708-7FE8-4EF9-B06E-E90DE391BDBF}" type="slidenum">
              <a:rPr lang="en-AU" smtClean="0"/>
              <a:t>3</a:t>
            </a:fld>
            <a:endParaRPr lang="en-AU"/>
          </a:p>
        </p:txBody>
      </p:sp>
    </p:spTree>
    <p:extLst>
      <p:ext uri="{BB962C8B-B14F-4D97-AF65-F5344CB8AC3E}">
        <p14:creationId xmlns:p14="http://schemas.microsoft.com/office/powerpoint/2010/main" val="1810095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AF93708-7FE8-4EF9-B06E-E90DE391BDBF}" type="slidenum">
              <a:rPr lang="en-AU" smtClean="0"/>
              <a:t>4</a:t>
            </a:fld>
            <a:endParaRPr lang="en-AU"/>
          </a:p>
        </p:txBody>
      </p:sp>
    </p:spTree>
    <p:extLst>
      <p:ext uri="{BB962C8B-B14F-4D97-AF65-F5344CB8AC3E}">
        <p14:creationId xmlns:p14="http://schemas.microsoft.com/office/powerpoint/2010/main" val="577836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AF93708-7FE8-4EF9-B06E-E90DE391BDBF}" type="slidenum">
              <a:rPr lang="en-AU" smtClean="0"/>
              <a:t>7</a:t>
            </a:fld>
            <a:endParaRPr lang="en-AU"/>
          </a:p>
        </p:txBody>
      </p:sp>
    </p:spTree>
    <p:extLst>
      <p:ext uri="{BB962C8B-B14F-4D97-AF65-F5344CB8AC3E}">
        <p14:creationId xmlns:p14="http://schemas.microsoft.com/office/powerpoint/2010/main" val="2770270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AF93708-7FE8-4EF9-B06E-E90DE391BDBF}" type="slidenum">
              <a:rPr lang="en-AU" smtClean="0"/>
              <a:t>8</a:t>
            </a:fld>
            <a:endParaRPr lang="en-AU"/>
          </a:p>
        </p:txBody>
      </p:sp>
    </p:spTree>
    <p:extLst>
      <p:ext uri="{BB962C8B-B14F-4D97-AF65-F5344CB8AC3E}">
        <p14:creationId xmlns:p14="http://schemas.microsoft.com/office/powerpoint/2010/main" val="38739783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dirty="0">
                <a:latin typeface="inherit"/>
                <a:ea typeface="Times New Roman" panose="02020603050405020304" pitchFamily="18" charset="0"/>
                <a:cs typeface="Times New Roman" panose="02020603050405020304" pitchFamily="18" charset="0"/>
              </a:rPr>
              <a:t>To request </a:t>
            </a:r>
            <a:r>
              <a:rPr lang="en-AU" dirty="0">
                <a:highlight>
                  <a:srgbClr val="00FF00"/>
                </a:highlight>
                <a:latin typeface="inherit"/>
                <a:ea typeface="Times New Roman" panose="02020603050405020304" pitchFamily="18" charset="0"/>
                <a:cs typeface="Times New Roman" panose="02020603050405020304" pitchFamily="18" charset="0"/>
              </a:rPr>
              <a:t>on-demand web browsers</a:t>
            </a:r>
            <a:r>
              <a:rPr lang="en-AU" dirty="0">
                <a:latin typeface="inherit"/>
                <a:ea typeface="Times New Roman" panose="02020603050405020304" pitchFamily="18" charset="0"/>
                <a:cs typeface="Times New Roman" panose="02020603050405020304" pitchFamily="18" charset="0"/>
              </a:rPr>
              <a:t> hosted by the providers. </a:t>
            </a:r>
            <a:r>
              <a:rPr lang="en-AU" dirty="0">
                <a:highlight>
                  <a:srgbClr val="FFFF00"/>
                </a:highlight>
                <a:latin typeface="inherit"/>
                <a:ea typeface="Times New Roman" panose="02020603050405020304" pitchFamily="18" charset="0"/>
                <a:cs typeface="Times New Roman" panose="02020603050405020304" pitchFamily="18" charset="0"/>
              </a:rPr>
              <a:t>These browsers are usually of different types, versions, and operating systems</a:t>
            </a:r>
            <a:r>
              <a:rPr lang="en-AU" dirty="0">
                <a:latin typeface="inherit"/>
                <a:ea typeface="Times New Roman" panose="02020603050405020304" pitchFamily="18" charset="0"/>
                <a:cs typeface="Times New Roman" panose="02020603050405020304" pitchFamily="18" charset="0"/>
              </a:rPr>
              <a:t>. This feature is typically used for cross-browser automated or live testing.</a:t>
            </a:r>
            <a:endParaRPr lang="en-AU" dirty="0">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dirty="0">
                <a:latin typeface="inherit"/>
                <a:ea typeface="Times New Roman" panose="02020603050405020304" pitchFamily="18" charset="0"/>
                <a:cs typeface="Times New Roman" panose="02020603050405020304" pitchFamily="18" charset="0"/>
              </a:rPr>
              <a:t>To monitor and debug automated tests. To that aim, cloud providers typically support session recordings or rich error-reporting features.</a:t>
            </a:r>
            <a:endParaRPr lang="en-AU" dirty="0">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dirty="0">
                <a:latin typeface="inherit"/>
                <a:ea typeface="Times New Roman" panose="02020603050405020304" pitchFamily="18" charset="0"/>
                <a:cs typeface="Times New Roman" panose="02020603050405020304" pitchFamily="18" charset="0"/>
              </a:rPr>
              <a:t>To request emulated (and real) mobile devices on different platforms, such as Android and iOS.</a:t>
            </a:r>
            <a:endParaRPr lang="en-AU" dirty="0">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dirty="0">
                <a:latin typeface="inherit"/>
                <a:ea typeface="Times New Roman" panose="02020603050405020304" pitchFamily="18" charset="0"/>
                <a:cs typeface="Times New Roman" panose="02020603050405020304" pitchFamily="18" charset="0"/>
              </a:rPr>
              <a:t>Automatically inspect the UI and ensure that end users have a correct visual experience.</a:t>
            </a:r>
            <a:endParaRPr lang="en-AU" dirty="0">
              <a:latin typeface="Calibri" panose="020F0502020204030204" pitchFamily="34" charset="0"/>
              <a:ea typeface="Calibri" panose="020F0502020204030204" pitchFamily="34" charset="0"/>
              <a:cs typeface="Times New Roman" panose="02020603050405020304" pitchFamily="18" charset="0"/>
            </a:endParaRPr>
          </a:p>
          <a:p>
            <a:endParaRPr lang="en-AU" dirty="0"/>
          </a:p>
        </p:txBody>
      </p:sp>
      <p:sp>
        <p:nvSpPr>
          <p:cNvPr id="4" name="Slide Number Placeholder 3"/>
          <p:cNvSpPr>
            <a:spLocks noGrp="1"/>
          </p:cNvSpPr>
          <p:nvPr>
            <p:ph type="sldNum" sz="quarter" idx="10"/>
          </p:nvPr>
        </p:nvSpPr>
        <p:spPr/>
        <p:txBody>
          <a:bodyPr/>
          <a:lstStyle/>
          <a:p>
            <a:fld id="{1AF93708-7FE8-4EF9-B06E-E90DE391BDBF}" type="slidenum">
              <a:rPr lang="en-AU" smtClean="0"/>
              <a:t>17</a:t>
            </a:fld>
            <a:endParaRPr lang="en-AU"/>
          </a:p>
        </p:txBody>
      </p:sp>
    </p:spTree>
    <p:extLst>
      <p:ext uri="{BB962C8B-B14F-4D97-AF65-F5344CB8AC3E}">
        <p14:creationId xmlns:p14="http://schemas.microsoft.com/office/powerpoint/2010/main" val="7648017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dirty="0">
                <a:latin typeface="inherit"/>
                <a:ea typeface="Times New Roman" panose="02020603050405020304" pitchFamily="18" charset="0"/>
                <a:cs typeface="Times New Roman" panose="02020603050405020304" pitchFamily="18" charset="0"/>
              </a:rPr>
              <a:t>To request </a:t>
            </a:r>
            <a:r>
              <a:rPr lang="en-AU" dirty="0">
                <a:highlight>
                  <a:srgbClr val="00FF00"/>
                </a:highlight>
                <a:latin typeface="inherit"/>
                <a:ea typeface="Times New Roman" panose="02020603050405020304" pitchFamily="18" charset="0"/>
                <a:cs typeface="Times New Roman" panose="02020603050405020304" pitchFamily="18" charset="0"/>
              </a:rPr>
              <a:t>on-demand web browsers</a:t>
            </a:r>
            <a:r>
              <a:rPr lang="en-AU" dirty="0">
                <a:latin typeface="inherit"/>
                <a:ea typeface="Times New Roman" panose="02020603050405020304" pitchFamily="18" charset="0"/>
                <a:cs typeface="Times New Roman" panose="02020603050405020304" pitchFamily="18" charset="0"/>
              </a:rPr>
              <a:t> hosted by the providers. </a:t>
            </a:r>
            <a:r>
              <a:rPr lang="en-AU" dirty="0">
                <a:highlight>
                  <a:srgbClr val="FFFF00"/>
                </a:highlight>
                <a:latin typeface="inherit"/>
                <a:ea typeface="Times New Roman" panose="02020603050405020304" pitchFamily="18" charset="0"/>
                <a:cs typeface="Times New Roman" panose="02020603050405020304" pitchFamily="18" charset="0"/>
              </a:rPr>
              <a:t>These browsers are usually of different types, versions, and operating systems</a:t>
            </a:r>
            <a:r>
              <a:rPr lang="en-AU" dirty="0">
                <a:latin typeface="inherit"/>
                <a:ea typeface="Times New Roman" panose="02020603050405020304" pitchFamily="18" charset="0"/>
                <a:cs typeface="Times New Roman" panose="02020603050405020304" pitchFamily="18" charset="0"/>
              </a:rPr>
              <a:t>. This feature is typically used for cross-browser automated or live testing.</a:t>
            </a:r>
            <a:endParaRPr lang="en-AU" dirty="0">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dirty="0">
                <a:latin typeface="inherit"/>
                <a:ea typeface="Times New Roman" panose="02020603050405020304" pitchFamily="18" charset="0"/>
                <a:cs typeface="Times New Roman" panose="02020603050405020304" pitchFamily="18" charset="0"/>
              </a:rPr>
              <a:t>To monitor and debug automated tests. To that aim, cloud providers typically support session recordings or rich error-reporting features.</a:t>
            </a:r>
            <a:endParaRPr lang="en-AU" dirty="0">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dirty="0">
                <a:latin typeface="inherit"/>
                <a:ea typeface="Times New Roman" panose="02020603050405020304" pitchFamily="18" charset="0"/>
                <a:cs typeface="Times New Roman" panose="02020603050405020304" pitchFamily="18" charset="0"/>
              </a:rPr>
              <a:t>To request emulated (and real) mobile devices on different platforms, such as Android and iOS.</a:t>
            </a:r>
            <a:endParaRPr lang="en-AU" dirty="0">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dirty="0">
                <a:latin typeface="inherit"/>
                <a:ea typeface="Times New Roman" panose="02020603050405020304" pitchFamily="18" charset="0"/>
                <a:cs typeface="Times New Roman" panose="02020603050405020304" pitchFamily="18" charset="0"/>
              </a:rPr>
              <a:t>Automatically inspect the UI and ensure that end users have a correct visual experience.</a:t>
            </a:r>
            <a:endParaRPr lang="en-AU" dirty="0">
              <a:latin typeface="Calibri" panose="020F0502020204030204" pitchFamily="34" charset="0"/>
              <a:ea typeface="Calibri" panose="020F0502020204030204" pitchFamily="34" charset="0"/>
              <a:cs typeface="Times New Roman" panose="02020603050405020304" pitchFamily="18" charset="0"/>
            </a:endParaRPr>
          </a:p>
          <a:p>
            <a:endParaRPr lang="en-AU" dirty="0"/>
          </a:p>
        </p:txBody>
      </p:sp>
      <p:sp>
        <p:nvSpPr>
          <p:cNvPr id="4" name="Slide Number Placeholder 3"/>
          <p:cNvSpPr>
            <a:spLocks noGrp="1"/>
          </p:cNvSpPr>
          <p:nvPr>
            <p:ph type="sldNum" sz="quarter" idx="10"/>
          </p:nvPr>
        </p:nvSpPr>
        <p:spPr/>
        <p:txBody>
          <a:bodyPr/>
          <a:lstStyle/>
          <a:p>
            <a:fld id="{1AF93708-7FE8-4EF9-B06E-E90DE391BDBF}" type="slidenum">
              <a:rPr lang="en-AU" smtClean="0"/>
              <a:t>18</a:t>
            </a:fld>
            <a:endParaRPr lang="en-AU"/>
          </a:p>
        </p:txBody>
      </p:sp>
    </p:spTree>
    <p:extLst>
      <p:ext uri="{BB962C8B-B14F-4D97-AF65-F5344CB8AC3E}">
        <p14:creationId xmlns:p14="http://schemas.microsoft.com/office/powerpoint/2010/main" val="40840740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dirty="0">
                <a:latin typeface="inherit"/>
                <a:ea typeface="Times New Roman" panose="02020603050405020304" pitchFamily="18" charset="0"/>
                <a:cs typeface="Times New Roman" panose="02020603050405020304" pitchFamily="18" charset="0"/>
              </a:rPr>
              <a:t>To request </a:t>
            </a:r>
            <a:r>
              <a:rPr lang="en-AU" dirty="0">
                <a:highlight>
                  <a:srgbClr val="00FF00"/>
                </a:highlight>
                <a:latin typeface="inherit"/>
                <a:ea typeface="Times New Roman" panose="02020603050405020304" pitchFamily="18" charset="0"/>
                <a:cs typeface="Times New Roman" panose="02020603050405020304" pitchFamily="18" charset="0"/>
              </a:rPr>
              <a:t>on-demand web browsers</a:t>
            </a:r>
            <a:r>
              <a:rPr lang="en-AU" dirty="0">
                <a:latin typeface="inherit"/>
                <a:ea typeface="Times New Roman" panose="02020603050405020304" pitchFamily="18" charset="0"/>
                <a:cs typeface="Times New Roman" panose="02020603050405020304" pitchFamily="18" charset="0"/>
              </a:rPr>
              <a:t> hosted by the providers. </a:t>
            </a:r>
            <a:r>
              <a:rPr lang="en-AU" dirty="0">
                <a:highlight>
                  <a:srgbClr val="FFFF00"/>
                </a:highlight>
                <a:latin typeface="inherit"/>
                <a:ea typeface="Times New Roman" panose="02020603050405020304" pitchFamily="18" charset="0"/>
                <a:cs typeface="Times New Roman" panose="02020603050405020304" pitchFamily="18" charset="0"/>
              </a:rPr>
              <a:t>These browsers are usually of different types, versions, and operating systems</a:t>
            </a:r>
            <a:r>
              <a:rPr lang="en-AU" dirty="0">
                <a:latin typeface="inherit"/>
                <a:ea typeface="Times New Roman" panose="02020603050405020304" pitchFamily="18" charset="0"/>
                <a:cs typeface="Times New Roman" panose="02020603050405020304" pitchFamily="18" charset="0"/>
              </a:rPr>
              <a:t>. This feature is typically used for cross-browser automated or live testing.</a:t>
            </a:r>
            <a:endParaRPr lang="en-AU" dirty="0">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dirty="0">
                <a:latin typeface="inherit"/>
                <a:ea typeface="Times New Roman" panose="02020603050405020304" pitchFamily="18" charset="0"/>
                <a:cs typeface="Times New Roman" panose="02020603050405020304" pitchFamily="18" charset="0"/>
              </a:rPr>
              <a:t>To monitor and debug automated tests. To that aim, cloud providers typically support session recordings or rich error-reporting features.</a:t>
            </a:r>
            <a:endParaRPr lang="en-AU" dirty="0">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dirty="0">
                <a:latin typeface="inherit"/>
                <a:ea typeface="Times New Roman" panose="02020603050405020304" pitchFamily="18" charset="0"/>
                <a:cs typeface="Times New Roman" panose="02020603050405020304" pitchFamily="18" charset="0"/>
              </a:rPr>
              <a:t>To request emulated (and real) mobile devices on different platforms, such as Android and iOS.</a:t>
            </a:r>
            <a:endParaRPr lang="en-AU" dirty="0">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dirty="0">
                <a:latin typeface="inherit"/>
                <a:ea typeface="Times New Roman" panose="02020603050405020304" pitchFamily="18" charset="0"/>
                <a:cs typeface="Times New Roman" panose="02020603050405020304" pitchFamily="18" charset="0"/>
              </a:rPr>
              <a:t>Automatically inspect the UI and ensure that end users have a correct visual experience.</a:t>
            </a:r>
            <a:endParaRPr lang="en-AU" dirty="0">
              <a:latin typeface="Calibri" panose="020F0502020204030204" pitchFamily="34" charset="0"/>
              <a:ea typeface="Calibri" panose="020F0502020204030204" pitchFamily="34" charset="0"/>
              <a:cs typeface="Times New Roman" panose="02020603050405020304" pitchFamily="18" charset="0"/>
            </a:endParaRPr>
          </a:p>
          <a:p>
            <a:endParaRPr lang="en-AU" dirty="0"/>
          </a:p>
        </p:txBody>
      </p:sp>
      <p:sp>
        <p:nvSpPr>
          <p:cNvPr id="4" name="Slide Number Placeholder 3"/>
          <p:cNvSpPr>
            <a:spLocks noGrp="1"/>
          </p:cNvSpPr>
          <p:nvPr>
            <p:ph type="sldNum" sz="quarter" idx="10"/>
          </p:nvPr>
        </p:nvSpPr>
        <p:spPr/>
        <p:txBody>
          <a:bodyPr/>
          <a:lstStyle/>
          <a:p>
            <a:fld id="{1AF93708-7FE8-4EF9-B06E-E90DE391BDBF}" type="slidenum">
              <a:rPr lang="en-AU" smtClean="0"/>
              <a:t>19</a:t>
            </a:fld>
            <a:endParaRPr lang="en-AU"/>
          </a:p>
        </p:txBody>
      </p:sp>
    </p:spTree>
    <p:extLst>
      <p:ext uri="{BB962C8B-B14F-4D97-AF65-F5344CB8AC3E}">
        <p14:creationId xmlns:p14="http://schemas.microsoft.com/office/powerpoint/2010/main" val="9425896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AF93708-7FE8-4EF9-B06E-E90DE391BDBF}" type="slidenum">
              <a:rPr lang="en-AU" smtClean="0"/>
              <a:t>22</a:t>
            </a:fld>
            <a:endParaRPr lang="en-AU"/>
          </a:p>
        </p:txBody>
      </p:sp>
    </p:spTree>
    <p:extLst>
      <p:ext uri="{BB962C8B-B14F-4D97-AF65-F5344CB8AC3E}">
        <p14:creationId xmlns:p14="http://schemas.microsoft.com/office/powerpoint/2010/main" val="37051375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AF93708-7FE8-4EF9-B06E-E90DE391BDBF}" type="slidenum">
              <a:rPr lang="en-AU" smtClean="0"/>
              <a:t>23</a:t>
            </a:fld>
            <a:endParaRPr lang="en-AU"/>
          </a:p>
        </p:txBody>
      </p:sp>
    </p:spTree>
    <p:extLst>
      <p:ext uri="{BB962C8B-B14F-4D97-AF65-F5344CB8AC3E}">
        <p14:creationId xmlns:p14="http://schemas.microsoft.com/office/powerpoint/2010/main" val="2828151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16/7/2025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4012379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16/7/2025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2787335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FFB29-0314-491D-9FB0-66C9BD8AD8C0}" type="datetimeFigureOut">
              <a:rPr lang="en-AU" smtClean="0"/>
              <a:t>16/7/2025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3876453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2FFB29-0314-491D-9FB0-66C9BD8AD8C0}" type="datetimeFigureOut">
              <a:rPr lang="en-AU" smtClean="0"/>
              <a:t>16/7/2025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2655860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2FFB29-0314-491D-9FB0-66C9BD8AD8C0}" type="datetimeFigureOut">
              <a:rPr lang="en-AU" smtClean="0"/>
              <a:t>16/7/2025</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2336543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2FFB29-0314-491D-9FB0-66C9BD8AD8C0}" type="datetimeFigureOut">
              <a:rPr lang="en-AU" smtClean="0"/>
              <a:t>16/7/2025</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416045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2FFB29-0314-491D-9FB0-66C9BD8AD8C0}" type="datetimeFigureOut">
              <a:rPr lang="en-AU" smtClean="0"/>
              <a:t>16/7/2025</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3646810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16/7/2025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882858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16/7/2025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543192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FFB29-0314-491D-9FB0-66C9BD8AD8C0}" type="datetimeFigureOut">
              <a:rPr lang="en-AU" smtClean="0"/>
              <a:t>16/7/2025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647164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FFB29-0314-491D-9FB0-66C9BD8AD8C0}" type="datetimeFigureOut">
              <a:rPr lang="en-AU" smtClean="0"/>
              <a:t>16/7/2025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1C6DAF-6EB8-4D5C-9BCD-63A633C96412}" type="slidenum">
              <a:rPr lang="en-AU" smtClean="0"/>
              <a:t>‹#›</a:t>
            </a:fld>
            <a:endParaRPr lang="en-AU"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78099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16/7/2025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8912662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16/7/2025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178977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16/7/2025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993667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16/7/2025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9967589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16/7/2025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205932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42FFB29-0314-491D-9FB0-66C9BD8AD8C0}" type="datetimeFigureOut">
              <a:rPr lang="en-AU" smtClean="0"/>
              <a:t>16/7/2025</a:t>
            </a:fld>
            <a:endParaRPr lang="en-AU"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A1C6DAF-6EB8-4D5C-9BCD-63A633C96412}" type="slidenum">
              <a:rPr lang="en-AU" smtClean="0"/>
              <a:t>‹#›</a:t>
            </a:fld>
            <a:endParaRPr lang="en-AU" dirty="0"/>
          </a:p>
        </p:txBody>
      </p:sp>
    </p:spTree>
    <p:extLst>
      <p:ext uri="{BB962C8B-B14F-4D97-AF65-F5344CB8AC3E}">
        <p14:creationId xmlns:p14="http://schemas.microsoft.com/office/powerpoint/2010/main" val="19528830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hyperlink" Target="https://www.calculator.net/"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1.png"/><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image" Target="../media/image5.png"/><Relationship Id="rId9"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s://testingbot.com/" TargetMode="External"/><Relationship Id="rId3" Type="http://schemas.openxmlformats.org/officeDocument/2006/relationships/hyperlink" Target="https://saucelabs.com/" TargetMode="External"/><Relationship Id="rId7" Type="http://schemas.openxmlformats.org/officeDocument/2006/relationships/hyperlink" Target="https://aerokube.com/moon-cloud"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crossbrowsertesting.com/" TargetMode="External"/><Relationship Id="rId5" Type="http://schemas.openxmlformats.org/officeDocument/2006/relationships/hyperlink" Target="https://www.lambdatest.com/" TargetMode="External"/><Relationship Id="rId10" Type="http://schemas.openxmlformats.org/officeDocument/2006/relationships/hyperlink" Target="https://testinium.com/" TargetMode="External"/><Relationship Id="rId4" Type="http://schemas.openxmlformats.org/officeDocument/2006/relationships/hyperlink" Target="https://www.browserstack.com/" TargetMode="External"/><Relationship Id="rId9" Type="http://schemas.openxmlformats.org/officeDocument/2006/relationships/hyperlink" Target="https://www.perfecto.io/"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selenium.dev/downloads/"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maven.apache.org/download.cgi" TargetMode="External"/><Relationship Id="rId5" Type="http://schemas.openxmlformats.org/officeDocument/2006/relationships/hyperlink" Target="https://www.browserstack.com/guide/selenium-with-java-for-automated-test" TargetMode="External"/><Relationship Id="rId4" Type="http://schemas.openxmlformats.org/officeDocument/2006/relationships/hyperlink" Target="https://chromedriver.chromium.org/downloads" TargetMode="External"/></Relationships>
</file>

<file path=ppt/slides/_rels/slide23.xml.rels><?xml version="1.0" encoding="UTF-8" standalone="yes"?>
<Relationships xmlns="http://schemas.openxmlformats.org/package/2006/relationships"><Relationship Id="rId8" Type="http://schemas.openxmlformats.org/officeDocument/2006/relationships/hyperlink" Target="https://www.lambdatest.com/blog/selenium-webdriver-tutorial-with-examples/" TargetMode="External"/><Relationship Id="rId3" Type="http://schemas.openxmlformats.org/officeDocument/2006/relationships/hyperlink" Target="https://www.vogella.com/tutorials/Eclipse/article.html" TargetMode="External"/><Relationship Id="rId7" Type="http://schemas.openxmlformats.org/officeDocument/2006/relationships/hyperlink" Target="https://www.tutorialspoint.com/selenium/selenium_webdriver.htm"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www.browserstack.com/guide/selenium-with-java-for-automated-test" TargetMode="External"/><Relationship Id="rId5" Type="http://schemas.openxmlformats.org/officeDocument/2006/relationships/hyperlink" Target="https://www.selenium.dev/documentation/webdriver/getting_started/" TargetMode="External"/><Relationship Id="rId4" Type="http://schemas.openxmlformats.org/officeDocument/2006/relationships/hyperlink" Target="https://www.guru99.com/xpath-selenium.html"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mt.linkedin.com/in/songqing-gu-2ba9034b/de" TargetMode="External"/><Relationship Id="rId2" Type="http://schemas.openxmlformats.org/officeDocument/2006/relationships/hyperlink" Target="http://www.funnygorilla.com.au/" TargetMode="External"/><Relationship Id="rId1" Type="http://schemas.openxmlformats.org/officeDocument/2006/relationships/slideLayout" Target="../slideLayouts/slideLayout2.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703782" y="6049817"/>
            <a:ext cx="4322618" cy="447373"/>
          </a:xfrm>
          <a:effectLst/>
        </p:spPr>
        <p:txBody>
          <a:bodyPr>
            <a:normAutofit/>
          </a:bodyPr>
          <a:lstStyle/>
          <a:p>
            <a:r>
              <a:rPr lang="en-AU" altLang="zh-CN" sz="2000" b="1" dirty="0">
                <a:solidFill>
                  <a:srgbClr val="00B0F0"/>
                </a:solidFill>
              </a:rPr>
              <a:t>Funny Gorilla</a:t>
            </a:r>
            <a:r>
              <a:rPr lang="zh-CN" altLang="en-US" sz="2000" b="1" i="1" dirty="0">
                <a:solidFill>
                  <a:schemeClr val="accent2"/>
                </a:solidFill>
                <a:cs typeface="幼圆"/>
              </a:rPr>
              <a:t>诙猩猩</a:t>
            </a:r>
            <a:r>
              <a:rPr lang="en-AU" altLang="zh-CN" sz="2000" b="1" dirty="0">
                <a:solidFill>
                  <a:srgbClr val="002060"/>
                </a:solidFill>
              </a:rPr>
              <a:t>-</a:t>
            </a:r>
            <a:r>
              <a:rPr lang="en-US" altLang="zh-CN" sz="2000" b="1" i="1" dirty="0">
                <a:solidFill>
                  <a:schemeClr val="accent2"/>
                </a:solidFill>
              </a:rPr>
              <a:t>IT</a:t>
            </a:r>
            <a:r>
              <a:rPr lang="zh-CN" altLang="en-US" sz="2000" b="1" i="1" dirty="0">
                <a:solidFill>
                  <a:schemeClr val="accent2"/>
                </a:solidFill>
              </a:rPr>
              <a:t>培训</a:t>
            </a:r>
            <a:endParaRPr lang="en-AU" sz="1400" b="1" i="1" dirty="0">
              <a:solidFill>
                <a:schemeClr val="accent2"/>
              </a:solidFill>
            </a:endParaRPr>
          </a:p>
        </p:txBody>
      </p:sp>
      <p:sp>
        <p:nvSpPr>
          <p:cNvPr id="3" name="Subtitle 2"/>
          <p:cNvSpPr>
            <a:spLocks noGrp="1"/>
          </p:cNvSpPr>
          <p:nvPr>
            <p:ph type="subTitle" idx="1"/>
          </p:nvPr>
        </p:nvSpPr>
        <p:spPr>
          <a:xfrm>
            <a:off x="2192580" y="2509908"/>
            <a:ext cx="7345022" cy="919092"/>
          </a:xfrm>
          <a:effectLst/>
        </p:spPr>
        <p:txBody>
          <a:bodyPr>
            <a:noAutofit/>
          </a:bodyPr>
          <a:lstStyle/>
          <a:p>
            <a:r>
              <a:rPr lang="en-AU" sz="4000" b="1" dirty="0">
                <a:solidFill>
                  <a:srgbClr val="0070C0"/>
                </a:solidFill>
                <a:latin typeface="+mj-lt"/>
                <a:ea typeface="+mj-ea"/>
                <a:cs typeface="+mj-cs"/>
              </a:rPr>
              <a:t>Deployment Architecture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93202" y="151296"/>
            <a:ext cx="2096652" cy="1487570"/>
          </a:xfrm>
          <a:prstGeom prst="rect">
            <a:avLst/>
          </a:prstGeom>
          <a:effectLst>
            <a:outerShdw blurRad="50800" dist="38100" dir="8100000" algn="tr" rotWithShape="0">
              <a:prstClr val="black">
                <a:alpha val="40000"/>
              </a:prstClr>
            </a:outerShdw>
          </a:effectLst>
        </p:spPr>
      </p:pic>
      <p:sp>
        <p:nvSpPr>
          <p:cNvPr id="4" name="TextBox 3"/>
          <p:cNvSpPr txBox="1"/>
          <p:nvPr/>
        </p:nvSpPr>
        <p:spPr>
          <a:xfrm>
            <a:off x="9625345" y="1484977"/>
            <a:ext cx="2632365" cy="307777"/>
          </a:xfrm>
          <a:prstGeom prst="rect">
            <a:avLst/>
          </a:prstGeom>
          <a:noFill/>
        </p:spPr>
        <p:txBody>
          <a:bodyPr wrap="square" rtlCol="0">
            <a:spAutoFit/>
          </a:bodyPr>
          <a:lstStyle/>
          <a:p>
            <a:r>
              <a:rPr lang="en-AU" altLang="zh-CN" sz="1400" b="1" i="1" dirty="0">
                <a:solidFill>
                  <a:schemeClr val="accent1"/>
                </a:solidFill>
              </a:rPr>
              <a:t>Your success is our success</a:t>
            </a:r>
            <a:endParaRPr lang="en-AU" sz="1400" dirty="0"/>
          </a:p>
        </p:txBody>
      </p:sp>
    </p:spTree>
    <p:extLst>
      <p:ext uri="{BB962C8B-B14F-4D97-AF65-F5344CB8AC3E}">
        <p14:creationId xmlns:p14="http://schemas.microsoft.com/office/powerpoint/2010/main" val="523495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39782" y="1006629"/>
            <a:ext cx="2485261" cy="668981"/>
          </a:xfrm>
          <a:effectLst/>
        </p:spPr>
        <p:txBody>
          <a:bodyPr>
            <a:normAutofit fontScale="90000"/>
          </a:bodyPr>
          <a:lstStyle/>
          <a:p>
            <a:r>
              <a:rPr lang="en-AU" sz="4000" dirty="0">
                <a:solidFill>
                  <a:srgbClr val="0070C0"/>
                </a:solidFill>
                <a:latin typeface="Arial Black" panose="020B0A04020102020204" pitchFamily="34" charset="0"/>
              </a:rPr>
              <a:t>Agenda</a:t>
            </a:r>
          </a:p>
        </p:txBody>
      </p:sp>
      <p:sp>
        <p:nvSpPr>
          <p:cNvPr id="3" name="Content Placeholder 2"/>
          <p:cNvSpPr>
            <a:spLocks noGrp="1"/>
          </p:cNvSpPr>
          <p:nvPr>
            <p:ph idx="1"/>
          </p:nvPr>
        </p:nvSpPr>
        <p:spPr>
          <a:xfrm>
            <a:off x="1939782" y="2291807"/>
            <a:ext cx="6987495" cy="3225073"/>
          </a:xfrm>
          <a:ln>
            <a:noFill/>
          </a:ln>
          <a:effectLst/>
          <a:scene3d>
            <a:camera prst="orthographicFront">
              <a:rot lat="0" lon="0" rev="0"/>
            </a:camera>
            <a:lightRig rig="balanced" dir="t">
              <a:rot lat="0" lon="0" rev="8700000"/>
            </a:lightRig>
          </a:scene3d>
          <a:sp3d>
            <a:bevelT w="190500" h="38100"/>
          </a:sp3d>
        </p:spPr>
        <p:txBody>
          <a:bodyPr>
            <a:normAutofit/>
          </a:bodyPr>
          <a:lstStyle/>
          <a:p>
            <a:pPr>
              <a:buFont typeface="Arial" panose="020B0604020202020204" pitchFamily="34" charset="0"/>
              <a:buChar char="•"/>
            </a:pPr>
            <a:r>
              <a:rPr lang="en-AU" altLang="zh-CN" sz="2400" b="1" dirty="0">
                <a:solidFill>
                  <a:schemeClr val="accent2"/>
                </a:solidFill>
              </a:rPr>
              <a:t>Local browser</a:t>
            </a:r>
            <a:endParaRPr lang="en-AU" altLang="zh-CN" sz="1400" b="1" dirty="0">
              <a:solidFill>
                <a:schemeClr val="accent2"/>
              </a:solidFill>
            </a:endParaRPr>
          </a:p>
          <a:p>
            <a:pPr>
              <a:buFont typeface="Arial" panose="020B0604020202020204" pitchFamily="34" charset="0"/>
              <a:buChar char="•"/>
            </a:pPr>
            <a:r>
              <a:rPr lang="en-AU" altLang="zh-CN" sz="2400" b="1" dirty="0">
                <a:solidFill>
                  <a:schemeClr val="accent2"/>
                </a:solidFill>
              </a:rPr>
              <a:t>Remote browser – Selenium Grid</a:t>
            </a:r>
          </a:p>
          <a:p>
            <a:pPr lvl="1">
              <a:buFont typeface="Courier New" panose="02070309020205020404" pitchFamily="49" charset="0"/>
              <a:buChar char="o"/>
            </a:pPr>
            <a:r>
              <a:rPr lang="en-AU" altLang="zh-CN" sz="2200" b="1" dirty="0">
                <a:solidFill>
                  <a:schemeClr val="accent2"/>
                </a:solidFill>
              </a:rPr>
              <a:t>Standalone</a:t>
            </a:r>
          </a:p>
          <a:p>
            <a:pPr lvl="1">
              <a:buFont typeface="Courier New" panose="02070309020205020404" pitchFamily="49" charset="0"/>
              <a:buChar char="o"/>
            </a:pPr>
            <a:r>
              <a:rPr lang="en-AU" altLang="zh-CN" sz="2200" b="1" dirty="0">
                <a:solidFill>
                  <a:schemeClr val="accent2"/>
                </a:solidFill>
              </a:rPr>
              <a:t>Hub-Node</a:t>
            </a:r>
          </a:p>
          <a:p>
            <a:pPr lvl="1">
              <a:buFont typeface="Courier New" panose="02070309020205020404" pitchFamily="49" charset="0"/>
              <a:buChar char="o"/>
            </a:pPr>
            <a:r>
              <a:rPr lang="en-AU" altLang="zh-CN" sz="2200" b="1" dirty="0">
                <a:solidFill>
                  <a:schemeClr val="accent2"/>
                </a:solidFill>
              </a:rPr>
              <a:t>Fully Distributed</a:t>
            </a:r>
          </a:p>
          <a:p>
            <a:pPr>
              <a:buFont typeface="Arial" panose="020B0604020202020204" pitchFamily="34" charset="0"/>
              <a:buChar char="•"/>
            </a:pPr>
            <a:r>
              <a:rPr lang="en-AU" sz="2400" b="1" dirty="0">
                <a:solidFill>
                  <a:schemeClr val="accent2"/>
                </a:solidFill>
              </a:rPr>
              <a:t>Cloud provider</a:t>
            </a:r>
          </a:p>
          <a:p>
            <a:pPr marL="0" indent="0">
              <a:buNone/>
            </a:pPr>
            <a:endParaRPr lang="en-AU" dirty="0">
              <a:solidFill>
                <a:schemeClr val="accent2"/>
              </a:solidFill>
            </a:endParaRPr>
          </a:p>
          <a:p>
            <a:pPr marL="0" indent="0">
              <a:buNone/>
            </a:pPr>
            <a:endParaRPr lang="en-AU" b="1" dirty="0">
              <a:solidFill>
                <a:schemeClr val="accent2"/>
              </a:solidFill>
            </a:endParaRPr>
          </a:p>
          <a:p>
            <a:pPr marL="0" indent="0">
              <a:buNone/>
            </a:pPr>
            <a:endParaRPr lang="en-AU" dirty="0">
              <a:solidFill>
                <a:schemeClr val="accent2"/>
              </a:solidFill>
            </a:endParaRPr>
          </a:p>
        </p:txBody>
      </p:sp>
    </p:spTree>
    <p:extLst>
      <p:ext uri="{BB962C8B-B14F-4D97-AF65-F5344CB8AC3E}">
        <p14:creationId xmlns:p14="http://schemas.microsoft.com/office/powerpoint/2010/main" val="2115522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94145" y="3080655"/>
            <a:ext cx="5057833" cy="696690"/>
          </a:xfrm>
          <a:solidFill>
            <a:srgbClr val="0070C0"/>
          </a:solidFill>
          <a:effectLst/>
        </p:spPr>
        <p:txBody>
          <a:bodyPr>
            <a:noAutofit/>
          </a:bodyPr>
          <a:lstStyle/>
          <a:p>
            <a:r>
              <a:rPr lang="en-AU" sz="3200" b="1" dirty="0">
                <a:solidFill>
                  <a:schemeClr val="bg1"/>
                </a:solidFill>
              </a:rPr>
              <a:t>Local browsers</a:t>
            </a:r>
            <a:br>
              <a:rPr lang="en-AU" sz="3200" b="1" dirty="0">
                <a:solidFill>
                  <a:schemeClr val="bg1"/>
                </a:solidFill>
              </a:rPr>
            </a:br>
            <a:endParaRPr lang="en-AU" sz="3200" b="1" dirty="0">
              <a:solidFill>
                <a:schemeClr val="bg1"/>
              </a:solidFill>
            </a:endParaRPr>
          </a:p>
        </p:txBody>
      </p:sp>
    </p:spTree>
    <p:extLst>
      <p:ext uri="{BB962C8B-B14F-4D97-AF65-F5344CB8AC3E}">
        <p14:creationId xmlns:p14="http://schemas.microsoft.com/office/powerpoint/2010/main" val="2304226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52" name="Picture 51" descr="hosw 060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82428" y="975360"/>
            <a:ext cx="8027144" cy="4684503"/>
          </a:xfrm>
          <a:prstGeom prst="rect">
            <a:avLst/>
          </a:prstGeom>
          <a:noFill/>
          <a:ln>
            <a:noFill/>
          </a:ln>
        </p:spPr>
      </p:pic>
      <p:sp>
        <p:nvSpPr>
          <p:cNvPr id="2" name="Line Callout 1 (Accent Bar) 12">
            <a:extLst>
              <a:ext uri="{FF2B5EF4-FFF2-40B4-BE49-F238E27FC236}">
                <a16:creationId xmlns:a16="http://schemas.microsoft.com/office/drawing/2014/main" id="{3771A1EC-DF95-53D4-E588-A1D22FA2E08B}"/>
              </a:ext>
            </a:extLst>
          </p:cNvPr>
          <p:cNvSpPr/>
          <p:nvPr/>
        </p:nvSpPr>
        <p:spPr>
          <a:xfrm>
            <a:off x="6313742" y="5872481"/>
            <a:ext cx="1844738" cy="284480"/>
          </a:xfrm>
          <a:prstGeom prst="accentCallout1">
            <a:avLst>
              <a:gd name="adj1" fmla="val 48018"/>
              <a:gd name="adj2" fmla="val -8848"/>
              <a:gd name="adj3" fmla="val -652898"/>
              <a:gd name="adj4" fmla="val -802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2000" b="1" dirty="0">
                <a:solidFill>
                  <a:schemeClr val="accent2"/>
                </a:solidFill>
              </a:rPr>
              <a:t>protocol</a:t>
            </a:r>
          </a:p>
        </p:txBody>
      </p:sp>
    </p:spTree>
    <p:extLst>
      <p:ext uri="{BB962C8B-B14F-4D97-AF65-F5344CB8AC3E}">
        <p14:creationId xmlns:p14="http://schemas.microsoft.com/office/powerpoint/2010/main" val="3207720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01AF4-F108-528F-BD19-F61BE37E736A}"/>
              </a:ext>
            </a:extLst>
          </p:cNvPr>
          <p:cNvSpPr>
            <a:spLocks noGrp="1"/>
          </p:cNvSpPr>
          <p:nvPr>
            <p:ph type="title"/>
          </p:nvPr>
        </p:nvSpPr>
        <p:spPr>
          <a:xfrm>
            <a:off x="1639931" y="3080655"/>
            <a:ext cx="4742873" cy="696690"/>
          </a:xfrm>
          <a:solidFill>
            <a:srgbClr val="0070C0"/>
          </a:solidFill>
          <a:effectLst/>
        </p:spPr>
        <p:txBody>
          <a:bodyPr vert="horz" lIns="91440" tIns="45720" rIns="91440" bIns="45720" rtlCol="0" anchor="t">
            <a:noAutofit/>
          </a:bodyPr>
          <a:lstStyle/>
          <a:p>
            <a:r>
              <a:rPr lang="en-AU" sz="3200" b="1" dirty="0">
                <a:solidFill>
                  <a:schemeClr val="bg1"/>
                </a:solidFill>
              </a:rPr>
              <a:t>Remote browser</a:t>
            </a:r>
            <a:br>
              <a:rPr lang="en-AU" sz="3200" b="1" dirty="0">
                <a:solidFill>
                  <a:schemeClr val="bg1"/>
                </a:solidFill>
              </a:rPr>
            </a:br>
            <a:endParaRPr lang="en-AU" sz="3200" b="1" dirty="0">
              <a:solidFill>
                <a:schemeClr val="bg1"/>
              </a:solidFill>
            </a:endParaRPr>
          </a:p>
        </p:txBody>
      </p:sp>
      <p:sp>
        <p:nvSpPr>
          <p:cNvPr id="3" name="Rectangle 2">
            <a:extLst>
              <a:ext uri="{FF2B5EF4-FFF2-40B4-BE49-F238E27FC236}">
                <a16:creationId xmlns:a16="http://schemas.microsoft.com/office/drawing/2014/main" id="{299C9490-13D8-AE16-BAF7-A3584E376281}"/>
              </a:ext>
            </a:extLst>
          </p:cNvPr>
          <p:cNvSpPr/>
          <p:nvPr/>
        </p:nvSpPr>
        <p:spPr>
          <a:xfrm>
            <a:off x="1930103" y="3999497"/>
            <a:ext cx="2260555" cy="400110"/>
          </a:xfrm>
          <a:prstGeom prst="rect">
            <a:avLst/>
          </a:prstGeom>
        </p:spPr>
        <p:txBody>
          <a:bodyPr wrap="none">
            <a:spAutoFit/>
          </a:bodyPr>
          <a:lstStyle/>
          <a:p>
            <a:pPr marL="342900" indent="-342900">
              <a:buFont typeface="Arial" panose="020B0604020202020204" pitchFamily="34" charset="0"/>
              <a:buChar char="•"/>
            </a:pPr>
            <a:r>
              <a:rPr lang="en-AU" sz="2000" dirty="0">
                <a:solidFill>
                  <a:schemeClr val="tx1">
                    <a:lumMod val="75000"/>
                    <a:lumOff val="25000"/>
                  </a:schemeClr>
                </a:solidFill>
                <a:latin typeface="+mj-lt"/>
                <a:ea typeface="+mj-ea"/>
                <a:cs typeface="+mj-cs"/>
              </a:rPr>
              <a:t>Selenium Grid</a:t>
            </a:r>
          </a:p>
        </p:txBody>
      </p:sp>
      <p:sp>
        <p:nvSpPr>
          <p:cNvPr id="4" name="Rectangle 3">
            <a:extLst>
              <a:ext uri="{FF2B5EF4-FFF2-40B4-BE49-F238E27FC236}">
                <a16:creationId xmlns:a16="http://schemas.microsoft.com/office/drawing/2014/main" id="{973679F0-1937-D48E-23BB-99DF553FFEE8}"/>
              </a:ext>
            </a:extLst>
          </p:cNvPr>
          <p:cNvSpPr/>
          <p:nvPr/>
        </p:nvSpPr>
        <p:spPr>
          <a:xfrm>
            <a:off x="1930103" y="4399607"/>
            <a:ext cx="2387192" cy="400110"/>
          </a:xfrm>
          <a:prstGeom prst="rect">
            <a:avLst/>
          </a:prstGeom>
        </p:spPr>
        <p:txBody>
          <a:bodyPr wrap="none">
            <a:spAutoFit/>
          </a:bodyPr>
          <a:lstStyle/>
          <a:p>
            <a:pPr marL="342900" indent="-342900">
              <a:buFont typeface="Arial" panose="020B0604020202020204" pitchFamily="34" charset="0"/>
              <a:buChar char="•"/>
            </a:pPr>
            <a:r>
              <a:rPr lang="en-AU" sz="2000" dirty="0">
                <a:solidFill>
                  <a:schemeClr val="tx1">
                    <a:lumMod val="75000"/>
                    <a:lumOff val="25000"/>
                  </a:schemeClr>
                </a:solidFill>
                <a:latin typeface="+mj-lt"/>
                <a:ea typeface="+mj-ea"/>
                <a:cs typeface="+mj-cs"/>
              </a:rPr>
              <a:t>Cloud provider</a:t>
            </a:r>
          </a:p>
        </p:txBody>
      </p:sp>
      <p:sp>
        <p:nvSpPr>
          <p:cNvPr id="5" name="Rectangle 4">
            <a:extLst>
              <a:ext uri="{FF2B5EF4-FFF2-40B4-BE49-F238E27FC236}">
                <a16:creationId xmlns:a16="http://schemas.microsoft.com/office/drawing/2014/main" id="{DFBCFAA0-4EE7-F662-76D2-37735629E71C}"/>
              </a:ext>
            </a:extLst>
          </p:cNvPr>
          <p:cNvSpPr/>
          <p:nvPr/>
        </p:nvSpPr>
        <p:spPr>
          <a:xfrm>
            <a:off x="1930103" y="4799717"/>
            <a:ext cx="4070345" cy="400110"/>
          </a:xfrm>
          <a:prstGeom prst="rect">
            <a:avLst/>
          </a:prstGeom>
        </p:spPr>
        <p:txBody>
          <a:bodyPr wrap="none">
            <a:spAutoFit/>
          </a:bodyPr>
          <a:lstStyle/>
          <a:p>
            <a:pPr marL="342900" indent="-342900">
              <a:buFont typeface="Arial" panose="020B0604020202020204" pitchFamily="34" charset="0"/>
              <a:buChar char="•"/>
            </a:pPr>
            <a:r>
              <a:rPr lang="en-AU" sz="2000" dirty="0">
                <a:solidFill>
                  <a:schemeClr val="tx1">
                    <a:lumMod val="75000"/>
                    <a:lumOff val="25000"/>
                  </a:schemeClr>
                </a:solidFill>
                <a:latin typeface="+mj-lt"/>
                <a:ea typeface="+mj-ea"/>
                <a:cs typeface="+mj-cs"/>
              </a:rPr>
              <a:t>Containerized Selenium Grid</a:t>
            </a:r>
          </a:p>
        </p:txBody>
      </p:sp>
    </p:spTree>
    <p:extLst>
      <p:ext uri="{BB962C8B-B14F-4D97-AF65-F5344CB8AC3E}">
        <p14:creationId xmlns:p14="http://schemas.microsoft.com/office/powerpoint/2010/main" val="2183626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1" name="Rounded Rectangle 20"/>
          <p:cNvSpPr/>
          <p:nvPr/>
        </p:nvSpPr>
        <p:spPr>
          <a:xfrm>
            <a:off x="800199" y="4394285"/>
            <a:ext cx="4906537" cy="1878939"/>
          </a:xfrm>
          <a:prstGeom prst="roundRect">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2"/>
          <p:cNvSpPr/>
          <p:nvPr/>
        </p:nvSpPr>
        <p:spPr>
          <a:xfrm>
            <a:off x="1716458" y="4640432"/>
            <a:ext cx="1914307" cy="400110"/>
          </a:xfrm>
          <a:prstGeom prst="rect">
            <a:avLst/>
          </a:prstGeom>
        </p:spPr>
        <p:txBody>
          <a:bodyPr wrap="none">
            <a:spAutoFit/>
          </a:bodyPr>
          <a:lstStyle/>
          <a:p>
            <a:r>
              <a:rPr lang="en-AU" sz="2000" b="1" dirty="0">
                <a:solidFill>
                  <a:srgbClr val="002060"/>
                </a:solidFill>
                <a:latin typeface="+mj-lt"/>
                <a:ea typeface="+mj-ea"/>
                <a:cs typeface="+mj-cs"/>
              </a:rPr>
              <a:t>Selenium Grid</a:t>
            </a:r>
          </a:p>
        </p:txBody>
      </p:sp>
      <p:sp>
        <p:nvSpPr>
          <p:cNvPr id="5" name="Rectangle 4"/>
          <p:cNvSpPr/>
          <p:nvPr/>
        </p:nvSpPr>
        <p:spPr>
          <a:xfrm>
            <a:off x="1716458" y="5164024"/>
            <a:ext cx="2040943" cy="400110"/>
          </a:xfrm>
          <a:prstGeom prst="rect">
            <a:avLst/>
          </a:prstGeom>
        </p:spPr>
        <p:txBody>
          <a:bodyPr wrap="none">
            <a:spAutoFit/>
          </a:bodyPr>
          <a:lstStyle/>
          <a:p>
            <a:r>
              <a:rPr lang="en-AU" sz="2000" b="1" dirty="0">
                <a:solidFill>
                  <a:srgbClr val="002060"/>
                </a:solidFill>
                <a:latin typeface="+mj-lt"/>
                <a:ea typeface="+mj-ea"/>
                <a:cs typeface="+mj-cs"/>
              </a:rPr>
              <a:t>Cloud provider</a:t>
            </a:r>
          </a:p>
        </p:txBody>
      </p:sp>
      <p:sp>
        <p:nvSpPr>
          <p:cNvPr id="6" name="Rectangle 5"/>
          <p:cNvSpPr/>
          <p:nvPr/>
        </p:nvSpPr>
        <p:spPr>
          <a:xfrm>
            <a:off x="1716458" y="5680470"/>
            <a:ext cx="3724096" cy="400110"/>
          </a:xfrm>
          <a:prstGeom prst="rect">
            <a:avLst/>
          </a:prstGeom>
        </p:spPr>
        <p:txBody>
          <a:bodyPr wrap="none">
            <a:spAutoFit/>
          </a:bodyPr>
          <a:lstStyle/>
          <a:p>
            <a:r>
              <a:rPr lang="en-AU" sz="2000" b="1" dirty="0">
                <a:solidFill>
                  <a:srgbClr val="002060"/>
                </a:solidFill>
                <a:latin typeface="+mj-lt"/>
                <a:ea typeface="+mj-ea"/>
                <a:cs typeface="+mj-cs"/>
              </a:rPr>
              <a:t>Containerized Selenium Grid</a:t>
            </a:r>
          </a:p>
        </p:txBody>
      </p:sp>
      <p:sp>
        <p:nvSpPr>
          <p:cNvPr id="8" name="Flowchart: Connector 7"/>
          <p:cNvSpPr/>
          <p:nvPr/>
        </p:nvSpPr>
        <p:spPr>
          <a:xfrm>
            <a:off x="1171790" y="4657137"/>
            <a:ext cx="387927" cy="397164"/>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t>1</a:t>
            </a:r>
          </a:p>
        </p:txBody>
      </p:sp>
      <p:sp>
        <p:nvSpPr>
          <p:cNvPr id="9" name="Flowchart: Connector 8"/>
          <p:cNvSpPr/>
          <p:nvPr/>
        </p:nvSpPr>
        <p:spPr>
          <a:xfrm>
            <a:off x="1183566" y="5149909"/>
            <a:ext cx="387927" cy="397164"/>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t>2</a:t>
            </a:r>
          </a:p>
        </p:txBody>
      </p:sp>
      <p:sp>
        <p:nvSpPr>
          <p:cNvPr id="10" name="Flowchart: Connector 9"/>
          <p:cNvSpPr/>
          <p:nvPr/>
        </p:nvSpPr>
        <p:spPr>
          <a:xfrm>
            <a:off x="1171789" y="5642681"/>
            <a:ext cx="387927" cy="397164"/>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t>3</a:t>
            </a:r>
          </a:p>
        </p:txBody>
      </p:sp>
      <p:sp>
        <p:nvSpPr>
          <p:cNvPr id="11" name="Explosion 1 10"/>
          <p:cNvSpPr/>
          <p:nvPr/>
        </p:nvSpPr>
        <p:spPr>
          <a:xfrm>
            <a:off x="3771026" y="4566554"/>
            <a:ext cx="722802" cy="583355"/>
          </a:xfrm>
          <a:prstGeom prst="irregularSeal1">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Line Callout 1 (Accent Bar) 12"/>
          <p:cNvSpPr/>
          <p:nvPr/>
        </p:nvSpPr>
        <p:spPr>
          <a:xfrm>
            <a:off x="6669342" y="4565416"/>
            <a:ext cx="3450018" cy="804731"/>
          </a:xfrm>
          <a:prstGeom prst="accentCallout1">
            <a:avLst>
              <a:gd name="adj1" fmla="val 48018"/>
              <a:gd name="adj2" fmla="val -8848"/>
              <a:gd name="adj3" fmla="val 85958"/>
              <a:gd name="adj4" fmla="val -3209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2800" b="1" dirty="0">
                <a:solidFill>
                  <a:srgbClr val="00B0F0"/>
                </a:solidFill>
              </a:rPr>
              <a:t>Remote browsers</a:t>
            </a:r>
          </a:p>
        </p:txBody>
      </p:sp>
      <p:sp>
        <p:nvSpPr>
          <p:cNvPr id="14" name="TextBox 13"/>
          <p:cNvSpPr txBox="1"/>
          <p:nvPr/>
        </p:nvSpPr>
        <p:spPr>
          <a:xfrm>
            <a:off x="800199" y="1834793"/>
            <a:ext cx="3278458" cy="1323439"/>
          </a:xfrm>
          <a:prstGeom prst="rect">
            <a:avLst/>
          </a:prstGeom>
          <a:noFill/>
        </p:spPr>
        <p:txBody>
          <a:bodyPr wrap="square" rtlCol="0">
            <a:spAutoFit/>
          </a:bodyPr>
          <a:lstStyle/>
          <a:p>
            <a:pPr marL="285750" indent="-285750">
              <a:buFont typeface="Arial" panose="020B0604020202020204" pitchFamily="34" charset="0"/>
              <a:buChar char="•"/>
            </a:pPr>
            <a:r>
              <a:rPr lang="en-AU" sz="2000" dirty="0">
                <a:solidFill>
                  <a:srgbClr val="002060"/>
                </a:solidFill>
              </a:rPr>
              <a:t>Different Browser types</a:t>
            </a:r>
          </a:p>
          <a:p>
            <a:pPr marL="285750" indent="-285750">
              <a:buFont typeface="Arial" panose="020B0604020202020204" pitchFamily="34" charset="0"/>
              <a:buChar char="•"/>
            </a:pPr>
            <a:r>
              <a:rPr lang="en-AU" sz="2000" dirty="0">
                <a:solidFill>
                  <a:srgbClr val="002060"/>
                </a:solidFill>
              </a:rPr>
              <a:t>Different Versions</a:t>
            </a:r>
          </a:p>
          <a:p>
            <a:pPr marL="285750" indent="-285750">
              <a:buFont typeface="Arial" panose="020B0604020202020204" pitchFamily="34" charset="0"/>
              <a:buChar char="•"/>
            </a:pPr>
            <a:r>
              <a:rPr lang="en-AU" sz="2000" dirty="0">
                <a:solidFill>
                  <a:srgbClr val="002060"/>
                </a:solidFill>
              </a:rPr>
              <a:t>Different OS types</a:t>
            </a:r>
          </a:p>
          <a:p>
            <a:pPr marL="285750" indent="-285750">
              <a:buFont typeface="Arial" panose="020B0604020202020204" pitchFamily="34" charset="0"/>
              <a:buChar char="•"/>
            </a:pPr>
            <a:r>
              <a:rPr lang="en-AU" sz="2000" dirty="0">
                <a:solidFill>
                  <a:srgbClr val="002060"/>
                </a:solidFill>
              </a:rPr>
              <a:t>Parallel testing</a:t>
            </a:r>
          </a:p>
        </p:txBody>
      </p:sp>
      <p:sp>
        <p:nvSpPr>
          <p:cNvPr id="15" name="TextBox 14"/>
          <p:cNvSpPr txBox="1"/>
          <p:nvPr/>
        </p:nvSpPr>
        <p:spPr>
          <a:xfrm>
            <a:off x="845222" y="1294165"/>
            <a:ext cx="2573398" cy="584775"/>
          </a:xfrm>
          <a:prstGeom prst="rect">
            <a:avLst/>
          </a:prstGeom>
          <a:noFill/>
        </p:spPr>
        <p:txBody>
          <a:bodyPr wrap="square" rtlCol="0">
            <a:spAutoFit/>
          </a:bodyPr>
          <a:lstStyle/>
          <a:p>
            <a:r>
              <a:rPr lang="en-AU" sz="3200" b="1" dirty="0">
                <a:solidFill>
                  <a:schemeClr val="accent2"/>
                </a:solidFill>
              </a:rPr>
              <a:t>In real life: </a:t>
            </a:r>
          </a:p>
        </p:txBody>
      </p:sp>
      <p:sp>
        <p:nvSpPr>
          <p:cNvPr id="16" name="Chevron 15"/>
          <p:cNvSpPr/>
          <p:nvPr/>
        </p:nvSpPr>
        <p:spPr>
          <a:xfrm>
            <a:off x="4435464" y="1856582"/>
            <a:ext cx="804732" cy="88998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18" name="TextBox 17"/>
          <p:cNvSpPr txBox="1"/>
          <p:nvPr/>
        </p:nvSpPr>
        <p:spPr>
          <a:xfrm>
            <a:off x="5800198" y="1892772"/>
            <a:ext cx="3591166" cy="1015663"/>
          </a:xfrm>
          <a:prstGeom prst="rect">
            <a:avLst/>
          </a:prstGeom>
          <a:noFill/>
        </p:spPr>
        <p:txBody>
          <a:bodyPr wrap="square" rtlCol="0">
            <a:spAutoFit/>
          </a:bodyPr>
          <a:lstStyle/>
          <a:p>
            <a:r>
              <a:rPr lang="en-AU" sz="2000" dirty="0">
                <a:solidFill>
                  <a:srgbClr val="002060"/>
                </a:solidFill>
              </a:rPr>
              <a:t>A fleet of different browsers </a:t>
            </a:r>
          </a:p>
          <a:p>
            <a:r>
              <a:rPr lang="en-AU" sz="2000" dirty="0">
                <a:solidFill>
                  <a:srgbClr val="002060"/>
                </a:solidFill>
              </a:rPr>
              <a:t>with different versions </a:t>
            </a:r>
          </a:p>
          <a:p>
            <a:r>
              <a:rPr lang="en-AU" sz="2000" dirty="0">
                <a:solidFill>
                  <a:srgbClr val="002060"/>
                </a:solidFill>
              </a:rPr>
              <a:t>deployed in different OS</a:t>
            </a:r>
          </a:p>
        </p:txBody>
      </p:sp>
      <p:sp>
        <p:nvSpPr>
          <p:cNvPr id="19" name="TextBox 18"/>
          <p:cNvSpPr txBox="1"/>
          <p:nvPr/>
        </p:nvSpPr>
        <p:spPr>
          <a:xfrm>
            <a:off x="5800198" y="1294165"/>
            <a:ext cx="4948014" cy="584775"/>
          </a:xfrm>
          <a:prstGeom prst="rect">
            <a:avLst/>
          </a:prstGeom>
          <a:noFill/>
        </p:spPr>
        <p:txBody>
          <a:bodyPr wrap="square" rtlCol="0">
            <a:spAutoFit/>
          </a:bodyPr>
          <a:lstStyle/>
          <a:p>
            <a:r>
              <a:rPr lang="en-AU" sz="3200" b="1" dirty="0">
                <a:solidFill>
                  <a:schemeClr val="accent2"/>
                </a:solidFill>
              </a:rPr>
              <a:t>A remote environment: </a:t>
            </a:r>
          </a:p>
        </p:txBody>
      </p:sp>
      <p:sp>
        <p:nvSpPr>
          <p:cNvPr id="20" name="Chevron 19"/>
          <p:cNvSpPr/>
          <p:nvPr/>
        </p:nvSpPr>
        <p:spPr>
          <a:xfrm rot="5400000">
            <a:off x="6927102" y="3333721"/>
            <a:ext cx="804732" cy="88998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Tree>
    <p:extLst>
      <p:ext uri="{BB962C8B-B14F-4D97-AF65-F5344CB8AC3E}">
        <p14:creationId xmlns:p14="http://schemas.microsoft.com/office/powerpoint/2010/main" val="418502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51" name="Picture 50" descr="hosw 0602"/>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27210" y="1341120"/>
            <a:ext cx="7753589" cy="4549652"/>
          </a:xfrm>
          <a:prstGeom prst="rect">
            <a:avLst/>
          </a:prstGeom>
          <a:noFill/>
          <a:ln>
            <a:noFill/>
          </a:ln>
        </p:spPr>
      </p:pic>
      <p:sp>
        <p:nvSpPr>
          <p:cNvPr id="3" name="TextBox 2"/>
          <p:cNvSpPr txBox="1"/>
          <p:nvPr/>
        </p:nvSpPr>
        <p:spPr>
          <a:xfrm>
            <a:off x="1234902" y="967228"/>
            <a:ext cx="5521498" cy="830997"/>
          </a:xfrm>
          <a:prstGeom prst="rect">
            <a:avLst/>
          </a:prstGeom>
          <a:noFill/>
        </p:spPr>
        <p:txBody>
          <a:bodyPr wrap="square" rtlCol="0">
            <a:spAutoFit/>
          </a:bodyPr>
          <a:lstStyle/>
          <a:p>
            <a:pPr marL="285750" indent="-285750">
              <a:buFont typeface="Arial" panose="020B0604020202020204" pitchFamily="34" charset="0"/>
              <a:buChar char="•"/>
            </a:pPr>
            <a:r>
              <a:rPr lang="en-AU" sz="2400" b="1" dirty="0">
                <a:solidFill>
                  <a:schemeClr val="accent2"/>
                </a:solidFill>
              </a:rPr>
              <a:t>Cross browser testing</a:t>
            </a:r>
          </a:p>
          <a:p>
            <a:pPr marL="285750" indent="-285750">
              <a:buFont typeface="Arial" panose="020B0604020202020204" pitchFamily="34" charset="0"/>
              <a:buChar char="•"/>
            </a:pPr>
            <a:r>
              <a:rPr lang="en-AU" sz="2400" b="1" dirty="0">
                <a:solidFill>
                  <a:schemeClr val="accent2"/>
                </a:solidFill>
              </a:rPr>
              <a:t>Parallel testing</a:t>
            </a:r>
          </a:p>
        </p:txBody>
      </p:sp>
      <p:sp>
        <p:nvSpPr>
          <p:cNvPr id="2" name="Line Callout 1 (Accent Bar) 12">
            <a:extLst>
              <a:ext uri="{FF2B5EF4-FFF2-40B4-BE49-F238E27FC236}">
                <a16:creationId xmlns:a16="http://schemas.microsoft.com/office/drawing/2014/main" id="{5C43149A-ECB9-7755-D5A7-46A7ED22A3D4}"/>
              </a:ext>
            </a:extLst>
          </p:cNvPr>
          <p:cNvSpPr/>
          <p:nvPr/>
        </p:nvSpPr>
        <p:spPr>
          <a:xfrm>
            <a:off x="6313742" y="5872481"/>
            <a:ext cx="1844738" cy="284480"/>
          </a:xfrm>
          <a:prstGeom prst="accentCallout1">
            <a:avLst>
              <a:gd name="adj1" fmla="val 48018"/>
              <a:gd name="adj2" fmla="val -8848"/>
              <a:gd name="adj3" fmla="val -320755"/>
              <a:gd name="adj4" fmla="val -38893"/>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2000" b="1" dirty="0">
                <a:solidFill>
                  <a:schemeClr val="accent2"/>
                </a:solidFill>
              </a:rPr>
              <a:t>protocol</a:t>
            </a:r>
          </a:p>
        </p:txBody>
      </p:sp>
    </p:spTree>
    <p:extLst>
      <p:ext uri="{BB962C8B-B14F-4D97-AF65-F5344CB8AC3E}">
        <p14:creationId xmlns:p14="http://schemas.microsoft.com/office/powerpoint/2010/main" val="1897699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1" name="Rounded Rectangle 50"/>
          <p:cNvSpPr/>
          <p:nvPr/>
        </p:nvSpPr>
        <p:spPr>
          <a:xfrm>
            <a:off x="7657637" y="2230631"/>
            <a:ext cx="2969723" cy="3011413"/>
          </a:xfrm>
          <a:prstGeom prst="roundRect">
            <a:avLst/>
          </a:prstGeom>
          <a:solidFill>
            <a:srgbClr val="C9E8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9" name="Rounded Rectangle 48"/>
          <p:cNvSpPr/>
          <p:nvPr/>
        </p:nvSpPr>
        <p:spPr>
          <a:xfrm>
            <a:off x="4380606" y="2230632"/>
            <a:ext cx="2404783" cy="3011413"/>
          </a:xfrm>
          <a:prstGeom prst="roundRect">
            <a:avLst/>
          </a:prstGeom>
          <a:solidFill>
            <a:srgbClr val="C9E8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Rounded Rectangle 3"/>
          <p:cNvSpPr/>
          <p:nvPr/>
        </p:nvSpPr>
        <p:spPr>
          <a:xfrm>
            <a:off x="1112036" y="2230633"/>
            <a:ext cx="1808861" cy="3011413"/>
          </a:xfrm>
          <a:prstGeom prst="roundRect">
            <a:avLst/>
          </a:prstGeom>
          <a:solidFill>
            <a:srgbClr val="C9E8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Rounded Rectangle 27"/>
          <p:cNvSpPr/>
          <p:nvPr/>
        </p:nvSpPr>
        <p:spPr>
          <a:xfrm>
            <a:off x="5187126" y="3424867"/>
            <a:ext cx="735502" cy="491041"/>
          </a:xfrm>
          <a:prstGeom prst="roundRect">
            <a:avLst/>
          </a:prstGeom>
          <a:solidFill>
            <a:srgbClr val="00206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p:cNvSpPr>
            <a:spLocks noGrp="1"/>
          </p:cNvSpPr>
          <p:nvPr>
            <p:ph type="title"/>
          </p:nvPr>
        </p:nvSpPr>
        <p:spPr>
          <a:xfrm>
            <a:off x="1216030" y="629900"/>
            <a:ext cx="9184115" cy="696690"/>
          </a:xfrm>
          <a:effectLst/>
        </p:spPr>
        <p:txBody>
          <a:bodyPr>
            <a:normAutofit fontScale="90000"/>
          </a:bodyPr>
          <a:lstStyle/>
          <a:p>
            <a:r>
              <a:rPr lang="en-AU" b="1" dirty="0">
                <a:solidFill>
                  <a:srgbClr val="002060"/>
                </a:solidFill>
                <a:latin typeface="Arial Black" panose="020B0A04020102020204" pitchFamily="34" charset="0"/>
              </a:rPr>
              <a:t>Selenium Grid – </a:t>
            </a:r>
            <a:r>
              <a:rPr lang="en-AU" b="1" dirty="0">
                <a:solidFill>
                  <a:schemeClr val="accent2"/>
                </a:solidFill>
                <a:latin typeface="Arial Black" panose="020B0A04020102020204" pitchFamily="34" charset="0"/>
              </a:rPr>
              <a:t>Remote Browser</a:t>
            </a:r>
            <a:br>
              <a:rPr lang="en-AU" b="1" dirty="0">
                <a:solidFill>
                  <a:srgbClr val="002060"/>
                </a:solidFill>
              </a:rPr>
            </a:br>
            <a:endParaRPr lang="en-AU" sz="2200" b="1" dirty="0">
              <a:solidFill>
                <a:schemeClr val="tx1"/>
              </a:solidFill>
            </a:endParaRPr>
          </a:p>
        </p:txBody>
      </p:sp>
      <p:sp>
        <p:nvSpPr>
          <p:cNvPr id="8" name="Rounded Rectangle 7"/>
          <p:cNvSpPr/>
          <p:nvPr/>
        </p:nvSpPr>
        <p:spPr>
          <a:xfrm>
            <a:off x="5356861" y="4260906"/>
            <a:ext cx="361020" cy="428661"/>
          </a:xfrm>
          <a:prstGeom prst="roundRect">
            <a:avLst/>
          </a:prstGeom>
          <a:solidFill>
            <a:schemeClr val="bg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V="1">
            <a:off x="7820740" y="2809234"/>
            <a:ext cx="548992" cy="548992"/>
          </a:xfrm>
          <a:prstGeom prst="rect">
            <a:avLst/>
          </a:prstGeom>
        </p:spPr>
      </p:pic>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01325" y="3564155"/>
            <a:ext cx="620514" cy="620514"/>
          </a:xfrm>
          <a:prstGeom prst="rect">
            <a:avLst/>
          </a:prstGeom>
        </p:spPr>
      </p:pic>
      <p:pic>
        <p:nvPicPr>
          <p:cNvPr id="15" name="Picture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34840" y="4012652"/>
            <a:ext cx="1352181" cy="1060719"/>
          </a:xfrm>
          <a:prstGeom prst="rect">
            <a:avLst/>
          </a:prstGeom>
        </p:spPr>
      </p:pic>
      <p:sp>
        <p:nvSpPr>
          <p:cNvPr id="16" name="TextBox 15"/>
          <p:cNvSpPr txBox="1"/>
          <p:nvPr/>
        </p:nvSpPr>
        <p:spPr>
          <a:xfrm>
            <a:off x="1453679" y="2435204"/>
            <a:ext cx="1170961" cy="338554"/>
          </a:xfrm>
          <a:prstGeom prst="rect">
            <a:avLst/>
          </a:prstGeom>
          <a:noFill/>
        </p:spPr>
        <p:txBody>
          <a:bodyPr wrap="square" rtlCol="0">
            <a:spAutoFit/>
          </a:bodyPr>
          <a:lstStyle/>
          <a:p>
            <a:r>
              <a:rPr lang="en-AU" sz="1600" b="1" dirty="0">
                <a:solidFill>
                  <a:srgbClr val="00B0F0"/>
                </a:solidFill>
              </a:rPr>
              <a:t>Test Code</a:t>
            </a:r>
          </a:p>
        </p:txBody>
      </p:sp>
      <p:sp>
        <p:nvSpPr>
          <p:cNvPr id="17" name="Rounded Rectangle 16"/>
          <p:cNvSpPr/>
          <p:nvPr/>
        </p:nvSpPr>
        <p:spPr>
          <a:xfrm>
            <a:off x="9738587" y="3418316"/>
            <a:ext cx="604156" cy="628675"/>
          </a:xfrm>
          <a:prstGeom prst="roundRect">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TextBox 17"/>
          <p:cNvSpPr txBox="1"/>
          <p:nvPr/>
        </p:nvSpPr>
        <p:spPr>
          <a:xfrm>
            <a:off x="8255704" y="2521604"/>
            <a:ext cx="2087532" cy="369332"/>
          </a:xfrm>
          <a:prstGeom prst="rect">
            <a:avLst/>
          </a:prstGeom>
          <a:noFill/>
        </p:spPr>
        <p:txBody>
          <a:bodyPr wrap="square" rtlCol="0">
            <a:spAutoFit/>
          </a:bodyPr>
          <a:lstStyle/>
          <a:p>
            <a:r>
              <a:rPr lang="en-AU" b="1" dirty="0">
                <a:solidFill>
                  <a:srgbClr val="00B0F0"/>
                </a:solidFill>
              </a:rPr>
              <a:t>Web</a:t>
            </a:r>
            <a:r>
              <a:rPr lang="en-AU" b="1" dirty="0"/>
              <a:t> </a:t>
            </a:r>
            <a:r>
              <a:rPr lang="en-AU" b="1" dirty="0">
                <a:solidFill>
                  <a:srgbClr val="00B0F0"/>
                </a:solidFill>
              </a:rPr>
              <a:t>Application</a:t>
            </a:r>
          </a:p>
        </p:txBody>
      </p:sp>
      <p:sp>
        <p:nvSpPr>
          <p:cNvPr id="19" name="Rounded Rectangle 18"/>
          <p:cNvSpPr/>
          <p:nvPr/>
        </p:nvSpPr>
        <p:spPr>
          <a:xfrm>
            <a:off x="4569983" y="4286233"/>
            <a:ext cx="318444" cy="403334"/>
          </a:xfrm>
          <a:prstGeom prst="roundRect">
            <a:avLst/>
          </a:prstGeom>
          <a:solidFill>
            <a:schemeClr val="bg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0" name="Straight Arrow Connector 19"/>
          <p:cNvCxnSpPr>
            <a:stCxn id="50" idx="3"/>
          </p:cNvCxnSpPr>
          <p:nvPr/>
        </p:nvCxnSpPr>
        <p:spPr>
          <a:xfrm flipV="1">
            <a:off x="3192159" y="3615203"/>
            <a:ext cx="1732512" cy="16763"/>
          </a:xfrm>
          <a:prstGeom prst="straightConnector1">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474068" y="3295209"/>
            <a:ext cx="965329" cy="276999"/>
          </a:xfrm>
          <a:prstGeom prst="rect">
            <a:avLst/>
          </a:prstGeom>
          <a:noFill/>
        </p:spPr>
        <p:txBody>
          <a:bodyPr wrap="none" rtlCol="0">
            <a:spAutoFit/>
          </a:bodyPr>
          <a:lstStyle/>
          <a:p>
            <a:r>
              <a:rPr lang="en-AU" sz="1200" b="1" dirty="0">
                <a:solidFill>
                  <a:srgbClr val="002060"/>
                </a:solidFill>
              </a:rPr>
              <a:t>JSON/Http</a:t>
            </a:r>
          </a:p>
        </p:txBody>
      </p:sp>
      <p:cxnSp>
        <p:nvCxnSpPr>
          <p:cNvPr id="26" name="Straight Arrow Connector 25"/>
          <p:cNvCxnSpPr/>
          <p:nvPr/>
        </p:nvCxnSpPr>
        <p:spPr>
          <a:xfrm flipV="1">
            <a:off x="8410896" y="3792769"/>
            <a:ext cx="1012371" cy="8164"/>
          </a:xfrm>
          <a:prstGeom prst="straightConnector1">
            <a:avLst/>
          </a:prstGeom>
          <a:ln w="38100">
            <a:solidFill>
              <a:schemeClr val="bg1">
                <a:lumMod val="6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4204606" y="4703921"/>
            <a:ext cx="978539" cy="461665"/>
          </a:xfrm>
          <a:prstGeom prst="rect">
            <a:avLst/>
          </a:prstGeom>
          <a:noFill/>
        </p:spPr>
        <p:txBody>
          <a:bodyPr wrap="square" rtlCol="0">
            <a:spAutoFit/>
          </a:bodyPr>
          <a:lstStyle/>
          <a:p>
            <a:r>
              <a:rPr lang="en-AU" sz="1200" dirty="0"/>
              <a:t>Chrome </a:t>
            </a:r>
          </a:p>
          <a:p>
            <a:r>
              <a:rPr lang="en-AU" sz="1200" dirty="0"/>
              <a:t>WebDriver</a:t>
            </a:r>
          </a:p>
        </p:txBody>
      </p:sp>
      <p:sp>
        <p:nvSpPr>
          <p:cNvPr id="31" name="TextBox 30"/>
          <p:cNvSpPr txBox="1"/>
          <p:nvPr/>
        </p:nvSpPr>
        <p:spPr>
          <a:xfrm>
            <a:off x="4714195" y="2573855"/>
            <a:ext cx="1870066" cy="369332"/>
          </a:xfrm>
          <a:prstGeom prst="rect">
            <a:avLst/>
          </a:prstGeom>
          <a:noFill/>
        </p:spPr>
        <p:txBody>
          <a:bodyPr wrap="square" rtlCol="0">
            <a:spAutoFit/>
          </a:bodyPr>
          <a:lstStyle/>
          <a:p>
            <a:r>
              <a:rPr lang="en-AU" b="1" dirty="0">
                <a:solidFill>
                  <a:srgbClr val="00B0F0"/>
                </a:solidFill>
              </a:rPr>
              <a:t>Selenium Grid</a:t>
            </a:r>
          </a:p>
        </p:txBody>
      </p:sp>
      <p:sp>
        <p:nvSpPr>
          <p:cNvPr id="33" name="TextBox 32"/>
          <p:cNvSpPr txBox="1"/>
          <p:nvPr/>
        </p:nvSpPr>
        <p:spPr>
          <a:xfrm>
            <a:off x="5224075" y="4703920"/>
            <a:ext cx="1052697" cy="461665"/>
          </a:xfrm>
          <a:prstGeom prst="rect">
            <a:avLst/>
          </a:prstGeom>
          <a:noFill/>
        </p:spPr>
        <p:txBody>
          <a:bodyPr wrap="square" rtlCol="0">
            <a:spAutoFit/>
          </a:bodyPr>
          <a:lstStyle/>
          <a:p>
            <a:r>
              <a:rPr lang="en-AU" sz="1200" dirty="0"/>
              <a:t>Safari </a:t>
            </a:r>
          </a:p>
          <a:p>
            <a:r>
              <a:rPr lang="en-AU" sz="1200" dirty="0"/>
              <a:t>WebDriver</a:t>
            </a:r>
          </a:p>
        </p:txBody>
      </p:sp>
      <p:pic>
        <p:nvPicPr>
          <p:cNvPr id="35" name="Picture 3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820740" y="4371577"/>
            <a:ext cx="579472" cy="579472"/>
          </a:xfrm>
          <a:prstGeom prst="rect">
            <a:avLst/>
          </a:prstGeom>
        </p:spPr>
      </p:pic>
      <p:sp>
        <p:nvSpPr>
          <p:cNvPr id="36" name="Rounded Rectangle 35"/>
          <p:cNvSpPr/>
          <p:nvPr/>
        </p:nvSpPr>
        <p:spPr>
          <a:xfrm>
            <a:off x="6172905" y="4268526"/>
            <a:ext cx="325885" cy="421041"/>
          </a:xfrm>
          <a:prstGeom prst="roundRect">
            <a:avLst/>
          </a:prstGeom>
          <a:solidFill>
            <a:schemeClr val="bg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7" name="TextBox 36"/>
          <p:cNvSpPr txBox="1"/>
          <p:nvPr/>
        </p:nvSpPr>
        <p:spPr>
          <a:xfrm>
            <a:off x="6115615" y="4711540"/>
            <a:ext cx="1052697" cy="461665"/>
          </a:xfrm>
          <a:prstGeom prst="rect">
            <a:avLst/>
          </a:prstGeom>
          <a:noFill/>
        </p:spPr>
        <p:txBody>
          <a:bodyPr wrap="square" rtlCol="0">
            <a:spAutoFit/>
          </a:bodyPr>
          <a:lstStyle/>
          <a:p>
            <a:r>
              <a:rPr lang="en-AU" sz="1200" dirty="0"/>
              <a:t>Firefox</a:t>
            </a:r>
          </a:p>
          <a:p>
            <a:r>
              <a:rPr lang="en-AU" sz="1200" dirty="0"/>
              <a:t>WebDriver</a:t>
            </a:r>
          </a:p>
        </p:txBody>
      </p:sp>
      <p:cxnSp>
        <p:nvCxnSpPr>
          <p:cNvPr id="39" name="Straight Arrow Connector 38"/>
          <p:cNvCxnSpPr>
            <a:stCxn id="28" idx="2"/>
            <a:endCxn id="19" idx="0"/>
          </p:cNvCxnSpPr>
          <p:nvPr/>
        </p:nvCxnSpPr>
        <p:spPr>
          <a:xfrm flipH="1">
            <a:off x="4729205" y="3915908"/>
            <a:ext cx="825672" cy="3703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8" idx="2"/>
            <a:endCxn id="8" idx="0"/>
          </p:cNvCxnSpPr>
          <p:nvPr/>
        </p:nvCxnSpPr>
        <p:spPr>
          <a:xfrm flipH="1">
            <a:off x="5537371" y="3915908"/>
            <a:ext cx="17506" cy="3449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28" idx="2"/>
            <a:endCxn id="36" idx="0"/>
          </p:cNvCxnSpPr>
          <p:nvPr/>
        </p:nvCxnSpPr>
        <p:spPr>
          <a:xfrm>
            <a:off x="5554877" y="3915908"/>
            <a:ext cx="780971" cy="3526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Rectangle 70"/>
          <p:cNvSpPr/>
          <p:nvPr/>
        </p:nvSpPr>
        <p:spPr>
          <a:xfrm>
            <a:off x="8238377" y="1903376"/>
            <a:ext cx="1961499" cy="276999"/>
          </a:xfrm>
          <a:prstGeom prst="rect">
            <a:avLst/>
          </a:prstGeom>
        </p:spPr>
        <p:txBody>
          <a:bodyPr wrap="none">
            <a:spAutoFit/>
          </a:bodyPr>
          <a:lstStyle/>
          <a:p>
            <a:r>
              <a:rPr lang="en-AU" sz="1200" dirty="0">
                <a:solidFill>
                  <a:srgbClr val="313131"/>
                </a:solidFill>
                <a:latin typeface="Arial" panose="020B0604020202020204" pitchFamily="34" charset="0"/>
                <a:hlinkClick r:id="rId7"/>
              </a:rPr>
              <a:t>https://www.calculator.net/</a:t>
            </a:r>
            <a:endParaRPr lang="en-AU" sz="1200" dirty="0"/>
          </a:p>
        </p:txBody>
      </p:sp>
      <p:pic>
        <p:nvPicPr>
          <p:cNvPr id="72" name="Picture 7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186037" y="4330664"/>
            <a:ext cx="336447" cy="336447"/>
          </a:xfrm>
          <a:prstGeom prst="rect">
            <a:avLst/>
          </a:prstGeom>
        </p:spPr>
      </p:pic>
      <p:pic>
        <p:nvPicPr>
          <p:cNvPr id="73" name="Picture 7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56861" y="4304473"/>
            <a:ext cx="381206" cy="381206"/>
          </a:xfrm>
          <a:prstGeom prst="rect">
            <a:avLst/>
          </a:prstGeom>
        </p:spPr>
      </p:pic>
      <p:pic>
        <p:nvPicPr>
          <p:cNvPr id="74" name="Picture 73"/>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flipV="1">
            <a:off x="4581673" y="4344031"/>
            <a:ext cx="323080" cy="323080"/>
          </a:xfrm>
          <a:prstGeom prst="rect">
            <a:avLst/>
          </a:prstGeom>
        </p:spPr>
      </p:pic>
      <p:cxnSp>
        <p:nvCxnSpPr>
          <p:cNvPr id="47" name="Straight Arrow Connector 46"/>
          <p:cNvCxnSpPr/>
          <p:nvPr/>
        </p:nvCxnSpPr>
        <p:spPr>
          <a:xfrm>
            <a:off x="8456761" y="3250780"/>
            <a:ext cx="938251" cy="344678"/>
          </a:xfrm>
          <a:prstGeom prst="straightConnector1">
            <a:avLst/>
          </a:prstGeom>
          <a:ln w="38100">
            <a:solidFill>
              <a:schemeClr val="bg1">
                <a:lumMod val="6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flipV="1">
            <a:off x="8569563" y="3985839"/>
            <a:ext cx="813746" cy="385738"/>
          </a:xfrm>
          <a:prstGeom prst="straightConnector1">
            <a:avLst/>
          </a:prstGeom>
          <a:ln w="38100">
            <a:solidFill>
              <a:schemeClr val="bg1">
                <a:lumMod val="6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50" name="Picture 49"/>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662365" y="3424867"/>
            <a:ext cx="529794" cy="414197"/>
          </a:xfrm>
          <a:prstGeom prst="rect">
            <a:avLst/>
          </a:prstGeom>
        </p:spPr>
      </p:pic>
      <p:sp>
        <p:nvSpPr>
          <p:cNvPr id="57" name="Vertical Scroll 56"/>
          <p:cNvSpPr/>
          <p:nvPr/>
        </p:nvSpPr>
        <p:spPr>
          <a:xfrm>
            <a:off x="1601824" y="3131080"/>
            <a:ext cx="778632" cy="605258"/>
          </a:xfrm>
          <a:prstGeom prst="verticalScroll">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POM</a:t>
            </a:r>
          </a:p>
        </p:txBody>
      </p:sp>
      <p:cxnSp>
        <p:nvCxnSpPr>
          <p:cNvPr id="54" name="Straight Arrow Connector 53"/>
          <p:cNvCxnSpPr/>
          <p:nvPr/>
        </p:nvCxnSpPr>
        <p:spPr>
          <a:xfrm flipV="1">
            <a:off x="6063705" y="3666306"/>
            <a:ext cx="1561621" cy="4082"/>
          </a:xfrm>
          <a:prstGeom prst="straightConnector1">
            <a:avLst/>
          </a:prstGeom>
          <a:ln w="38100">
            <a:solidFill>
              <a:schemeClr val="bg1">
                <a:lumMod val="6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8337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16030" y="629900"/>
            <a:ext cx="7257410" cy="696690"/>
          </a:xfrm>
          <a:effectLst/>
        </p:spPr>
        <p:txBody>
          <a:bodyPr>
            <a:normAutofit/>
          </a:bodyPr>
          <a:lstStyle/>
          <a:p>
            <a:r>
              <a:rPr lang="en-AU" b="1" dirty="0">
                <a:solidFill>
                  <a:srgbClr val="002060"/>
                </a:solidFill>
                <a:latin typeface="Arial Black" panose="020B0A04020102020204" pitchFamily="34" charset="0"/>
              </a:rPr>
              <a:t>Selenium Grid </a:t>
            </a:r>
            <a:endParaRPr lang="en-AU" sz="2200" b="1" dirty="0">
              <a:solidFill>
                <a:schemeClr val="tx1"/>
              </a:solidFill>
              <a:latin typeface="Arial Black" panose="020B0A04020102020204" pitchFamily="34" charset="0"/>
            </a:endParaRPr>
          </a:p>
        </p:txBody>
      </p:sp>
      <p:sp>
        <p:nvSpPr>
          <p:cNvPr id="5" name="Rectangle 4"/>
          <p:cNvSpPr/>
          <p:nvPr/>
        </p:nvSpPr>
        <p:spPr>
          <a:xfrm>
            <a:off x="2082800" y="2948817"/>
            <a:ext cx="2400534" cy="523220"/>
          </a:xfrm>
          <a:prstGeom prst="rect">
            <a:avLst/>
          </a:prstGeom>
          <a:effectLst/>
        </p:spPr>
        <p:txBody>
          <a:bodyPr wrap="square">
            <a:spAutoFit/>
          </a:bodyPr>
          <a:lstStyle/>
          <a:p>
            <a:r>
              <a:rPr lang="en-AU" sz="2800" b="1" dirty="0">
                <a:solidFill>
                  <a:schemeClr val="accent2"/>
                </a:solidFill>
                <a:latin typeface="Arial Black" panose="020B0A04020102020204" pitchFamily="34" charset="0"/>
              </a:rPr>
              <a:t>Hub-nodes</a:t>
            </a:r>
            <a:endParaRPr lang="en-AU" dirty="0">
              <a:solidFill>
                <a:schemeClr val="accent2"/>
              </a:solidFill>
              <a:latin typeface="Arial Black" panose="020B0A04020102020204" pitchFamily="34" charset="0"/>
            </a:endParaRPr>
          </a:p>
        </p:txBody>
      </p:sp>
      <p:sp>
        <p:nvSpPr>
          <p:cNvPr id="49" name="Rectangle 48"/>
          <p:cNvSpPr/>
          <p:nvPr/>
        </p:nvSpPr>
        <p:spPr>
          <a:xfrm>
            <a:off x="2082800" y="2306890"/>
            <a:ext cx="2804160" cy="523220"/>
          </a:xfrm>
          <a:prstGeom prst="rect">
            <a:avLst/>
          </a:prstGeom>
          <a:effectLst/>
        </p:spPr>
        <p:txBody>
          <a:bodyPr wrap="square">
            <a:spAutoFit/>
          </a:bodyPr>
          <a:lstStyle/>
          <a:p>
            <a:r>
              <a:rPr lang="en-AU" sz="2800" b="1" dirty="0">
                <a:solidFill>
                  <a:schemeClr val="accent2"/>
                </a:solidFill>
                <a:latin typeface="Arial Black" panose="020B0A04020102020204" pitchFamily="34" charset="0"/>
              </a:rPr>
              <a:t>Standalone</a:t>
            </a:r>
            <a:endParaRPr lang="en-AU" dirty="0">
              <a:solidFill>
                <a:schemeClr val="accent2"/>
              </a:solidFill>
              <a:latin typeface="Arial Black" panose="020B0A04020102020204" pitchFamily="34" charset="0"/>
            </a:endParaRPr>
          </a:p>
        </p:txBody>
      </p:sp>
      <p:sp>
        <p:nvSpPr>
          <p:cNvPr id="52" name="Rectangle 51"/>
          <p:cNvSpPr/>
          <p:nvPr/>
        </p:nvSpPr>
        <p:spPr>
          <a:xfrm>
            <a:off x="2082799" y="3590744"/>
            <a:ext cx="3820161" cy="523220"/>
          </a:xfrm>
          <a:prstGeom prst="rect">
            <a:avLst/>
          </a:prstGeom>
          <a:effectLst/>
        </p:spPr>
        <p:txBody>
          <a:bodyPr wrap="square">
            <a:spAutoFit/>
          </a:bodyPr>
          <a:lstStyle/>
          <a:p>
            <a:r>
              <a:rPr lang="en-AU" sz="2800" b="1" dirty="0">
                <a:solidFill>
                  <a:schemeClr val="accent2"/>
                </a:solidFill>
                <a:latin typeface="Arial Black" panose="020B0A04020102020204" pitchFamily="34" charset="0"/>
              </a:rPr>
              <a:t>Fully distributed</a:t>
            </a:r>
            <a:endParaRPr lang="en-AU" dirty="0">
              <a:solidFill>
                <a:schemeClr val="accent2"/>
              </a:solidFill>
              <a:latin typeface="Arial Black" panose="020B0A04020102020204" pitchFamily="34" charset="0"/>
            </a:endParaRPr>
          </a:p>
        </p:txBody>
      </p:sp>
      <p:sp>
        <p:nvSpPr>
          <p:cNvPr id="7" name="Flowchart: Connector 6"/>
          <p:cNvSpPr/>
          <p:nvPr/>
        </p:nvSpPr>
        <p:spPr>
          <a:xfrm>
            <a:off x="1542472" y="2382981"/>
            <a:ext cx="387927" cy="397164"/>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t>1</a:t>
            </a:r>
          </a:p>
        </p:txBody>
      </p:sp>
      <p:sp>
        <p:nvSpPr>
          <p:cNvPr id="53" name="Flowchart: Connector 52"/>
          <p:cNvSpPr/>
          <p:nvPr/>
        </p:nvSpPr>
        <p:spPr>
          <a:xfrm>
            <a:off x="1542472" y="3034144"/>
            <a:ext cx="387927" cy="397164"/>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t>2</a:t>
            </a:r>
          </a:p>
        </p:txBody>
      </p:sp>
      <p:sp>
        <p:nvSpPr>
          <p:cNvPr id="54" name="Flowchart: Connector 53"/>
          <p:cNvSpPr/>
          <p:nvPr/>
        </p:nvSpPr>
        <p:spPr>
          <a:xfrm>
            <a:off x="1544781" y="3685307"/>
            <a:ext cx="387927" cy="397164"/>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t>3</a:t>
            </a:r>
          </a:p>
        </p:txBody>
      </p:sp>
      <p:pic>
        <p:nvPicPr>
          <p:cNvPr id="55" name="Picture 54" descr="hosw 0603"/>
          <p:cNvPicPr/>
          <p:nvPr/>
        </p:nvPicPr>
        <p:blipFill>
          <a:blip r:embed="rId2">
            <a:extLst>
              <a:ext uri="{28A0092B-C50C-407E-A947-70E740481C1C}">
                <a14:useLocalDpi xmlns:a14="http://schemas.microsoft.com/office/drawing/2010/main" val="0"/>
              </a:ext>
            </a:extLst>
          </a:blip>
          <a:srcRect/>
          <a:stretch>
            <a:fillRect/>
          </a:stretch>
        </p:blipFill>
        <p:spPr bwMode="auto">
          <a:xfrm>
            <a:off x="6817160" y="1746160"/>
            <a:ext cx="4816388" cy="2973131"/>
          </a:xfrm>
          <a:prstGeom prst="rect">
            <a:avLst/>
          </a:prstGeom>
          <a:noFill/>
          <a:ln>
            <a:noFill/>
          </a:ln>
        </p:spPr>
      </p:pic>
      <p:sp>
        <p:nvSpPr>
          <p:cNvPr id="3" name="Explosion 1 2"/>
          <p:cNvSpPr/>
          <p:nvPr/>
        </p:nvSpPr>
        <p:spPr>
          <a:xfrm>
            <a:off x="4652040" y="2276822"/>
            <a:ext cx="722802" cy="583355"/>
          </a:xfrm>
          <a:prstGeom prst="irregularSeal1">
            <a:avLst/>
          </a:prstGeom>
          <a:solidFill>
            <a:srgbClr val="FFFF00"/>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991223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9054" y="476329"/>
            <a:ext cx="2820786" cy="696690"/>
          </a:xfrm>
          <a:effectLst/>
        </p:spPr>
        <p:txBody>
          <a:bodyPr>
            <a:normAutofit fontScale="90000"/>
          </a:bodyPr>
          <a:lstStyle/>
          <a:p>
            <a:r>
              <a:rPr lang="en-AU" b="1" dirty="0">
                <a:solidFill>
                  <a:schemeClr val="accent2"/>
                </a:solidFill>
                <a:latin typeface="Arial Black" panose="020B0A04020102020204" pitchFamily="34" charset="0"/>
              </a:rPr>
              <a:t>Standalone</a:t>
            </a:r>
            <a:br>
              <a:rPr lang="en-AU" b="1" dirty="0">
                <a:solidFill>
                  <a:schemeClr val="accent2"/>
                </a:solidFill>
                <a:latin typeface="Arial Black" panose="020B0A04020102020204" pitchFamily="34" charset="0"/>
              </a:rPr>
            </a:br>
            <a:endParaRPr lang="en-AU" sz="2200" b="1" dirty="0">
              <a:solidFill>
                <a:schemeClr val="accent2"/>
              </a:solidFill>
              <a:latin typeface="Arial Black" panose="020B0A04020102020204" pitchFamily="34" charset="0"/>
            </a:endParaRPr>
          </a:p>
        </p:txBody>
      </p:sp>
      <p:sp>
        <p:nvSpPr>
          <p:cNvPr id="5" name="Rectangle 4"/>
          <p:cNvSpPr/>
          <p:nvPr/>
        </p:nvSpPr>
        <p:spPr>
          <a:xfrm>
            <a:off x="622215" y="5258019"/>
            <a:ext cx="8990136" cy="369332"/>
          </a:xfrm>
          <a:prstGeom prst="rect">
            <a:avLst/>
          </a:prstGeom>
        </p:spPr>
        <p:txBody>
          <a:bodyPr wrap="square">
            <a:spAutoFit/>
          </a:bodyPr>
          <a:lstStyle/>
          <a:p>
            <a:r>
              <a:rPr lang="en-AU" dirty="0">
                <a:latin typeface="Courier New" panose="02070309020205020404" pitchFamily="49" charset="0"/>
                <a:ea typeface="Times New Roman" panose="02020603050405020304" pitchFamily="18" charset="0"/>
              </a:rPr>
              <a:t>java -jar </a:t>
            </a:r>
            <a:r>
              <a:rPr lang="en-AU" b="1" dirty="0">
                <a:solidFill>
                  <a:srgbClr val="2F5597"/>
                </a:solidFill>
                <a:latin typeface="Courier New" panose="02070309020205020404" pitchFamily="49" charset="0"/>
                <a:ea typeface="Times New Roman" panose="02020603050405020304" pitchFamily="18" charset="0"/>
              </a:rPr>
              <a:t>webdrivermanager</a:t>
            </a:r>
            <a:r>
              <a:rPr lang="en-AU" dirty="0">
                <a:latin typeface="Courier New" panose="02070309020205020404" pitchFamily="49" charset="0"/>
                <a:ea typeface="Times New Roman" panose="02020603050405020304" pitchFamily="18" charset="0"/>
              </a:rPr>
              <a:t>-5.0.3-fat.jar resolveDriverFor </a:t>
            </a:r>
            <a:r>
              <a:rPr lang="en-AU" b="1" dirty="0">
                <a:solidFill>
                  <a:srgbClr val="2F5597"/>
                </a:solidFill>
                <a:latin typeface="Courier New" panose="02070309020205020404" pitchFamily="49" charset="0"/>
                <a:ea typeface="Times New Roman" panose="02020603050405020304" pitchFamily="18" charset="0"/>
              </a:rPr>
              <a:t>chrome</a:t>
            </a:r>
            <a:endParaRPr lang="en-AU" dirty="0"/>
          </a:p>
        </p:txBody>
      </p:sp>
      <p:sp>
        <p:nvSpPr>
          <p:cNvPr id="6" name="Rectangle 5"/>
          <p:cNvSpPr/>
          <p:nvPr/>
        </p:nvSpPr>
        <p:spPr>
          <a:xfrm>
            <a:off x="622215" y="5630028"/>
            <a:ext cx="8164946" cy="369332"/>
          </a:xfrm>
          <a:prstGeom prst="rect">
            <a:avLst/>
          </a:prstGeom>
        </p:spPr>
        <p:txBody>
          <a:bodyPr wrap="square">
            <a:spAutoFit/>
          </a:bodyPr>
          <a:lstStyle/>
          <a:p>
            <a:r>
              <a:rPr lang="en-AU" dirty="0">
                <a:latin typeface="Courier New" panose="02070309020205020404" pitchFamily="49" charset="0"/>
                <a:ea typeface="Times New Roman" panose="02020603050405020304" pitchFamily="18" charset="0"/>
              </a:rPr>
              <a:t>java -jar </a:t>
            </a:r>
            <a:r>
              <a:rPr lang="en-AU" b="1" dirty="0">
                <a:solidFill>
                  <a:srgbClr val="2F5597"/>
                </a:solidFill>
                <a:latin typeface="Courier New" panose="02070309020205020404" pitchFamily="49" charset="0"/>
                <a:ea typeface="Times New Roman" panose="02020603050405020304" pitchFamily="18" charset="0"/>
              </a:rPr>
              <a:t>selenium-server</a:t>
            </a:r>
            <a:r>
              <a:rPr lang="en-AU" dirty="0">
                <a:latin typeface="Courier New" panose="02070309020205020404" pitchFamily="49" charset="0"/>
                <a:ea typeface="Times New Roman" panose="02020603050405020304" pitchFamily="18" charset="0"/>
              </a:rPr>
              <a:t>-4.0.0.jar </a:t>
            </a:r>
            <a:r>
              <a:rPr lang="en-AU" b="1" dirty="0">
                <a:solidFill>
                  <a:srgbClr val="2F5597"/>
                </a:solidFill>
                <a:latin typeface="Courier New" panose="02070309020205020404" pitchFamily="49" charset="0"/>
                <a:ea typeface="Times New Roman" panose="02020603050405020304" pitchFamily="18" charset="0"/>
              </a:rPr>
              <a:t>standalone</a:t>
            </a:r>
            <a:endParaRPr lang="en-AU" dirty="0"/>
          </a:p>
        </p:txBody>
      </p:sp>
      <p:sp>
        <p:nvSpPr>
          <p:cNvPr id="7" name="Rectangle 6"/>
          <p:cNvSpPr/>
          <p:nvPr/>
        </p:nvSpPr>
        <p:spPr>
          <a:xfrm>
            <a:off x="622215" y="6004715"/>
            <a:ext cx="11452303" cy="388696"/>
          </a:xfrm>
          <a:prstGeom prst="rect">
            <a:avLst/>
          </a:prstGeom>
        </p:spPr>
        <p:txBody>
          <a:bodyPr wrap="square">
            <a:spAutoFit/>
          </a:bodyPr>
          <a:lstStyle/>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AU" dirty="0">
                <a:solidFill>
                  <a:srgbClr val="000088"/>
                </a:solidFill>
                <a:latin typeface="Consolas" panose="020B0609020204030204" pitchFamily="49" charset="0"/>
                <a:ea typeface="Times New Roman" panose="02020603050405020304" pitchFamily="18" charset="0"/>
                <a:cs typeface="Courier New" panose="02070309020205020404" pitchFamily="49" charset="0"/>
              </a:rPr>
              <a:t>WebDriver</a:t>
            </a:r>
            <a:r>
              <a:rPr lang="en-AU" dirty="0">
                <a:latin typeface="Courier New" panose="02070309020205020404" pitchFamily="49" charset="0"/>
                <a:ea typeface="Times New Roman" panose="02020603050405020304" pitchFamily="18" charset="0"/>
                <a:cs typeface="Times New Roman" panose="02020603050405020304" pitchFamily="18" charset="0"/>
              </a:rPr>
              <a:t> </a:t>
            </a:r>
            <a:r>
              <a:rPr lang="en-AU" dirty="0">
                <a:solidFill>
                  <a:srgbClr val="000088"/>
                </a:solidFill>
                <a:latin typeface="Consolas" panose="020B0609020204030204" pitchFamily="49" charset="0"/>
                <a:ea typeface="Times New Roman" panose="02020603050405020304" pitchFamily="18" charset="0"/>
                <a:cs typeface="Courier New" panose="02070309020205020404" pitchFamily="49" charset="0"/>
              </a:rPr>
              <a:t>driver</a:t>
            </a:r>
            <a:r>
              <a:rPr lang="en-AU" dirty="0">
                <a:latin typeface="Courier New" panose="02070309020205020404" pitchFamily="49" charset="0"/>
                <a:ea typeface="Times New Roman" panose="02020603050405020304" pitchFamily="18" charset="0"/>
                <a:cs typeface="Times New Roman" panose="02020603050405020304" pitchFamily="18" charset="0"/>
              </a:rPr>
              <a:t> </a:t>
            </a:r>
            <a:r>
              <a:rPr lang="en-AU" dirty="0">
                <a:solidFill>
                  <a:srgbClr val="555555"/>
                </a:solidFill>
                <a:latin typeface="Consolas" panose="020B0609020204030204" pitchFamily="49" charset="0"/>
                <a:ea typeface="Times New Roman" panose="02020603050405020304" pitchFamily="18" charset="0"/>
                <a:cs typeface="Courier New" panose="02070309020205020404" pitchFamily="49" charset="0"/>
              </a:rPr>
              <a:t>=</a:t>
            </a:r>
            <a:r>
              <a:rPr lang="en-AU" dirty="0">
                <a:latin typeface="Courier New" panose="02070309020205020404" pitchFamily="49" charset="0"/>
                <a:ea typeface="Times New Roman" panose="02020603050405020304" pitchFamily="18" charset="0"/>
                <a:cs typeface="Times New Roman" panose="02020603050405020304" pitchFamily="18" charset="0"/>
              </a:rPr>
              <a:t> </a:t>
            </a:r>
            <a:r>
              <a:rPr lang="en-AU" dirty="0">
                <a:solidFill>
                  <a:srgbClr val="006699"/>
                </a:solidFill>
                <a:latin typeface="Consolas" panose="020B0609020204030204" pitchFamily="49" charset="0"/>
                <a:ea typeface="Times New Roman" panose="02020603050405020304" pitchFamily="18" charset="0"/>
                <a:cs typeface="Courier New" panose="02070309020205020404" pitchFamily="49" charset="0"/>
              </a:rPr>
              <a:t>new</a:t>
            </a:r>
            <a:r>
              <a:rPr lang="en-AU" dirty="0">
                <a:latin typeface="Courier New" panose="02070309020205020404" pitchFamily="49" charset="0"/>
                <a:ea typeface="Times New Roman" panose="02020603050405020304" pitchFamily="18" charset="0"/>
                <a:cs typeface="Times New Roman" panose="02020603050405020304" pitchFamily="18" charset="0"/>
              </a:rPr>
              <a:t> </a:t>
            </a:r>
            <a:r>
              <a:rPr lang="en-AU" dirty="0">
                <a:solidFill>
                  <a:srgbClr val="000088"/>
                </a:solidFill>
                <a:latin typeface="Consolas" panose="020B0609020204030204" pitchFamily="49" charset="0"/>
                <a:ea typeface="Times New Roman" panose="02020603050405020304" pitchFamily="18" charset="0"/>
                <a:cs typeface="Courier New" panose="02070309020205020404" pitchFamily="49" charset="0"/>
              </a:rPr>
              <a:t>RemoteWebDriver</a:t>
            </a:r>
            <a:r>
              <a:rPr lang="en-AU" dirty="0">
                <a:solidFill>
                  <a:srgbClr val="555555"/>
                </a:solidFill>
                <a:latin typeface="Consolas" panose="020B0609020204030204" pitchFamily="49" charset="0"/>
                <a:ea typeface="Times New Roman" panose="02020603050405020304" pitchFamily="18" charset="0"/>
                <a:cs typeface="Courier New" panose="02070309020205020404" pitchFamily="49" charset="0"/>
              </a:rPr>
              <a:t>(</a:t>
            </a:r>
            <a:r>
              <a:rPr lang="en-AU" dirty="0">
                <a:solidFill>
                  <a:srgbClr val="CC3300"/>
                </a:solidFill>
                <a:latin typeface="Consolas" panose="020B0609020204030204" pitchFamily="49" charset="0"/>
                <a:ea typeface="Times New Roman" panose="02020603050405020304" pitchFamily="18" charset="0"/>
                <a:cs typeface="Courier New" panose="02070309020205020404" pitchFamily="49" charset="0"/>
              </a:rPr>
              <a:t>"http://localhost:4444/"</a:t>
            </a:r>
            <a:r>
              <a:rPr lang="en-AU" dirty="0">
                <a:solidFill>
                  <a:srgbClr val="555555"/>
                </a:solidFill>
                <a:latin typeface="Consolas" panose="020B0609020204030204" pitchFamily="49" charset="0"/>
                <a:ea typeface="Times New Roman" panose="02020603050405020304" pitchFamily="18" charset="0"/>
                <a:cs typeface="Courier New" panose="02070309020205020404" pitchFamily="49" charset="0"/>
              </a:rPr>
              <a:t>,</a:t>
            </a:r>
            <a:r>
              <a:rPr lang="en-AU" dirty="0">
                <a:latin typeface="Courier New" panose="02070309020205020404" pitchFamily="49" charset="0"/>
                <a:ea typeface="Times New Roman" panose="02020603050405020304" pitchFamily="18" charset="0"/>
                <a:cs typeface="Times New Roman" panose="02020603050405020304" pitchFamily="18" charset="0"/>
              </a:rPr>
              <a:t> </a:t>
            </a:r>
            <a:r>
              <a:rPr lang="en-AU" dirty="0">
                <a:solidFill>
                  <a:srgbClr val="006699"/>
                </a:solidFill>
                <a:latin typeface="Consolas" panose="020B0609020204030204" pitchFamily="49" charset="0"/>
                <a:ea typeface="Times New Roman" panose="02020603050405020304" pitchFamily="18" charset="0"/>
                <a:cs typeface="Courier New" panose="02070309020205020404" pitchFamily="49" charset="0"/>
              </a:rPr>
              <a:t>new</a:t>
            </a:r>
            <a:r>
              <a:rPr lang="en-AU" dirty="0">
                <a:latin typeface="Courier New" panose="02070309020205020404" pitchFamily="49" charset="0"/>
                <a:ea typeface="Times New Roman" panose="02020603050405020304" pitchFamily="18" charset="0"/>
                <a:cs typeface="Times New Roman" panose="02020603050405020304" pitchFamily="18" charset="0"/>
              </a:rPr>
              <a:t> </a:t>
            </a:r>
            <a:r>
              <a:rPr lang="en-AU" dirty="0">
                <a:solidFill>
                  <a:srgbClr val="CC00FF"/>
                </a:solidFill>
                <a:latin typeface="Consolas" panose="020B0609020204030204" pitchFamily="49" charset="0"/>
                <a:ea typeface="Times New Roman" panose="02020603050405020304" pitchFamily="18" charset="0"/>
                <a:cs typeface="Courier New" panose="02070309020205020404" pitchFamily="49" charset="0"/>
              </a:rPr>
              <a:t>ChromeOptions</a:t>
            </a:r>
            <a:r>
              <a:rPr lang="en-AU" dirty="0">
                <a:solidFill>
                  <a:srgbClr val="555555"/>
                </a:solidFill>
                <a:latin typeface="Consolas" panose="020B0609020204030204" pitchFamily="49" charset="0"/>
                <a:ea typeface="Times New Roman" panose="02020603050405020304" pitchFamily="18" charset="0"/>
                <a:cs typeface="Courier New" panose="02070309020205020404" pitchFamily="49" charset="0"/>
              </a:rPr>
              <a:t>());</a:t>
            </a:r>
            <a:endParaRPr lang="en-AU" sz="3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descr="hosw ab0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56393" y="476329"/>
            <a:ext cx="4897047" cy="4452462"/>
          </a:xfrm>
          <a:prstGeom prst="rect">
            <a:avLst/>
          </a:prstGeom>
          <a:noFill/>
          <a:ln>
            <a:noFill/>
          </a:ln>
        </p:spPr>
      </p:pic>
      <p:sp>
        <p:nvSpPr>
          <p:cNvPr id="9" name="Explosion 1 8"/>
          <p:cNvSpPr/>
          <p:nvPr/>
        </p:nvSpPr>
        <p:spPr>
          <a:xfrm>
            <a:off x="3981886" y="566962"/>
            <a:ext cx="722802" cy="583355"/>
          </a:xfrm>
          <a:prstGeom prst="irregularSeal1">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330490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9054" y="476329"/>
            <a:ext cx="2820786" cy="696690"/>
          </a:xfrm>
          <a:effectLst/>
        </p:spPr>
        <p:txBody>
          <a:bodyPr>
            <a:normAutofit fontScale="90000"/>
          </a:bodyPr>
          <a:lstStyle/>
          <a:p>
            <a:r>
              <a:rPr lang="en-AU" b="1" dirty="0">
                <a:solidFill>
                  <a:schemeClr val="accent2"/>
                </a:solidFill>
                <a:latin typeface="Arial Black" panose="020B0A04020102020204" pitchFamily="34" charset="0"/>
              </a:rPr>
              <a:t>Hub-Node</a:t>
            </a:r>
            <a:br>
              <a:rPr lang="en-AU" b="1" dirty="0">
                <a:solidFill>
                  <a:schemeClr val="accent2"/>
                </a:solidFill>
                <a:latin typeface="Arial Black" panose="020B0A04020102020204" pitchFamily="34" charset="0"/>
              </a:rPr>
            </a:br>
            <a:endParaRPr lang="en-AU" sz="2200" b="1" dirty="0">
              <a:solidFill>
                <a:schemeClr val="accent2"/>
              </a:solidFill>
              <a:latin typeface="Arial Black" panose="020B0A04020102020204" pitchFamily="34" charset="0"/>
            </a:endParaRPr>
          </a:p>
        </p:txBody>
      </p:sp>
      <p:sp>
        <p:nvSpPr>
          <p:cNvPr id="6" name="Rectangle 5"/>
          <p:cNvSpPr/>
          <p:nvPr/>
        </p:nvSpPr>
        <p:spPr>
          <a:xfrm>
            <a:off x="540935" y="5193147"/>
            <a:ext cx="6926665" cy="374687"/>
          </a:xfrm>
          <a:prstGeom prst="rect">
            <a:avLst/>
          </a:prstGeom>
        </p:spPr>
        <p:txBody>
          <a:bodyPr wrap="square">
            <a:spAutoFit/>
          </a:bodyPr>
          <a:lstStyle/>
          <a:p>
            <a:r>
              <a:rPr lang="en-AU" dirty="0">
                <a:latin typeface="Courier New" panose="02070309020205020404" pitchFamily="49" charset="0"/>
                <a:ea typeface="Times New Roman" panose="02020603050405020304" pitchFamily="18" charset="0"/>
              </a:rPr>
              <a:t>java -jar </a:t>
            </a:r>
            <a:r>
              <a:rPr lang="en-AU" b="1" dirty="0">
                <a:solidFill>
                  <a:srgbClr val="2F5597"/>
                </a:solidFill>
                <a:latin typeface="Courier New" panose="02070309020205020404" pitchFamily="49" charset="0"/>
                <a:ea typeface="Times New Roman" panose="02020603050405020304" pitchFamily="18" charset="0"/>
              </a:rPr>
              <a:t>selenium-server</a:t>
            </a:r>
            <a:r>
              <a:rPr lang="en-AU" dirty="0">
                <a:latin typeface="Courier New" panose="02070309020205020404" pitchFamily="49" charset="0"/>
                <a:ea typeface="Times New Roman" panose="02020603050405020304" pitchFamily="18" charset="0"/>
              </a:rPr>
              <a:t>-4.0.0.jar </a:t>
            </a:r>
            <a:r>
              <a:rPr lang="en-AU" b="1" dirty="0">
                <a:solidFill>
                  <a:srgbClr val="2F5597"/>
                </a:solidFill>
                <a:latin typeface="Courier New" panose="02070309020205020404" pitchFamily="49" charset="0"/>
                <a:ea typeface="Times New Roman" panose="02020603050405020304" pitchFamily="18" charset="0"/>
              </a:rPr>
              <a:t>hub</a:t>
            </a:r>
            <a:endParaRPr lang="en-AU" dirty="0"/>
          </a:p>
        </p:txBody>
      </p:sp>
      <p:sp>
        <p:nvSpPr>
          <p:cNvPr id="7" name="Rectangle 6"/>
          <p:cNvSpPr/>
          <p:nvPr/>
        </p:nvSpPr>
        <p:spPr>
          <a:xfrm>
            <a:off x="622215" y="6004715"/>
            <a:ext cx="11452303" cy="388696"/>
          </a:xfrm>
          <a:prstGeom prst="rect">
            <a:avLst/>
          </a:prstGeom>
        </p:spPr>
        <p:txBody>
          <a:bodyPr wrap="square">
            <a:spAutoFit/>
          </a:bodyPr>
          <a:lstStyle/>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AU" dirty="0">
                <a:solidFill>
                  <a:srgbClr val="000088"/>
                </a:solidFill>
                <a:latin typeface="Consolas" panose="020B0609020204030204" pitchFamily="49" charset="0"/>
                <a:ea typeface="Times New Roman" panose="02020603050405020304" pitchFamily="18" charset="0"/>
                <a:cs typeface="Courier New" panose="02070309020205020404" pitchFamily="49" charset="0"/>
              </a:rPr>
              <a:t>WebDriver</a:t>
            </a:r>
            <a:r>
              <a:rPr lang="en-AU" dirty="0">
                <a:latin typeface="Courier New" panose="02070309020205020404" pitchFamily="49" charset="0"/>
                <a:ea typeface="Times New Roman" panose="02020603050405020304" pitchFamily="18" charset="0"/>
                <a:cs typeface="Times New Roman" panose="02020603050405020304" pitchFamily="18" charset="0"/>
              </a:rPr>
              <a:t> </a:t>
            </a:r>
            <a:r>
              <a:rPr lang="en-AU" dirty="0">
                <a:solidFill>
                  <a:srgbClr val="000088"/>
                </a:solidFill>
                <a:latin typeface="Consolas" panose="020B0609020204030204" pitchFamily="49" charset="0"/>
                <a:ea typeface="Times New Roman" panose="02020603050405020304" pitchFamily="18" charset="0"/>
                <a:cs typeface="Courier New" panose="02070309020205020404" pitchFamily="49" charset="0"/>
              </a:rPr>
              <a:t>driver</a:t>
            </a:r>
            <a:r>
              <a:rPr lang="en-AU" dirty="0">
                <a:latin typeface="Courier New" panose="02070309020205020404" pitchFamily="49" charset="0"/>
                <a:ea typeface="Times New Roman" panose="02020603050405020304" pitchFamily="18" charset="0"/>
                <a:cs typeface="Times New Roman" panose="02020603050405020304" pitchFamily="18" charset="0"/>
              </a:rPr>
              <a:t> </a:t>
            </a:r>
            <a:r>
              <a:rPr lang="en-AU" dirty="0">
                <a:solidFill>
                  <a:srgbClr val="555555"/>
                </a:solidFill>
                <a:latin typeface="Consolas" panose="020B0609020204030204" pitchFamily="49" charset="0"/>
                <a:ea typeface="Times New Roman" panose="02020603050405020304" pitchFamily="18" charset="0"/>
                <a:cs typeface="Courier New" panose="02070309020205020404" pitchFamily="49" charset="0"/>
              </a:rPr>
              <a:t>=</a:t>
            </a:r>
            <a:r>
              <a:rPr lang="en-AU" dirty="0">
                <a:latin typeface="Courier New" panose="02070309020205020404" pitchFamily="49" charset="0"/>
                <a:ea typeface="Times New Roman" panose="02020603050405020304" pitchFamily="18" charset="0"/>
                <a:cs typeface="Times New Roman" panose="02020603050405020304" pitchFamily="18" charset="0"/>
              </a:rPr>
              <a:t> </a:t>
            </a:r>
            <a:r>
              <a:rPr lang="en-AU" dirty="0">
                <a:solidFill>
                  <a:srgbClr val="006699"/>
                </a:solidFill>
                <a:latin typeface="Consolas" panose="020B0609020204030204" pitchFamily="49" charset="0"/>
                <a:ea typeface="Times New Roman" panose="02020603050405020304" pitchFamily="18" charset="0"/>
                <a:cs typeface="Courier New" panose="02070309020205020404" pitchFamily="49" charset="0"/>
              </a:rPr>
              <a:t>new</a:t>
            </a:r>
            <a:r>
              <a:rPr lang="en-AU" dirty="0">
                <a:latin typeface="Courier New" panose="02070309020205020404" pitchFamily="49" charset="0"/>
                <a:ea typeface="Times New Roman" panose="02020603050405020304" pitchFamily="18" charset="0"/>
                <a:cs typeface="Times New Roman" panose="02020603050405020304" pitchFamily="18" charset="0"/>
              </a:rPr>
              <a:t> </a:t>
            </a:r>
            <a:r>
              <a:rPr lang="en-AU" dirty="0">
                <a:solidFill>
                  <a:srgbClr val="000088"/>
                </a:solidFill>
                <a:latin typeface="Consolas" panose="020B0609020204030204" pitchFamily="49" charset="0"/>
                <a:ea typeface="Times New Roman" panose="02020603050405020304" pitchFamily="18" charset="0"/>
                <a:cs typeface="Courier New" panose="02070309020205020404" pitchFamily="49" charset="0"/>
              </a:rPr>
              <a:t>RemoteWebDriver</a:t>
            </a:r>
            <a:r>
              <a:rPr lang="en-AU" dirty="0">
                <a:solidFill>
                  <a:srgbClr val="555555"/>
                </a:solidFill>
                <a:latin typeface="Consolas" panose="020B0609020204030204" pitchFamily="49" charset="0"/>
                <a:ea typeface="Times New Roman" panose="02020603050405020304" pitchFamily="18" charset="0"/>
                <a:cs typeface="Courier New" panose="02070309020205020404" pitchFamily="49" charset="0"/>
              </a:rPr>
              <a:t>(</a:t>
            </a:r>
            <a:r>
              <a:rPr lang="en-AU" dirty="0">
                <a:solidFill>
                  <a:srgbClr val="CC3300"/>
                </a:solidFill>
                <a:latin typeface="Consolas" panose="020B0609020204030204" pitchFamily="49" charset="0"/>
                <a:ea typeface="Times New Roman" panose="02020603050405020304" pitchFamily="18" charset="0"/>
                <a:cs typeface="Courier New" panose="02070309020205020404" pitchFamily="49" charset="0"/>
              </a:rPr>
              <a:t>"http://localhost:4444/"</a:t>
            </a:r>
            <a:r>
              <a:rPr lang="en-AU" dirty="0">
                <a:solidFill>
                  <a:srgbClr val="555555"/>
                </a:solidFill>
                <a:latin typeface="Consolas" panose="020B0609020204030204" pitchFamily="49" charset="0"/>
                <a:ea typeface="Times New Roman" panose="02020603050405020304" pitchFamily="18" charset="0"/>
                <a:cs typeface="Courier New" panose="02070309020205020404" pitchFamily="49" charset="0"/>
              </a:rPr>
              <a:t>,</a:t>
            </a:r>
            <a:r>
              <a:rPr lang="en-AU" dirty="0">
                <a:latin typeface="Courier New" panose="02070309020205020404" pitchFamily="49" charset="0"/>
                <a:ea typeface="Times New Roman" panose="02020603050405020304" pitchFamily="18" charset="0"/>
                <a:cs typeface="Times New Roman" panose="02020603050405020304" pitchFamily="18" charset="0"/>
              </a:rPr>
              <a:t> </a:t>
            </a:r>
            <a:r>
              <a:rPr lang="en-AU" dirty="0">
                <a:solidFill>
                  <a:srgbClr val="006699"/>
                </a:solidFill>
                <a:latin typeface="Consolas" panose="020B0609020204030204" pitchFamily="49" charset="0"/>
                <a:ea typeface="Times New Roman" panose="02020603050405020304" pitchFamily="18" charset="0"/>
                <a:cs typeface="Courier New" panose="02070309020205020404" pitchFamily="49" charset="0"/>
              </a:rPr>
              <a:t>new</a:t>
            </a:r>
            <a:r>
              <a:rPr lang="en-AU" dirty="0">
                <a:latin typeface="Courier New" panose="02070309020205020404" pitchFamily="49" charset="0"/>
                <a:ea typeface="Times New Roman" panose="02020603050405020304" pitchFamily="18" charset="0"/>
                <a:cs typeface="Times New Roman" panose="02020603050405020304" pitchFamily="18" charset="0"/>
              </a:rPr>
              <a:t> </a:t>
            </a:r>
            <a:r>
              <a:rPr lang="en-AU" dirty="0">
                <a:solidFill>
                  <a:srgbClr val="CC00FF"/>
                </a:solidFill>
                <a:latin typeface="Consolas" panose="020B0609020204030204" pitchFamily="49" charset="0"/>
                <a:ea typeface="Times New Roman" panose="02020603050405020304" pitchFamily="18" charset="0"/>
                <a:cs typeface="Courier New" panose="02070309020205020404" pitchFamily="49" charset="0"/>
              </a:rPr>
              <a:t>ChromeOptions</a:t>
            </a:r>
            <a:r>
              <a:rPr lang="en-AU" dirty="0">
                <a:solidFill>
                  <a:srgbClr val="555555"/>
                </a:solidFill>
                <a:latin typeface="Consolas" panose="020B0609020204030204" pitchFamily="49" charset="0"/>
                <a:ea typeface="Times New Roman" panose="02020603050405020304" pitchFamily="18" charset="0"/>
                <a:cs typeface="Courier New" panose="02070309020205020404" pitchFamily="49" charset="0"/>
              </a:rPr>
              <a:t>());</a:t>
            </a:r>
            <a:endParaRPr lang="en-AU" sz="3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descr="hosw ab0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21193" y="740685"/>
            <a:ext cx="4897047" cy="4452462"/>
          </a:xfrm>
          <a:prstGeom prst="rect">
            <a:avLst/>
          </a:prstGeom>
          <a:noFill/>
          <a:ln>
            <a:noFill/>
          </a:ln>
        </p:spPr>
      </p:pic>
      <p:sp>
        <p:nvSpPr>
          <p:cNvPr id="3" name="Rectangle 2">
            <a:extLst>
              <a:ext uri="{FF2B5EF4-FFF2-40B4-BE49-F238E27FC236}">
                <a16:creationId xmlns:a16="http://schemas.microsoft.com/office/drawing/2014/main" id="{EC5CD954-7308-40E1-2F11-CDBDDC5D26B5}"/>
              </a:ext>
            </a:extLst>
          </p:cNvPr>
          <p:cNvSpPr/>
          <p:nvPr/>
        </p:nvSpPr>
        <p:spPr>
          <a:xfrm>
            <a:off x="540935" y="5598931"/>
            <a:ext cx="10777305" cy="374687"/>
          </a:xfrm>
          <a:prstGeom prst="rect">
            <a:avLst/>
          </a:prstGeom>
        </p:spPr>
        <p:txBody>
          <a:bodyPr wrap="square">
            <a:spAutoFit/>
          </a:bodyPr>
          <a:lstStyle/>
          <a:p>
            <a:r>
              <a:rPr lang="en-AU" dirty="0">
                <a:latin typeface="Courier New" panose="02070309020205020404" pitchFamily="49" charset="0"/>
                <a:ea typeface="Times New Roman" panose="02020603050405020304" pitchFamily="18" charset="0"/>
              </a:rPr>
              <a:t>java -jar </a:t>
            </a:r>
            <a:r>
              <a:rPr lang="en-AU" b="1" dirty="0">
                <a:solidFill>
                  <a:srgbClr val="2F5597"/>
                </a:solidFill>
                <a:latin typeface="Courier New" panose="02070309020205020404" pitchFamily="49" charset="0"/>
                <a:ea typeface="Times New Roman" panose="02020603050405020304" pitchFamily="18" charset="0"/>
              </a:rPr>
              <a:t>selenium-server</a:t>
            </a:r>
            <a:r>
              <a:rPr lang="en-AU" dirty="0">
                <a:latin typeface="Courier New" panose="02070309020205020404" pitchFamily="49" charset="0"/>
                <a:ea typeface="Times New Roman" panose="02020603050405020304" pitchFamily="18" charset="0"/>
              </a:rPr>
              <a:t>-4.0.0.jar </a:t>
            </a:r>
            <a:r>
              <a:rPr lang="en-AU" b="1" dirty="0">
                <a:solidFill>
                  <a:srgbClr val="2F5597"/>
                </a:solidFill>
                <a:latin typeface="Courier New" panose="02070309020205020404" pitchFamily="49" charset="0"/>
                <a:ea typeface="Times New Roman" panose="02020603050405020304" pitchFamily="18" charset="0"/>
              </a:rPr>
              <a:t>node –hub http://xxxx:4444 </a:t>
            </a:r>
            <a:endParaRPr lang="en-AU" dirty="0"/>
          </a:p>
        </p:txBody>
      </p:sp>
    </p:spTree>
    <p:extLst>
      <p:ext uri="{BB962C8B-B14F-4D97-AF65-F5344CB8AC3E}">
        <p14:creationId xmlns:p14="http://schemas.microsoft.com/office/powerpoint/2010/main" val="2062459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9054" y="476329"/>
            <a:ext cx="7037186" cy="696690"/>
          </a:xfrm>
          <a:effectLst/>
        </p:spPr>
        <p:txBody>
          <a:bodyPr>
            <a:normAutofit fontScale="90000"/>
          </a:bodyPr>
          <a:lstStyle/>
          <a:p>
            <a:r>
              <a:rPr lang="en-AU" b="1" dirty="0">
                <a:solidFill>
                  <a:schemeClr val="accent2"/>
                </a:solidFill>
                <a:latin typeface="Arial Black" panose="020B0A04020102020204" pitchFamily="34" charset="0"/>
              </a:rPr>
              <a:t>Fully Distributed</a:t>
            </a:r>
            <a:br>
              <a:rPr lang="en-AU" b="1" dirty="0">
                <a:solidFill>
                  <a:schemeClr val="accent2"/>
                </a:solidFill>
                <a:latin typeface="Arial Black" panose="020B0A04020102020204" pitchFamily="34" charset="0"/>
              </a:rPr>
            </a:br>
            <a:endParaRPr lang="en-AU" sz="2200" b="1" dirty="0">
              <a:solidFill>
                <a:schemeClr val="accent2"/>
              </a:solidFill>
              <a:latin typeface="Arial Black" panose="020B0A04020102020204" pitchFamily="34" charset="0"/>
            </a:endParaRPr>
          </a:p>
        </p:txBody>
      </p:sp>
      <p:sp>
        <p:nvSpPr>
          <p:cNvPr id="7" name="Rectangle 6"/>
          <p:cNvSpPr/>
          <p:nvPr/>
        </p:nvSpPr>
        <p:spPr>
          <a:xfrm>
            <a:off x="622215" y="6004715"/>
            <a:ext cx="11452303" cy="388696"/>
          </a:xfrm>
          <a:prstGeom prst="rect">
            <a:avLst/>
          </a:prstGeom>
        </p:spPr>
        <p:txBody>
          <a:bodyPr wrap="square">
            <a:spAutoFit/>
          </a:bodyPr>
          <a:lstStyle/>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AU" dirty="0">
                <a:solidFill>
                  <a:srgbClr val="000088"/>
                </a:solidFill>
                <a:latin typeface="Consolas" panose="020B0609020204030204" pitchFamily="49" charset="0"/>
                <a:ea typeface="Times New Roman" panose="02020603050405020304" pitchFamily="18" charset="0"/>
                <a:cs typeface="Courier New" panose="02070309020205020404" pitchFamily="49" charset="0"/>
              </a:rPr>
              <a:t>WebDriver</a:t>
            </a:r>
            <a:r>
              <a:rPr lang="en-AU" dirty="0">
                <a:latin typeface="Courier New" panose="02070309020205020404" pitchFamily="49" charset="0"/>
                <a:ea typeface="Times New Roman" panose="02020603050405020304" pitchFamily="18" charset="0"/>
                <a:cs typeface="Times New Roman" panose="02020603050405020304" pitchFamily="18" charset="0"/>
              </a:rPr>
              <a:t> </a:t>
            </a:r>
            <a:r>
              <a:rPr lang="en-AU" dirty="0">
                <a:solidFill>
                  <a:srgbClr val="000088"/>
                </a:solidFill>
                <a:latin typeface="Consolas" panose="020B0609020204030204" pitchFamily="49" charset="0"/>
                <a:ea typeface="Times New Roman" panose="02020603050405020304" pitchFamily="18" charset="0"/>
                <a:cs typeface="Courier New" panose="02070309020205020404" pitchFamily="49" charset="0"/>
              </a:rPr>
              <a:t>driver</a:t>
            </a:r>
            <a:r>
              <a:rPr lang="en-AU" dirty="0">
                <a:latin typeface="Courier New" panose="02070309020205020404" pitchFamily="49" charset="0"/>
                <a:ea typeface="Times New Roman" panose="02020603050405020304" pitchFamily="18" charset="0"/>
                <a:cs typeface="Times New Roman" panose="02020603050405020304" pitchFamily="18" charset="0"/>
              </a:rPr>
              <a:t> </a:t>
            </a:r>
            <a:r>
              <a:rPr lang="en-AU" dirty="0">
                <a:solidFill>
                  <a:srgbClr val="555555"/>
                </a:solidFill>
                <a:latin typeface="Consolas" panose="020B0609020204030204" pitchFamily="49" charset="0"/>
                <a:ea typeface="Times New Roman" panose="02020603050405020304" pitchFamily="18" charset="0"/>
                <a:cs typeface="Courier New" panose="02070309020205020404" pitchFamily="49" charset="0"/>
              </a:rPr>
              <a:t>=</a:t>
            </a:r>
            <a:r>
              <a:rPr lang="en-AU" dirty="0">
                <a:latin typeface="Courier New" panose="02070309020205020404" pitchFamily="49" charset="0"/>
                <a:ea typeface="Times New Roman" panose="02020603050405020304" pitchFamily="18" charset="0"/>
                <a:cs typeface="Times New Roman" panose="02020603050405020304" pitchFamily="18" charset="0"/>
              </a:rPr>
              <a:t> </a:t>
            </a:r>
            <a:r>
              <a:rPr lang="en-AU" dirty="0">
                <a:solidFill>
                  <a:srgbClr val="006699"/>
                </a:solidFill>
                <a:latin typeface="Consolas" panose="020B0609020204030204" pitchFamily="49" charset="0"/>
                <a:ea typeface="Times New Roman" panose="02020603050405020304" pitchFamily="18" charset="0"/>
                <a:cs typeface="Courier New" panose="02070309020205020404" pitchFamily="49" charset="0"/>
              </a:rPr>
              <a:t>new</a:t>
            </a:r>
            <a:r>
              <a:rPr lang="en-AU" dirty="0">
                <a:latin typeface="Courier New" panose="02070309020205020404" pitchFamily="49" charset="0"/>
                <a:ea typeface="Times New Roman" panose="02020603050405020304" pitchFamily="18" charset="0"/>
                <a:cs typeface="Times New Roman" panose="02020603050405020304" pitchFamily="18" charset="0"/>
              </a:rPr>
              <a:t> </a:t>
            </a:r>
            <a:r>
              <a:rPr lang="en-AU" dirty="0">
                <a:solidFill>
                  <a:srgbClr val="000088"/>
                </a:solidFill>
                <a:latin typeface="Consolas" panose="020B0609020204030204" pitchFamily="49" charset="0"/>
                <a:ea typeface="Times New Roman" panose="02020603050405020304" pitchFamily="18" charset="0"/>
                <a:cs typeface="Courier New" panose="02070309020205020404" pitchFamily="49" charset="0"/>
              </a:rPr>
              <a:t>RemoteWebDriver</a:t>
            </a:r>
            <a:r>
              <a:rPr lang="en-AU" dirty="0">
                <a:solidFill>
                  <a:srgbClr val="555555"/>
                </a:solidFill>
                <a:latin typeface="Consolas" panose="020B0609020204030204" pitchFamily="49" charset="0"/>
                <a:ea typeface="Times New Roman" panose="02020603050405020304" pitchFamily="18" charset="0"/>
                <a:cs typeface="Courier New" panose="02070309020205020404" pitchFamily="49" charset="0"/>
              </a:rPr>
              <a:t>(</a:t>
            </a:r>
            <a:r>
              <a:rPr lang="en-AU" dirty="0">
                <a:solidFill>
                  <a:srgbClr val="CC3300"/>
                </a:solidFill>
                <a:latin typeface="Consolas" panose="020B0609020204030204" pitchFamily="49" charset="0"/>
                <a:ea typeface="Times New Roman" panose="02020603050405020304" pitchFamily="18" charset="0"/>
                <a:cs typeface="Courier New" panose="02070309020205020404" pitchFamily="49" charset="0"/>
              </a:rPr>
              <a:t>"http://localhost:4444/"</a:t>
            </a:r>
            <a:r>
              <a:rPr lang="en-AU" dirty="0">
                <a:solidFill>
                  <a:srgbClr val="555555"/>
                </a:solidFill>
                <a:latin typeface="Consolas" panose="020B0609020204030204" pitchFamily="49" charset="0"/>
                <a:ea typeface="Times New Roman" panose="02020603050405020304" pitchFamily="18" charset="0"/>
                <a:cs typeface="Courier New" panose="02070309020205020404" pitchFamily="49" charset="0"/>
              </a:rPr>
              <a:t>,</a:t>
            </a:r>
            <a:r>
              <a:rPr lang="en-AU" dirty="0">
                <a:latin typeface="Courier New" panose="02070309020205020404" pitchFamily="49" charset="0"/>
                <a:ea typeface="Times New Roman" panose="02020603050405020304" pitchFamily="18" charset="0"/>
                <a:cs typeface="Times New Roman" panose="02020603050405020304" pitchFamily="18" charset="0"/>
              </a:rPr>
              <a:t> </a:t>
            </a:r>
            <a:r>
              <a:rPr lang="en-AU" dirty="0">
                <a:solidFill>
                  <a:srgbClr val="006699"/>
                </a:solidFill>
                <a:latin typeface="Consolas" panose="020B0609020204030204" pitchFamily="49" charset="0"/>
                <a:ea typeface="Times New Roman" panose="02020603050405020304" pitchFamily="18" charset="0"/>
                <a:cs typeface="Courier New" panose="02070309020205020404" pitchFamily="49" charset="0"/>
              </a:rPr>
              <a:t>new</a:t>
            </a:r>
            <a:r>
              <a:rPr lang="en-AU" dirty="0">
                <a:latin typeface="Courier New" panose="02070309020205020404" pitchFamily="49" charset="0"/>
                <a:ea typeface="Times New Roman" panose="02020603050405020304" pitchFamily="18" charset="0"/>
                <a:cs typeface="Times New Roman" panose="02020603050405020304" pitchFamily="18" charset="0"/>
              </a:rPr>
              <a:t> </a:t>
            </a:r>
            <a:r>
              <a:rPr lang="en-AU" dirty="0">
                <a:solidFill>
                  <a:srgbClr val="CC00FF"/>
                </a:solidFill>
                <a:latin typeface="Consolas" panose="020B0609020204030204" pitchFamily="49" charset="0"/>
                <a:ea typeface="Times New Roman" panose="02020603050405020304" pitchFamily="18" charset="0"/>
                <a:cs typeface="Courier New" panose="02070309020205020404" pitchFamily="49" charset="0"/>
              </a:rPr>
              <a:t>ChromeOptions</a:t>
            </a:r>
            <a:r>
              <a:rPr lang="en-AU" dirty="0">
                <a:solidFill>
                  <a:srgbClr val="555555"/>
                </a:solidFill>
                <a:latin typeface="Consolas" panose="020B0609020204030204" pitchFamily="49" charset="0"/>
                <a:ea typeface="Times New Roman" panose="02020603050405020304" pitchFamily="18" charset="0"/>
                <a:cs typeface="Courier New" panose="02070309020205020404" pitchFamily="49" charset="0"/>
              </a:rPr>
              <a:t>());</a:t>
            </a:r>
            <a:endParaRPr lang="en-AU" sz="3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hosw 0606">
            <a:extLst>
              <a:ext uri="{FF2B5EF4-FFF2-40B4-BE49-F238E27FC236}">
                <a16:creationId xmlns:a16="http://schemas.microsoft.com/office/drawing/2014/main" id="{8A4ACD0E-A034-99F4-79A8-69B2C227229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91920" y="1319319"/>
            <a:ext cx="9174480" cy="4539096"/>
          </a:xfrm>
          <a:prstGeom prst="rect">
            <a:avLst/>
          </a:prstGeom>
          <a:noFill/>
          <a:ln>
            <a:noFill/>
          </a:ln>
        </p:spPr>
      </p:pic>
    </p:spTree>
    <p:extLst>
      <p:ext uri="{BB962C8B-B14F-4D97-AF65-F5344CB8AC3E}">
        <p14:creationId xmlns:p14="http://schemas.microsoft.com/office/powerpoint/2010/main" val="2891959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DFAFC8E-4B15-7A91-052E-8E6C924AA86A}"/>
              </a:ext>
            </a:extLst>
          </p:cNvPr>
          <p:cNvSpPr txBox="1"/>
          <p:nvPr/>
        </p:nvSpPr>
        <p:spPr>
          <a:xfrm>
            <a:off x="863600" y="1166842"/>
            <a:ext cx="10353040" cy="646331"/>
          </a:xfrm>
          <a:prstGeom prst="rect">
            <a:avLst/>
          </a:prstGeom>
          <a:noFill/>
        </p:spPr>
        <p:txBody>
          <a:bodyPr wrap="square">
            <a:spAutoFit/>
          </a:bodyPr>
          <a:lstStyle/>
          <a:p>
            <a:pPr algn="l"/>
            <a:r>
              <a:rPr lang="en-US" b="1" i="0" dirty="0">
                <a:solidFill>
                  <a:srgbClr val="242424"/>
                </a:solidFill>
                <a:effectLst/>
                <a:highlight>
                  <a:srgbClr val="FFFFFF"/>
                </a:highlight>
                <a:latin typeface="Inter"/>
              </a:rPr>
              <a:t>Router: </a:t>
            </a:r>
            <a:r>
              <a:rPr lang="en-US" b="0" i="0" dirty="0">
                <a:solidFill>
                  <a:srgbClr val="242424"/>
                </a:solidFill>
                <a:effectLst/>
                <a:highlight>
                  <a:srgbClr val="FFFFFF"/>
                </a:highlight>
                <a:latin typeface="Inter"/>
              </a:rPr>
              <a:t>Acts as the gateway for the grid, receiving external requests and directing them to the right component for handling.</a:t>
            </a:r>
          </a:p>
        </p:txBody>
      </p:sp>
      <p:sp>
        <p:nvSpPr>
          <p:cNvPr id="8" name="TextBox 7">
            <a:extLst>
              <a:ext uri="{FF2B5EF4-FFF2-40B4-BE49-F238E27FC236}">
                <a16:creationId xmlns:a16="http://schemas.microsoft.com/office/drawing/2014/main" id="{8A2C74C2-EA21-AA56-B5EF-0348BE59C094}"/>
              </a:ext>
            </a:extLst>
          </p:cNvPr>
          <p:cNvSpPr txBox="1"/>
          <p:nvPr/>
        </p:nvSpPr>
        <p:spPr>
          <a:xfrm>
            <a:off x="863600" y="5476855"/>
            <a:ext cx="10688320" cy="646331"/>
          </a:xfrm>
          <a:prstGeom prst="rect">
            <a:avLst/>
          </a:prstGeom>
          <a:noFill/>
        </p:spPr>
        <p:txBody>
          <a:bodyPr wrap="square">
            <a:spAutoFit/>
          </a:bodyPr>
          <a:lstStyle/>
          <a:p>
            <a:pPr algn="l"/>
            <a:r>
              <a:rPr lang="en-US" b="1" i="0" dirty="0">
                <a:solidFill>
                  <a:srgbClr val="242424"/>
                </a:solidFill>
                <a:effectLst/>
                <a:highlight>
                  <a:srgbClr val="FFFFFF"/>
                </a:highlight>
                <a:latin typeface="Inter"/>
              </a:rPr>
              <a:t>Node:</a:t>
            </a:r>
            <a:r>
              <a:rPr lang="en-US" b="0" i="0" dirty="0">
                <a:solidFill>
                  <a:srgbClr val="242424"/>
                </a:solidFill>
                <a:effectLst/>
                <a:highlight>
                  <a:srgbClr val="FFFFFF"/>
                </a:highlight>
                <a:latin typeface="Inter"/>
              </a:rPr>
              <a:t> Executes tests within a distributed network. To receive appropriate test requests, Nodes with specific configurations must register with the Distributor.</a:t>
            </a:r>
          </a:p>
        </p:txBody>
      </p:sp>
      <p:sp>
        <p:nvSpPr>
          <p:cNvPr id="10" name="TextBox 9">
            <a:extLst>
              <a:ext uri="{FF2B5EF4-FFF2-40B4-BE49-F238E27FC236}">
                <a16:creationId xmlns:a16="http://schemas.microsoft.com/office/drawing/2014/main" id="{E2A06BFE-0DEF-8B41-4D3A-C6C9D5BA641B}"/>
              </a:ext>
            </a:extLst>
          </p:cNvPr>
          <p:cNvSpPr txBox="1"/>
          <p:nvPr/>
        </p:nvSpPr>
        <p:spPr>
          <a:xfrm>
            <a:off x="955040" y="4340527"/>
            <a:ext cx="10261600" cy="646331"/>
          </a:xfrm>
          <a:prstGeom prst="rect">
            <a:avLst/>
          </a:prstGeom>
          <a:noFill/>
        </p:spPr>
        <p:txBody>
          <a:bodyPr wrap="square">
            <a:spAutoFit/>
          </a:bodyPr>
          <a:lstStyle/>
          <a:p>
            <a:pPr algn="l"/>
            <a:r>
              <a:rPr lang="en-US" b="1" i="0" dirty="0">
                <a:solidFill>
                  <a:srgbClr val="242424"/>
                </a:solidFill>
                <a:effectLst/>
                <a:highlight>
                  <a:srgbClr val="FFFFFF"/>
                </a:highlight>
                <a:latin typeface="Inter"/>
              </a:rPr>
              <a:t>Session Queue</a:t>
            </a:r>
            <a:r>
              <a:rPr lang="en-US" b="0" i="0" dirty="0">
                <a:solidFill>
                  <a:srgbClr val="242424"/>
                </a:solidFill>
                <a:effectLst/>
                <a:highlight>
                  <a:srgbClr val="FFFFFF"/>
                </a:highlight>
                <a:latin typeface="Inter"/>
              </a:rPr>
              <a:t>: Holds incoming session requests in a First In, First Out (FIFO) order. It includes settings for request timeouts and retry intervals, ensuring organized and efficient processing of requests.</a:t>
            </a:r>
          </a:p>
        </p:txBody>
      </p:sp>
      <p:sp>
        <p:nvSpPr>
          <p:cNvPr id="12" name="TextBox 11">
            <a:extLst>
              <a:ext uri="{FF2B5EF4-FFF2-40B4-BE49-F238E27FC236}">
                <a16:creationId xmlns:a16="http://schemas.microsoft.com/office/drawing/2014/main" id="{18E0EC96-BA1B-F1D5-14A0-BCEDCC19866E}"/>
              </a:ext>
            </a:extLst>
          </p:cNvPr>
          <p:cNvSpPr txBox="1"/>
          <p:nvPr/>
        </p:nvSpPr>
        <p:spPr>
          <a:xfrm>
            <a:off x="863600" y="3204199"/>
            <a:ext cx="10617200" cy="646331"/>
          </a:xfrm>
          <a:prstGeom prst="rect">
            <a:avLst/>
          </a:prstGeom>
          <a:noFill/>
        </p:spPr>
        <p:txBody>
          <a:bodyPr wrap="square">
            <a:spAutoFit/>
          </a:bodyPr>
          <a:lstStyle/>
          <a:p>
            <a:pPr algn="l"/>
            <a:r>
              <a:rPr lang="en-US" b="1" i="0" dirty="0">
                <a:solidFill>
                  <a:srgbClr val="242424"/>
                </a:solidFill>
                <a:effectLst/>
                <a:highlight>
                  <a:srgbClr val="FFFFFF"/>
                </a:highlight>
                <a:latin typeface="Inter"/>
              </a:rPr>
              <a:t>Session Map:</a:t>
            </a:r>
            <a:r>
              <a:rPr lang="en-US" b="0" i="0" dirty="0">
                <a:solidFill>
                  <a:srgbClr val="242424"/>
                </a:solidFill>
                <a:effectLst/>
                <a:highlight>
                  <a:srgbClr val="FFFFFF"/>
                </a:highlight>
                <a:latin typeface="Inter"/>
              </a:rPr>
              <a:t> Stores the links between Session IDs and Nodes, facilitating efficient request routing by the Router.</a:t>
            </a:r>
          </a:p>
        </p:txBody>
      </p:sp>
      <p:sp>
        <p:nvSpPr>
          <p:cNvPr id="14" name="TextBox 13">
            <a:extLst>
              <a:ext uri="{FF2B5EF4-FFF2-40B4-BE49-F238E27FC236}">
                <a16:creationId xmlns:a16="http://schemas.microsoft.com/office/drawing/2014/main" id="{0C23A3AE-B957-97E5-07BE-AD76FE4B5986}"/>
              </a:ext>
            </a:extLst>
          </p:cNvPr>
          <p:cNvSpPr txBox="1"/>
          <p:nvPr/>
        </p:nvSpPr>
        <p:spPr>
          <a:xfrm>
            <a:off x="955040" y="2257003"/>
            <a:ext cx="10149840" cy="646331"/>
          </a:xfrm>
          <a:prstGeom prst="rect">
            <a:avLst/>
          </a:prstGeom>
          <a:noFill/>
        </p:spPr>
        <p:txBody>
          <a:bodyPr wrap="square">
            <a:spAutoFit/>
          </a:bodyPr>
          <a:lstStyle/>
          <a:p>
            <a:r>
              <a:rPr lang="en-US" b="1" i="0" dirty="0">
                <a:solidFill>
                  <a:srgbClr val="242424"/>
                </a:solidFill>
                <a:effectLst/>
                <a:highlight>
                  <a:srgbClr val="FFFFFF"/>
                </a:highlight>
                <a:latin typeface="Inter"/>
              </a:rPr>
              <a:t>Distributor</a:t>
            </a:r>
            <a:r>
              <a:rPr lang="en-US" b="0" i="0" dirty="0">
                <a:solidFill>
                  <a:srgbClr val="242424"/>
                </a:solidFill>
                <a:effectLst/>
                <a:highlight>
                  <a:srgbClr val="FFFFFF"/>
                </a:highlight>
                <a:latin typeface="Inter"/>
              </a:rPr>
              <a:t>: Manages the registration and capabilities of Nodes in the grid. It also assigns new session requests to the appropriate Nodes from the Session Queue and updates the Grid’s model with Node status</a:t>
            </a:r>
            <a:endParaRPr lang="en-AU" dirty="0"/>
          </a:p>
        </p:txBody>
      </p:sp>
    </p:spTree>
    <p:extLst>
      <p:ext uri="{BB962C8B-B14F-4D97-AF65-F5344CB8AC3E}">
        <p14:creationId xmlns:p14="http://schemas.microsoft.com/office/powerpoint/2010/main" val="4180587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27726" y="2732310"/>
            <a:ext cx="8908474" cy="696690"/>
          </a:xfrm>
          <a:effectLst/>
        </p:spPr>
        <p:txBody>
          <a:bodyPr>
            <a:noAutofit/>
          </a:bodyPr>
          <a:lstStyle/>
          <a:p>
            <a:r>
              <a:rPr lang="en-AU" sz="4400" b="1" i="1" dirty="0">
                <a:solidFill>
                  <a:schemeClr val="accent2"/>
                </a:solidFill>
                <a:latin typeface="Arial Black" panose="020B0A04020102020204" pitchFamily="34" charset="0"/>
              </a:rPr>
              <a:t>Containerized</a:t>
            </a:r>
            <a:r>
              <a:rPr lang="en-AU" sz="4000" b="1" dirty="0">
                <a:solidFill>
                  <a:srgbClr val="002060"/>
                </a:solidFill>
              </a:rPr>
              <a:t> </a:t>
            </a:r>
            <a:r>
              <a:rPr lang="en-AU" sz="4400" b="1" dirty="0">
                <a:solidFill>
                  <a:srgbClr val="044EA8"/>
                </a:solidFill>
                <a:latin typeface="Arial Black" panose="020B0A04020102020204" pitchFamily="34" charset="0"/>
              </a:rPr>
              <a:t>Selenium</a:t>
            </a:r>
            <a:r>
              <a:rPr lang="en-AU" sz="4000" b="1" dirty="0">
                <a:solidFill>
                  <a:srgbClr val="002060"/>
                </a:solidFill>
              </a:rPr>
              <a:t> </a:t>
            </a:r>
            <a:r>
              <a:rPr lang="en-AU" sz="4400" b="1" dirty="0">
                <a:solidFill>
                  <a:srgbClr val="044EA8"/>
                </a:solidFill>
                <a:latin typeface="Arial Black" panose="020B0A04020102020204" pitchFamily="34" charset="0"/>
              </a:rPr>
              <a:t>Grid</a:t>
            </a:r>
            <a:br>
              <a:rPr lang="en-AU" sz="4000" b="1" dirty="0">
                <a:solidFill>
                  <a:srgbClr val="002060"/>
                </a:solidFill>
              </a:rPr>
            </a:br>
            <a:endParaRPr lang="en-AU" sz="4000" b="1" dirty="0">
              <a:solidFill>
                <a:schemeClr val="tx1"/>
              </a:solidFill>
            </a:endParaRPr>
          </a:p>
        </p:txBody>
      </p:sp>
    </p:spTree>
    <p:extLst>
      <p:ext uri="{BB962C8B-B14F-4D97-AF65-F5344CB8AC3E}">
        <p14:creationId xmlns:p14="http://schemas.microsoft.com/office/powerpoint/2010/main" val="1561470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70000" y="336057"/>
            <a:ext cx="9489440" cy="6363506"/>
          </a:xfrm>
          <a:prstGeom prst="rect">
            <a:avLst/>
          </a:prstGeom>
        </p:spPr>
      </p:pic>
    </p:spTree>
    <p:extLst>
      <p:ext uri="{BB962C8B-B14F-4D97-AF65-F5344CB8AC3E}">
        <p14:creationId xmlns:p14="http://schemas.microsoft.com/office/powerpoint/2010/main" val="21674820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CF3C6EE1-9150-6D56-FA7A-BFA632EEE0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49821F-497D-BBB7-5CBF-BD217386FFA7}"/>
              </a:ext>
            </a:extLst>
          </p:cNvPr>
          <p:cNvSpPr>
            <a:spLocks noGrp="1"/>
          </p:cNvSpPr>
          <p:nvPr>
            <p:ph type="title"/>
          </p:nvPr>
        </p:nvSpPr>
        <p:spPr>
          <a:xfrm>
            <a:off x="1755015" y="3080655"/>
            <a:ext cx="6765142" cy="696690"/>
          </a:xfrm>
          <a:effectLst/>
        </p:spPr>
        <p:txBody>
          <a:bodyPr>
            <a:noAutofit/>
          </a:bodyPr>
          <a:lstStyle/>
          <a:p>
            <a:r>
              <a:rPr lang="en-AU" sz="4400" b="1" i="1" dirty="0">
                <a:solidFill>
                  <a:srgbClr val="0070C0"/>
                </a:solidFill>
                <a:latin typeface="Arial Black" panose="020B0A04020102020204" pitchFamily="34" charset="0"/>
              </a:rPr>
              <a:t>Demo</a:t>
            </a:r>
            <a:r>
              <a:rPr lang="en-AU" sz="4400" b="1" i="1" dirty="0">
                <a:solidFill>
                  <a:schemeClr val="accent2"/>
                </a:solidFill>
                <a:latin typeface="Arial Black" panose="020B0A04020102020204" pitchFamily="34" charset="0"/>
              </a:rPr>
              <a:t> </a:t>
            </a:r>
            <a:r>
              <a:rPr lang="en-AU" sz="4400" b="1" dirty="0">
                <a:solidFill>
                  <a:schemeClr val="accent2"/>
                </a:solidFill>
                <a:latin typeface="Arial Black" panose="020B0A04020102020204" pitchFamily="34" charset="0"/>
              </a:rPr>
              <a:t>Selenium</a:t>
            </a:r>
            <a:r>
              <a:rPr lang="en-AU" sz="4000" b="1" dirty="0">
                <a:solidFill>
                  <a:schemeClr val="accent2"/>
                </a:solidFill>
              </a:rPr>
              <a:t> </a:t>
            </a:r>
            <a:r>
              <a:rPr lang="en-AU" sz="4400" b="1" dirty="0">
                <a:solidFill>
                  <a:schemeClr val="accent2"/>
                </a:solidFill>
                <a:latin typeface="Arial Black" panose="020B0A04020102020204" pitchFamily="34" charset="0"/>
              </a:rPr>
              <a:t>Grid</a:t>
            </a:r>
            <a:br>
              <a:rPr lang="en-AU" sz="4000" b="1" dirty="0">
                <a:solidFill>
                  <a:srgbClr val="002060"/>
                </a:solidFill>
              </a:rPr>
            </a:br>
            <a:endParaRPr lang="en-AU" sz="4000" b="1" dirty="0">
              <a:solidFill>
                <a:schemeClr val="tx1"/>
              </a:solidFill>
            </a:endParaRPr>
          </a:p>
        </p:txBody>
      </p:sp>
    </p:spTree>
    <p:extLst>
      <p:ext uri="{BB962C8B-B14F-4D97-AF65-F5344CB8AC3E}">
        <p14:creationId xmlns:p14="http://schemas.microsoft.com/office/powerpoint/2010/main" val="3432971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61919" y="2990356"/>
            <a:ext cx="5232400" cy="696690"/>
          </a:xfrm>
          <a:solidFill>
            <a:srgbClr val="0070C0"/>
          </a:solidFill>
          <a:effectLst/>
        </p:spPr>
        <p:txBody>
          <a:bodyPr>
            <a:noAutofit/>
          </a:bodyPr>
          <a:lstStyle/>
          <a:p>
            <a:r>
              <a:rPr lang="en-AU" b="1" dirty="0">
                <a:solidFill>
                  <a:schemeClr val="bg1"/>
                </a:solidFill>
              </a:rPr>
              <a:t>Cloud Providers</a:t>
            </a:r>
            <a:br>
              <a:rPr lang="en-AU" b="1" dirty="0">
                <a:solidFill>
                  <a:schemeClr val="bg1"/>
                </a:solidFill>
              </a:rPr>
            </a:br>
            <a:endParaRPr lang="en-AU" b="1" dirty="0">
              <a:solidFill>
                <a:schemeClr val="bg1"/>
              </a:solidFill>
            </a:endParaRPr>
          </a:p>
        </p:txBody>
      </p:sp>
    </p:spTree>
    <p:extLst>
      <p:ext uri="{BB962C8B-B14F-4D97-AF65-F5344CB8AC3E}">
        <p14:creationId xmlns:p14="http://schemas.microsoft.com/office/powerpoint/2010/main" val="8778398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42308" y="2314763"/>
            <a:ext cx="3053080" cy="696690"/>
          </a:xfrm>
          <a:effectLst/>
        </p:spPr>
        <p:txBody>
          <a:bodyPr>
            <a:noAutofit/>
          </a:bodyPr>
          <a:lstStyle/>
          <a:p>
            <a:r>
              <a:rPr lang="en-AU" b="1" dirty="0">
                <a:solidFill>
                  <a:schemeClr val="accent2"/>
                </a:solidFill>
              </a:rPr>
              <a:t>Values</a:t>
            </a:r>
            <a:br>
              <a:rPr lang="en-AU" b="1" dirty="0">
                <a:solidFill>
                  <a:srgbClr val="044EA8"/>
                </a:solidFill>
              </a:rPr>
            </a:br>
            <a:endParaRPr lang="en-AU" b="1" dirty="0">
              <a:solidFill>
                <a:srgbClr val="044EA8"/>
              </a:solidFill>
            </a:endParaRPr>
          </a:p>
        </p:txBody>
      </p:sp>
      <p:sp>
        <p:nvSpPr>
          <p:cNvPr id="15" name="Rectangle 14"/>
          <p:cNvSpPr/>
          <p:nvPr/>
        </p:nvSpPr>
        <p:spPr>
          <a:xfrm>
            <a:off x="1214120" y="3164723"/>
            <a:ext cx="5867400" cy="1384161"/>
          </a:xfrm>
          <a:prstGeom prst="rect">
            <a:avLst/>
          </a:prstGeom>
        </p:spPr>
        <p:txBody>
          <a:bodyPr wrap="square">
            <a:spAutoFit/>
          </a:bodyPr>
          <a:lstStyle/>
          <a:p>
            <a:pPr marL="457200" indent="-457200" fontAlgn="base">
              <a:lnSpc>
                <a:spcPct val="107000"/>
              </a:lnSpc>
              <a:spcAft>
                <a:spcPts val="0"/>
              </a:spcAft>
              <a:buFont typeface="Arial" panose="020B0604020202020204" pitchFamily="34" charset="0"/>
              <a:buChar char="•"/>
            </a:pPr>
            <a:r>
              <a:rPr lang="en-AU" sz="2000" i="1" dirty="0">
                <a:solidFill>
                  <a:schemeClr val="tx1">
                    <a:lumMod val="75000"/>
                    <a:lumOff val="25000"/>
                  </a:schemeClr>
                </a:solidFill>
                <a:ea typeface="Times New Roman" panose="02020603050405020304" pitchFamily="18" charset="0"/>
                <a:cs typeface="Times New Roman" panose="02020603050405020304" pitchFamily="18" charset="0"/>
              </a:rPr>
              <a:t>Browsers as a service</a:t>
            </a:r>
            <a:endParaRPr lang="en-AU" sz="2000" dirty="0">
              <a:solidFill>
                <a:schemeClr val="tx1">
                  <a:lumMod val="75000"/>
                  <a:lumOff val="25000"/>
                </a:schemeClr>
              </a:solidFill>
              <a:ea typeface="Calibri" panose="020F0502020204030204" pitchFamily="34" charset="0"/>
              <a:cs typeface="Times New Roman" panose="02020603050405020304" pitchFamily="18" charset="0"/>
            </a:endParaRPr>
          </a:p>
          <a:p>
            <a:pPr marL="457200" indent="-457200" fontAlgn="base">
              <a:lnSpc>
                <a:spcPct val="107000"/>
              </a:lnSpc>
              <a:spcAft>
                <a:spcPts val="0"/>
              </a:spcAft>
              <a:buFont typeface="Arial" panose="020B0604020202020204" pitchFamily="34" charset="0"/>
              <a:buChar char="•"/>
            </a:pPr>
            <a:r>
              <a:rPr lang="en-AU" sz="2000" i="1" dirty="0">
                <a:solidFill>
                  <a:schemeClr val="tx1">
                    <a:lumMod val="75000"/>
                    <a:lumOff val="25000"/>
                  </a:schemeClr>
                </a:solidFill>
                <a:ea typeface="Times New Roman" panose="02020603050405020304" pitchFamily="18" charset="0"/>
                <a:cs typeface="Times New Roman" panose="02020603050405020304" pitchFamily="18" charset="0"/>
              </a:rPr>
              <a:t>Analysis capabilities</a:t>
            </a:r>
            <a:endParaRPr lang="en-AU" sz="2000" dirty="0">
              <a:solidFill>
                <a:schemeClr val="tx1">
                  <a:lumMod val="75000"/>
                  <a:lumOff val="25000"/>
                </a:schemeClr>
              </a:solidFill>
              <a:ea typeface="Calibri" panose="020F0502020204030204" pitchFamily="34" charset="0"/>
              <a:cs typeface="Times New Roman" panose="02020603050405020304" pitchFamily="18" charset="0"/>
            </a:endParaRPr>
          </a:p>
          <a:p>
            <a:pPr marL="457200" indent="-457200" fontAlgn="base">
              <a:lnSpc>
                <a:spcPct val="107000"/>
              </a:lnSpc>
              <a:spcAft>
                <a:spcPts val="0"/>
              </a:spcAft>
              <a:buFont typeface="Arial" panose="020B0604020202020204" pitchFamily="34" charset="0"/>
              <a:buChar char="•"/>
            </a:pPr>
            <a:r>
              <a:rPr lang="en-AU" sz="2000" i="1" dirty="0">
                <a:solidFill>
                  <a:schemeClr val="tx1">
                    <a:lumMod val="75000"/>
                    <a:lumOff val="25000"/>
                  </a:schemeClr>
                </a:solidFill>
                <a:ea typeface="Times New Roman" panose="02020603050405020304" pitchFamily="18" charset="0"/>
                <a:cs typeface="Times New Roman" panose="02020603050405020304" pitchFamily="18" charset="0"/>
              </a:rPr>
              <a:t>Mobile testing</a:t>
            </a:r>
            <a:endParaRPr lang="en-AU" sz="2000" dirty="0">
              <a:solidFill>
                <a:schemeClr val="tx1">
                  <a:lumMod val="75000"/>
                  <a:lumOff val="25000"/>
                </a:schemeClr>
              </a:solidFill>
              <a:ea typeface="Calibri" panose="020F0502020204030204" pitchFamily="34" charset="0"/>
              <a:cs typeface="Times New Roman" panose="02020603050405020304" pitchFamily="18" charset="0"/>
            </a:endParaRPr>
          </a:p>
          <a:p>
            <a:pPr marL="457200" indent="-457200" fontAlgn="base">
              <a:lnSpc>
                <a:spcPct val="107000"/>
              </a:lnSpc>
              <a:spcAft>
                <a:spcPts val="0"/>
              </a:spcAft>
              <a:buFont typeface="Arial" panose="020B0604020202020204" pitchFamily="34" charset="0"/>
              <a:buChar char="•"/>
            </a:pPr>
            <a:r>
              <a:rPr lang="en-AU" sz="2000" i="1" dirty="0">
                <a:solidFill>
                  <a:schemeClr val="tx1">
                    <a:lumMod val="75000"/>
                    <a:lumOff val="25000"/>
                  </a:schemeClr>
                </a:solidFill>
                <a:ea typeface="Times New Roman" panose="02020603050405020304" pitchFamily="18" charset="0"/>
                <a:cs typeface="Times New Roman" panose="02020603050405020304" pitchFamily="18" charset="0"/>
              </a:rPr>
              <a:t>Visual testing</a:t>
            </a:r>
            <a:endParaRPr lang="en-AU" sz="2000" dirty="0">
              <a:solidFill>
                <a:schemeClr val="tx1">
                  <a:lumMod val="75000"/>
                  <a:lumOff val="25000"/>
                </a:schemeClr>
              </a:solidFill>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1973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D9C37479-BE15-9E1C-7734-5F407AD8E991}"/>
              </a:ext>
            </a:extLst>
          </p:cNvPr>
          <p:cNvSpPr/>
          <p:nvPr/>
        </p:nvSpPr>
        <p:spPr>
          <a:xfrm>
            <a:off x="1117600" y="1982673"/>
            <a:ext cx="4978400" cy="3593078"/>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15"/>
          <p:cNvSpPr/>
          <p:nvPr/>
        </p:nvSpPr>
        <p:spPr>
          <a:xfrm>
            <a:off x="1740972" y="2328090"/>
            <a:ext cx="3476188" cy="3046988"/>
          </a:xfrm>
          <a:prstGeom prst="rect">
            <a:avLst/>
          </a:prstGeom>
        </p:spPr>
        <p:txBody>
          <a:bodyPr wrap="square">
            <a:spAutoFit/>
          </a:bodyPr>
          <a:lstStyle/>
          <a:p>
            <a:pPr marL="285750" indent="-285750">
              <a:buFont typeface="Arial" panose="020B0604020202020204" pitchFamily="34" charset="0"/>
              <a:buChar char="•"/>
            </a:pPr>
            <a:r>
              <a:rPr lang="en-AU" sz="2400" i="1" dirty="0">
                <a:solidFill>
                  <a:srgbClr val="002060"/>
                </a:solidFill>
                <a:latin typeface="inherit"/>
                <a:ea typeface="Times New Roman" panose="02020603050405020304" pitchFamily="18" charset="0"/>
                <a:cs typeface="Times New Roman" panose="02020603050405020304" pitchFamily="18" charset="0"/>
                <a:hlinkClick r:id="rId3"/>
              </a:rPr>
              <a:t>Sauce</a:t>
            </a:r>
            <a:r>
              <a:rPr lang="en-AU" sz="2400"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hlinkClick r:id="rId3"/>
              </a:rPr>
              <a:t> </a:t>
            </a:r>
            <a:r>
              <a:rPr lang="en-AU" sz="2400" i="1" dirty="0">
                <a:solidFill>
                  <a:srgbClr val="002060"/>
                </a:solidFill>
                <a:latin typeface="inherit"/>
                <a:ea typeface="Times New Roman" panose="02020603050405020304" pitchFamily="18" charset="0"/>
                <a:cs typeface="Times New Roman" panose="02020603050405020304" pitchFamily="18" charset="0"/>
                <a:hlinkClick r:id="rId3"/>
              </a:rPr>
              <a:t>Labs</a:t>
            </a:r>
            <a:r>
              <a:rPr lang="en-AU" sz="2400" dirty="0">
                <a:latin typeface="Times New Roman" panose="02020603050405020304" pitchFamily="18" charset="0"/>
                <a:ea typeface="Times New Roman" panose="02020603050405020304" pitchFamily="18" charset="0"/>
              </a:rPr>
              <a:t>, </a:t>
            </a:r>
          </a:p>
          <a:p>
            <a:pPr marL="285750" indent="-285750">
              <a:buFont typeface="Arial" panose="020B0604020202020204" pitchFamily="34" charset="0"/>
              <a:buChar char="•"/>
            </a:pPr>
            <a:r>
              <a:rPr lang="en-AU" sz="2400" i="1" dirty="0" err="1">
                <a:solidFill>
                  <a:srgbClr val="002060"/>
                </a:solidFill>
                <a:latin typeface="inherit"/>
                <a:ea typeface="Times New Roman" panose="02020603050405020304" pitchFamily="18" charset="0"/>
                <a:cs typeface="Times New Roman" panose="02020603050405020304" pitchFamily="18" charset="0"/>
                <a:hlinkClick r:id="rId4"/>
              </a:rPr>
              <a:t>BrowserStack</a:t>
            </a:r>
            <a:r>
              <a:rPr lang="en-AU" sz="2400" i="1" dirty="0">
                <a:solidFill>
                  <a:srgbClr val="002060"/>
                </a:solidFill>
                <a:latin typeface="inherit"/>
                <a:ea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AU" sz="2400" i="1" dirty="0" err="1">
                <a:solidFill>
                  <a:srgbClr val="002060"/>
                </a:solidFill>
                <a:latin typeface="inherit"/>
                <a:ea typeface="Times New Roman" panose="02020603050405020304" pitchFamily="18" charset="0"/>
                <a:cs typeface="Times New Roman" panose="02020603050405020304" pitchFamily="18" charset="0"/>
                <a:hlinkClick r:id="rId5"/>
              </a:rPr>
              <a:t>LambdaTest</a:t>
            </a:r>
            <a:r>
              <a:rPr lang="en-AU" sz="2400" i="1" dirty="0">
                <a:solidFill>
                  <a:srgbClr val="002060"/>
                </a:solidFill>
                <a:latin typeface="inherit"/>
                <a:ea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AU" sz="2400" i="1" dirty="0" err="1">
                <a:solidFill>
                  <a:srgbClr val="002060"/>
                </a:solidFill>
                <a:latin typeface="inherit"/>
                <a:ea typeface="Times New Roman" panose="02020603050405020304" pitchFamily="18" charset="0"/>
                <a:cs typeface="Times New Roman" panose="02020603050405020304" pitchFamily="18" charset="0"/>
                <a:hlinkClick r:id="rId6"/>
              </a:rPr>
              <a:t>CrossBrowserTesting</a:t>
            </a:r>
            <a:r>
              <a:rPr lang="en-AU" sz="2400" i="1" dirty="0">
                <a:solidFill>
                  <a:srgbClr val="002060"/>
                </a:solidFill>
                <a:latin typeface="inherit"/>
                <a:ea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AU" sz="2400" i="1" dirty="0">
                <a:solidFill>
                  <a:srgbClr val="002060"/>
                </a:solidFill>
                <a:latin typeface="inherit"/>
                <a:ea typeface="Times New Roman" panose="02020603050405020304" pitchFamily="18" charset="0"/>
                <a:cs typeface="Times New Roman" panose="02020603050405020304" pitchFamily="18" charset="0"/>
                <a:hlinkClick r:id="rId7"/>
              </a:rPr>
              <a:t>Moon Cloud</a:t>
            </a:r>
            <a:r>
              <a:rPr lang="en-AU" sz="2400" i="1" dirty="0">
                <a:solidFill>
                  <a:srgbClr val="002060"/>
                </a:solidFill>
                <a:latin typeface="inherit"/>
                <a:ea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AU" sz="2400" i="1" dirty="0" err="1">
                <a:solidFill>
                  <a:srgbClr val="002060"/>
                </a:solidFill>
                <a:latin typeface="inherit"/>
                <a:ea typeface="Times New Roman" panose="02020603050405020304" pitchFamily="18" charset="0"/>
                <a:cs typeface="Times New Roman" panose="02020603050405020304" pitchFamily="18" charset="0"/>
                <a:hlinkClick r:id="rId8"/>
              </a:rPr>
              <a:t>TestingBot</a:t>
            </a:r>
            <a:r>
              <a:rPr lang="en-AU" sz="2400" i="1" dirty="0">
                <a:solidFill>
                  <a:srgbClr val="002060"/>
                </a:solidFill>
                <a:latin typeface="inherit"/>
                <a:ea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AU" sz="2400" i="1" dirty="0">
                <a:solidFill>
                  <a:srgbClr val="002060"/>
                </a:solidFill>
                <a:latin typeface="inherit"/>
                <a:ea typeface="Times New Roman" panose="02020603050405020304" pitchFamily="18" charset="0"/>
                <a:cs typeface="Times New Roman" panose="02020603050405020304" pitchFamily="18" charset="0"/>
                <a:hlinkClick r:id="rId9"/>
              </a:rPr>
              <a:t>Perfecto</a:t>
            </a:r>
            <a:r>
              <a:rPr lang="en-AU" sz="2400" i="1" dirty="0">
                <a:solidFill>
                  <a:srgbClr val="002060"/>
                </a:solidFill>
                <a:latin typeface="inherit"/>
                <a:ea typeface="Times New Roman" panose="02020603050405020304" pitchFamily="18" charset="0"/>
                <a:cs typeface="Times New Roman" panose="02020603050405020304" pitchFamily="18" charset="0"/>
              </a:rPr>
              <a:t>, or </a:t>
            </a:r>
          </a:p>
          <a:p>
            <a:pPr marL="285750" indent="-285750">
              <a:buFont typeface="Arial" panose="020B0604020202020204" pitchFamily="34" charset="0"/>
              <a:buChar char="•"/>
            </a:pPr>
            <a:r>
              <a:rPr lang="en-AU" sz="2400" i="1" dirty="0" err="1">
                <a:solidFill>
                  <a:srgbClr val="002060"/>
                </a:solidFill>
                <a:latin typeface="inherit"/>
                <a:ea typeface="Times New Roman" panose="02020603050405020304" pitchFamily="18" charset="0"/>
                <a:cs typeface="Times New Roman" panose="02020603050405020304" pitchFamily="18" charset="0"/>
                <a:hlinkClick r:id="rId10"/>
              </a:rPr>
              <a:t>Testinium</a:t>
            </a:r>
            <a:endParaRPr lang="en-AU" sz="2400" i="1" dirty="0">
              <a:solidFill>
                <a:srgbClr val="002060"/>
              </a:solidFill>
              <a:latin typeface="inherit"/>
              <a:ea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AD620B8-A8EB-D3E2-6051-25CDEAAA8859}"/>
              </a:ext>
            </a:extLst>
          </p:cNvPr>
          <p:cNvSpPr txBox="1">
            <a:spLocks/>
          </p:cNvSpPr>
          <p:nvPr/>
        </p:nvSpPr>
        <p:spPr>
          <a:xfrm>
            <a:off x="1360342" y="1134577"/>
            <a:ext cx="3053080" cy="696690"/>
          </a:xfrm>
          <a:prstGeom prst="rect">
            <a:avLst/>
          </a:prstGeom>
          <a:effectLst/>
        </p:spPr>
        <p:txBody>
          <a:bodyPr vert="horz" lIns="91440" tIns="45720" rIns="91440" bIns="45720" rtlCol="0" anchor="t">
            <a:no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3200" b="1" dirty="0">
                <a:solidFill>
                  <a:schemeClr val="accent2"/>
                </a:solidFill>
              </a:rPr>
              <a:t>Providers</a:t>
            </a:r>
            <a:br>
              <a:rPr lang="en-AU" sz="3200" b="1" dirty="0">
                <a:solidFill>
                  <a:srgbClr val="044EA8"/>
                </a:solidFill>
              </a:rPr>
            </a:br>
            <a:endParaRPr lang="en-AU" sz="3200" b="1" dirty="0">
              <a:solidFill>
                <a:srgbClr val="044EA8"/>
              </a:solidFill>
            </a:endParaRPr>
          </a:p>
        </p:txBody>
      </p:sp>
      <p:sp>
        <p:nvSpPr>
          <p:cNvPr id="2" name="Explosion 1 8">
            <a:extLst>
              <a:ext uri="{FF2B5EF4-FFF2-40B4-BE49-F238E27FC236}">
                <a16:creationId xmlns:a16="http://schemas.microsoft.com/office/drawing/2014/main" id="{7F3241E7-09ED-1FB7-94AD-FDFA173FFEC9}"/>
              </a:ext>
            </a:extLst>
          </p:cNvPr>
          <p:cNvSpPr/>
          <p:nvPr/>
        </p:nvSpPr>
        <p:spPr>
          <a:xfrm>
            <a:off x="3690620" y="3039229"/>
            <a:ext cx="722802" cy="583355"/>
          </a:xfrm>
          <a:prstGeom prst="irregularSeal1">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Explosion 1 8">
            <a:extLst>
              <a:ext uri="{FF2B5EF4-FFF2-40B4-BE49-F238E27FC236}">
                <a16:creationId xmlns:a16="http://schemas.microsoft.com/office/drawing/2014/main" id="{BD4434DC-776D-EDD9-C070-8855A27FD6A2}"/>
              </a:ext>
            </a:extLst>
          </p:cNvPr>
          <p:cNvSpPr/>
          <p:nvPr/>
        </p:nvSpPr>
        <p:spPr>
          <a:xfrm>
            <a:off x="3870239" y="2666695"/>
            <a:ext cx="722802" cy="583355"/>
          </a:xfrm>
          <a:prstGeom prst="irregularSeal1">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0513937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20800" y="559457"/>
            <a:ext cx="4135120" cy="696690"/>
          </a:xfrm>
          <a:effectLst/>
        </p:spPr>
        <p:txBody>
          <a:bodyPr>
            <a:normAutofit fontScale="90000"/>
          </a:bodyPr>
          <a:lstStyle/>
          <a:p>
            <a:r>
              <a:rPr lang="en-AU" sz="4400" b="1" dirty="0">
                <a:solidFill>
                  <a:schemeClr val="accent2"/>
                </a:solidFill>
              </a:rPr>
              <a:t>Sample Code</a:t>
            </a:r>
            <a:br>
              <a:rPr lang="en-AU" b="1" dirty="0">
                <a:solidFill>
                  <a:srgbClr val="002060"/>
                </a:solidFill>
              </a:rPr>
            </a:br>
            <a:endParaRPr lang="en-AU" sz="2200" b="1" dirty="0">
              <a:solidFill>
                <a:schemeClr val="tx1"/>
              </a:solidFill>
            </a:endParaRPr>
          </a:p>
        </p:txBody>
      </p:sp>
      <p:pic>
        <p:nvPicPr>
          <p:cNvPr id="14" name="Picture 13"/>
          <p:cNvPicPr>
            <a:picLocks noChangeAspect="1"/>
          </p:cNvPicPr>
          <p:nvPr/>
        </p:nvPicPr>
        <p:blipFill>
          <a:blip r:embed="rId2"/>
          <a:stretch>
            <a:fillRect/>
          </a:stretch>
        </p:blipFill>
        <p:spPr>
          <a:xfrm>
            <a:off x="1320800" y="1565911"/>
            <a:ext cx="10360955" cy="5039100"/>
          </a:xfrm>
          <a:prstGeom prst="rect">
            <a:avLst/>
          </a:prstGeom>
        </p:spPr>
      </p:pic>
    </p:spTree>
    <p:extLst>
      <p:ext uri="{BB962C8B-B14F-4D97-AF65-F5344CB8AC3E}">
        <p14:creationId xmlns:p14="http://schemas.microsoft.com/office/powerpoint/2010/main" val="24284586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85588" y="3091958"/>
            <a:ext cx="6026165" cy="674083"/>
          </a:xfrm>
          <a:effectLst/>
        </p:spPr>
        <p:txBody>
          <a:bodyPr>
            <a:noAutofit/>
          </a:bodyPr>
          <a:lstStyle/>
          <a:p>
            <a:r>
              <a:rPr lang="en-AU" b="1" dirty="0">
                <a:solidFill>
                  <a:srgbClr val="044EA8"/>
                </a:solidFill>
              </a:rPr>
              <a:t>Put Everything Together</a:t>
            </a:r>
            <a:br>
              <a:rPr lang="en-AU" b="1" dirty="0">
                <a:solidFill>
                  <a:srgbClr val="002060"/>
                </a:solidFill>
              </a:rPr>
            </a:br>
            <a:br>
              <a:rPr lang="en-AU" b="1" dirty="0">
                <a:solidFill>
                  <a:srgbClr val="002060"/>
                </a:solidFill>
              </a:rPr>
            </a:br>
            <a:endParaRPr lang="en-AU" b="1" dirty="0">
              <a:solidFill>
                <a:schemeClr val="tx1"/>
              </a:solidFill>
            </a:endParaRPr>
          </a:p>
        </p:txBody>
      </p:sp>
    </p:spTree>
    <p:extLst>
      <p:ext uri="{BB962C8B-B14F-4D97-AF65-F5344CB8AC3E}">
        <p14:creationId xmlns:p14="http://schemas.microsoft.com/office/powerpoint/2010/main" val="31407966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12256" y="726837"/>
            <a:ext cx="8664498" cy="1472589"/>
          </a:xfrm>
          <a:effectLst/>
        </p:spPr>
        <p:txBody>
          <a:bodyPr>
            <a:normAutofit fontScale="90000"/>
          </a:bodyPr>
          <a:lstStyle/>
          <a:p>
            <a:r>
              <a:rPr lang="en-AU" b="1" dirty="0">
                <a:solidFill>
                  <a:srgbClr val="044EA8"/>
                </a:solidFill>
              </a:rPr>
              <a:t>Selenium Environment Setup </a:t>
            </a:r>
            <a:br>
              <a:rPr lang="en-AU" b="1" dirty="0">
                <a:solidFill>
                  <a:srgbClr val="002060"/>
                </a:solidFill>
              </a:rPr>
            </a:br>
            <a:r>
              <a:rPr lang="en-AU" b="1" dirty="0">
                <a:solidFill>
                  <a:srgbClr val="002060"/>
                </a:solidFill>
              </a:rPr>
              <a:t>      – </a:t>
            </a:r>
            <a:r>
              <a:rPr lang="en-AU" b="1" dirty="0">
                <a:solidFill>
                  <a:schemeClr val="accent2"/>
                </a:solidFill>
              </a:rPr>
              <a:t>Standalone Grid</a:t>
            </a:r>
            <a:br>
              <a:rPr lang="en-AU" b="1" dirty="0">
                <a:solidFill>
                  <a:srgbClr val="002060"/>
                </a:solidFill>
              </a:rPr>
            </a:br>
            <a:br>
              <a:rPr lang="en-AU" b="1" dirty="0">
                <a:solidFill>
                  <a:srgbClr val="002060"/>
                </a:solidFill>
              </a:rPr>
            </a:br>
            <a:endParaRPr lang="en-AU" sz="2200" b="1" dirty="0">
              <a:solidFill>
                <a:schemeClr val="tx1"/>
              </a:solidFill>
            </a:endParaRPr>
          </a:p>
        </p:txBody>
      </p:sp>
      <p:sp>
        <p:nvSpPr>
          <p:cNvPr id="5" name="Content Placeholder 4"/>
          <p:cNvSpPr>
            <a:spLocks noGrp="1"/>
          </p:cNvSpPr>
          <p:nvPr>
            <p:ph idx="1"/>
          </p:nvPr>
        </p:nvSpPr>
        <p:spPr>
          <a:xfrm>
            <a:off x="1690315" y="2328995"/>
            <a:ext cx="8915400" cy="2101262"/>
          </a:xfrm>
        </p:spPr>
        <p:txBody>
          <a:bodyPr>
            <a:normAutofit/>
          </a:bodyPr>
          <a:lstStyle/>
          <a:p>
            <a:pPr marL="0" indent="0">
              <a:buNone/>
            </a:pPr>
            <a:r>
              <a:rPr lang="en-AU" dirty="0"/>
              <a:t>Download </a:t>
            </a:r>
            <a:r>
              <a:rPr lang="en-AU" dirty="0" err="1"/>
              <a:t>Seleniue</a:t>
            </a:r>
            <a:r>
              <a:rPr lang="en-AU" dirty="0"/>
              <a:t> Grid</a:t>
            </a:r>
          </a:p>
          <a:p>
            <a:pPr marL="0" indent="0">
              <a:buNone/>
            </a:pPr>
            <a:r>
              <a:rPr lang="en-AU" u="sng" dirty="0">
                <a:hlinkClick r:id="rId3"/>
              </a:rPr>
              <a:t>https://www.selenium.dev/downloads/</a:t>
            </a:r>
            <a:endParaRPr lang="en-AU" dirty="0"/>
          </a:p>
          <a:p>
            <a:pPr marL="0" indent="0">
              <a:buNone/>
            </a:pPr>
            <a:r>
              <a:rPr lang="en-AU" dirty="0"/>
              <a:t>  </a:t>
            </a:r>
          </a:p>
          <a:p>
            <a:pPr marL="0" indent="0">
              <a:buNone/>
            </a:pPr>
            <a:r>
              <a:rPr lang="en-AU" dirty="0"/>
              <a:t>Download Chrome Driver</a:t>
            </a:r>
          </a:p>
          <a:p>
            <a:pPr marL="0" indent="0">
              <a:buNone/>
            </a:pPr>
            <a:r>
              <a:rPr lang="en-AU" u="sng" dirty="0">
                <a:hlinkClick r:id="rId4"/>
              </a:rPr>
              <a:t>https://chromedriver.chromium.org/downloads</a:t>
            </a:r>
            <a:endParaRPr lang="en-AU" dirty="0"/>
          </a:p>
        </p:txBody>
      </p:sp>
      <p:sp>
        <p:nvSpPr>
          <p:cNvPr id="3" name="Rectangle 2"/>
          <p:cNvSpPr/>
          <p:nvPr/>
        </p:nvSpPr>
        <p:spPr>
          <a:xfrm>
            <a:off x="1612256" y="5554418"/>
            <a:ext cx="10188497" cy="646331"/>
          </a:xfrm>
          <a:prstGeom prst="rect">
            <a:avLst/>
          </a:prstGeom>
        </p:spPr>
        <p:txBody>
          <a:bodyPr wrap="square">
            <a:spAutoFit/>
          </a:bodyPr>
          <a:lstStyle/>
          <a:p>
            <a:r>
              <a:rPr lang="en-AU" dirty="0"/>
              <a:t>Prepare eclipse</a:t>
            </a:r>
          </a:p>
          <a:p>
            <a:r>
              <a:rPr lang="en-AU" dirty="0">
                <a:hlinkClick r:id="rId5"/>
              </a:rPr>
              <a:t>https://www.browserstack.com/guide/selenium-with-java-for-automated-test</a:t>
            </a:r>
            <a:endParaRPr lang="en-AU" dirty="0"/>
          </a:p>
        </p:txBody>
      </p:sp>
      <p:sp>
        <p:nvSpPr>
          <p:cNvPr id="4" name="Rectangle 3"/>
          <p:cNvSpPr/>
          <p:nvPr/>
        </p:nvSpPr>
        <p:spPr>
          <a:xfrm>
            <a:off x="1612256" y="4733913"/>
            <a:ext cx="8883804" cy="646331"/>
          </a:xfrm>
          <a:prstGeom prst="rect">
            <a:avLst/>
          </a:prstGeom>
        </p:spPr>
        <p:txBody>
          <a:bodyPr wrap="square">
            <a:spAutoFit/>
          </a:bodyPr>
          <a:lstStyle/>
          <a:p>
            <a:r>
              <a:rPr lang="en-AU" dirty="0"/>
              <a:t>Download and configure Maven</a:t>
            </a:r>
          </a:p>
          <a:p>
            <a:r>
              <a:rPr lang="en-AU" dirty="0">
                <a:hlinkClick r:id="rId6"/>
              </a:rPr>
              <a:t>https://maven.apache.org/download.cgi</a:t>
            </a:r>
            <a:endParaRPr lang="en-AU" dirty="0"/>
          </a:p>
        </p:txBody>
      </p:sp>
    </p:spTree>
    <p:extLst>
      <p:ext uri="{BB962C8B-B14F-4D97-AF65-F5344CB8AC3E}">
        <p14:creationId xmlns:p14="http://schemas.microsoft.com/office/powerpoint/2010/main" val="834037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71961" y="545581"/>
            <a:ext cx="2408173" cy="696690"/>
          </a:xfrm>
          <a:effectLst>
            <a:outerShdw blurRad="50800" dist="38100" dir="8100000" algn="tr" rotWithShape="0">
              <a:prstClr val="black">
                <a:alpha val="40000"/>
              </a:prstClr>
            </a:outerShdw>
          </a:effectLst>
        </p:spPr>
        <p:txBody>
          <a:bodyPr>
            <a:normAutofit fontScale="90000"/>
          </a:bodyPr>
          <a:lstStyle/>
          <a:p>
            <a:r>
              <a:rPr lang="en-AU" b="1" dirty="0">
                <a:solidFill>
                  <a:srgbClr val="002060"/>
                </a:solidFill>
              </a:rPr>
              <a:t>References</a:t>
            </a:r>
            <a:br>
              <a:rPr lang="en-AU" b="1" dirty="0">
                <a:solidFill>
                  <a:srgbClr val="002060"/>
                </a:solidFill>
              </a:rPr>
            </a:br>
            <a:br>
              <a:rPr lang="en-AU" b="1" dirty="0">
                <a:solidFill>
                  <a:srgbClr val="002060"/>
                </a:solidFill>
              </a:rPr>
            </a:br>
            <a:endParaRPr lang="en-AU" sz="2200" b="1" dirty="0">
              <a:solidFill>
                <a:schemeClr val="tx1"/>
              </a:solidFill>
            </a:endParaRPr>
          </a:p>
        </p:txBody>
      </p:sp>
      <p:sp>
        <p:nvSpPr>
          <p:cNvPr id="5" name="Content Placeholder 4"/>
          <p:cNvSpPr>
            <a:spLocks noGrp="1"/>
          </p:cNvSpPr>
          <p:nvPr>
            <p:ph idx="1"/>
          </p:nvPr>
        </p:nvSpPr>
        <p:spPr>
          <a:xfrm>
            <a:off x="1471961" y="1462627"/>
            <a:ext cx="9299948" cy="4869779"/>
          </a:xfrm>
        </p:spPr>
        <p:txBody>
          <a:bodyPr>
            <a:normAutofit fontScale="77500" lnSpcReduction="20000"/>
          </a:bodyPr>
          <a:lstStyle/>
          <a:p>
            <a:pPr marL="0" indent="0">
              <a:buNone/>
            </a:pPr>
            <a:r>
              <a:rPr lang="en-AU" sz="1600" b="1" dirty="0">
                <a:solidFill>
                  <a:srgbClr val="002060"/>
                </a:solidFill>
              </a:rPr>
              <a:t>Maven</a:t>
            </a:r>
          </a:p>
          <a:p>
            <a:pPr marL="0" indent="0">
              <a:buNone/>
            </a:pPr>
            <a:r>
              <a:rPr lang="en-AU" sz="1600" b="1" dirty="0">
                <a:solidFill>
                  <a:srgbClr val="002060"/>
                </a:solidFill>
                <a:hlinkClick r:id="rId3"/>
              </a:rPr>
              <a:t>Eclipse</a:t>
            </a:r>
          </a:p>
          <a:p>
            <a:pPr marL="0" indent="0">
              <a:buNone/>
            </a:pPr>
            <a:r>
              <a:rPr lang="en-AU" sz="1600" dirty="0">
                <a:hlinkClick r:id="rId3"/>
              </a:rPr>
              <a:t>https://www.vogella.com/tutorials/Eclipse/article.html</a:t>
            </a:r>
            <a:endParaRPr lang="en-AU" sz="1600" dirty="0"/>
          </a:p>
          <a:p>
            <a:pPr marL="0" indent="0">
              <a:buNone/>
            </a:pPr>
            <a:endParaRPr lang="en-AU" sz="1600" b="1" dirty="0">
              <a:solidFill>
                <a:srgbClr val="002060"/>
              </a:solidFill>
            </a:endParaRPr>
          </a:p>
          <a:p>
            <a:pPr marL="0" indent="0">
              <a:buNone/>
            </a:pPr>
            <a:r>
              <a:rPr lang="en-AU" sz="1600" b="1" dirty="0">
                <a:solidFill>
                  <a:srgbClr val="002060"/>
                </a:solidFill>
              </a:rPr>
              <a:t>Java</a:t>
            </a:r>
          </a:p>
          <a:p>
            <a:pPr marL="0" indent="0">
              <a:buNone/>
            </a:pPr>
            <a:endParaRPr lang="en-AU" sz="1600" b="1" dirty="0">
              <a:solidFill>
                <a:srgbClr val="002060"/>
              </a:solidFill>
            </a:endParaRPr>
          </a:p>
          <a:p>
            <a:pPr marL="0" indent="0">
              <a:buNone/>
            </a:pPr>
            <a:r>
              <a:rPr lang="en-AU" sz="1600" b="1" dirty="0">
                <a:solidFill>
                  <a:srgbClr val="002060"/>
                </a:solidFill>
              </a:rPr>
              <a:t>XPath</a:t>
            </a:r>
          </a:p>
          <a:p>
            <a:pPr marL="0" indent="0">
              <a:buNone/>
            </a:pPr>
            <a:r>
              <a:rPr lang="en-AU" u="sng" dirty="0">
                <a:hlinkClick r:id="rId4"/>
              </a:rPr>
              <a:t>https://www.guru99.com/xpath-selenium.html</a:t>
            </a:r>
            <a:endParaRPr lang="en-AU" u="sng" dirty="0"/>
          </a:p>
          <a:p>
            <a:pPr marL="0" indent="0">
              <a:buNone/>
            </a:pPr>
            <a:endParaRPr lang="en-AU" u="sng" dirty="0"/>
          </a:p>
          <a:p>
            <a:pPr marL="0" indent="0">
              <a:buNone/>
            </a:pPr>
            <a:r>
              <a:rPr lang="en-AU" sz="1600" b="1" dirty="0">
                <a:solidFill>
                  <a:srgbClr val="002060"/>
                </a:solidFill>
              </a:rPr>
              <a:t>Selenium tutorial</a:t>
            </a:r>
          </a:p>
          <a:p>
            <a:pPr marL="0" indent="0">
              <a:buNone/>
            </a:pPr>
            <a:r>
              <a:rPr lang="en-AU" sz="1600" dirty="0">
                <a:solidFill>
                  <a:srgbClr val="002060"/>
                </a:solidFill>
                <a:hlinkClick r:id="rId5"/>
              </a:rPr>
              <a:t>https://www.selenium.dev/documentation/webdriver/getting_started/</a:t>
            </a:r>
            <a:endParaRPr lang="en-AU" sz="1600" dirty="0">
              <a:solidFill>
                <a:srgbClr val="002060"/>
              </a:solidFill>
            </a:endParaRPr>
          </a:p>
          <a:p>
            <a:pPr marL="0" indent="0">
              <a:buNone/>
            </a:pPr>
            <a:r>
              <a:rPr lang="en-AU" sz="1600" dirty="0">
                <a:solidFill>
                  <a:srgbClr val="002060"/>
                </a:solidFill>
                <a:hlinkClick r:id="rId6"/>
              </a:rPr>
              <a:t>https://www.browserstack.com/guide/selenium-with-java-for-automated-test</a:t>
            </a:r>
            <a:endParaRPr lang="en-AU" sz="1600" dirty="0">
              <a:solidFill>
                <a:srgbClr val="002060"/>
              </a:solidFill>
            </a:endParaRPr>
          </a:p>
          <a:p>
            <a:pPr marL="0" indent="0">
              <a:buNone/>
            </a:pPr>
            <a:r>
              <a:rPr lang="en-AU" sz="1600" dirty="0">
                <a:solidFill>
                  <a:srgbClr val="002060"/>
                </a:solidFill>
                <a:hlinkClick r:id="rId7"/>
              </a:rPr>
              <a:t>https://www.tutorialspoint.com/selenium/selenium_webdriver.htm</a:t>
            </a:r>
            <a:endParaRPr lang="en-AU" sz="1600" dirty="0">
              <a:solidFill>
                <a:srgbClr val="002060"/>
              </a:solidFill>
            </a:endParaRPr>
          </a:p>
          <a:p>
            <a:pPr marL="0" indent="0">
              <a:buNone/>
            </a:pPr>
            <a:r>
              <a:rPr lang="en-AU" sz="1600" dirty="0">
                <a:solidFill>
                  <a:srgbClr val="002060"/>
                </a:solidFill>
                <a:hlinkClick r:id="rId8"/>
              </a:rPr>
              <a:t>https://www.lambdatest.com/blog/selenium-webdriver-tutorial-with-examples/</a:t>
            </a:r>
            <a:endParaRPr lang="en-AU" sz="1600" dirty="0">
              <a:solidFill>
                <a:srgbClr val="002060"/>
              </a:solidFill>
            </a:endParaRPr>
          </a:p>
          <a:p>
            <a:pPr marL="0" indent="0">
              <a:buNone/>
            </a:pPr>
            <a:endParaRPr lang="en-AU" sz="1600" dirty="0">
              <a:solidFill>
                <a:srgbClr val="002060"/>
              </a:solidFill>
            </a:endParaRPr>
          </a:p>
          <a:p>
            <a:pPr marL="0" indent="0">
              <a:buNone/>
            </a:pPr>
            <a:r>
              <a:rPr lang="en-AU" sz="1600" b="1" dirty="0">
                <a:solidFill>
                  <a:srgbClr val="002060"/>
                </a:solidFill>
              </a:rPr>
              <a:t>Code sample</a:t>
            </a:r>
          </a:p>
          <a:p>
            <a:pPr marL="0" indent="0">
              <a:buNone/>
            </a:pPr>
            <a:r>
              <a:rPr lang="en-AU" sz="1600" dirty="0">
                <a:solidFill>
                  <a:srgbClr val="002060"/>
                </a:solidFill>
                <a:hlinkClick r:id="rId8"/>
              </a:rPr>
              <a:t>https://www.lambdatest.com/blog/selenium-webdriver-tutorial-with-examples/</a:t>
            </a:r>
            <a:endParaRPr lang="en-AU" sz="1600" dirty="0">
              <a:solidFill>
                <a:srgbClr val="002060"/>
              </a:solidFill>
            </a:endParaRPr>
          </a:p>
          <a:p>
            <a:pPr marL="0" indent="0">
              <a:buNone/>
            </a:pPr>
            <a:endParaRPr lang="en-AU" sz="1600" b="1" dirty="0">
              <a:solidFill>
                <a:srgbClr val="002060"/>
              </a:solidFill>
            </a:endParaRPr>
          </a:p>
          <a:p>
            <a:pPr marL="0" indent="0">
              <a:buNone/>
            </a:pPr>
            <a:endParaRPr lang="en-AU" dirty="0"/>
          </a:p>
          <a:p>
            <a:pPr marL="0" indent="0">
              <a:buNone/>
            </a:pPr>
            <a:endParaRPr lang="en-AU" sz="1200" i="1" dirty="0">
              <a:solidFill>
                <a:srgbClr val="002060"/>
              </a:solidFill>
            </a:endParaRPr>
          </a:p>
          <a:p>
            <a:pPr marL="0" indent="0">
              <a:buNone/>
            </a:pPr>
            <a:endParaRPr lang="en-AU" dirty="0"/>
          </a:p>
        </p:txBody>
      </p:sp>
    </p:spTree>
    <p:extLst>
      <p:ext uri="{BB962C8B-B14F-4D97-AF65-F5344CB8AC3E}">
        <p14:creationId xmlns:p14="http://schemas.microsoft.com/office/powerpoint/2010/main" val="14080254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887248" y="863588"/>
            <a:ext cx="2459366" cy="641272"/>
          </a:xfrm>
          <a:effectLst/>
        </p:spPr>
        <p:txBody>
          <a:bodyPr/>
          <a:lstStyle/>
          <a:p>
            <a:r>
              <a:rPr lang="en-AU" b="1" dirty="0">
                <a:solidFill>
                  <a:srgbClr val="00B0F0"/>
                </a:solidFill>
              </a:rPr>
              <a:t>Contact</a:t>
            </a:r>
          </a:p>
        </p:txBody>
      </p:sp>
      <p:sp>
        <p:nvSpPr>
          <p:cNvPr id="3" name="Content Placeholder 2"/>
          <p:cNvSpPr>
            <a:spLocks noGrp="1"/>
          </p:cNvSpPr>
          <p:nvPr>
            <p:ph idx="1"/>
          </p:nvPr>
        </p:nvSpPr>
        <p:spPr>
          <a:xfrm>
            <a:off x="1887248" y="2041236"/>
            <a:ext cx="7616970" cy="2086769"/>
          </a:xfrm>
        </p:spPr>
        <p:txBody>
          <a:bodyPr/>
          <a:lstStyle/>
          <a:p>
            <a:pPr marL="0" indent="0">
              <a:buNone/>
            </a:pPr>
            <a:r>
              <a:rPr lang="en-AU" b="1" dirty="0">
                <a:solidFill>
                  <a:srgbClr val="00B0F0"/>
                </a:solidFill>
              </a:rPr>
              <a:t>WebSite</a:t>
            </a:r>
            <a:r>
              <a:rPr lang="en-AU" dirty="0"/>
              <a:t>:  </a:t>
            </a:r>
            <a:r>
              <a:rPr lang="en-AU" dirty="0">
                <a:hlinkClick r:id="rId2"/>
              </a:rPr>
              <a:t>www.funnygorilla.com.au</a:t>
            </a:r>
            <a:endParaRPr lang="en-AU" dirty="0"/>
          </a:p>
          <a:p>
            <a:pPr marL="0" indent="0">
              <a:buNone/>
            </a:pPr>
            <a:r>
              <a:rPr lang="en-AU" b="1" dirty="0">
                <a:solidFill>
                  <a:srgbClr val="00B0F0"/>
                </a:solidFill>
              </a:rPr>
              <a:t>Mail</a:t>
            </a:r>
            <a:r>
              <a:rPr lang="en-AU" dirty="0"/>
              <a:t>: info@funnygorilla.com.au</a:t>
            </a:r>
          </a:p>
          <a:p>
            <a:pPr marL="0" indent="0">
              <a:buNone/>
            </a:pPr>
            <a:r>
              <a:rPr lang="en-AU" b="1" dirty="0">
                <a:solidFill>
                  <a:srgbClr val="00B0F0"/>
                </a:solidFill>
              </a:rPr>
              <a:t>Linkedin</a:t>
            </a:r>
            <a:r>
              <a:rPr lang="en-AU" dirty="0"/>
              <a:t>:  </a:t>
            </a:r>
            <a:r>
              <a:rPr lang="en-AU" dirty="0">
                <a:hlinkClick r:id="rId3"/>
              </a:rPr>
              <a:t>https://mt.linkedin.com/in/songqing-gu-2ba9034b/de</a:t>
            </a:r>
            <a:endParaRPr lang="en-AU" dirty="0"/>
          </a:p>
          <a:p>
            <a:pPr marL="0" indent="0">
              <a:buNone/>
            </a:pPr>
            <a:r>
              <a:rPr lang="en-AU" b="1" dirty="0">
                <a:solidFill>
                  <a:srgbClr val="00B0F0"/>
                </a:solidFill>
              </a:rPr>
              <a:t>WebChat</a:t>
            </a:r>
            <a:r>
              <a:rPr lang="en-AU" dirty="0"/>
              <a:t>: Funny Training Gorilla</a:t>
            </a:r>
          </a:p>
          <a:p>
            <a:pPr marL="0" indent="0">
              <a:buNone/>
            </a:pPr>
            <a:r>
              <a:rPr lang="en-AU" b="1" dirty="0">
                <a:solidFill>
                  <a:srgbClr val="00B0F0"/>
                </a:solidFill>
              </a:rPr>
              <a:t>Phone</a:t>
            </a:r>
            <a:r>
              <a:rPr lang="en-AU" dirty="0"/>
              <a:t>: 0420891343</a:t>
            </a:r>
          </a:p>
          <a:p>
            <a:pPr marL="0" indent="0">
              <a:buNone/>
            </a:pPr>
            <a:endParaRPr lang="en-AU" dirty="0"/>
          </a:p>
        </p:txBody>
      </p:sp>
      <p:pic>
        <p:nvPicPr>
          <p:cNvPr id="4" name="Picture 3"/>
          <p:cNvPicPr>
            <a:picLocks noChangeAspect="1"/>
          </p:cNvPicPr>
          <p:nvPr/>
        </p:nvPicPr>
        <p:blipFill>
          <a:blip r:embed="rId4"/>
          <a:stretch>
            <a:fillRect/>
          </a:stretch>
        </p:blipFill>
        <p:spPr>
          <a:xfrm>
            <a:off x="9084685" y="4128005"/>
            <a:ext cx="2820988" cy="2547865"/>
          </a:xfrm>
          <a:prstGeom prst="rect">
            <a:avLst/>
          </a:prstGeom>
        </p:spPr>
      </p:pic>
    </p:spTree>
    <p:extLst>
      <p:ext uri="{BB962C8B-B14F-4D97-AF65-F5344CB8AC3E}">
        <p14:creationId xmlns:p14="http://schemas.microsoft.com/office/powerpoint/2010/main" val="24324040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19905</TotalTime>
  <Words>904</Words>
  <Application>Microsoft Macintosh PowerPoint</Application>
  <PresentationFormat>Widescreen</PresentationFormat>
  <Paragraphs>147</Paragraphs>
  <Slides>24</Slides>
  <Notes>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24</vt:i4>
      </vt:variant>
    </vt:vector>
  </HeadingPairs>
  <TitlesOfParts>
    <vt:vector size="36" baseType="lpstr">
      <vt:lpstr>Arial</vt:lpstr>
      <vt:lpstr>Arial Black</vt:lpstr>
      <vt:lpstr>Calibri</vt:lpstr>
      <vt:lpstr>Century Gothic</vt:lpstr>
      <vt:lpstr>Consolas</vt:lpstr>
      <vt:lpstr>Courier New</vt:lpstr>
      <vt:lpstr>inherit</vt:lpstr>
      <vt:lpstr>Inter</vt:lpstr>
      <vt:lpstr>Times New Roman</vt:lpstr>
      <vt:lpstr>Wingdings 3</vt:lpstr>
      <vt:lpstr>幼圆</vt:lpstr>
      <vt:lpstr>Wisp</vt:lpstr>
      <vt:lpstr>Funny Gorilla诙猩猩-IT培训</vt:lpstr>
      <vt:lpstr>Agenda</vt:lpstr>
      <vt:lpstr>Local browsers </vt:lpstr>
      <vt:lpstr>PowerPoint Presentation</vt:lpstr>
      <vt:lpstr>Remote browser </vt:lpstr>
      <vt:lpstr>PowerPoint Presentation</vt:lpstr>
      <vt:lpstr>PowerPoint Presentation</vt:lpstr>
      <vt:lpstr>Selenium Grid – Remote Browser </vt:lpstr>
      <vt:lpstr>Selenium Grid </vt:lpstr>
      <vt:lpstr>Standalone </vt:lpstr>
      <vt:lpstr>Hub-Node </vt:lpstr>
      <vt:lpstr>Fully Distributed </vt:lpstr>
      <vt:lpstr>PowerPoint Presentation</vt:lpstr>
      <vt:lpstr>Containerized Selenium Grid </vt:lpstr>
      <vt:lpstr>PowerPoint Presentation</vt:lpstr>
      <vt:lpstr>Demo Selenium Grid </vt:lpstr>
      <vt:lpstr>Cloud Providers </vt:lpstr>
      <vt:lpstr>Values </vt:lpstr>
      <vt:lpstr>PowerPoint Presentation</vt:lpstr>
      <vt:lpstr>Sample Code </vt:lpstr>
      <vt:lpstr>Put Everything Together  </vt:lpstr>
      <vt:lpstr>Selenium Environment Setup        – Standalone Grid  </vt:lpstr>
      <vt:lpstr>References  </vt:lpstr>
      <vt:lpstr>Contact</vt:lpstr>
    </vt:vector>
  </TitlesOfParts>
  <Company>ING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Some Advice to Students</dc:title>
  <dc:creator>Gu, S. (Songqing)</dc:creator>
  <cp:lastModifiedBy>Songqing Gu</cp:lastModifiedBy>
  <cp:revision>772</cp:revision>
  <dcterms:created xsi:type="dcterms:W3CDTF">2020-08-03T09:43:10Z</dcterms:created>
  <dcterms:modified xsi:type="dcterms:W3CDTF">2025-07-16T05:14:42Z</dcterms:modified>
</cp:coreProperties>
</file>