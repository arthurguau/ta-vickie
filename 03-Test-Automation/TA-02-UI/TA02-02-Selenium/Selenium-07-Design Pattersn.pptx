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3"/>
  </p:notesMasterIdLst>
  <p:sldIdLst>
    <p:sldId id="323" r:id="rId2"/>
    <p:sldId id="322" r:id="rId3"/>
    <p:sldId id="326" r:id="rId4"/>
    <p:sldId id="274" r:id="rId5"/>
    <p:sldId id="337" r:id="rId6"/>
    <p:sldId id="345" r:id="rId7"/>
    <p:sldId id="336" r:id="rId8"/>
    <p:sldId id="329" r:id="rId9"/>
    <p:sldId id="332" r:id="rId10"/>
    <p:sldId id="330" r:id="rId11"/>
    <p:sldId id="335" r:id="rId12"/>
    <p:sldId id="338" r:id="rId13"/>
    <p:sldId id="331" r:id="rId14"/>
    <p:sldId id="339" r:id="rId15"/>
    <p:sldId id="341" r:id="rId16"/>
    <p:sldId id="340" r:id="rId17"/>
    <p:sldId id="343" r:id="rId18"/>
    <p:sldId id="342" r:id="rId19"/>
    <p:sldId id="344" r:id="rId20"/>
    <p:sldId id="327" r:id="rId21"/>
    <p:sldId id="264"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AAF580E-2583-42CA-B0FA-385A997457CF}">
          <p14:sldIdLst>
            <p14:sldId id="323"/>
            <p14:sldId id="322"/>
            <p14:sldId id="326"/>
            <p14:sldId id="274"/>
            <p14:sldId id="337"/>
            <p14:sldId id="345"/>
            <p14:sldId id="336"/>
            <p14:sldId id="329"/>
            <p14:sldId id="332"/>
            <p14:sldId id="330"/>
          </p14:sldIdLst>
        </p14:section>
        <p14:section name="Untitled Section" id="{96B2A4F6-E483-46D3-B718-858E0B0CB8CB}">
          <p14:sldIdLst>
            <p14:sldId id="335"/>
            <p14:sldId id="338"/>
            <p14:sldId id="331"/>
            <p14:sldId id="339"/>
            <p14:sldId id="341"/>
            <p14:sldId id="340"/>
            <p14:sldId id="343"/>
            <p14:sldId id="342"/>
            <p14:sldId id="344"/>
            <p14:sldId id="327"/>
            <p14:sldId id="264"/>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Gu, S. (Songqing)" initials="GS(" lastIdx="2" clrIdx="0">
    <p:extLst>
      <p:ext uri="{19B8F6BF-5375-455C-9EA6-DF929625EA0E}">
        <p15:presenceInfo xmlns:p15="http://schemas.microsoft.com/office/powerpoint/2012/main" userId="Gu, S. (Songqing)"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E8488"/>
    <a:srgbClr val="044EA8"/>
    <a:srgbClr val="C9E8FF"/>
    <a:srgbClr val="74B2FC"/>
    <a:srgbClr val="1D3B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3D478A8-A14C-4C0B-86C7-32E27CB31161}" v="110" dt="2023-08-05T12:06:32.24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753" autoAdjust="0"/>
    <p:restoredTop sz="87460" autoAdjust="0"/>
  </p:normalViewPr>
  <p:slideViewPr>
    <p:cSldViewPr snapToGrid="0">
      <p:cViewPr varScale="1">
        <p:scale>
          <a:sx n="146" d="100"/>
          <a:sy n="146" d="100"/>
        </p:scale>
        <p:origin x="416"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ongqing Gu" userId="c4d8cb49210192e2" providerId="LiveId" clId="{DD95A6FC-DE7F-452D-9185-8055E99293E2}"/>
    <pc:docChg chg="undo custSel addSld delSld modSld modSection">
      <pc:chgData name="Songqing Gu" userId="c4d8cb49210192e2" providerId="LiveId" clId="{DD95A6FC-DE7F-452D-9185-8055E99293E2}" dt="2023-07-02T07:17:39.975" v="330" actId="207"/>
      <pc:docMkLst>
        <pc:docMk/>
      </pc:docMkLst>
      <pc:sldChg chg="modSp mod">
        <pc:chgData name="Songqing Gu" userId="c4d8cb49210192e2" providerId="LiveId" clId="{DD95A6FC-DE7F-452D-9185-8055E99293E2}" dt="2023-07-01T04:21:05.687" v="35" actId="1076"/>
        <pc:sldMkLst>
          <pc:docMk/>
          <pc:sldMk cId="3113703618" sldId="261"/>
        </pc:sldMkLst>
        <pc:spChg chg="mod">
          <ac:chgData name="Songqing Gu" userId="c4d8cb49210192e2" providerId="LiveId" clId="{DD95A6FC-DE7F-452D-9185-8055E99293E2}" dt="2023-07-01T04:21:05.687" v="35" actId="1076"/>
          <ac:spMkLst>
            <pc:docMk/>
            <pc:sldMk cId="3113703618" sldId="261"/>
            <ac:spMk id="5" creationId="{65B80BEA-BD58-4BB1-CD49-B7E8607E15EC}"/>
          </ac:spMkLst>
        </pc:spChg>
        <pc:spChg chg="mod">
          <ac:chgData name="Songqing Gu" userId="c4d8cb49210192e2" providerId="LiveId" clId="{DD95A6FC-DE7F-452D-9185-8055E99293E2}" dt="2023-07-01T04:20:39.380" v="33" actId="1076"/>
          <ac:spMkLst>
            <pc:docMk/>
            <pc:sldMk cId="3113703618" sldId="261"/>
            <ac:spMk id="10" creationId="{A751D98D-28CD-6AA8-E491-63C1E905EAA5}"/>
          </ac:spMkLst>
        </pc:spChg>
        <pc:spChg chg="mod">
          <ac:chgData name="Songqing Gu" userId="c4d8cb49210192e2" providerId="LiveId" clId="{DD95A6FC-DE7F-452D-9185-8055E99293E2}" dt="2023-07-01T04:20:35.873" v="32" actId="1076"/>
          <ac:spMkLst>
            <pc:docMk/>
            <pc:sldMk cId="3113703618" sldId="261"/>
            <ac:spMk id="12" creationId="{568BBE4C-8E40-8C7F-9A64-C076869BEF43}"/>
          </ac:spMkLst>
        </pc:spChg>
        <pc:spChg chg="mod">
          <ac:chgData name="Songqing Gu" userId="c4d8cb49210192e2" providerId="LiveId" clId="{DD95A6FC-DE7F-452D-9185-8055E99293E2}" dt="2023-07-01T04:20:33.318" v="31" actId="1076"/>
          <ac:spMkLst>
            <pc:docMk/>
            <pc:sldMk cId="3113703618" sldId="261"/>
            <ac:spMk id="14" creationId="{FDD2FAB4-4A78-F080-AC67-7FFC39D796DC}"/>
          </ac:spMkLst>
        </pc:spChg>
      </pc:sldChg>
      <pc:sldChg chg="modSp mod">
        <pc:chgData name="Songqing Gu" userId="c4d8cb49210192e2" providerId="LiveId" clId="{DD95A6FC-DE7F-452D-9185-8055E99293E2}" dt="2023-07-01T04:20:12.663" v="29" actId="2711"/>
        <pc:sldMkLst>
          <pc:docMk/>
          <pc:sldMk cId="2216314799" sldId="274"/>
        </pc:sldMkLst>
        <pc:spChg chg="mod">
          <ac:chgData name="Songqing Gu" userId="c4d8cb49210192e2" providerId="LiveId" clId="{DD95A6FC-DE7F-452D-9185-8055E99293E2}" dt="2023-07-01T04:20:12.663" v="29" actId="2711"/>
          <ac:spMkLst>
            <pc:docMk/>
            <pc:sldMk cId="2216314799" sldId="274"/>
            <ac:spMk id="4" creationId="{0F89EA29-F0AD-67A8-910B-517FC39D9D79}"/>
          </ac:spMkLst>
        </pc:spChg>
      </pc:sldChg>
      <pc:sldChg chg="del">
        <pc:chgData name="Songqing Gu" userId="c4d8cb49210192e2" providerId="LiveId" clId="{DD95A6FC-DE7F-452D-9185-8055E99293E2}" dt="2023-07-01T04:15:53.671" v="0" actId="47"/>
        <pc:sldMkLst>
          <pc:docMk/>
          <pc:sldMk cId="789354427" sldId="285"/>
        </pc:sldMkLst>
      </pc:sldChg>
      <pc:sldChg chg="del">
        <pc:chgData name="Songqing Gu" userId="c4d8cb49210192e2" providerId="LiveId" clId="{DD95A6FC-DE7F-452D-9185-8055E99293E2}" dt="2023-07-01T04:15:53.671" v="0" actId="47"/>
        <pc:sldMkLst>
          <pc:docMk/>
          <pc:sldMk cId="2686819680" sldId="288"/>
        </pc:sldMkLst>
      </pc:sldChg>
      <pc:sldChg chg="del">
        <pc:chgData name="Songqing Gu" userId="c4d8cb49210192e2" providerId="LiveId" clId="{DD95A6FC-DE7F-452D-9185-8055E99293E2}" dt="2023-07-01T04:15:53.671" v="0" actId="47"/>
        <pc:sldMkLst>
          <pc:docMk/>
          <pc:sldMk cId="3644665972" sldId="291"/>
        </pc:sldMkLst>
      </pc:sldChg>
      <pc:sldChg chg="del">
        <pc:chgData name="Songqing Gu" userId="c4d8cb49210192e2" providerId="LiveId" clId="{DD95A6FC-DE7F-452D-9185-8055E99293E2}" dt="2023-07-01T04:15:53.671" v="0" actId="47"/>
        <pc:sldMkLst>
          <pc:docMk/>
          <pc:sldMk cId="1030084157" sldId="293"/>
        </pc:sldMkLst>
      </pc:sldChg>
      <pc:sldChg chg="addSp modSp mod">
        <pc:chgData name="Songqing Gu" userId="c4d8cb49210192e2" providerId="LiveId" clId="{DD95A6FC-DE7F-452D-9185-8055E99293E2}" dt="2023-07-02T07:16:40.448" v="321" actId="14100"/>
        <pc:sldMkLst>
          <pc:docMk/>
          <pc:sldMk cId="1408025446" sldId="294"/>
        </pc:sldMkLst>
        <pc:spChg chg="mod">
          <ac:chgData name="Songqing Gu" userId="c4d8cb49210192e2" providerId="LiveId" clId="{DD95A6FC-DE7F-452D-9185-8055E99293E2}" dt="2023-07-02T07:16:24.752" v="318" actId="14861"/>
          <ac:spMkLst>
            <pc:docMk/>
            <pc:sldMk cId="1408025446" sldId="294"/>
            <ac:spMk id="2" creationId="{00000000-0000-0000-0000-000000000000}"/>
          </ac:spMkLst>
        </pc:spChg>
        <pc:spChg chg="add mod">
          <ac:chgData name="Songqing Gu" userId="c4d8cb49210192e2" providerId="LiveId" clId="{DD95A6FC-DE7F-452D-9185-8055E99293E2}" dt="2023-07-02T07:16:40.448" v="321" actId="14100"/>
          <ac:spMkLst>
            <pc:docMk/>
            <pc:sldMk cId="1408025446" sldId="294"/>
            <ac:spMk id="4" creationId="{6CA3A3DF-0166-EB1D-9437-156FF00610F0}"/>
          </ac:spMkLst>
        </pc:spChg>
        <pc:spChg chg="mod">
          <ac:chgData name="Songqing Gu" userId="c4d8cb49210192e2" providerId="LiveId" clId="{DD95A6FC-DE7F-452D-9185-8055E99293E2}" dt="2023-07-02T07:16:32.278" v="319" actId="1076"/>
          <ac:spMkLst>
            <pc:docMk/>
            <pc:sldMk cId="1408025446" sldId="294"/>
            <ac:spMk id="5" creationId="{00000000-0000-0000-0000-000000000000}"/>
          </ac:spMkLst>
        </pc:spChg>
      </pc:sldChg>
      <pc:sldChg chg="del">
        <pc:chgData name="Songqing Gu" userId="c4d8cb49210192e2" providerId="LiveId" clId="{DD95A6FC-DE7F-452D-9185-8055E99293E2}" dt="2023-07-01T04:15:53.671" v="0" actId="47"/>
        <pc:sldMkLst>
          <pc:docMk/>
          <pc:sldMk cId="3638558092" sldId="295"/>
        </pc:sldMkLst>
      </pc:sldChg>
      <pc:sldChg chg="del">
        <pc:chgData name="Songqing Gu" userId="c4d8cb49210192e2" providerId="LiveId" clId="{DD95A6FC-DE7F-452D-9185-8055E99293E2}" dt="2023-07-01T04:15:53.671" v="0" actId="47"/>
        <pc:sldMkLst>
          <pc:docMk/>
          <pc:sldMk cId="3799275039" sldId="296"/>
        </pc:sldMkLst>
      </pc:sldChg>
      <pc:sldChg chg="del">
        <pc:chgData name="Songqing Gu" userId="c4d8cb49210192e2" providerId="LiveId" clId="{DD95A6FC-DE7F-452D-9185-8055E99293E2}" dt="2023-07-01T04:15:53.671" v="0" actId="47"/>
        <pc:sldMkLst>
          <pc:docMk/>
          <pc:sldMk cId="1243758571" sldId="297"/>
        </pc:sldMkLst>
      </pc:sldChg>
      <pc:sldChg chg="del">
        <pc:chgData name="Songqing Gu" userId="c4d8cb49210192e2" providerId="LiveId" clId="{DD95A6FC-DE7F-452D-9185-8055E99293E2}" dt="2023-07-01T04:15:53.671" v="0" actId="47"/>
        <pc:sldMkLst>
          <pc:docMk/>
          <pc:sldMk cId="2644837690" sldId="298"/>
        </pc:sldMkLst>
      </pc:sldChg>
      <pc:sldChg chg="del">
        <pc:chgData name="Songqing Gu" userId="c4d8cb49210192e2" providerId="LiveId" clId="{DD95A6FC-DE7F-452D-9185-8055E99293E2}" dt="2023-07-01T04:15:53.671" v="0" actId="47"/>
        <pc:sldMkLst>
          <pc:docMk/>
          <pc:sldMk cId="3342963659" sldId="299"/>
        </pc:sldMkLst>
      </pc:sldChg>
      <pc:sldChg chg="del">
        <pc:chgData name="Songqing Gu" userId="c4d8cb49210192e2" providerId="LiveId" clId="{DD95A6FC-DE7F-452D-9185-8055E99293E2}" dt="2023-07-01T04:15:53.671" v="0" actId="47"/>
        <pc:sldMkLst>
          <pc:docMk/>
          <pc:sldMk cId="661429300" sldId="300"/>
        </pc:sldMkLst>
      </pc:sldChg>
      <pc:sldChg chg="del">
        <pc:chgData name="Songqing Gu" userId="c4d8cb49210192e2" providerId="LiveId" clId="{DD95A6FC-DE7F-452D-9185-8055E99293E2}" dt="2023-07-01T04:15:53.671" v="0" actId="47"/>
        <pc:sldMkLst>
          <pc:docMk/>
          <pc:sldMk cId="1939562636" sldId="301"/>
        </pc:sldMkLst>
      </pc:sldChg>
      <pc:sldChg chg="del">
        <pc:chgData name="Songqing Gu" userId="c4d8cb49210192e2" providerId="LiveId" clId="{DD95A6FC-DE7F-452D-9185-8055E99293E2}" dt="2023-07-01T04:15:53.671" v="0" actId="47"/>
        <pc:sldMkLst>
          <pc:docMk/>
          <pc:sldMk cId="200091612" sldId="302"/>
        </pc:sldMkLst>
      </pc:sldChg>
      <pc:sldChg chg="del">
        <pc:chgData name="Songqing Gu" userId="c4d8cb49210192e2" providerId="LiveId" clId="{DD95A6FC-DE7F-452D-9185-8055E99293E2}" dt="2023-07-01T04:15:53.671" v="0" actId="47"/>
        <pc:sldMkLst>
          <pc:docMk/>
          <pc:sldMk cId="4051393773" sldId="303"/>
        </pc:sldMkLst>
      </pc:sldChg>
      <pc:sldChg chg="del">
        <pc:chgData name="Songqing Gu" userId="c4d8cb49210192e2" providerId="LiveId" clId="{DD95A6FC-DE7F-452D-9185-8055E99293E2}" dt="2023-07-01T04:15:53.671" v="0" actId="47"/>
        <pc:sldMkLst>
          <pc:docMk/>
          <pc:sldMk cId="2304226109" sldId="304"/>
        </pc:sldMkLst>
      </pc:sldChg>
      <pc:sldChg chg="del">
        <pc:chgData name="Songqing Gu" userId="c4d8cb49210192e2" providerId="LiveId" clId="{DD95A6FC-DE7F-452D-9185-8055E99293E2}" dt="2023-07-01T04:15:53.671" v="0" actId="47"/>
        <pc:sldMkLst>
          <pc:docMk/>
          <pc:sldMk cId="1863554075" sldId="306"/>
        </pc:sldMkLst>
      </pc:sldChg>
      <pc:sldChg chg="del">
        <pc:chgData name="Songqing Gu" userId="c4d8cb49210192e2" providerId="LiveId" clId="{DD95A6FC-DE7F-452D-9185-8055E99293E2}" dt="2023-07-01T04:15:53.671" v="0" actId="47"/>
        <pc:sldMkLst>
          <pc:docMk/>
          <pc:sldMk cId="3692078226" sldId="308"/>
        </pc:sldMkLst>
      </pc:sldChg>
      <pc:sldChg chg="del">
        <pc:chgData name="Songqing Gu" userId="c4d8cb49210192e2" providerId="LiveId" clId="{DD95A6FC-DE7F-452D-9185-8055E99293E2}" dt="2023-07-01T04:15:53.671" v="0" actId="47"/>
        <pc:sldMkLst>
          <pc:docMk/>
          <pc:sldMk cId="3140796614" sldId="310"/>
        </pc:sldMkLst>
      </pc:sldChg>
      <pc:sldChg chg="del">
        <pc:chgData name="Songqing Gu" userId="c4d8cb49210192e2" providerId="LiveId" clId="{DD95A6FC-DE7F-452D-9185-8055E99293E2}" dt="2023-07-01T04:15:53.671" v="0" actId="47"/>
        <pc:sldMkLst>
          <pc:docMk/>
          <pc:sldMk cId="1733468992" sldId="311"/>
        </pc:sldMkLst>
      </pc:sldChg>
      <pc:sldChg chg="del">
        <pc:chgData name="Songqing Gu" userId="c4d8cb49210192e2" providerId="LiveId" clId="{DD95A6FC-DE7F-452D-9185-8055E99293E2}" dt="2023-07-01T04:15:53.671" v="0" actId="47"/>
        <pc:sldMkLst>
          <pc:docMk/>
          <pc:sldMk cId="478337687" sldId="313"/>
        </pc:sldMkLst>
      </pc:sldChg>
      <pc:sldChg chg="del">
        <pc:chgData name="Songqing Gu" userId="c4d8cb49210192e2" providerId="LiveId" clId="{DD95A6FC-DE7F-452D-9185-8055E99293E2}" dt="2023-07-01T04:15:53.671" v="0" actId="47"/>
        <pc:sldMkLst>
          <pc:docMk/>
          <pc:sldMk cId="1897699973" sldId="314"/>
        </pc:sldMkLst>
      </pc:sldChg>
      <pc:sldChg chg="del">
        <pc:chgData name="Songqing Gu" userId="c4d8cb49210192e2" providerId="LiveId" clId="{DD95A6FC-DE7F-452D-9185-8055E99293E2}" dt="2023-07-01T04:15:53.671" v="0" actId="47"/>
        <pc:sldMkLst>
          <pc:docMk/>
          <pc:sldMk cId="834037825" sldId="315"/>
        </pc:sldMkLst>
      </pc:sldChg>
      <pc:sldChg chg="del">
        <pc:chgData name="Songqing Gu" userId="c4d8cb49210192e2" providerId="LiveId" clId="{DD95A6FC-DE7F-452D-9185-8055E99293E2}" dt="2023-07-01T04:15:53.671" v="0" actId="47"/>
        <pc:sldMkLst>
          <pc:docMk/>
          <pc:sldMk cId="2991223764" sldId="317"/>
        </pc:sldMkLst>
      </pc:sldChg>
      <pc:sldChg chg="del">
        <pc:chgData name="Songqing Gu" userId="c4d8cb49210192e2" providerId="LiveId" clId="{DD95A6FC-DE7F-452D-9185-8055E99293E2}" dt="2023-07-01T04:15:53.671" v="0" actId="47"/>
        <pc:sldMkLst>
          <pc:docMk/>
          <pc:sldMk cId="4180587722" sldId="318"/>
        </pc:sldMkLst>
      </pc:sldChg>
      <pc:sldChg chg="del">
        <pc:chgData name="Songqing Gu" userId="c4d8cb49210192e2" providerId="LiveId" clId="{DD95A6FC-DE7F-452D-9185-8055E99293E2}" dt="2023-07-01T04:15:53.671" v="0" actId="47"/>
        <pc:sldMkLst>
          <pc:docMk/>
          <pc:sldMk cId="2428458669" sldId="319"/>
        </pc:sldMkLst>
      </pc:sldChg>
      <pc:sldChg chg="del">
        <pc:chgData name="Songqing Gu" userId="c4d8cb49210192e2" providerId="LiveId" clId="{DD95A6FC-DE7F-452D-9185-8055E99293E2}" dt="2023-07-01T04:15:53.671" v="0" actId="47"/>
        <pc:sldMkLst>
          <pc:docMk/>
          <pc:sldMk cId="3330490350" sldId="320"/>
        </pc:sldMkLst>
      </pc:sldChg>
      <pc:sldChg chg="del">
        <pc:chgData name="Songqing Gu" userId="c4d8cb49210192e2" providerId="LiveId" clId="{DD95A6FC-DE7F-452D-9185-8055E99293E2}" dt="2023-07-01T04:15:53.671" v="0" actId="47"/>
        <pc:sldMkLst>
          <pc:docMk/>
          <pc:sldMk cId="1152462360" sldId="321"/>
        </pc:sldMkLst>
      </pc:sldChg>
      <pc:sldChg chg="modSp mod">
        <pc:chgData name="Songqing Gu" userId="c4d8cb49210192e2" providerId="LiveId" clId="{DD95A6FC-DE7F-452D-9185-8055E99293E2}" dt="2023-07-01T04:18:06.366" v="25" actId="20577"/>
        <pc:sldMkLst>
          <pc:docMk/>
          <pc:sldMk cId="2115522147" sldId="322"/>
        </pc:sldMkLst>
        <pc:spChg chg="mod">
          <ac:chgData name="Songqing Gu" userId="c4d8cb49210192e2" providerId="LiveId" clId="{DD95A6FC-DE7F-452D-9185-8055E99293E2}" dt="2023-07-01T04:17:11.378" v="5" actId="108"/>
          <ac:spMkLst>
            <pc:docMk/>
            <pc:sldMk cId="2115522147" sldId="322"/>
            <ac:spMk id="9" creationId="{12FE7EEE-9033-20AB-8C81-1DA854640A13}"/>
          </ac:spMkLst>
        </pc:spChg>
        <pc:spChg chg="mod">
          <ac:chgData name="Songqing Gu" userId="c4d8cb49210192e2" providerId="LiveId" clId="{DD95A6FC-DE7F-452D-9185-8055E99293E2}" dt="2023-07-01T04:18:06.366" v="25" actId="20577"/>
          <ac:spMkLst>
            <pc:docMk/>
            <pc:sldMk cId="2115522147" sldId="322"/>
            <ac:spMk id="11" creationId="{97DB11F4-6E24-13D6-6479-AA84647A6E49}"/>
          </ac:spMkLst>
        </pc:spChg>
      </pc:sldChg>
      <pc:sldChg chg="addSp modSp mod setBg">
        <pc:chgData name="Songqing Gu" userId="c4d8cb49210192e2" providerId="LiveId" clId="{DD95A6FC-DE7F-452D-9185-8055E99293E2}" dt="2023-07-02T07:17:39.975" v="330" actId="207"/>
        <pc:sldMkLst>
          <pc:docMk/>
          <pc:sldMk cId="523495732" sldId="323"/>
        </pc:sldMkLst>
        <pc:spChg chg="add mod">
          <ac:chgData name="Songqing Gu" userId="c4d8cb49210192e2" providerId="LiveId" clId="{DD95A6FC-DE7F-452D-9185-8055E99293E2}" dt="2023-07-02T07:17:39.975" v="330" actId="207"/>
          <ac:spMkLst>
            <pc:docMk/>
            <pc:sldMk cId="523495732" sldId="323"/>
            <ac:spMk id="6" creationId="{C5866E9B-17EC-3B6D-4DA3-56DC79878C74}"/>
          </ac:spMkLst>
        </pc:spChg>
      </pc:sldChg>
      <pc:sldChg chg="addSp delSp modSp add mod">
        <pc:chgData name="Songqing Gu" userId="c4d8cb49210192e2" providerId="LiveId" clId="{DD95A6FC-DE7F-452D-9185-8055E99293E2}" dt="2023-07-02T06:10:09.395" v="226" actId="478"/>
        <pc:sldMkLst>
          <pc:docMk/>
          <pc:sldMk cId="57254538" sldId="324"/>
        </pc:sldMkLst>
        <pc:spChg chg="mod">
          <ac:chgData name="Songqing Gu" userId="c4d8cb49210192e2" providerId="LiveId" clId="{DD95A6FC-DE7F-452D-9185-8055E99293E2}" dt="2023-07-01T04:21:50.607" v="49" actId="20577"/>
          <ac:spMkLst>
            <pc:docMk/>
            <pc:sldMk cId="57254538" sldId="324"/>
            <ac:spMk id="2" creationId="{00000000-0000-0000-0000-000000000000}"/>
          </ac:spMkLst>
        </pc:spChg>
        <pc:spChg chg="add del mod">
          <ac:chgData name="Songqing Gu" userId="c4d8cb49210192e2" providerId="LiveId" clId="{DD95A6FC-DE7F-452D-9185-8055E99293E2}" dt="2023-07-02T06:10:09.395" v="226" actId="478"/>
          <ac:spMkLst>
            <pc:docMk/>
            <pc:sldMk cId="57254538" sldId="324"/>
            <ac:spMk id="4" creationId="{0F89EA29-F0AD-67A8-910B-517FC39D9D79}"/>
          </ac:spMkLst>
        </pc:spChg>
      </pc:sldChg>
      <pc:sldChg chg="addSp delSp modSp add mod modNotesTx">
        <pc:chgData name="Songqing Gu" userId="c4d8cb49210192e2" providerId="LiveId" clId="{DD95A6FC-DE7F-452D-9185-8055E99293E2}" dt="2023-07-02T07:09:51.018" v="304" actId="1076"/>
        <pc:sldMkLst>
          <pc:docMk/>
          <pc:sldMk cId="147964486" sldId="325"/>
        </pc:sldMkLst>
        <pc:spChg chg="mod">
          <ac:chgData name="Songqing Gu" userId="c4d8cb49210192e2" providerId="LiveId" clId="{DD95A6FC-DE7F-452D-9185-8055E99293E2}" dt="2023-07-02T07:09:29.014" v="300" actId="1076"/>
          <ac:spMkLst>
            <pc:docMk/>
            <pc:sldMk cId="147964486" sldId="325"/>
            <ac:spMk id="2" creationId="{00000000-0000-0000-0000-000000000000}"/>
          </ac:spMkLst>
        </pc:spChg>
        <pc:spChg chg="del mod">
          <ac:chgData name="Songqing Gu" userId="c4d8cb49210192e2" providerId="LiveId" clId="{DD95A6FC-DE7F-452D-9185-8055E99293E2}" dt="2023-07-02T06:10:35.457" v="234" actId="478"/>
          <ac:spMkLst>
            <pc:docMk/>
            <pc:sldMk cId="147964486" sldId="325"/>
            <ac:spMk id="4" creationId="{0F89EA29-F0AD-67A8-910B-517FC39D9D79}"/>
          </ac:spMkLst>
        </pc:spChg>
        <pc:spChg chg="add mod">
          <ac:chgData name="Songqing Gu" userId="c4d8cb49210192e2" providerId="LiveId" clId="{DD95A6FC-DE7F-452D-9185-8055E99293E2}" dt="2023-07-02T07:09:51.018" v="304" actId="1076"/>
          <ac:spMkLst>
            <pc:docMk/>
            <pc:sldMk cId="147964486" sldId="325"/>
            <ac:spMk id="5" creationId="{AF740A28-5EFB-B3EA-F219-EFF2ACCF2D66}"/>
          </ac:spMkLst>
        </pc:spChg>
      </pc:sldChg>
      <pc:sldChg chg="addSp delSp modSp add mod">
        <pc:chgData name="Songqing Gu" userId="c4d8cb49210192e2" providerId="LiveId" clId="{DD95A6FC-DE7F-452D-9185-8055E99293E2}" dt="2023-07-02T06:08:44.381" v="224" actId="207"/>
        <pc:sldMkLst>
          <pc:docMk/>
          <pc:sldMk cId="3125459258" sldId="326"/>
        </pc:sldMkLst>
        <pc:spChg chg="mod">
          <ac:chgData name="Songqing Gu" userId="c4d8cb49210192e2" providerId="LiveId" clId="{DD95A6FC-DE7F-452D-9185-8055E99293E2}" dt="2023-07-02T06:02:25.311" v="102" actId="1076"/>
          <ac:spMkLst>
            <pc:docMk/>
            <pc:sldMk cId="3125459258" sldId="326"/>
            <ac:spMk id="2" creationId="{00000000-0000-0000-0000-000000000000}"/>
          </ac:spMkLst>
        </pc:spChg>
        <pc:spChg chg="mod">
          <ac:chgData name="Songqing Gu" userId="c4d8cb49210192e2" providerId="LiveId" clId="{DD95A6FC-DE7F-452D-9185-8055E99293E2}" dt="2023-07-02T06:08:44.381" v="224" actId="207"/>
          <ac:spMkLst>
            <pc:docMk/>
            <pc:sldMk cId="3125459258" sldId="326"/>
            <ac:spMk id="4" creationId="{0F89EA29-F0AD-67A8-910B-517FC39D9D79}"/>
          </ac:spMkLst>
        </pc:spChg>
        <pc:spChg chg="add mod">
          <ac:chgData name="Songqing Gu" userId="c4d8cb49210192e2" providerId="LiveId" clId="{DD95A6FC-DE7F-452D-9185-8055E99293E2}" dt="2023-07-02T06:08:44.381" v="224" actId="207"/>
          <ac:spMkLst>
            <pc:docMk/>
            <pc:sldMk cId="3125459258" sldId="326"/>
            <ac:spMk id="5" creationId="{5798006B-A1D4-3A2D-3939-C3DDD3EC5561}"/>
          </ac:spMkLst>
        </pc:spChg>
        <pc:spChg chg="add mod">
          <ac:chgData name="Songqing Gu" userId="c4d8cb49210192e2" providerId="LiveId" clId="{DD95A6FC-DE7F-452D-9185-8055E99293E2}" dt="2023-07-02T06:08:44.381" v="224" actId="207"/>
          <ac:spMkLst>
            <pc:docMk/>
            <pc:sldMk cId="3125459258" sldId="326"/>
            <ac:spMk id="7" creationId="{5F0BD765-8F2D-857E-FECF-CCD66362990B}"/>
          </ac:spMkLst>
        </pc:spChg>
        <pc:spChg chg="add del mod">
          <ac:chgData name="Songqing Gu" userId="c4d8cb49210192e2" providerId="LiveId" clId="{DD95A6FC-DE7F-452D-9185-8055E99293E2}" dt="2023-07-02T06:08:15.358" v="216" actId="478"/>
          <ac:spMkLst>
            <pc:docMk/>
            <pc:sldMk cId="3125459258" sldId="326"/>
            <ac:spMk id="9" creationId="{CFE15F04-1C9D-BD1D-B2BB-5A6FE34F696B}"/>
          </ac:spMkLst>
        </pc:spChg>
        <pc:spChg chg="add del mod">
          <ac:chgData name="Songqing Gu" userId="c4d8cb49210192e2" providerId="LiveId" clId="{DD95A6FC-DE7F-452D-9185-8055E99293E2}" dt="2023-07-02T06:08:17.094" v="217" actId="478"/>
          <ac:spMkLst>
            <pc:docMk/>
            <pc:sldMk cId="3125459258" sldId="326"/>
            <ac:spMk id="11" creationId="{7B6678DC-43DB-C803-F67A-3CBB4F8C5177}"/>
          </ac:spMkLst>
        </pc:spChg>
        <pc:spChg chg="add del mod">
          <ac:chgData name="Songqing Gu" userId="c4d8cb49210192e2" providerId="LiveId" clId="{DD95A6FC-DE7F-452D-9185-8055E99293E2}" dt="2023-07-02T06:08:18.793" v="218" actId="478"/>
          <ac:spMkLst>
            <pc:docMk/>
            <pc:sldMk cId="3125459258" sldId="326"/>
            <ac:spMk id="13" creationId="{4E0FA3F7-8A3E-47F0-AE79-5801AA62586B}"/>
          </ac:spMkLst>
        </pc:spChg>
      </pc:sldChg>
      <pc:sldChg chg="addSp delSp modSp add mod">
        <pc:chgData name="Songqing Gu" userId="c4d8cb49210192e2" providerId="LiveId" clId="{DD95A6FC-DE7F-452D-9185-8055E99293E2}" dt="2023-07-02T07:12:22.242" v="308" actId="1076"/>
        <pc:sldMkLst>
          <pc:docMk/>
          <pc:sldMk cId="325042336" sldId="327"/>
        </pc:sldMkLst>
        <pc:spChg chg="mod">
          <ac:chgData name="Songqing Gu" userId="c4d8cb49210192e2" providerId="LiveId" clId="{DD95A6FC-DE7F-452D-9185-8055E99293E2}" dt="2023-07-02T06:07:56.853" v="215" actId="20577"/>
          <ac:spMkLst>
            <pc:docMk/>
            <pc:sldMk cId="325042336" sldId="327"/>
            <ac:spMk id="2" creationId="{00000000-0000-0000-0000-000000000000}"/>
          </ac:spMkLst>
        </pc:spChg>
        <pc:spChg chg="del mod">
          <ac:chgData name="Songqing Gu" userId="c4d8cb49210192e2" providerId="LiveId" clId="{DD95A6FC-DE7F-452D-9185-8055E99293E2}" dt="2023-07-02T06:07:40.542" v="207" actId="478"/>
          <ac:spMkLst>
            <pc:docMk/>
            <pc:sldMk cId="325042336" sldId="327"/>
            <ac:spMk id="4" creationId="{0F89EA29-F0AD-67A8-910B-517FC39D9D79}"/>
          </ac:spMkLst>
        </pc:spChg>
        <pc:spChg chg="del">
          <ac:chgData name="Songqing Gu" userId="c4d8cb49210192e2" providerId="LiveId" clId="{DD95A6FC-DE7F-452D-9185-8055E99293E2}" dt="2023-07-02T06:07:37.311" v="205" actId="478"/>
          <ac:spMkLst>
            <pc:docMk/>
            <pc:sldMk cId="325042336" sldId="327"/>
            <ac:spMk id="5" creationId="{5798006B-A1D4-3A2D-3939-C3DDD3EC5561}"/>
          </ac:spMkLst>
        </pc:spChg>
        <pc:spChg chg="add mod">
          <ac:chgData name="Songqing Gu" userId="c4d8cb49210192e2" providerId="LiveId" clId="{DD95A6FC-DE7F-452D-9185-8055E99293E2}" dt="2023-07-02T07:12:22.242" v="308" actId="1076"/>
          <ac:spMkLst>
            <pc:docMk/>
            <pc:sldMk cId="325042336" sldId="327"/>
            <ac:spMk id="6" creationId="{DB305B2A-7D04-4B99-983A-B36E0FD74DE1}"/>
          </ac:spMkLst>
        </pc:spChg>
        <pc:spChg chg="del">
          <ac:chgData name="Songqing Gu" userId="c4d8cb49210192e2" providerId="LiveId" clId="{DD95A6FC-DE7F-452D-9185-8055E99293E2}" dt="2023-07-02T06:07:37.311" v="205" actId="478"/>
          <ac:spMkLst>
            <pc:docMk/>
            <pc:sldMk cId="325042336" sldId="327"/>
            <ac:spMk id="7" creationId="{5F0BD765-8F2D-857E-FECF-CCD66362990B}"/>
          </ac:spMkLst>
        </pc:spChg>
        <pc:spChg chg="mod">
          <ac:chgData name="Songqing Gu" userId="c4d8cb49210192e2" providerId="LiveId" clId="{DD95A6FC-DE7F-452D-9185-8055E99293E2}" dt="2023-07-02T07:02:51.424" v="297" actId="20577"/>
          <ac:spMkLst>
            <pc:docMk/>
            <pc:sldMk cId="325042336" sldId="327"/>
            <ac:spMk id="9" creationId="{CFE15F04-1C9D-BD1D-B2BB-5A6FE34F696B}"/>
          </ac:spMkLst>
        </pc:spChg>
        <pc:spChg chg="del">
          <ac:chgData name="Songqing Gu" userId="c4d8cb49210192e2" providerId="LiveId" clId="{DD95A6FC-DE7F-452D-9185-8055E99293E2}" dt="2023-07-02T06:07:37.311" v="205" actId="478"/>
          <ac:spMkLst>
            <pc:docMk/>
            <pc:sldMk cId="325042336" sldId="327"/>
            <ac:spMk id="11" creationId="{7B6678DC-43DB-C803-F67A-3CBB4F8C5177}"/>
          </ac:spMkLst>
        </pc:spChg>
        <pc:spChg chg="del">
          <ac:chgData name="Songqing Gu" userId="c4d8cb49210192e2" providerId="LiveId" clId="{DD95A6FC-DE7F-452D-9185-8055E99293E2}" dt="2023-07-02T06:07:37.311" v="205" actId="478"/>
          <ac:spMkLst>
            <pc:docMk/>
            <pc:sldMk cId="325042336" sldId="327"/>
            <ac:spMk id="13" creationId="{4E0FA3F7-8A3E-47F0-AE79-5801AA62586B}"/>
          </ac:spMkLst>
        </pc:spChg>
      </pc:sldChg>
      <pc:sldChg chg="delSp modSp add mod">
        <pc:chgData name="Songqing Gu" userId="c4d8cb49210192e2" providerId="LiveId" clId="{DD95A6FC-DE7F-452D-9185-8055E99293E2}" dt="2023-07-02T06:07:29.745" v="204" actId="478"/>
        <pc:sldMkLst>
          <pc:docMk/>
          <pc:sldMk cId="2403503091" sldId="328"/>
        </pc:sldMkLst>
        <pc:spChg chg="mod">
          <ac:chgData name="Songqing Gu" userId="c4d8cb49210192e2" providerId="LiveId" clId="{DD95A6FC-DE7F-452D-9185-8055E99293E2}" dt="2023-07-02T06:06:26.716" v="187" actId="20577"/>
          <ac:spMkLst>
            <pc:docMk/>
            <pc:sldMk cId="2403503091" sldId="328"/>
            <ac:spMk id="2" creationId="{00000000-0000-0000-0000-000000000000}"/>
          </ac:spMkLst>
        </pc:spChg>
        <pc:spChg chg="del">
          <ac:chgData name="Songqing Gu" userId="c4d8cb49210192e2" providerId="LiveId" clId="{DD95A6FC-DE7F-452D-9185-8055E99293E2}" dt="2023-07-02T06:07:17.502" v="200" actId="478"/>
          <ac:spMkLst>
            <pc:docMk/>
            <pc:sldMk cId="2403503091" sldId="328"/>
            <ac:spMk id="4" creationId="{0F89EA29-F0AD-67A8-910B-517FC39D9D79}"/>
          </ac:spMkLst>
        </pc:spChg>
        <pc:spChg chg="del">
          <ac:chgData name="Songqing Gu" userId="c4d8cb49210192e2" providerId="LiveId" clId="{DD95A6FC-DE7F-452D-9185-8055E99293E2}" dt="2023-07-02T06:07:29.745" v="204" actId="478"/>
          <ac:spMkLst>
            <pc:docMk/>
            <pc:sldMk cId="2403503091" sldId="328"/>
            <ac:spMk id="5" creationId="{5798006B-A1D4-3A2D-3939-C3DDD3EC5561}"/>
          </ac:spMkLst>
        </pc:spChg>
        <pc:spChg chg="del">
          <ac:chgData name="Songqing Gu" userId="c4d8cb49210192e2" providerId="LiveId" clId="{DD95A6FC-DE7F-452D-9185-8055E99293E2}" dt="2023-07-02T06:07:29.745" v="204" actId="478"/>
          <ac:spMkLst>
            <pc:docMk/>
            <pc:sldMk cId="2403503091" sldId="328"/>
            <ac:spMk id="7" creationId="{5F0BD765-8F2D-857E-FECF-CCD66362990B}"/>
          </ac:spMkLst>
        </pc:spChg>
        <pc:spChg chg="del">
          <ac:chgData name="Songqing Gu" userId="c4d8cb49210192e2" providerId="LiveId" clId="{DD95A6FC-DE7F-452D-9185-8055E99293E2}" dt="2023-07-02T06:07:20.342" v="201" actId="478"/>
          <ac:spMkLst>
            <pc:docMk/>
            <pc:sldMk cId="2403503091" sldId="328"/>
            <ac:spMk id="9" creationId="{CFE15F04-1C9D-BD1D-B2BB-5A6FE34F696B}"/>
          </ac:spMkLst>
        </pc:spChg>
        <pc:spChg chg="mod">
          <ac:chgData name="Songqing Gu" userId="c4d8cb49210192e2" providerId="LiveId" clId="{DD95A6FC-DE7F-452D-9185-8055E99293E2}" dt="2023-07-02T06:07:26.757" v="203" actId="14100"/>
          <ac:spMkLst>
            <pc:docMk/>
            <pc:sldMk cId="2403503091" sldId="328"/>
            <ac:spMk id="11" creationId="{7B6678DC-43DB-C803-F67A-3CBB4F8C5177}"/>
          </ac:spMkLst>
        </pc:spChg>
        <pc:spChg chg="del">
          <ac:chgData name="Songqing Gu" userId="c4d8cb49210192e2" providerId="LiveId" clId="{DD95A6FC-DE7F-452D-9185-8055E99293E2}" dt="2023-07-02T06:07:29.745" v="204" actId="478"/>
          <ac:spMkLst>
            <pc:docMk/>
            <pc:sldMk cId="2403503091" sldId="328"/>
            <ac:spMk id="13" creationId="{4E0FA3F7-8A3E-47F0-AE79-5801AA62586B}"/>
          </ac:spMkLst>
        </pc:spChg>
      </pc:sldChg>
      <pc:sldChg chg="delSp modSp add mod">
        <pc:chgData name="Songqing Gu" userId="c4d8cb49210192e2" providerId="LiveId" clId="{DD95A6FC-DE7F-452D-9185-8055E99293E2}" dt="2023-07-02T07:01:54.017" v="296" actId="20577"/>
        <pc:sldMkLst>
          <pc:docMk/>
          <pc:sldMk cId="3924187214" sldId="329"/>
        </pc:sldMkLst>
        <pc:spChg chg="mod">
          <ac:chgData name="Songqing Gu" userId="c4d8cb49210192e2" providerId="LiveId" clId="{DD95A6FC-DE7F-452D-9185-8055E99293E2}" dt="2023-07-02T06:57:54.834" v="266" actId="14100"/>
          <ac:spMkLst>
            <pc:docMk/>
            <pc:sldMk cId="3924187214" sldId="329"/>
            <ac:spMk id="2" creationId="{00000000-0000-0000-0000-000000000000}"/>
          </ac:spMkLst>
        </pc:spChg>
        <pc:spChg chg="del">
          <ac:chgData name="Songqing Gu" userId="c4d8cb49210192e2" providerId="LiveId" clId="{DD95A6FC-DE7F-452D-9185-8055E99293E2}" dt="2023-07-02T06:06:56.996" v="195" actId="478"/>
          <ac:spMkLst>
            <pc:docMk/>
            <pc:sldMk cId="3924187214" sldId="329"/>
            <ac:spMk id="4" creationId="{0F89EA29-F0AD-67A8-910B-517FC39D9D79}"/>
          </ac:spMkLst>
        </pc:spChg>
        <pc:spChg chg="del">
          <ac:chgData name="Songqing Gu" userId="c4d8cb49210192e2" providerId="LiveId" clId="{DD95A6FC-DE7F-452D-9185-8055E99293E2}" dt="2023-07-02T06:07:04.367" v="197" actId="478"/>
          <ac:spMkLst>
            <pc:docMk/>
            <pc:sldMk cId="3924187214" sldId="329"/>
            <ac:spMk id="5" creationId="{5798006B-A1D4-3A2D-3939-C3DDD3EC5561}"/>
          </ac:spMkLst>
        </pc:spChg>
        <pc:spChg chg="del">
          <ac:chgData name="Songqing Gu" userId="c4d8cb49210192e2" providerId="LiveId" clId="{DD95A6FC-DE7F-452D-9185-8055E99293E2}" dt="2023-07-02T06:06:56.996" v="195" actId="478"/>
          <ac:spMkLst>
            <pc:docMk/>
            <pc:sldMk cId="3924187214" sldId="329"/>
            <ac:spMk id="7" creationId="{5F0BD765-8F2D-857E-FECF-CCD66362990B}"/>
          </ac:spMkLst>
        </pc:spChg>
        <pc:spChg chg="del">
          <ac:chgData name="Songqing Gu" userId="c4d8cb49210192e2" providerId="LiveId" clId="{DD95A6FC-DE7F-452D-9185-8055E99293E2}" dt="2023-07-02T06:06:56.996" v="195" actId="478"/>
          <ac:spMkLst>
            <pc:docMk/>
            <pc:sldMk cId="3924187214" sldId="329"/>
            <ac:spMk id="9" creationId="{CFE15F04-1C9D-BD1D-B2BB-5A6FE34F696B}"/>
          </ac:spMkLst>
        </pc:spChg>
        <pc:spChg chg="del">
          <ac:chgData name="Songqing Gu" userId="c4d8cb49210192e2" providerId="LiveId" clId="{DD95A6FC-DE7F-452D-9185-8055E99293E2}" dt="2023-07-02T06:06:56.996" v="195" actId="478"/>
          <ac:spMkLst>
            <pc:docMk/>
            <pc:sldMk cId="3924187214" sldId="329"/>
            <ac:spMk id="11" creationId="{7B6678DC-43DB-C803-F67A-3CBB4F8C5177}"/>
          </ac:spMkLst>
        </pc:spChg>
        <pc:spChg chg="mod">
          <ac:chgData name="Songqing Gu" userId="c4d8cb49210192e2" providerId="LiveId" clId="{DD95A6FC-DE7F-452D-9185-8055E99293E2}" dt="2023-07-02T07:01:54.017" v="296" actId="20577"/>
          <ac:spMkLst>
            <pc:docMk/>
            <pc:sldMk cId="3924187214" sldId="329"/>
            <ac:spMk id="13" creationId="{4E0FA3F7-8A3E-47F0-AE79-5801AA62586B}"/>
          </ac:spMkLst>
        </pc:spChg>
      </pc:sldChg>
      <pc:sldChg chg="delSp modSp add mod">
        <pc:chgData name="Songqing Gu" userId="c4d8cb49210192e2" providerId="LiveId" clId="{DD95A6FC-DE7F-452D-9185-8055E99293E2}" dt="2023-07-02T06:48:53.989" v="263" actId="478"/>
        <pc:sldMkLst>
          <pc:docMk/>
          <pc:sldMk cId="1781917904" sldId="330"/>
        </pc:sldMkLst>
        <pc:spChg chg="mod">
          <ac:chgData name="Songqing Gu" userId="c4d8cb49210192e2" providerId="LiveId" clId="{DD95A6FC-DE7F-452D-9185-8055E99293E2}" dt="2023-07-02T06:48:50.374" v="262" actId="20577"/>
          <ac:spMkLst>
            <pc:docMk/>
            <pc:sldMk cId="1781917904" sldId="330"/>
            <ac:spMk id="2" creationId="{00000000-0000-0000-0000-000000000000}"/>
          </ac:spMkLst>
        </pc:spChg>
        <pc:spChg chg="del">
          <ac:chgData name="Songqing Gu" userId="c4d8cb49210192e2" providerId="LiveId" clId="{DD95A6FC-DE7F-452D-9185-8055E99293E2}" dt="2023-07-02T06:48:53.989" v="263" actId="478"/>
          <ac:spMkLst>
            <pc:docMk/>
            <pc:sldMk cId="1781917904" sldId="330"/>
            <ac:spMk id="13" creationId="{4E0FA3F7-8A3E-47F0-AE79-5801AA62586B}"/>
          </ac:spMkLst>
        </pc:spChg>
      </pc:sldChg>
      <pc:sldChg chg="delSp add mod">
        <pc:chgData name="Songqing Gu" userId="c4d8cb49210192e2" providerId="LiveId" clId="{DD95A6FC-DE7F-452D-9185-8055E99293E2}" dt="2023-07-02T07:13:36.016" v="310" actId="478"/>
        <pc:sldMkLst>
          <pc:docMk/>
          <pc:sldMk cId="3278685410" sldId="331"/>
        </pc:sldMkLst>
        <pc:spChg chg="del">
          <ac:chgData name="Songqing Gu" userId="c4d8cb49210192e2" providerId="LiveId" clId="{DD95A6FC-DE7F-452D-9185-8055E99293E2}" dt="2023-07-02T07:13:36.016" v="310" actId="478"/>
          <ac:spMkLst>
            <pc:docMk/>
            <pc:sldMk cId="3278685410" sldId="331"/>
            <ac:spMk id="6" creationId="{DB305B2A-7D04-4B99-983A-B36E0FD74DE1}"/>
          </ac:spMkLst>
        </pc:spChg>
      </pc:sldChg>
    </pc:docChg>
  </pc:docChgLst>
  <pc:docChgLst>
    <pc:chgData name="Songqing Gu" userId="c4d8cb49210192e2" providerId="LiveId" clId="{43D478A8-A14C-4C0B-86C7-32E27CB31161}"/>
    <pc:docChg chg="undo custSel modSld">
      <pc:chgData name="Songqing Gu" userId="c4d8cb49210192e2" providerId="LiveId" clId="{43D478A8-A14C-4C0B-86C7-32E27CB31161}" dt="2023-07-10T13:51:03.040" v="121" actId="1076"/>
      <pc:docMkLst>
        <pc:docMk/>
      </pc:docMkLst>
      <pc:sldChg chg="addSp delSp modSp mod">
        <pc:chgData name="Songqing Gu" userId="c4d8cb49210192e2" providerId="LiveId" clId="{43D478A8-A14C-4C0B-86C7-32E27CB31161}" dt="2023-07-10T13:35:36.552" v="73" actId="1076"/>
        <pc:sldMkLst>
          <pc:docMk/>
          <pc:sldMk cId="2216314799" sldId="274"/>
        </pc:sldMkLst>
        <pc:spChg chg="mod">
          <ac:chgData name="Songqing Gu" userId="c4d8cb49210192e2" providerId="LiveId" clId="{43D478A8-A14C-4C0B-86C7-32E27CB31161}" dt="2023-07-10T13:34:45.112" v="64" actId="1076"/>
          <ac:spMkLst>
            <pc:docMk/>
            <pc:sldMk cId="2216314799" sldId="274"/>
            <ac:spMk id="2" creationId="{00000000-0000-0000-0000-000000000000}"/>
          </ac:spMkLst>
        </pc:spChg>
        <pc:spChg chg="del">
          <ac:chgData name="Songqing Gu" userId="c4d8cb49210192e2" providerId="LiveId" clId="{43D478A8-A14C-4C0B-86C7-32E27CB31161}" dt="2023-07-10T13:33:38.623" v="42" actId="478"/>
          <ac:spMkLst>
            <pc:docMk/>
            <pc:sldMk cId="2216314799" sldId="274"/>
            <ac:spMk id="4" creationId="{0F89EA29-F0AD-67A8-910B-517FC39D9D79}"/>
          </ac:spMkLst>
        </pc:spChg>
        <pc:spChg chg="add mod">
          <ac:chgData name="Songqing Gu" userId="c4d8cb49210192e2" providerId="LiveId" clId="{43D478A8-A14C-4C0B-86C7-32E27CB31161}" dt="2023-07-10T13:35:12.180" v="68" actId="21"/>
          <ac:spMkLst>
            <pc:docMk/>
            <pc:sldMk cId="2216314799" sldId="274"/>
            <ac:spMk id="5" creationId="{229CAEAA-CFBA-A4F2-6860-CBDF70FC1631}"/>
          </ac:spMkLst>
        </pc:spChg>
        <pc:spChg chg="add mod">
          <ac:chgData name="Songqing Gu" userId="c4d8cb49210192e2" providerId="LiveId" clId="{43D478A8-A14C-4C0B-86C7-32E27CB31161}" dt="2023-07-10T13:35:36.552" v="73" actId="1076"/>
          <ac:spMkLst>
            <pc:docMk/>
            <pc:sldMk cId="2216314799" sldId="274"/>
            <ac:spMk id="7" creationId="{65C4C16E-FD48-816E-3589-2056FB75000E}"/>
          </ac:spMkLst>
        </pc:spChg>
      </pc:sldChg>
      <pc:sldChg chg="addSp delSp modSp mod">
        <pc:chgData name="Songqing Gu" userId="c4d8cb49210192e2" providerId="LiveId" clId="{43D478A8-A14C-4C0B-86C7-32E27CB31161}" dt="2023-07-10T13:23:04.684" v="41" actId="1076"/>
        <pc:sldMkLst>
          <pc:docMk/>
          <pc:sldMk cId="2115522147" sldId="322"/>
        </pc:sldMkLst>
        <pc:spChg chg="del">
          <ac:chgData name="Songqing Gu" userId="c4d8cb49210192e2" providerId="LiveId" clId="{43D478A8-A14C-4C0B-86C7-32E27CB31161}" dt="2023-07-10T13:20:13.692" v="10" actId="478"/>
          <ac:spMkLst>
            <pc:docMk/>
            <pc:sldMk cId="2115522147" sldId="322"/>
            <ac:spMk id="3" creationId="{C98BB460-FAD5-B380-DF99-571DB91A8645}"/>
          </ac:spMkLst>
        </pc:spChg>
        <pc:spChg chg="add mod">
          <ac:chgData name="Songqing Gu" userId="c4d8cb49210192e2" providerId="LiveId" clId="{43D478A8-A14C-4C0B-86C7-32E27CB31161}" dt="2023-07-10T13:22:34.533" v="35" actId="1076"/>
          <ac:spMkLst>
            <pc:docMk/>
            <pc:sldMk cId="2115522147" sldId="322"/>
            <ac:spMk id="4" creationId="{F89EBB47-39A0-55B7-4BD5-49E8128A8B6D}"/>
          </ac:spMkLst>
        </pc:spChg>
        <pc:spChg chg="add mod">
          <ac:chgData name="Songqing Gu" userId="c4d8cb49210192e2" providerId="LiveId" clId="{43D478A8-A14C-4C0B-86C7-32E27CB31161}" dt="2023-07-10T13:23:04.684" v="41" actId="1076"/>
          <ac:spMkLst>
            <pc:docMk/>
            <pc:sldMk cId="2115522147" sldId="322"/>
            <ac:spMk id="6" creationId="{2A6A2727-CBFD-599B-4309-53E8DAD31188}"/>
          </ac:spMkLst>
        </pc:spChg>
        <pc:spChg chg="mod">
          <ac:chgData name="Songqing Gu" userId="c4d8cb49210192e2" providerId="LiveId" clId="{43D478A8-A14C-4C0B-86C7-32E27CB31161}" dt="2023-07-10T13:21:43.038" v="28" actId="1076"/>
          <ac:spMkLst>
            <pc:docMk/>
            <pc:sldMk cId="2115522147" sldId="322"/>
            <ac:spMk id="9" creationId="{12FE7EEE-9033-20AB-8C81-1DA854640A13}"/>
          </ac:spMkLst>
        </pc:spChg>
      </pc:sldChg>
      <pc:sldChg chg="addSp delSp modSp mod">
        <pc:chgData name="Songqing Gu" userId="c4d8cb49210192e2" providerId="LiveId" clId="{43D478A8-A14C-4C0B-86C7-32E27CB31161}" dt="2023-07-10T13:37:52.613" v="81" actId="1076"/>
        <pc:sldMkLst>
          <pc:docMk/>
          <pc:sldMk cId="57254538" sldId="324"/>
        </pc:sldMkLst>
        <pc:spChg chg="del">
          <ac:chgData name="Songqing Gu" userId="c4d8cb49210192e2" providerId="LiveId" clId="{43D478A8-A14C-4C0B-86C7-32E27CB31161}" dt="2023-07-10T13:37:30.452" v="75" actId="478"/>
          <ac:spMkLst>
            <pc:docMk/>
            <pc:sldMk cId="57254538" sldId="324"/>
            <ac:spMk id="2" creationId="{00000000-0000-0000-0000-000000000000}"/>
          </ac:spMkLst>
        </pc:spChg>
        <pc:spChg chg="del">
          <ac:chgData name="Songqing Gu" userId="c4d8cb49210192e2" providerId="LiveId" clId="{43D478A8-A14C-4C0B-86C7-32E27CB31161}" dt="2023-07-10T13:37:27.531" v="74" actId="478"/>
          <ac:spMkLst>
            <pc:docMk/>
            <pc:sldMk cId="57254538" sldId="324"/>
            <ac:spMk id="4" creationId="{0F89EA29-F0AD-67A8-910B-517FC39D9D79}"/>
          </ac:spMkLst>
        </pc:spChg>
        <pc:spChg chg="add del mod">
          <ac:chgData name="Songqing Gu" userId="c4d8cb49210192e2" providerId="LiveId" clId="{43D478A8-A14C-4C0B-86C7-32E27CB31161}" dt="2023-07-10T13:37:33.453" v="76" actId="478"/>
          <ac:spMkLst>
            <pc:docMk/>
            <pc:sldMk cId="57254538" sldId="324"/>
            <ac:spMk id="5" creationId="{94ADEBB9-5EC2-C736-483D-F87802E0ACE3}"/>
          </ac:spMkLst>
        </pc:spChg>
        <pc:picChg chg="add mod">
          <ac:chgData name="Songqing Gu" userId="c4d8cb49210192e2" providerId="LiveId" clId="{43D478A8-A14C-4C0B-86C7-32E27CB31161}" dt="2023-07-10T13:37:52.613" v="81" actId="1076"/>
          <ac:picMkLst>
            <pc:docMk/>
            <pc:sldMk cId="57254538" sldId="324"/>
            <ac:picMk id="6" creationId="{025307A9-2D85-4732-FE4D-90E8D1C60979}"/>
          </ac:picMkLst>
        </pc:picChg>
      </pc:sldChg>
      <pc:sldChg chg="addSp delSp modSp mod">
        <pc:chgData name="Songqing Gu" userId="c4d8cb49210192e2" providerId="LiveId" clId="{43D478A8-A14C-4C0B-86C7-32E27CB31161}" dt="2023-07-10T13:51:03.040" v="121" actId="1076"/>
        <pc:sldMkLst>
          <pc:docMk/>
          <pc:sldMk cId="147964486" sldId="325"/>
        </pc:sldMkLst>
        <pc:spChg chg="mod">
          <ac:chgData name="Songqing Gu" userId="c4d8cb49210192e2" providerId="LiveId" clId="{43D478A8-A14C-4C0B-86C7-32E27CB31161}" dt="2023-07-10T13:50:29.437" v="117" actId="14100"/>
          <ac:spMkLst>
            <pc:docMk/>
            <pc:sldMk cId="147964486" sldId="325"/>
            <ac:spMk id="2" creationId="{00000000-0000-0000-0000-000000000000}"/>
          </ac:spMkLst>
        </pc:spChg>
        <pc:spChg chg="add mod">
          <ac:chgData name="Songqing Gu" userId="c4d8cb49210192e2" providerId="LiveId" clId="{43D478A8-A14C-4C0B-86C7-32E27CB31161}" dt="2023-07-10T13:51:03.040" v="121" actId="1076"/>
          <ac:spMkLst>
            <pc:docMk/>
            <pc:sldMk cId="147964486" sldId="325"/>
            <ac:spMk id="4" creationId="{C52E1955-45DC-41F3-BD94-43C115EF1D0C}"/>
          </ac:spMkLst>
        </pc:spChg>
        <pc:spChg chg="del">
          <ac:chgData name="Songqing Gu" userId="c4d8cb49210192e2" providerId="LiveId" clId="{43D478A8-A14C-4C0B-86C7-32E27CB31161}" dt="2023-07-10T13:49:03.445" v="82" actId="478"/>
          <ac:spMkLst>
            <pc:docMk/>
            <pc:sldMk cId="147964486" sldId="325"/>
            <ac:spMk id="5" creationId="{AF740A28-5EFB-B3EA-F219-EFF2ACCF2D66}"/>
          </ac:spMkLst>
        </pc:spChg>
      </pc:sldChg>
    </pc:docChg>
  </pc:docChgLst>
  <pc:docChgLst>
    <pc:chgData name="Songqing Gu" userId="c4d8cb49210192e2" providerId="LiveId" clId="{C191A271-5AB5-4229-AE14-FA6CEE75A23B}"/>
    <pc:docChg chg="custSel modSld">
      <pc:chgData name="Songqing Gu" userId="c4d8cb49210192e2" providerId="LiveId" clId="{C191A271-5AB5-4229-AE14-FA6CEE75A23B}" dt="2023-05-13T08:21:06.980" v="176" actId="167"/>
      <pc:docMkLst>
        <pc:docMk/>
      </pc:docMkLst>
      <pc:sldChg chg="modSp mod">
        <pc:chgData name="Songqing Gu" userId="c4d8cb49210192e2" providerId="LiveId" clId="{C191A271-5AB5-4229-AE14-FA6CEE75A23B}" dt="2023-04-29T07:00:02.742" v="2" actId="207"/>
        <pc:sldMkLst>
          <pc:docMk/>
          <pc:sldMk cId="3813058601" sldId="256"/>
        </pc:sldMkLst>
        <pc:spChg chg="mod">
          <ac:chgData name="Songqing Gu" userId="c4d8cb49210192e2" providerId="LiveId" clId="{C191A271-5AB5-4229-AE14-FA6CEE75A23B}" dt="2023-04-29T07:00:02.742" v="2" actId="207"/>
          <ac:spMkLst>
            <pc:docMk/>
            <pc:sldMk cId="3813058601" sldId="256"/>
            <ac:spMk id="3" creationId="{00000000-0000-0000-0000-000000000000}"/>
          </ac:spMkLst>
        </pc:spChg>
      </pc:sldChg>
      <pc:sldChg chg="addSp delSp modSp mod">
        <pc:chgData name="Songqing Gu" userId="c4d8cb49210192e2" providerId="LiveId" clId="{C191A271-5AB5-4229-AE14-FA6CEE75A23B}" dt="2023-05-13T08:21:06.980" v="176" actId="167"/>
        <pc:sldMkLst>
          <pc:docMk/>
          <pc:sldMk cId="3799275039" sldId="296"/>
        </pc:sldMkLst>
        <pc:spChg chg="add mod">
          <ac:chgData name="Songqing Gu" userId="c4d8cb49210192e2" providerId="LiveId" clId="{C191A271-5AB5-4229-AE14-FA6CEE75A23B}" dt="2023-05-13T08:19:05.805" v="169" actId="1076"/>
          <ac:spMkLst>
            <pc:docMk/>
            <pc:sldMk cId="3799275039" sldId="296"/>
            <ac:spMk id="7" creationId="{85296C8B-FF76-31C5-6FB1-0A3FA8AB756D}"/>
          </ac:spMkLst>
        </pc:spChg>
        <pc:spChg chg="mod">
          <ac:chgData name="Songqing Gu" userId="c4d8cb49210192e2" providerId="LiveId" clId="{C191A271-5AB5-4229-AE14-FA6CEE75A23B}" dt="2023-05-13T08:12:11.654" v="29" actId="1076"/>
          <ac:spMkLst>
            <pc:docMk/>
            <pc:sldMk cId="3799275039" sldId="296"/>
            <ac:spMk id="8" creationId="{00000000-0000-0000-0000-000000000000}"/>
          </ac:spMkLst>
        </pc:spChg>
        <pc:spChg chg="add mod">
          <ac:chgData name="Songqing Gu" userId="c4d8cb49210192e2" providerId="LiveId" clId="{C191A271-5AB5-4229-AE14-FA6CEE75A23B}" dt="2023-05-13T08:16:46.258" v="109" actId="1076"/>
          <ac:spMkLst>
            <pc:docMk/>
            <pc:sldMk cId="3799275039" sldId="296"/>
            <ac:spMk id="12" creationId="{3D20E5C2-0A9E-E3C2-C36A-F19C77806FEF}"/>
          </ac:spMkLst>
        </pc:spChg>
        <pc:spChg chg="mod">
          <ac:chgData name="Songqing Gu" userId="c4d8cb49210192e2" providerId="LiveId" clId="{C191A271-5AB5-4229-AE14-FA6CEE75A23B}" dt="2023-05-13T08:16:32.724" v="107" actId="1037"/>
          <ac:spMkLst>
            <pc:docMk/>
            <pc:sldMk cId="3799275039" sldId="296"/>
            <ac:spMk id="13" creationId="{00000000-0000-0000-0000-000000000000}"/>
          </ac:spMkLst>
        </pc:spChg>
        <pc:spChg chg="add mod">
          <ac:chgData name="Songqing Gu" userId="c4d8cb49210192e2" providerId="LiveId" clId="{C191A271-5AB5-4229-AE14-FA6CEE75A23B}" dt="2023-05-13T08:17:13.820" v="147" actId="14100"/>
          <ac:spMkLst>
            <pc:docMk/>
            <pc:sldMk cId="3799275039" sldId="296"/>
            <ac:spMk id="15" creationId="{3545561A-5DBF-ABB7-C16C-E7EE929E1C12}"/>
          </ac:spMkLst>
        </pc:spChg>
        <pc:spChg chg="add mod">
          <ac:chgData name="Songqing Gu" userId="c4d8cb49210192e2" providerId="LiveId" clId="{C191A271-5AB5-4229-AE14-FA6CEE75A23B}" dt="2023-05-13T08:17:39.067" v="167" actId="20577"/>
          <ac:spMkLst>
            <pc:docMk/>
            <pc:sldMk cId="3799275039" sldId="296"/>
            <ac:spMk id="16" creationId="{62186DF2-A70A-D807-963F-3DB3A3063EEA}"/>
          </ac:spMkLst>
        </pc:spChg>
        <pc:spChg chg="add mod ord">
          <ac:chgData name="Songqing Gu" userId="c4d8cb49210192e2" providerId="LiveId" clId="{C191A271-5AB5-4229-AE14-FA6CEE75A23B}" dt="2023-05-13T08:21:06.980" v="176" actId="167"/>
          <ac:spMkLst>
            <pc:docMk/>
            <pc:sldMk cId="3799275039" sldId="296"/>
            <ac:spMk id="17" creationId="{0758F2B4-9475-B877-FBE9-1244D308D3A1}"/>
          </ac:spMkLst>
        </pc:spChg>
        <pc:spChg chg="mod">
          <ac:chgData name="Songqing Gu" userId="c4d8cb49210192e2" providerId="LiveId" clId="{C191A271-5AB5-4229-AE14-FA6CEE75A23B}" dt="2023-05-13T08:12:11.654" v="29" actId="1076"/>
          <ac:spMkLst>
            <pc:docMk/>
            <pc:sldMk cId="3799275039" sldId="296"/>
            <ac:spMk id="22" creationId="{00000000-0000-0000-0000-000000000000}"/>
          </ac:spMkLst>
        </pc:spChg>
        <pc:spChg chg="mod">
          <ac:chgData name="Songqing Gu" userId="c4d8cb49210192e2" providerId="LiveId" clId="{C191A271-5AB5-4229-AE14-FA6CEE75A23B}" dt="2023-05-13T08:16:24.745" v="84" actId="1076"/>
          <ac:spMkLst>
            <pc:docMk/>
            <pc:sldMk cId="3799275039" sldId="296"/>
            <ac:spMk id="35" creationId="{00000000-0000-0000-0000-000000000000}"/>
          </ac:spMkLst>
        </pc:spChg>
        <pc:spChg chg="mod">
          <ac:chgData name="Songqing Gu" userId="c4d8cb49210192e2" providerId="LiveId" clId="{C191A271-5AB5-4229-AE14-FA6CEE75A23B}" dt="2023-05-13T08:13:02.411" v="31" actId="1076"/>
          <ac:spMkLst>
            <pc:docMk/>
            <pc:sldMk cId="3799275039" sldId="296"/>
            <ac:spMk id="38" creationId="{00000000-0000-0000-0000-000000000000}"/>
          </ac:spMkLst>
        </pc:spChg>
        <pc:spChg chg="mod">
          <ac:chgData name="Songqing Gu" userId="c4d8cb49210192e2" providerId="LiveId" clId="{C191A271-5AB5-4229-AE14-FA6CEE75A23B}" dt="2023-05-13T08:16:32.724" v="107" actId="1037"/>
          <ac:spMkLst>
            <pc:docMk/>
            <pc:sldMk cId="3799275039" sldId="296"/>
            <ac:spMk id="39" creationId="{00000000-0000-0000-0000-000000000000}"/>
          </ac:spMkLst>
        </pc:spChg>
        <pc:grpChg chg="add mod">
          <ac:chgData name="Songqing Gu" userId="c4d8cb49210192e2" providerId="LiveId" clId="{C191A271-5AB5-4229-AE14-FA6CEE75A23B}" dt="2023-05-13T08:16:32.724" v="107" actId="1037"/>
          <ac:grpSpMkLst>
            <pc:docMk/>
            <pc:sldMk cId="3799275039" sldId="296"/>
            <ac:grpSpMk id="4" creationId="{5E451EEC-27F1-1564-7E56-C440B27B2E17}"/>
          </ac:grpSpMkLst>
        </pc:grpChg>
        <pc:grpChg chg="add mod">
          <ac:chgData name="Songqing Gu" userId="c4d8cb49210192e2" providerId="LiveId" clId="{C191A271-5AB5-4229-AE14-FA6CEE75A23B}" dt="2023-05-13T08:16:20.776" v="83" actId="1076"/>
          <ac:grpSpMkLst>
            <pc:docMk/>
            <pc:sldMk cId="3799275039" sldId="296"/>
            <ac:grpSpMk id="9" creationId="{82078F98-2687-4230-9182-4196B73855CD}"/>
          </ac:grpSpMkLst>
        </pc:grpChg>
        <pc:grpChg chg="mod">
          <ac:chgData name="Songqing Gu" userId="c4d8cb49210192e2" providerId="LiveId" clId="{C191A271-5AB5-4229-AE14-FA6CEE75A23B}" dt="2023-05-13T08:16:32.724" v="107" actId="1037"/>
          <ac:grpSpMkLst>
            <pc:docMk/>
            <pc:sldMk cId="3799275039" sldId="296"/>
            <ac:grpSpMk id="29" creationId="{00000000-0000-0000-0000-000000000000}"/>
          </ac:grpSpMkLst>
        </pc:grpChg>
        <pc:grpChg chg="del mod">
          <ac:chgData name="Songqing Gu" userId="c4d8cb49210192e2" providerId="LiveId" clId="{C191A271-5AB5-4229-AE14-FA6CEE75A23B}" dt="2023-05-13T08:13:07.047" v="32" actId="478"/>
          <ac:grpSpMkLst>
            <pc:docMk/>
            <pc:sldMk cId="3799275039" sldId="296"/>
            <ac:grpSpMk id="40" creationId="{00000000-0000-0000-0000-000000000000}"/>
          </ac:grpSpMkLst>
        </pc:grpChg>
        <pc:grpChg chg="mod">
          <ac:chgData name="Songqing Gu" userId="c4d8cb49210192e2" providerId="LiveId" clId="{C191A271-5AB5-4229-AE14-FA6CEE75A23B}" dt="2023-05-13T08:16:32.724" v="107" actId="1037"/>
          <ac:grpSpMkLst>
            <pc:docMk/>
            <pc:sldMk cId="3799275039" sldId="296"/>
            <ac:grpSpMk id="43" creationId="{00000000-0000-0000-0000-000000000000}"/>
          </ac:grpSpMkLst>
        </pc:grpChg>
        <pc:picChg chg="add mod">
          <ac:chgData name="Songqing Gu" userId="c4d8cb49210192e2" providerId="LiveId" clId="{C191A271-5AB5-4229-AE14-FA6CEE75A23B}" dt="2023-05-13T08:16:32.724" v="107" actId="1037"/>
          <ac:picMkLst>
            <pc:docMk/>
            <pc:sldMk cId="3799275039" sldId="296"/>
            <ac:picMk id="3" creationId="{5E76813F-CE22-FF38-2F53-0E7A201C42D8}"/>
          </ac:picMkLst>
        </pc:picChg>
        <pc:picChg chg="mod">
          <ac:chgData name="Songqing Gu" userId="c4d8cb49210192e2" providerId="LiveId" clId="{C191A271-5AB5-4229-AE14-FA6CEE75A23B}" dt="2023-05-13T08:18:57.577" v="168" actId="1076"/>
          <ac:picMkLst>
            <pc:docMk/>
            <pc:sldMk cId="3799275039" sldId="296"/>
            <ac:picMk id="14" creationId="{00000000-0000-0000-0000-000000000000}"/>
          </ac:picMkLst>
        </pc:picChg>
        <pc:picChg chg="mod">
          <ac:chgData name="Songqing Gu" userId="c4d8cb49210192e2" providerId="LiveId" clId="{C191A271-5AB5-4229-AE14-FA6CEE75A23B}" dt="2023-05-13T08:20:44.059" v="170" actId="1076"/>
          <ac:picMkLst>
            <pc:docMk/>
            <pc:sldMk cId="3799275039" sldId="296"/>
            <ac:picMk id="34" creationId="{00000000-0000-0000-0000-000000000000}"/>
          </ac:picMkLst>
        </pc:picChg>
        <pc:picChg chg="mod">
          <ac:chgData name="Songqing Gu" userId="c4d8cb49210192e2" providerId="LiveId" clId="{C191A271-5AB5-4229-AE14-FA6CEE75A23B}" dt="2023-05-13T08:12:02.079" v="28" actId="1076"/>
          <ac:picMkLst>
            <pc:docMk/>
            <pc:sldMk cId="3799275039" sldId="296"/>
            <ac:picMk id="36" creationId="{00000000-0000-0000-0000-000000000000}"/>
          </ac:picMkLst>
        </pc:picChg>
        <pc:cxnChg chg="mod">
          <ac:chgData name="Songqing Gu" userId="c4d8cb49210192e2" providerId="LiveId" clId="{C191A271-5AB5-4229-AE14-FA6CEE75A23B}" dt="2023-05-13T07:36:59.322" v="17"/>
          <ac:cxnSpMkLst>
            <pc:docMk/>
            <pc:sldMk cId="3799275039" sldId="296"/>
            <ac:cxnSpMk id="5" creationId="{C8911E22-2030-DA9F-19AE-BE7475346AFC}"/>
          </ac:cxnSpMkLst>
        </pc:cxnChg>
        <pc:cxnChg chg="mod">
          <ac:chgData name="Songqing Gu" userId="c4d8cb49210192e2" providerId="LiveId" clId="{C191A271-5AB5-4229-AE14-FA6CEE75A23B}" dt="2023-05-13T07:36:59.322" v="17"/>
          <ac:cxnSpMkLst>
            <pc:docMk/>
            <pc:sldMk cId="3799275039" sldId="296"/>
            <ac:cxnSpMk id="6" creationId="{C277053D-2B2D-4F59-F646-9FFA1D16BDD5}"/>
          </ac:cxnSpMkLst>
        </pc:cxnChg>
        <pc:cxnChg chg="mod">
          <ac:chgData name="Songqing Gu" userId="c4d8cb49210192e2" providerId="LiveId" clId="{C191A271-5AB5-4229-AE14-FA6CEE75A23B}" dt="2023-05-13T08:15:27.835" v="36"/>
          <ac:cxnSpMkLst>
            <pc:docMk/>
            <pc:sldMk cId="3799275039" sldId="296"/>
            <ac:cxnSpMk id="10" creationId="{7782FC9C-FAC3-10FA-3CEB-648A7A5098ED}"/>
          </ac:cxnSpMkLst>
        </pc:cxnChg>
        <pc:cxnChg chg="mod">
          <ac:chgData name="Songqing Gu" userId="c4d8cb49210192e2" providerId="LiveId" clId="{C191A271-5AB5-4229-AE14-FA6CEE75A23B}" dt="2023-05-13T08:15:27.835" v="36"/>
          <ac:cxnSpMkLst>
            <pc:docMk/>
            <pc:sldMk cId="3799275039" sldId="296"/>
            <ac:cxnSpMk id="11" creationId="{47E809AA-24F8-DF3D-14CA-0A7F831FBEF8}"/>
          </ac:cxnSpMkLst>
        </pc:cxnChg>
      </pc:sldChg>
    </pc:docChg>
  </pc:docChgLst>
  <pc:docChgLst>
    <pc:chgData name="Songqing Gu" userId="c4d8cb49210192e2" providerId="LiveId" clId="{C569E232-A148-40CB-BD6A-A3EEB73E0263}"/>
    <pc:docChg chg="custSel modSld">
      <pc:chgData name="Songqing Gu" userId="c4d8cb49210192e2" providerId="LiveId" clId="{C569E232-A148-40CB-BD6A-A3EEB73E0263}" dt="2023-07-03T11:13:14.996" v="40" actId="14100"/>
      <pc:docMkLst>
        <pc:docMk/>
      </pc:docMkLst>
      <pc:sldChg chg="addSp delSp modSp mod">
        <pc:chgData name="Songqing Gu" userId="c4d8cb49210192e2" providerId="LiveId" clId="{C569E232-A148-40CB-BD6A-A3EEB73E0263}" dt="2023-07-03T11:04:58.139" v="33" actId="1076"/>
        <pc:sldMkLst>
          <pc:docMk/>
          <pc:sldMk cId="3113703618" sldId="261"/>
        </pc:sldMkLst>
        <pc:spChg chg="add mod">
          <ac:chgData name="Songqing Gu" userId="c4d8cb49210192e2" providerId="LiveId" clId="{C569E232-A148-40CB-BD6A-A3EEB73E0263}" dt="2023-07-03T11:04:58.139" v="33" actId="1076"/>
          <ac:spMkLst>
            <pc:docMk/>
            <pc:sldMk cId="3113703618" sldId="261"/>
            <ac:spMk id="3" creationId="{A9862A46-7EDA-2426-B279-65E4C9E3C006}"/>
          </ac:spMkLst>
        </pc:spChg>
        <pc:spChg chg="mod">
          <ac:chgData name="Songqing Gu" userId="c4d8cb49210192e2" providerId="LiveId" clId="{C569E232-A148-40CB-BD6A-A3EEB73E0263}" dt="2023-07-03T11:04:44.822" v="30" actId="207"/>
          <ac:spMkLst>
            <pc:docMk/>
            <pc:sldMk cId="3113703618" sldId="261"/>
            <ac:spMk id="5" creationId="{65B80BEA-BD58-4BB1-CD49-B7E8607E15EC}"/>
          </ac:spMkLst>
        </pc:spChg>
        <pc:spChg chg="del mod">
          <ac:chgData name="Songqing Gu" userId="c4d8cb49210192e2" providerId="LiveId" clId="{C569E232-A148-40CB-BD6A-A3EEB73E0263}" dt="2023-07-03T11:04:54.323" v="32" actId="478"/>
          <ac:spMkLst>
            <pc:docMk/>
            <pc:sldMk cId="3113703618" sldId="261"/>
            <ac:spMk id="8" creationId="{BA26DEAE-5B0E-7092-0CDC-7B1858EBADCD}"/>
          </ac:spMkLst>
        </pc:spChg>
        <pc:spChg chg="del">
          <ac:chgData name="Songqing Gu" userId="c4d8cb49210192e2" providerId="LiveId" clId="{C569E232-A148-40CB-BD6A-A3EEB73E0263}" dt="2023-07-03T11:04:11.862" v="22" actId="478"/>
          <ac:spMkLst>
            <pc:docMk/>
            <pc:sldMk cId="3113703618" sldId="261"/>
            <ac:spMk id="10" creationId="{A751D98D-28CD-6AA8-E491-63C1E905EAA5}"/>
          </ac:spMkLst>
        </pc:spChg>
        <pc:spChg chg="del">
          <ac:chgData name="Songqing Gu" userId="c4d8cb49210192e2" providerId="LiveId" clId="{C569E232-A148-40CB-BD6A-A3EEB73E0263}" dt="2023-07-03T11:04:09.173" v="21" actId="478"/>
          <ac:spMkLst>
            <pc:docMk/>
            <pc:sldMk cId="3113703618" sldId="261"/>
            <ac:spMk id="12" creationId="{568BBE4C-8E40-8C7F-9A64-C076869BEF43}"/>
          </ac:spMkLst>
        </pc:spChg>
        <pc:spChg chg="del">
          <ac:chgData name="Songqing Gu" userId="c4d8cb49210192e2" providerId="LiveId" clId="{C569E232-A148-40CB-BD6A-A3EEB73E0263}" dt="2023-07-03T11:04:05.604" v="20" actId="478"/>
          <ac:spMkLst>
            <pc:docMk/>
            <pc:sldMk cId="3113703618" sldId="261"/>
            <ac:spMk id="14" creationId="{FDD2FAB4-4A78-F080-AC67-7FFC39D796DC}"/>
          </ac:spMkLst>
        </pc:spChg>
      </pc:sldChg>
      <pc:sldChg chg="addSp delSp modSp mod">
        <pc:chgData name="Songqing Gu" userId="c4d8cb49210192e2" providerId="LiveId" clId="{C569E232-A148-40CB-BD6A-A3EEB73E0263}" dt="2023-07-03T11:13:14.996" v="40" actId="14100"/>
        <pc:sldMkLst>
          <pc:docMk/>
          <pc:sldMk cId="2115522147" sldId="322"/>
        </pc:sldMkLst>
        <pc:spChg chg="add mod">
          <ac:chgData name="Songqing Gu" userId="c4d8cb49210192e2" providerId="LiveId" clId="{C569E232-A148-40CB-BD6A-A3EEB73E0263}" dt="2023-07-03T11:13:14.996" v="40" actId="14100"/>
          <ac:spMkLst>
            <pc:docMk/>
            <pc:sldMk cId="2115522147" sldId="322"/>
            <ac:spMk id="3" creationId="{C98BB460-FAD5-B380-DF99-571DB91A8645}"/>
          </ac:spMkLst>
        </pc:spChg>
        <pc:spChg chg="del">
          <ac:chgData name="Songqing Gu" userId="c4d8cb49210192e2" providerId="LiveId" clId="{C569E232-A148-40CB-BD6A-A3EEB73E0263}" dt="2023-07-03T11:13:00.069" v="34" actId="478"/>
          <ac:spMkLst>
            <pc:docMk/>
            <pc:sldMk cId="2115522147" sldId="322"/>
            <ac:spMk id="11" creationId="{97DB11F4-6E24-13D6-6479-AA84647A6E49}"/>
          </ac:spMkLst>
        </pc:spChg>
      </pc:sldChg>
      <pc:sldChg chg="delSp modSp mod">
        <pc:chgData name="Songqing Gu" userId="c4d8cb49210192e2" providerId="LiveId" clId="{C569E232-A148-40CB-BD6A-A3EEB73E0263}" dt="2023-07-03T11:03:53.755" v="19" actId="478"/>
        <pc:sldMkLst>
          <pc:docMk/>
          <pc:sldMk cId="523495732" sldId="323"/>
        </pc:sldMkLst>
        <pc:spChg chg="mod">
          <ac:chgData name="Songqing Gu" userId="c4d8cb49210192e2" providerId="LiveId" clId="{C569E232-A148-40CB-BD6A-A3EEB73E0263}" dt="2023-07-03T11:03:50.894" v="18" actId="1076"/>
          <ac:spMkLst>
            <pc:docMk/>
            <pc:sldMk cId="523495732" sldId="323"/>
            <ac:spMk id="3" creationId="{00000000-0000-0000-0000-000000000000}"/>
          </ac:spMkLst>
        </pc:spChg>
        <pc:spChg chg="del">
          <ac:chgData name="Songqing Gu" userId="c4d8cb49210192e2" providerId="LiveId" clId="{C569E232-A148-40CB-BD6A-A3EEB73E0263}" dt="2023-07-03T11:03:53.755" v="19" actId="478"/>
          <ac:spMkLst>
            <pc:docMk/>
            <pc:sldMk cId="523495732" sldId="323"/>
            <ac:spMk id="6" creationId="{C5866E9B-17EC-3B6D-4DA3-56DC79878C74}"/>
          </ac:spMkLst>
        </pc:spChg>
      </pc:sldChg>
    </pc:docChg>
  </pc:docChgLst>
  <pc:docChgLst>
    <pc:chgData name="Songqing" userId="c4d8cb49210192e2" providerId="LiveId" clId="{43D478A8-A14C-4C0B-86C7-32E27CB31161}"/>
    <pc:docChg chg="undo custSel addSld delSld modSld sldOrd modSection">
      <pc:chgData name="Songqing" userId="c4d8cb49210192e2" providerId="LiveId" clId="{43D478A8-A14C-4C0B-86C7-32E27CB31161}" dt="2023-08-15T07:25:26.413" v="2203" actId="207"/>
      <pc:docMkLst>
        <pc:docMk/>
      </pc:docMkLst>
      <pc:sldChg chg="del">
        <pc:chgData name="Songqing" userId="c4d8cb49210192e2" providerId="LiveId" clId="{43D478A8-A14C-4C0B-86C7-32E27CB31161}" dt="2023-07-17T20:13:37.266" v="120" actId="2696"/>
        <pc:sldMkLst>
          <pc:docMk/>
          <pc:sldMk cId="3113703618" sldId="261"/>
        </pc:sldMkLst>
      </pc:sldChg>
      <pc:sldChg chg="modSp mod">
        <pc:chgData name="Songqing" userId="c4d8cb49210192e2" providerId="LiveId" clId="{43D478A8-A14C-4C0B-86C7-32E27CB31161}" dt="2023-08-15T07:25:26.413" v="2203" actId="207"/>
        <pc:sldMkLst>
          <pc:docMk/>
          <pc:sldMk cId="243240403" sldId="264"/>
        </pc:sldMkLst>
        <pc:spChg chg="mod">
          <ac:chgData name="Songqing" userId="c4d8cb49210192e2" providerId="LiveId" clId="{43D478A8-A14C-4C0B-86C7-32E27CB31161}" dt="2023-08-15T07:25:00.412" v="2198" actId="14861"/>
          <ac:spMkLst>
            <pc:docMk/>
            <pc:sldMk cId="243240403" sldId="264"/>
            <ac:spMk id="2" creationId="{00000000-0000-0000-0000-000000000000}"/>
          </ac:spMkLst>
        </pc:spChg>
        <pc:spChg chg="mod">
          <ac:chgData name="Songqing" userId="c4d8cb49210192e2" providerId="LiveId" clId="{43D478A8-A14C-4C0B-86C7-32E27CB31161}" dt="2023-08-15T07:25:26.413" v="2203" actId="207"/>
          <ac:spMkLst>
            <pc:docMk/>
            <pc:sldMk cId="243240403" sldId="264"/>
            <ac:spMk id="3" creationId="{00000000-0000-0000-0000-000000000000}"/>
          </ac:spMkLst>
        </pc:spChg>
      </pc:sldChg>
      <pc:sldChg chg="addSp delSp modSp mod modNotesTx">
        <pc:chgData name="Songqing" userId="c4d8cb49210192e2" providerId="LiveId" clId="{43D478A8-A14C-4C0B-86C7-32E27CB31161}" dt="2023-08-15T07:23:37.947" v="2197" actId="14100"/>
        <pc:sldMkLst>
          <pc:docMk/>
          <pc:sldMk cId="2216314799" sldId="274"/>
        </pc:sldMkLst>
        <pc:spChg chg="del mod">
          <ac:chgData name="Songqing" userId="c4d8cb49210192e2" providerId="LiveId" clId="{43D478A8-A14C-4C0B-86C7-32E27CB31161}" dt="2023-07-29T04:39:32.021" v="1500" actId="478"/>
          <ac:spMkLst>
            <pc:docMk/>
            <pc:sldMk cId="2216314799" sldId="274"/>
            <ac:spMk id="2" creationId="{00000000-0000-0000-0000-000000000000}"/>
          </ac:spMkLst>
        </pc:spChg>
        <pc:spChg chg="add del mod">
          <ac:chgData name="Songqing" userId="c4d8cb49210192e2" providerId="LiveId" clId="{43D478A8-A14C-4C0B-86C7-32E27CB31161}" dt="2023-07-29T04:38:59.835" v="1496" actId="478"/>
          <ac:spMkLst>
            <pc:docMk/>
            <pc:sldMk cId="2216314799" sldId="274"/>
            <ac:spMk id="3" creationId="{B7CF3D40-4F7F-B4E4-A8FA-35DF33232261}"/>
          </ac:spMkLst>
        </pc:spChg>
        <pc:spChg chg="add del mod">
          <ac:chgData name="Songqing" userId="c4d8cb49210192e2" providerId="LiveId" clId="{43D478A8-A14C-4C0B-86C7-32E27CB31161}" dt="2023-07-29T04:24:51.564" v="1463" actId="478"/>
          <ac:spMkLst>
            <pc:docMk/>
            <pc:sldMk cId="2216314799" sldId="274"/>
            <ac:spMk id="4" creationId="{BD934B1A-096B-6A2D-3B4F-5EDE061BE423}"/>
          </ac:spMkLst>
        </pc:spChg>
        <pc:spChg chg="del mod">
          <ac:chgData name="Songqing" userId="c4d8cb49210192e2" providerId="LiveId" clId="{43D478A8-A14C-4C0B-86C7-32E27CB31161}" dt="2023-07-17T20:17:34.352" v="130" actId="478"/>
          <ac:spMkLst>
            <pc:docMk/>
            <pc:sldMk cId="2216314799" sldId="274"/>
            <ac:spMk id="5" creationId="{229CAEAA-CFBA-A4F2-6860-CBDF70FC1631}"/>
          </ac:spMkLst>
        </pc:spChg>
        <pc:spChg chg="add del mod">
          <ac:chgData name="Songqing" userId="c4d8cb49210192e2" providerId="LiveId" clId="{43D478A8-A14C-4C0B-86C7-32E27CB31161}" dt="2023-07-18T12:28:23.133" v="307" actId="478"/>
          <ac:spMkLst>
            <pc:docMk/>
            <pc:sldMk cId="2216314799" sldId="274"/>
            <ac:spMk id="6" creationId="{3996ECAC-2B11-247D-9AD1-B5C752A05879}"/>
          </ac:spMkLst>
        </pc:spChg>
        <pc:spChg chg="del mod">
          <ac:chgData name="Songqing" userId="c4d8cb49210192e2" providerId="LiveId" clId="{43D478A8-A14C-4C0B-86C7-32E27CB31161}" dt="2023-07-17T20:17:34.352" v="130" actId="478"/>
          <ac:spMkLst>
            <pc:docMk/>
            <pc:sldMk cId="2216314799" sldId="274"/>
            <ac:spMk id="7" creationId="{65C4C16E-FD48-816E-3589-2056FB75000E}"/>
          </ac:spMkLst>
        </pc:spChg>
        <pc:spChg chg="add del mod">
          <ac:chgData name="Songqing" userId="c4d8cb49210192e2" providerId="LiveId" clId="{43D478A8-A14C-4C0B-86C7-32E27CB31161}" dt="2023-07-18T12:28:24.250" v="308" actId="478"/>
          <ac:spMkLst>
            <pc:docMk/>
            <pc:sldMk cId="2216314799" sldId="274"/>
            <ac:spMk id="8" creationId="{1750BA07-2E5E-83EB-FEBF-35C1D5E5323F}"/>
          </ac:spMkLst>
        </pc:spChg>
        <pc:spChg chg="add mod">
          <ac:chgData name="Songqing" userId="c4d8cb49210192e2" providerId="LiveId" clId="{43D478A8-A14C-4C0B-86C7-32E27CB31161}" dt="2023-08-05T11:57:14.913" v="1965" actId="1076"/>
          <ac:spMkLst>
            <pc:docMk/>
            <pc:sldMk cId="2216314799" sldId="274"/>
            <ac:spMk id="9" creationId="{7A6A9906-5751-44CE-37E0-BE40415D3D93}"/>
          </ac:spMkLst>
        </pc:spChg>
        <pc:spChg chg="add del mod">
          <ac:chgData name="Songqing" userId="c4d8cb49210192e2" providerId="LiveId" clId="{43D478A8-A14C-4C0B-86C7-32E27CB31161}" dt="2023-07-29T04:42:13.597" v="1538" actId="478"/>
          <ac:spMkLst>
            <pc:docMk/>
            <pc:sldMk cId="2216314799" sldId="274"/>
            <ac:spMk id="10" creationId="{D3518D2D-B875-0697-44E3-13FA9DC5A684}"/>
          </ac:spMkLst>
        </pc:spChg>
        <pc:spChg chg="add del mod">
          <ac:chgData name="Songqing" userId="c4d8cb49210192e2" providerId="LiveId" clId="{43D478A8-A14C-4C0B-86C7-32E27CB31161}" dt="2023-07-29T04:21:45.340" v="1404" actId="478"/>
          <ac:spMkLst>
            <pc:docMk/>
            <pc:sldMk cId="2216314799" sldId="274"/>
            <ac:spMk id="11" creationId="{EAEC5526-3E31-E355-180C-7443115AA741}"/>
          </ac:spMkLst>
        </pc:spChg>
        <pc:spChg chg="add mod">
          <ac:chgData name="Songqing" userId="c4d8cb49210192e2" providerId="LiveId" clId="{43D478A8-A14C-4C0B-86C7-32E27CB31161}" dt="2023-08-05T11:56:58.046" v="1962" actId="1076"/>
          <ac:spMkLst>
            <pc:docMk/>
            <pc:sldMk cId="2216314799" sldId="274"/>
            <ac:spMk id="12" creationId="{1EDFED13-4CEB-B7E1-F7CD-6C90079D0A61}"/>
          </ac:spMkLst>
        </pc:spChg>
        <pc:spChg chg="add del mod">
          <ac:chgData name="Songqing" userId="c4d8cb49210192e2" providerId="LiveId" clId="{43D478A8-A14C-4C0B-86C7-32E27CB31161}" dt="2023-07-29T04:38:59.835" v="1496" actId="478"/>
          <ac:spMkLst>
            <pc:docMk/>
            <pc:sldMk cId="2216314799" sldId="274"/>
            <ac:spMk id="13" creationId="{DC5D6C4F-2762-3F37-043B-534C53CB59F3}"/>
          </ac:spMkLst>
        </pc:spChg>
        <pc:spChg chg="add del mod">
          <ac:chgData name="Songqing" userId="c4d8cb49210192e2" providerId="LiveId" clId="{43D478A8-A14C-4C0B-86C7-32E27CB31161}" dt="2023-07-29T04:44:51.490" v="1585" actId="478"/>
          <ac:spMkLst>
            <pc:docMk/>
            <pc:sldMk cId="2216314799" sldId="274"/>
            <ac:spMk id="17" creationId="{FDACAEB8-8ED3-ABF0-85CE-2B5FDCFAA7C6}"/>
          </ac:spMkLst>
        </pc:spChg>
        <pc:spChg chg="add del mod">
          <ac:chgData name="Songqing" userId="c4d8cb49210192e2" providerId="LiveId" clId="{43D478A8-A14C-4C0B-86C7-32E27CB31161}" dt="2023-07-29T04:38:59.835" v="1496" actId="478"/>
          <ac:spMkLst>
            <pc:docMk/>
            <pc:sldMk cId="2216314799" sldId="274"/>
            <ac:spMk id="20" creationId="{D35074D0-E503-3857-53C5-1A1FD1DBDCD1}"/>
          </ac:spMkLst>
        </pc:spChg>
        <pc:spChg chg="add del mod">
          <ac:chgData name="Songqing" userId="c4d8cb49210192e2" providerId="LiveId" clId="{43D478A8-A14C-4C0B-86C7-32E27CB31161}" dt="2023-07-29T04:38:59.835" v="1496" actId="478"/>
          <ac:spMkLst>
            <pc:docMk/>
            <pc:sldMk cId="2216314799" sldId="274"/>
            <ac:spMk id="24" creationId="{123CE729-67F1-DDE2-9CD1-194F39B4FB7F}"/>
          </ac:spMkLst>
        </pc:spChg>
        <pc:spChg chg="add mod">
          <ac:chgData name="Songqing" userId="c4d8cb49210192e2" providerId="LiveId" clId="{43D478A8-A14C-4C0B-86C7-32E27CB31161}" dt="2023-08-05T11:56:58.046" v="1962" actId="1076"/>
          <ac:spMkLst>
            <pc:docMk/>
            <pc:sldMk cId="2216314799" sldId="274"/>
            <ac:spMk id="29" creationId="{9D9A0144-A8CB-763E-506F-1038893D45C2}"/>
          </ac:spMkLst>
        </pc:spChg>
        <pc:spChg chg="add mod">
          <ac:chgData name="Songqing" userId="c4d8cb49210192e2" providerId="LiveId" clId="{43D478A8-A14C-4C0B-86C7-32E27CB31161}" dt="2023-08-05T11:56:58.046" v="1962" actId="1076"/>
          <ac:spMkLst>
            <pc:docMk/>
            <pc:sldMk cId="2216314799" sldId="274"/>
            <ac:spMk id="34" creationId="{D1A4237A-FB07-8AD9-3631-171988D2014E}"/>
          </ac:spMkLst>
        </pc:spChg>
        <pc:spChg chg="add del mod">
          <ac:chgData name="Songqing" userId="c4d8cb49210192e2" providerId="LiveId" clId="{43D478A8-A14C-4C0B-86C7-32E27CB31161}" dt="2023-07-29T04:39:34.836" v="1501" actId="478"/>
          <ac:spMkLst>
            <pc:docMk/>
            <pc:sldMk cId="2216314799" sldId="274"/>
            <ac:spMk id="52" creationId="{69C33B8F-20C6-3DF7-3F79-1D3E965F2374}"/>
          </ac:spMkLst>
        </pc:spChg>
        <pc:spChg chg="add mod">
          <ac:chgData name="Songqing" userId="c4d8cb49210192e2" providerId="LiveId" clId="{43D478A8-A14C-4C0B-86C7-32E27CB31161}" dt="2023-08-05T11:57:03.896" v="1963" actId="14100"/>
          <ac:spMkLst>
            <pc:docMk/>
            <pc:sldMk cId="2216314799" sldId="274"/>
            <ac:spMk id="53" creationId="{623DDB0E-DF00-2CF3-C96A-600A5A3522BA}"/>
          </ac:spMkLst>
        </pc:spChg>
        <pc:spChg chg="add mod">
          <ac:chgData name="Songqing" userId="c4d8cb49210192e2" providerId="LiveId" clId="{43D478A8-A14C-4C0B-86C7-32E27CB31161}" dt="2023-08-05T11:56:58.046" v="1962" actId="1076"/>
          <ac:spMkLst>
            <pc:docMk/>
            <pc:sldMk cId="2216314799" sldId="274"/>
            <ac:spMk id="54" creationId="{146B91CC-76EB-01CB-9FE2-D56D8178158A}"/>
          </ac:spMkLst>
        </pc:spChg>
        <pc:spChg chg="add mod">
          <ac:chgData name="Songqing" userId="c4d8cb49210192e2" providerId="LiveId" clId="{43D478A8-A14C-4C0B-86C7-32E27CB31161}" dt="2023-08-05T11:56:58.046" v="1962" actId="1076"/>
          <ac:spMkLst>
            <pc:docMk/>
            <pc:sldMk cId="2216314799" sldId="274"/>
            <ac:spMk id="55" creationId="{2DE1E2B6-0F65-4445-E3C1-978738C4ADF8}"/>
          </ac:spMkLst>
        </pc:spChg>
        <pc:spChg chg="add mod">
          <ac:chgData name="Songqing" userId="c4d8cb49210192e2" providerId="LiveId" clId="{43D478A8-A14C-4C0B-86C7-32E27CB31161}" dt="2023-08-05T11:56:58.046" v="1962" actId="1076"/>
          <ac:spMkLst>
            <pc:docMk/>
            <pc:sldMk cId="2216314799" sldId="274"/>
            <ac:spMk id="56" creationId="{ABA07445-3776-1371-ACF6-A2E222236F35}"/>
          </ac:spMkLst>
        </pc:spChg>
        <pc:spChg chg="add mod ord">
          <ac:chgData name="Songqing" userId="c4d8cb49210192e2" providerId="LiveId" clId="{43D478A8-A14C-4C0B-86C7-32E27CB31161}" dt="2023-08-05T11:56:58.046" v="1962" actId="1076"/>
          <ac:spMkLst>
            <pc:docMk/>
            <pc:sldMk cId="2216314799" sldId="274"/>
            <ac:spMk id="61" creationId="{32674058-6722-E58D-B55F-E25426FE0BE7}"/>
          </ac:spMkLst>
        </pc:spChg>
        <pc:spChg chg="add mod">
          <ac:chgData name="Songqing" userId="c4d8cb49210192e2" providerId="LiveId" clId="{43D478A8-A14C-4C0B-86C7-32E27CB31161}" dt="2023-08-05T11:57:12.793" v="1964" actId="14100"/>
          <ac:spMkLst>
            <pc:docMk/>
            <pc:sldMk cId="2216314799" sldId="274"/>
            <ac:spMk id="62" creationId="{524B208A-B173-FC0A-B618-E043F12D5F0C}"/>
          </ac:spMkLst>
        </pc:spChg>
        <pc:spChg chg="add mod">
          <ac:chgData name="Songqing" userId="c4d8cb49210192e2" providerId="LiveId" clId="{43D478A8-A14C-4C0B-86C7-32E27CB31161}" dt="2023-07-29T04:47:09.066" v="1618" actId="14100"/>
          <ac:spMkLst>
            <pc:docMk/>
            <pc:sldMk cId="2216314799" sldId="274"/>
            <ac:spMk id="63" creationId="{8B4D646C-D8F5-DBB5-F07F-E034C9A8104F}"/>
          </ac:spMkLst>
        </pc:spChg>
        <pc:spChg chg="add mod">
          <ac:chgData name="Songqing" userId="c4d8cb49210192e2" providerId="LiveId" clId="{43D478A8-A14C-4C0B-86C7-32E27CB31161}" dt="2023-08-15T07:23:37.947" v="2197" actId="14100"/>
          <ac:spMkLst>
            <pc:docMk/>
            <pc:sldMk cId="2216314799" sldId="274"/>
            <ac:spMk id="64" creationId="{6E9797F3-10F2-8B54-289F-38FD245B5EED}"/>
          </ac:spMkLst>
        </pc:spChg>
        <pc:spChg chg="add mod">
          <ac:chgData name="Songqing" userId="c4d8cb49210192e2" providerId="LiveId" clId="{43D478A8-A14C-4C0B-86C7-32E27CB31161}" dt="2023-08-05T11:56:58.046" v="1962" actId="1076"/>
          <ac:spMkLst>
            <pc:docMk/>
            <pc:sldMk cId="2216314799" sldId="274"/>
            <ac:spMk id="65" creationId="{F575EDEC-8517-EDB8-1053-934AE9BE6A8B}"/>
          </ac:spMkLst>
        </pc:spChg>
        <pc:spChg chg="add mod">
          <ac:chgData name="Songqing" userId="c4d8cb49210192e2" providerId="LiveId" clId="{43D478A8-A14C-4C0B-86C7-32E27CB31161}" dt="2023-08-05T11:56:58.046" v="1962" actId="1076"/>
          <ac:spMkLst>
            <pc:docMk/>
            <pc:sldMk cId="2216314799" sldId="274"/>
            <ac:spMk id="66" creationId="{977691F7-D2D8-0240-A7E6-F8ADE2CAA51D}"/>
          </ac:spMkLst>
        </pc:spChg>
        <pc:spChg chg="add mod">
          <ac:chgData name="Songqing" userId="c4d8cb49210192e2" providerId="LiveId" clId="{43D478A8-A14C-4C0B-86C7-32E27CB31161}" dt="2023-07-29T04:47:51.521" v="1629" actId="1076"/>
          <ac:spMkLst>
            <pc:docMk/>
            <pc:sldMk cId="2216314799" sldId="274"/>
            <ac:spMk id="68" creationId="{0E63BA6E-CEFE-938B-D530-74ACE4998765}"/>
          </ac:spMkLst>
        </pc:spChg>
        <pc:cxnChg chg="add del mod">
          <ac:chgData name="Songqing" userId="c4d8cb49210192e2" providerId="LiveId" clId="{43D478A8-A14C-4C0B-86C7-32E27CB31161}" dt="2023-07-19T05:33:33.303" v="718" actId="478"/>
          <ac:cxnSpMkLst>
            <pc:docMk/>
            <pc:sldMk cId="2216314799" sldId="274"/>
            <ac:cxnSpMk id="15" creationId="{544423A6-F933-7C6E-98B8-669E8C28F0FE}"/>
          </ac:cxnSpMkLst>
        </pc:cxnChg>
        <pc:cxnChg chg="add del mod">
          <ac:chgData name="Songqing" userId="c4d8cb49210192e2" providerId="LiveId" clId="{43D478A8-A14C-4C0B-86C7-32E27CB31161}" dt="2023-07-29T04:44:52.715" v="1586" actId="478"/>
          <ac:cxnSpMkLst>
            <pc:docMk/>
            <pc:sldMk cId="2216314799" sldId="274"/>
            <ac:cxnSpMk id="19" creationId="{C29AAF98-B1A0-47FA-56B6-07D271D7A0A9}"/>
          </ac:cxnSpMkLst>
        </pc:cxnChg>
        <pc:cxnChg chg="add del mod">
          <ac:chgData name="Songqing" userId="c4d8cb49210192e2" providerId="LiveId" clId="{43D478A8-A14C-4C0B-86C7-32E27CB31161}" dt="2023-07-29T04:38:59.835" v="1496" actId="478"/>
          <ac:cxnSpMkLst>
            <pc:docMk/>
            <pc:sldMk cId="2216314799" sldId="274"/>
            <ac:cxnSpMk id="21" creationId="{737E4DC7-903F-B2D5-4DCA-99EB5028DB0F}"/>
          </ac:cxnSpMkLst>
        </pc:cxnChg>
        <pc:cxnChg chg="add del mod">
          <ac:chgData name="Songqing" userId="c4d8cb49210192e2" providerId="LiveId" clId="{43D478A8-A14C-4C0B-86C7-32E27CB31161}" dt="2023-07-29T04:38:59.835" v="1496" actId="478"/>
          <ac:cxnSpMkLst>
            <pc:docMk/>
            <pc:sldMk cId="2216314799" sldId="274"/>
            <ac:cxnSpMk id="25" creationId="{6AB45BF9-F879-3ABA-D00A-505AAF4EB712}"/>
          </ac:cxnSpMkLst>
        </pc:cxnChg>
        <pc:cxnChg chg="add del mod">
          <ac:chgData name="Songqing" userId="c4d8cb49210192e2" providerId="LiveId" clId="{43D478A8-A14C-4C0B-86C7-32E27CB31161}" dt="2023-07-29T04:40:22.495" v="1511" actId="478"/>
          <ac:cxnSpMkLst>
            <pc:docMk/>
            <pc:sldMk cId="2216314799" sldId="274"/>
            <ac:cxnSpMk id="43" creationId="{40E4FA22-E636-5006-BB39-3C0D2CB66124}"/>
          </ac:cxnSpMkLst>
        </pc:cxnChg>
        <pc:cxnChg chg="add del mod">
          <ac:chgData name="Songqing" userId="c4d8cb49210192e2" providerId="LiveId" clId="{43D478A8-A14C-4C0B-86C7-32E27CB31161}" dt="2023-07-29T04:40:23.713" v="1512" actId="478"/>
          <ac:cxnSpMkLst>
            <pc:docMk/>
            <pc:sldMk cId="2216314799" sldId="274"/>
            <ac:cxnSpMk id="45" creationId="{48448BBD-60DA-AD60-D300-AB762B14C868}"/>
          </ac:cxnSpMkLst>
        </pc:cxnChg>
        <pc:cxnChg chg="add del mod">
          <ac:chgData name="Songqing" userId="c4d8cb49210192e2" providerId="LiveId" clId="{43D478A8-A14C-4C0B-86C7-32E27CB31161}" dt="2023-07-29T04:40:24.475" v="1513" actId="478"/>
          <ac:cxnSpMkLst>
            <pc:docMk/>
            <pc:sldMk cId="2216314799" sldId="274"/>
            <ac:cxnSpMk id="57" creationId="{DE197381-D490-8834-5D55-080E83C4C0CD}"/>
          </ac:cxnSpMkLst>
        </pc:cxnChg>
        <pc:cxnChg chg="add del mod">
          <ac:chgData name="Songqing" userId="c4d8cb49210192e2" providerId="LiveId" clId="{43D478A8-A14C-4C0B-86C7-32E27CB31161}" dt="2023-07-29T04:40:25.896" v="1514" actId="478"/>
          <ac:cxnSpMkLst>
            <pc:docMk/>
            <pc:sldMk cId="2216314799" sldId="274"/>
            <ac:cxnSpMk id="58" creationId="{4D7030FB-4118-1AE5-99B8-D3011C5E3F1C}"/>
          </ac:cxnSpMkLst>
        </pc:cxnChg>
        <pc:cxnChg chg="add mod">
          <ac:chgData name="Songqing" userId="c4d8cb49210192e2" providerId="LiveId" clId="{43D478A8-A14C-4C0B-86C7-32E27CB31161}" dt="2023-08-05T11:56:58.046" v="1962" actId="1076"/>
          <ac:cxnSpMkLst>
            <pc:docMk/>
            <pc:sldMk cId="2216314799" sldId="274"/>
            <ac:cxnSpMk id="70" creationId="{9F4257D6-79DF-2499-F3BE-B23641B1BAE2}"/>
          </ac:cxnSpMkLst>
        </pc:cxnChg>
      </pc:sldChg>
      <pc:sldChg chg="addSp delSp modSp del mod ord modNotesTx">
        <pc:chgData name="Songqing" userId="c4d8cb49210192e2" providerId="LiveId" clId="{43D478A8-A14C-4C0B-86C7-32E27CB31161}" dt="2023-07-29T04:44:59.302" v="1587" actId="2696"/>
        <pc:sldMkLst>
          <pc:docMk/>
          <pc:sldMk cId="1408025446" sldId="294"/>
        </pc:sldMkLst>
        <pc:spChg chg="mod">
          <ac:chgData name="Songqing" userId="c4d8cb49210192e2" providerId="LiveId" clId="{43D478A8-A14C-4C0B-86C7-32E27CB31161}" dt="2023-07-21T20:19:09.860" v="1392" actId="20577"/>
          <ac:spMkLst>
            <pc:docMk/>
            <pc:sldMk cId="1408025446" sldId="294"/>
            <ac:spMk id="2" creationId="{00000000-0000-0000-0000-000000000000}"/>
          </ac:spMkLst>
        </pc:spChg>
        <pc:spChg chg="del mod">
          <ac:chgData name="Songqing" userId="c4d8cb49210192e2" providerId="LiveId" clId="{43D478A8-A14C-4C0B-86C7-32E27CB31161}" dt="2023-07-17T20:02:47.366" v="34" actId="478"/>
          <ac:spMkLst>
            <pc:docMk/>
            <pc:sldMk cId="1408025446" sldId="294"/>
            <ac:spMk id="4" creationId="{6CA3A3DF-0166-EB1D-9437-156FF00610F0}"/>
          </ac:spMkLst>
        </pc:spChg>
        <pc:spChg chg="del mod">
          <ac:chgData name="Songqing" userId="c4d8cb49210192e2" providerId="LiveId" clId="{43D478A8-A14C-4C0B-86C7-32E27CB31161}" dt="2023-07-17T20:01:32.513" v="19" actId="478"/>
          <ac:spMkLst>
            <pc:docMk/>
            <pc:sldMk cId="1408025446" sldId="294"/>
            <ac:spMk id="5" creationId="{00000000-0000-0000-0000-000000000000}"/>
          </ac:spMkLst>
        </pc:spChg>
        <pc:spChg chg="add del mod">
          <ac:chgData name="Songqing" userId="c4d8cb49210192e2" providerId="LiveId" clId="{43D478A8-A14C-4C0B-86C7-32E27CB31161}" dt="2023-07-17T20:01:35.744" v="20" actId="478"/>
          <ac:spMkLst>
            <pc:docMk/>
            <pc:sldMk cId="1408025446" sldId="294"/>
            <ac:spMk id="6" creationId="{0D5516D7-1F78-BA72-E2D7-3309005FB46D}"/>
          </ac:spMkLst>
        </pc:spChg>
        <pc:spChg chg="add mod">
          <ac:chgData name="Songqing" userId="c4d8cb49210192e2" providerId="LiveId" clId="{43D478A8-A14C-4C0B-86C7-32E27CB31161}" dt="2023-07-29T04:43:08.639" v="1565" actId="14100"/>
          <ac:spMkLst>
            <pc:docMk/>
            <pc:sldMk cId="1408025446" sldId="294"/>
            <ac:spMk id="8" creationId="{2DDA7AF5-637B-7E1B-0FC5-EB5C7EA2A9B4}"/>
          </ac:spMkLst>
        </pc:spChg>
      </pc:sldChg>
      <pc:sldChg chg="addSp delSp modSp mod">
        <pc:chgData name="Songqing" userId="c4d8cb49210192e2" providerId="LiveId" clId="{43D478A8-A14C-4C0B-86C7-32E27CB31161}" dt="2023-08-05T12:08:02.309" v="2161" actId="478"/>
        <pc:sldMkLst>
          <pc:docMk/>
          <pc:sldMk cId="2115522147" sldId="322"/>
        </pc:sldMkLst>
        <pc:spChg chg="add mod">
          <ac:chgData name="Songqing" userId="c4d8cb49210192e2" providerId="LiveId" clId="{43D478A8-A14C-4C0B-86C7-32E27CB31161}" dt="2023-07-19T04:37:33.023" v="395" actId="14100"/>
          <ac:spMkLst>
            <pc:docMk/>
            <pc:sldMk cId="2115522147" sldId="322"/>
            <ac:spMk id="2" creationId="{348DB064-091E-82D2-2756-26D34D84AACA}"/>
          </ac:spMkLst>
        </pc:spChg>
        <pc:spChg chg="del mod">
          <ac:chgData name="Songqing" userId="c4d8cb49210192e2" providerId="LiveId" clId="{43D478A8-A14C-4C0B-86C7-32E27CB31161}" dt="2023-08-05T12:08:02.309" v="2161" actId="478"/>
          <ac:spMkLst>
            <pc:docMk/>
            <pc:sldMk cId="2115522147" sldId="322"/>
            <ac:spMk id="4" creationId="{F89EBB47-39A0-55B7-4BD5-49E8128A8B6D}"/>
          </ac:spMkLst>
        </pc:spChg>
        <pc:spChg chg="del mod">
          <ac:chgData name="Songqing" userId="c4d8cb49210192e2" providerId="LiveId" clId="{43D478A8-A14C-4C0B-86C7-32E27CB31161}" dt="2023-08-05T12:08:02.309" v="2161" actId="478"/>
          <ac:spMkLst>
            <pc:docMk/>
            <pc:sldMk cId="2115522147" sldId="322"/>
            <ac:spMk id="6" creationId="{2A6A2727-CBFD-599B-4309-53E8DAD31188}"/>
          </ac:spMkLst>
        </pc:spChg>
        <pc:spChg chg="mod">
          <ac:chgData name="Songqing" userId="c4d8cb49210192e2" providerId="LiveId" clId="{43D478A8-A14C-4C0B-86C7-32E27CB31161}" dt="2023-07-20T02:27:45.670" v="1388" actId="20577"/>
          <ac:spMkLst>
            <pc:docMk/>
            <pc:sldMk cId="2115522147" sldId="322"/>
            <ac:spMk id="9" creationId="{12FE7EEE-9033-20AB-8C81-1DA854640A13}"/>
          </ac:spMkLst>
        </pc:spChg>
      </pc:sldChg>
      <pc:sldChg chg="addSp modSp mod">
        <pc:chgData name="Songqing" userId="c4d8cb49210192e2" providerId="LiveId" clId="{43D478A8-A14C-4C0B-86C7-32E27CB31161}" dt="2023-08-15T07:22:27.398" v="2167" actId="20577"/>
        <pc:sldMkLst>
          <pc:docMk/>
          <pc:sldMk cId="523495732" sldId="323"/>
        </pc:sldMkLst>
        <pc:spChg chg="mod">
          <ac:chgData name="Songqing" userId="c4d8cb49210192e2" providerId="LiveId" clId="{43D478A8-A14C-4C0B-86C7-32E27CB31161}" dt="2023-08-05T12:06:28.160" v="2103" actId="1076"/>
          <ac:spMkLst>
            <pc:docMk/>
            <pc:sldMk cId="523495732" sldId="323"/>
            <ac:spMk id="3" creationId="{00000000-0000-0000-0000-000000000000}"/>
          </ac:spMkLst>
        </pc:spChg>
        <pc:spChg chg="add mod">
          <ac:chgData name="Songqing" userId="c4d8cb49210192e2" providerId="LiveId" clId="{43D478A8-A14C-4C0B-86C7-32E27CB31161}" dt="2023-08-15T07:22:27.398" v="2167" actId="20577"/>
          <ac:spMkLst>
            <pc:docMk/>
            <pc:sldMk cId="523495732" sldId="323"/>
            <ac:spMk id="6" creationId="{A4B60D65-4F88-A47D-06F4-737E7BFB63D8}"/>
          </ac:spMkLst>
        </pc:spChg>
      </pc:sldChg>
      <pc:sldChg chg="del">
        <pc:chgData name="Songqing" userId="c4d8cb49210192e2" providerId="LiveId" clId="{43D478A8-A14C-4C0B-86C7-32E27CB31161}" dt="2023-07-17T19:59:24.503" v="3" actId="47"/>
        <pc:sldMkLst>
          <pc:docMk/>
          <pc:sldMk cId="57254538" sldId="324"/>
        </pc:sldMkLst>
      </pc:sldChg>
      <pc:sldChg chg="addSp delSp modSp add del mod">
        <pc:chgData name="Songqing" userId="c4d8cb49210192e2" providerId="LiveId" clId="{43D478A8-A14C-4C0B-86C7-32E27CB31161}" dt="2023-08-05T12:06:11.748" v="2102" actId="47"/>
        <pc:sldMkLst>
          <pc:docMk/>
          <pc:sldMk cId="2841815986" sldId="324"/>
        </pc:sldMkLst>
        <pc:spChg chg="mod">
          <ac:chgData name="Songqing" userId="c4d8cb49210192e2" providerId="LiveId" clId="{43D478A8-A14C-4C0B-86C7-32E27CB31161}" dt="2023-07-18T11:23:48.936" v="240" actId="14100"/>
          <ac:spMkLst>
            <pc:docMk/>
            <pc:sldMk cId="2841815986" sldId="324"/>
            <ac:spMk id="2" creationId="{00000000-0000-0000-0000-000000000000}"/>
          </ac:spMkLst>
        </pc:spChg>
        <pc:spChg chg="del">
          <ac:chgData name="Songqing" userId="c4d8cb49210192e2" providerId="LiveId" clId="{43D478A8-A14C-4C0B-86C7-32E27CB31161}" dt="2023-07-18T11:19:28.699" v="188" actId="478"/>
          <ac:spMkLst>
            <pc:docMk/>
            <pc:sldMk cId="2841815986" sldId="324"/>
            <ac:spMk id="4" creationId="{6CA3A3DF-0166-EB1D-9437-156FF00610F0}"/>
          </ac:spMkLst>
        </pc:spChg>
        <pc:spChg chg="del">
          <ac:chgData name="Songqing" userId="c4d8cb49210192e2" providerId="LiveId" clId="{43D478A8-A14C-4C0B-86C7-32E27CB31161}" dt="2023-07-18T11:19:30.443" v="189" actId="478"/>
          <ac:spMkLst>
            <pc:docMk/>
            <pc:sldMk cId="2841815986" sldId="324"/>
            <ac:spMk id="5" creationId="{00000000-0000-0000-0000-000000000000}"/>
          </ac:spMkLst>
        </pc:spChg>
        <pc:spChg chg="add del mod">
          <ac:chgData name="Songqing" userId="c4d8cb49210192e2" providerId="LiveId" clId="{43D478A8-A14C-4C0B-86C7-32E27CB31161}" dt="2023-07-18T11:19:32.693" v="190" actId="478"/>
          <ac:spMkLst>
            <pc:docMk/>
            <pc:sldMk cId="2841815986" sldId="324"/>
            <ac:spMk id="6" creationId="{25A4289F-B89B-2E6F-4711-9F5C2DF86EC1}"/>
          </ac:spMkLst>
        </pc:spChg>
        <pc:picChg chg="add mod">
          <ac:chgData name="Songqing" userId="c4d8cb49210192e2" providerId="LiveId" clId="{43D478A8-A14C-4C0B-86C7-32E27CB31161}" dt="2023-07-18T12:30:46.473" v="371" actId="1076"/>
          <ac:picMkLst>
            <pc:docMk/>
            <pc:sldMk cId="2841815986" sldId="324"/>
            <ac:picMk id="7" creationId="{F3F1E291-0682-5368-D0A9-22A3DDFE2F59}"/>
          </ac:picMkLst>
        </pc:picChg>
      </pc:sldChg>
      <pc:sldChg chg="del">
        <pc:chgData name="Songqing" userId="c4d8cb49210192e2" providerId="LiveId" clId="{43D478A8-A14C-4C0B-86C7-32E27CB31161}" dt="2023-07-17T19:59:24.503" v="3" actId="47"/>
        <pc:sldMkLst>
          <pc:docMk/>
          <pc:sldMk cId="147964486" sldId="325"/>
        </pc:sldMkLst>
      </pc:sldChg>
      <pc:sldChg chg="delSp modSp add del mod">
        <pc:chgData name="Songqing" userId="c4d8cb49210192e2" providerId="LiveId" clId="{43D478A8-A14C-4C0B-86C7-32E27CB31161}" dt="2023-07-18T12:30:39.459" v="370" actId="2696"/>
        <pc:sldMkLst>
          <pc:docMk/>
          <pc:sldMk cId="3606868986" sldId="325"/>
        </pc:sldMkLst>
        <pc:spChg chg="del">
          <ac:chgData name="Songqing" userId="c4d8cb49210192e2" providerId="LiveId" clId="{43D478A8-A14C-4C0B-86C7-32E27CB31161}" dt="2023-07-18T12:26:17.291" v="285" actId="478"/>
          <ac:spMkLst>
            <pc:docMk/>
            <pc:sldMk cId="3606868986" sldId="325"/>
            <ac:spMk id="5" creationId="{229CAEAA-CFBA-A4F2-6860-CBDF70FC1631}"/>
          </ac:spMkLst>
        </pc:spChg>
        <pc:spChg chg="mod">
          <ac:chgData name="Songqing" userId="c4d8cb49210192e2" providerId="LiveId" clId="{43D478A8-A14C-4C0B-86C7-32E27CB31161}" dt="2023-07-18T12:26:20.373" v="286" actId="1076"/>
          <ac:spMkLst>
            <pc:docMk/>
            <pc:sldMk cId="3606868986" sldId="325"/>
            <ac:spMk id="7" creationId="{65C4C16E-FD48-816E-3589-2056FB75000E}"/>
          </ac:spMkLst>
        </pc:spChg>
      </pc:sldChg>
      <pc:sldChg chg="addSp delSp modSp add mod">
        <pc:chgData name="Songqing" userId="c4d8cb49210192e2" providerId="LiveId" clId="{43D478A8-A14C-4C0B-86C7-32E27CB31161}" dt="2023-07-29T04:59:21.526" v="1767" actId="1076"/>
        <pc:sldMkLst>
          <pc:docMk/>
          <pc:sldMk cId="957646134" sldId="326"/>
        </pc:sldMkLst>
        <pc:spChg chg="add mod">
          <ac:chgData name="Songqing" userId="c4d8cb49210192e2" providerId="LiveId" clId="{43D478A8-A14C-4C0B-86C7-32E27CB31161}" dt="2023-07-19T04:39:20.670" v="412" actId="27636"/>
          <ac:spMkLst>
            <pc:docMk/>
            <pc:sldMk cId="957646134" sldId="326"/>
            <ac:spMk id="2" creationId="{31E8A9A5-736B-EBA7-4C40-A1761FC4138F}"/>
          </ac:spMkLst>
        </pc:spChg>
        <pc:spChg chg="add mod">
          <ac:chgData name="Songqing" userId="c4d8cb49210192e2" providerId="LiveId" clId="{43D478A8-A14C-4C0B-86C7-32E27CB31161}" dt="2023-07-29T04:59:21.526" v="1767" actId="1076"/>
          <ac:spMkLst>
            <pc:docMk/>
            <pc:sldMk cId="957646134" sldId="326"/>
            <ac:spMk id="3" creationId="{EB8DA9CD-F4D6-5677-F3E6-D6E657334F9C}"/>
          </ac:spMkLst>
        </pc:spChg>
        <pc:spChg chg="del mod">
          <ac:chgData name="Songqing" userId="c4d8cb49210192e2" providerId="LiveId" clId="{43D478A8-A14C-4C0B-86C7-32E27CB31161}" dt="2023-07-19T05:05:48.354" v="582" actId="478"/>
          <ac:spMkLst>
            <pc:docMk/>
            <pc:sldMk cId="957646134" sldId="326"/>
            <ac:spMk id="4" creationId="{F89EBB47-39A0-55B7-4BD5-49E8128A8B6D}"/>
          </ac:spMkLst>
        </pc:spChg>
        <pc:spChg chg="add del mod">
          <ac:chgData name="Songqing" userId="c4d8cb49210192e2" providerId="LiveId" clId="{43D478A8-A14C-4C0B-86C7-32E27CB31161}" dt="2023-07-19T05:31:21.512" v="625" actId="478"/>
          <ac:spMkLst>
            <pc:docMk/>
            <pc:sldMk cId="957646134" sldId="326"/>
            <ac:spMk id="5" creationId="{AB5849F4-7B1E-0EB5-DA33-4237E3D8C4AD}"/>
          </ac:spMkLst>
        </pc:spChg>
        <pc:spChg chg="del mod">
          <ac:chgData name="Songqing" userId="c4d8cb49210192e2" providerId="LiveId" clId="{43D478A8-A14C-4C0B-86C7-32E27CB31161}" dt="2023-07-19T04:45:39.418" v="443" actId="478"/>
          <ac:spMkLst>
            <pc:docMk/>
            <pc:sldMk cId="957646134" sldId="326"/>
            <ac:spMk id="6" creationId="{2A6A2727-CBFD-599B-4309-53E8DAD31188}"/>
          </ac:spMkLst>
        </pc:spChg>
        <pc:spChg chg="add del mod">
          <ac:chgData name="Songqing" userId="c4d8cb49210192e2" providerId="LiveId" clId="{43D478A8-A14C-4C0B-86C7-32E27CB31161}" dt="2023-07-19T05:05:48.354" v="582" actId="478"/>
          <ac:spMkLst>
            <pc:docMk/>
            <pc:sldMk cId="957646134" sldId="326"/>
            <ac:spMk id="8" creationId="{76BA1AC7-593D-D8D0-B5E6-415A3B345044}"/>
          </ac:spMkLst>
        </pc:spChg>
        <pc:spChg chg="mod">
          <ac:chgData name="Songqing" userId="c4d8cb49210192e2" providerId="LiveId" clId="{43D478A8-A14C-4C0B-86C7-32E27CB31161}" dt="2023-07-19T05:30:34.643" v="620" actId="207"/>
          <ac:spMkLst>
            <pc:docMk/>
            <pc:sldMk cId="957646134" sldId="326"/>
            <ac:spMk id="9" creationId="{12FE7EEE-9033-20AB-8C81-1DA854640A13}"/>
          </ac:spMkLst>
        </pc:spChg>
        <pc:spChg chg="add del">
          <ac:chgData name="Songqing" userId="c4d8cb49210192e2" providerId="LiveId" clId="{43D478A8-A14C-4C0B-86C7-32E27CB31161}" dt="2023-07-19T05:02:42.702" v="559"/>
          <ac:spMkLst>
            <pc:docMk/>
            <pc:sldMk cId="957646134" sldId="326"/>
            <ac:spMk id="10" creationId="{145EF139-F24F-5FC3-4821-5BBB022307C7}"/>
          </ac:spMkLst>
        </pc:spChg>
        <pc:spChg chg="add del">
          <ac:chgData name="Songqing" userId="c4d8cb49210192e2" providerId="LiveId" clId="{43D478A8-A14C-4C0B-86C7-32E27CB31161}" dt="2023-07-19T05:02:42.702" v="559"/>
          <ac:spMkLst>
            <pc:docMk/>
            <pc:sldMk cId="957646134" sldId="326"/>
            <ac:spMk id="11" creationId="{03DD445A-CB96-CED0-0911-0D988CCD7A89}"/>
          </ac:spMkLst>
        </pc:spChg>
        <pc:spChg chg="add del">
          <ac:chgData name="Songqing" userId="c4d8cb49210192e2" providerId="LiveId" clId="{43D478A8-A14C-4C0B-86C7-32E27CB31161}" dt="2023-07-19T05:02:42.702" v="559"/>
          <ac:spMkLst>
            <pc:docMk/>
            <pc:sldMk cId="957646134" sldId="326"/>
            <ac:spMk id="12" creationId="{B31648B0-6BB0-2471-67F0-18DA5630194A}"/>
          </ac:spMkLst>
        </pc:spChg>
        <pc:spChg chg="add del">
          <ac:chgData name="Songqing" userId="c4d8cb49210192e2" providerId="LiveId" clId="{43D478A8-A14C-4C0B-86C7-32E27CB31161}" dt="2023-07-19T05:02:42.702" v="559"/>
          <ac:spMkLst>
            <pc:docMk/>
            <pc:sldMk cId="957646134" sldId="326"/>
            <ac:spMk id="13" creationId="{95F0E6E4-E2C4-75B3-103C-6F42702981C4}"/>
          </ac:spMkLst>
        </pc:spChg>
        <pc:spChg chg="add del">
          <ac:chgData name="Songqing" userId="c4d8cb49210192e2" providerId="LiveId" clId="{43D478A8-A14C-4C0B-86C7-32E27CB31161}" dt="2023-07-19T05:02:42.702" v="559"/>
          <ac:spMkLst>
            <pc:docMk/>
            <pc:sldMk cId="957646134" sldId="326"/>
            <ac:spMk id="14" creationId="{CA02FA6A-47E6-3A73-65F8-C7FE3D7377ED}"/>
          </ac:spMkLst>
        </pc:spChg>
        <pc:spChg chg="add mod">
          <ac:chgData name="Songqing" userId="c4d8cb49210192e2" providerId="LiveId" clId="{43D478A8-A14C-4C0B-86C7-32E27CB31161}" dt="2023-07-29T04:59:11.542" v="1765" actId="1076"/>
          <ac:spMkLst>
            <pc:docMk/>
            <pc:sldMk cId="957646134" sldId="326"/>
            <ac:spMk id="16" creationId="{C691B325-0222-7B53-7A98-3AD581A9F076}"/>
          </ac:spMkLst>
        </pc:spChg>
        <pc:spChg chg="add mod">
          <ac:chgData name="Songqing" userId="c4d8cb49210192e2" providerId="LiveId" clId="{43D478A8-A14C-4C0B-86C7-32E27CB31161}" dt="2023-07-29T04:59:08.645" v="1764" actId="1076"/>
          <ac:spMkLst>
            <pc:docMk/>
            <pc:sldMk cId="957646134" sldId="326"/>
            <ac:spMk id="18" creationId="{3E5EEA33-3767-D500-79AB-2DCAAD38B47D}"/>
          </ac:spMkLst>
        </pc:spChg>
        <pc:picChg chg="add del">
          <ac:chgData name="Songqing" userId="c4d8cb49210192e2" providerId="LiveId" clId="{43D478A8-A14C-4C0B-86C7-32E27CB31161}" dt="2023-07-19T05:02:42.702" v="559"/>
          <ac:picMkLst>
            <pc:docMk/>
            <pc:sldMk cId="957646134" sldId="326"/>
            <ac:picMk id="1025" creationId="{1EDEEBE7-3900-1521-88FA-7E4489434137}"/>
          </ac:picMkLst>
        </pc:picChg>
        <pc:picChg chg="add del">
          <ac:chgData name="Songqing" userId="c4d8cb49210192e2" providerId="LiveId" clId="{43D478A8-A14C-4C0B-86C7-32E27CB31161}" dt="2023-07-19T05:02:42.702" v="559"/>
          <ac:picMkLst>
            <pc:docMk/>
            <pc:sldMk cId="957646134" sldId="326"/>
            <ac:picMk id="1026" creationId="{747948B7-C54B-2365-9DEC-89382E1E2027}"/>
          </ac:picMkLst>
        </pc:picChg>
        <pc:picChg chg="add del">
          <ac:chgData name="Songqing" userId="c4d8cb49210192e2" providerId="LiveId" clId="{43D478A8-A14C-4C0B-86C7-32E27CB31161}" dt="2023-07-19T05:02:42.702" v="559"/>
          <ac:picMkLst>
            <pc:docMk/>
            <pc:sldMk cId="957646134" sldId="326"/>
            <ac:picMk id="1027" creationId="{ED4C4441-38B0-A05A-2D3E-D3A84259C4DD}"/>
          </ac:picMkLst>
        </pc:picChg>
        <pc:picChg chg="add del">
          <ac:chgData name="Songqing" userId="c4d8cb49210192e2" providerId="LiveId" clId="{43D478A8-A14C-4C0B-86C7-32E27CB31161}" dt="2023-07-19T05:02:42.702" v="559"/>
          <ac:picMkLst>
            <pc:docMk/>
            <pc:sldMk cId="957646134" sldId="326"/>
            <ac:picMk id="1028" creationId="{582A503B-875F-BA89-2C2E-77F82B1B8FCF}"/>
          </ac:picMkLst>
        </pc:picChg>
        <pc:cxnChg chg="add mod">
          <ac:chgData name="Songqing" userId="c4d8cb49210192e2" providerId="LiveId" clId="{43D478A8-A14C-4C0B-86C7-32E27CB31161}" dt="2023-07-19T05:30:53.381" v="622" actId="14100"/>
          <ac:cxnSpMkLst>
            <pc:docMk/>
            <pc:sldMk cId="957646134" sldId="326"/>
            <ac:cxnSpMk id="20" creationId="{2EBCEE82-F1C9-9065-D2BE-40FC42B294F7}"/>
          </ac:cxnSpMkLst>
        </pc:cxnChg>
      </pc:sldChg>
      <pc:sldChg chg="del">
        <pc:chgData name="Songqing" userId="c4d8cb49210192e2" providerId="LiveId" clId="{43D478A8-A14C-4C0B-86C7-32E27CB31161}" dt="2023-07-17T19:59:24.503" v="3" actId="47"/>
        <pc:sldMkLst>
          <pc:docMk/>
          <pc:sldMk cId="3125459258" sldId="326"/>
        </pc:sldMkLst>
      </pc:sldChg>
      <pc:sldChg chg="del">
        <pc:chgData name="Songqing" userId="c4d8cb49210192e2" providerId="LiveId" clId="{43D478A8-A14C-4C0B-86C7-32E27CB31161}" dt="2023-07-17T19:59:24.503" v="3" actId="47"/>
        <pc:sldMkLst>
          <pc:docMk/>
          <pc:sldMk cId="325042336" sldId="327"/>
        </pc:sldMkLst>
      </pc:sldChg>
      <pc:sldChg chg="addSp delSp modSp add del mod">
        <pc:chgData name="Songqing" userId="c4d8cb49210192e2" providerId="LiveId" clId="{43D478A8-A14C-4C0B-86C7-32E27CB31161}" dt="2023-08-05T12:06:02.542" v="2101" actId="47"/>
        <pc:sldMkLst>
          <pc:docMk/>
          <pc:sldMk cId="2500303338" sldId="327"/>
        </pc:sldMkLst>
        <pc:spChg chg="del">
          <ac:chgData name="Songqing" userId="c4d8cb49210192e2" providerId="LiveId" clId="{43D478A8-A14C-4C0B-86C7-32E27CB31161}" dt="2023-07-19T07:31:11.825" v="1153" actId="478"/>
          <ac:spMkLst>
            <pc:docMk/>
            <pc:sldMk cId="2500303338" sldId="327"/>
            <ac:spMk id="4" creationId="{6CA3A3DF-0166-EB1D-9437-156FF00610F0}"/>
          </ac:spMkLst>
        </pc:spChg>
        <pc:spChg chg="del">
          <ac:chgData name="Songqing" userId="c4d8cb49210192e2" providerId="LiveId" clId="{43D478A8-A14C-4C0B-86C7-32E27CB31161}" dt="2023-07-19T07:31:04.239" v="1152" actId="478"/>
          <ac:spMkLst>
            <pc:docMk/>
            <pc:sldMk cId="2500303338" sldId="327"/>
            <ac:spMk id="5" creationId="{00000000-0000-0000-0000-000000000000}"/>
          </ac:spMkLst>
        </pc:spChg>
        <pc:spChg chg="add del mod">
          <ac:chgData name="Songqing" userId="c4d8cb49210192e2" providerId="LiveId" clId="{43D478A8-A14C-4C0B-86C7-32E27CB31161}" dt="2023-07-19T07:31:15.030" v="1154" actId="478"/>
          <ac:spMkLst>
            <pc:docMk/>
            <pc:sldMk cId="2500303338" sldId="327"/>
            <ac:spMk id="6" creationId="{7E44905A-6144-3686-9B5C-62EC0F76206D}"/>
          </ac:spMkLst>
        </pc:spChg>
        <pc:spChg chg="add mod">
          <ac:chgData name="Songqing" userId="c4d8cb49210192e2" providerId="LiveId" clId="{43D478A8-A14C-4C0B-86C7-32E27CB31161}" dt="2023-07-19T08:16:50.893" v="1218" actId="14100"/>
          <ac:spMkLst>
            <pc:docMk/>
            <pc:sldMk cId="2500303338" sldId="327"/>
            <ac:spMk id="8" creationId="{10C9B060-FCA3-0B29-D200-D998C0371B81}"/>
          </ac:spMkLst>
        </pc:spChg>
        <pc:spChg chg="add mod">
          <ac:chgData name="Songqing" userId="c4d8cb49210192e2" providerId="LiveId" clId="{43D478A8-A14C-4C0B-86C7-32E27CB31161}" dt="2023-07-20T00:15:13.610" v="1348" actId="14100"/>
          <ac:spMkLst>
            <pc:docMk/>
            <pc:sldMk cId="2500303338" sldId="327"/>
            <ac:spMk id="10" creationId="{62789CDB-2C6B-26F0-7551-4530D92A2036}"/>
          </ac:spMkLst>
        </pc:spChg>
      </pc:sldChg>
      <pc:sldChg chg="del">
        <pc:chgData name="Songqing" userId="c4d8cb49210192e2" providerId="LiveId" clId="{43D478A8-A14C-4C0B-86C7-32E27CB31161}" dt="2023-07-17T19:59:24.503" v="3" actId="47"/>
        <pc:sldMkLst>
          <pc:docMk/>
          <pc:sldMk cId="2403503091" sldId="328"/>
        </pc:sldMkLst>
      </pc:sldChg>
      <pc:sldChg chg="addSp delSp modSp add del mod">
        <pc:chgData name="Songqing" userId="c4d8cb49210192e2" providerId="LiveId" clId="{43D478A8-A14C-4C0B-86C7-32E27CB31161}" dt="2023-08-05T12:06:11.748" v="2102" actId="47"/>
        <pc:sldMkLst>
          <pc:docMk/>
          <pc:sldMk cId="4153472792" sldId="328"/>
        </pc:sldMkLst>
        <pc:spChg chg="mod">
          <ac:chgData name="Songqing" userId="c4d8cb49210192e2" providerId="LiveId" clId="{43D478A8-A14C-4C0B-86C7-32E27CB31161}" dt="2023-07-18T11:20:36.013" v="233" actId="14100"/>
          <ac:spMkLst>
            <pc:docMk/>
            <pc:sldMk cId="4153472792" sldId="328"/>
            <ac:spMk id="2" creationId="{00000000-0000-0000-0000-000000000000}"/>
          </ac:spMkLst>
        </pc:spChg>
        <pc:spChg chg="add mod">
          <ac:chgData name="Songqing" userId="c4d8cb49210192e2" providerId="LiveId" clId="{43D478A8-A14C-4C0B-86C7-32E27CB31161}" dt="2023-07-19T07:27:29.093" v="1151" actId="14100"/>
          <ac:spMkLst>
            <pc:docMk/>
            <pc:sldMk cId="4153472792" sldId="328"/>
            <ac:spMk id="4" creationId="{B7B8F850-896E-1B4A-53B2-BE693210CFD1}"/>
          </ac:spMkLst>
        </pc:spChg>
        <pc:picChg chg="del">
          <ac:chgData name="Songqing" userId="c4d8cb49210192e2" providerId="LiveId" clId="{43D478A8-A14C-4C0B-86C7-32E27CB31161}" dt="2023-07-18T11:20:21.830" v="218" actId="478"/>
          <ac:picMkLst>
            <pc:docMk/>
            <pc:sldMk cId="4153472792" sldId="328"/>
            <ac:picMk id="7" creationId="{F3F1E291-0682-5368-D0A9-22A3DDFE2F59}"/>
          </ac:picMkLst>
        </pc:picChg>
      </pc:sldChg>
      <pc:sldChg chg="addSp delSp modSp add mod ord">
        <pc:chgData name="Songqing" userId="c4d8cb49210192e2" providerId="LiveId" clId="{43D478A8-A14C-4C0B-86C7-32E27CB31161}" dt="2023-08-05T12:05:18.037" v="2099" actId="14100"/>
        <pc:sldMkLst>
          <pc:docMk/>
          <pc:sldMk cId="2074270000" sldId="329"/>
        </pc:sldMkLst>
        <pc:spChg chg="mod">
          <ac:chgData name="Songqing" userId="c4d8cb49210192e2" providerId="LiveId" clId="{43D478A8-A14C-4C0B-86C7-32E27CB31161}" dt="2023-08-05T12:02:12.558" v="2023" actId="14100"/>
          <ac:spMkLst>
            <pc:docMk/>
            <pc:sldMk cId="2074270000" sldId="329"/>
            <ac:spMk id="2" creationId="{00000000-0000-0000-0000-000000000000}"/>
          </ac:spMkLst>
        </pc:spChg>
        <pc:spChg chg="add del mod">
          <ac:chgData name="Songqing" userId="c4d8cb49210192e2" providerId="LiveId" clId="{43D478A8-A14C-4C0B-86C7-32E27CB31161}" dt="2023-08-05T12:04:34.636" v="2086" actId="478"/>
          <ac:spMkLst>
            <pc:docMk/>
            <pc:sldMk cId="2074270000" sldId="329"/>
            <ac:spMk id="3" creationId="{95DF8276-DADA-965A-0CA8-905FAA008E63}"/>
          </ac:spMkLst>
        </pc:spChg>
        <pc:spChg chg="add mod ord">
          <ac:chgData name="Songqing" userId="c4d8cb49210192e2" providerId="LiveId" clId="{43D478A8-A14C-4C0B-86C7-32E27CB31161}" dt="2023-08-05T12:05:14.308" v="2098" actId="14100"/>
          <ac:spMkLst>
            <pc:docMk/>
            <pc:sldMk cId="2074270000" sldId="329"/>
            <ac:spMk id="4" creationId="{11631721-B1B4-E5D3-9185-E3E48951E2EE}"/>
          </ac:spMkLst>
        </pc:spChg>
        <pc:spChg chg="del">
          <ac:chgData name="Songqing" userId="c4d8cb49210192e2" providerId="LiveId" clId="{43D478A8-A14C-4C0B-86C7-32E27CB31161}" dt="2023-07-19T04:51:19.448" v="543" actId="478"/>
          <ac:spMkLst>
            <pc:docMk/>
            <pc:sldMk cId="2074270000" sldId="329"/>
            <ac:spMk id="4" creationId="{B7B8F850-896E-1B4A-53B2-BE693210CFD1}"/>
          </ac:spMkLst>
        </pc:spChg>
        <pc:spChg chg="add mod ord">
          <ac:chgData name="Songqing" userId="c4d8cb49210192e2" providerId="LiveId" clId="{43D478A8-A14C-4C0B-86C7-32E27CB31161}" dt="2023-08-05T12:05:18.037" v="2099" actId="14100"/>
          <ac:spMkLst>
            <pc:docMk/>
            <pc:sldMk cId="2074270000" sldId="329"/>
            <ac:spMk id="5" creationId="{5A5B023E-51CF-6502-8154-1DD82D036CB2}"/>
          </ac:spMkLst>
        </pc:spChg>
        <pc:spChg chg="add del mod">
          <ac:chgData name="Songqing" userId="c4d8cb49210192e2" providerId="LiveId" clId="{43D478A8-A14C-4C0B-86C7-32E27CB31161}" dt="2023-08-05T12:04:30.834" v="2085" actId="478"/>
          <ac:spMkLst>
            <pc:docMk/>
            <pc:sldMk cId="2074270000" sldId="329"/>
            <ac:spMk id="6" creationId="{718D0FAF-1FE2-83F3-586C-403A51DB023C}"/>
          </ac:spMkLst>
        </pc:spChg>
        <pc:spChg chg="add mod">
          <ac:chgData name="Songqing" userId="c4d8cb49210192e2" providerId="LiveId" clId="{43D478A8-A14C-4C0B-86C7-32E27CB31161}" dt="2023-08-05T12:05:01.434" v="2096" actId="207"/>
          <ac:spMkLst>
            <pc:docMk/>
            <pc:sldMk cId="2074270000" sldId="329"/>
            <ac:spMk id="7" creationId="{455F3ACE-2246-4CC4-D065-33B86FDF724F}"/>
          </ac:spMkLst>
        </pc:spChg>
        <pc:spChg chg="add mod">
          <ac:chgData name="Songqing" userId="c4d8cb49210192e2" providerId="LiveId" clId="{43D478A8-A14C-4C0B-86C7-32E27CB31161}" dt="2023-08-05T12:00:49.932" v="2013" actId="14100"/>
          <ac:spMkLst>
            <pc:docMk/>
            <pc:sldMk cId="2074270000" sldId="329"/>
            <ac:spMk id="8" creationId="{CCA82DD6-2DFA-4438-EB98-591C788660C3}"/>
          </ac:spMkLst>
        </pc:spChg>
        <pc:spChg chg="add mod">
          <ac:chgData name="Songqing" userId="c4d8cb49210192e2" providerId="LiveId" clId="{43D478A8-A14C-4C0B-86C7-32E27CB31161}" dt="2023-08-05T12:05:05.447" v="2097" actId="207"/>
          <ac:spMkLst>
            <pc:docMk/>
            <pc:sldMk cId="2074270000" sldId="329"/>
            <ac:spMk id="9" creationId="{282C5776-8247-E6B2-1FDD-FE63BFA646AB}"/>
          </ac:spMkLst>
        </pc:spChg>
        <pc:spChg chg="add mod">
          <ac:chgData name="Songqing" userId="c4d8cb49210192e2" providerId="LiveId" clId="{43D478A8-A14C-4C0B-86C7-32E27CB31161}" dt="2023-08-05T12:00:52.912" v="2014" actId="14100"/>
          <ac:spMkLst>
            <pc:docMk/>
            <pc:sldMk cId="2074270000" sldId="329"/>
            <ac:spMk id="10" creationId="{0D26E8D5-9549-C14F-01E1-3F665881FB18}"/>
          </ac:spMkLst>
        </pc:spChg>
        <pc:spChg chg="add mod">
          <ac:chgData name="Songqing" userId="c4d8cb49210192e2" providerId="LiveId" clId="{43D478A8-A14C-4C0B-86C7-32E27CB31161}" dt="2023-08-05T12:03:51.977" v="2082" actId="1036"/>
          <ac:spMkLst>
            <pc:docMk/>
            <pc:sldMk cId="2074270000" sldId="329"/>
            <ac:spMk id="12" creationId="{74636034-D751-4FB3-1097-84DFB1E7C26F}"/>
          </ac:spMkLst>
        </pc:spChg>
        <pc:spChg chg="add mod">
          <ac:chgData name="Songqing" userId="c4d8cb49210192e2" providerId="LiveId" clId="{43D478A8-A14C-4C0B-86C7-32E27CB31161}" dt="2023-08-05T12:03:51.977" v="2082" actId="1036"/>
          <ac:spMkLst>
            <pc:docMk/>
            <pc:sldMk cId="2074270000" sldId="329"/>
            <ac:spMk id="14" creationId="{B03DA7CB-0CA2-1BB7-7912-C0F9EC6002F7}"/>
          </ac:spMkLst>
        </pc:spChg>
        <pc:spChg chg="add mod">
          <ac:chgData name="Songqing" userId="c4d8cb49210192e2" providerId="LiveId" clId="{43D478A8-A14C-4C0B-86C7-32E27CB31161}" dt="2023-08-05T12:03:51.977" v="2082" actId="1036"/>
          <ac:spMkLst>
            <pc:docMk/>
            <pc:sldMk cId="2074270000" sldId="329"/>
            <ac:spMk id="16" creationId="{2B6E2BED-0BFA-CD58-3655-9E2C5974B997}"/>
          </ac:spMkLst>
        </pc:spChg>
        <pc:spChg chg="add mod">
          <ac:chgData name="Songqing" userId="c4d8cb49210192e2" providerId="LiveId" clId="{43D478A8-A14C-4C0B-86C7-32E27CB31161}" dt="2023-08-05T12:03:51.977" v="2082" actId="1036"/>
          <ac:spMkLst>
            <pc:docMk/>
            <pc:sldMk cId="2074270000" sldId="329"/>
            <ac:spMk id="18" creationId="{8FBBB886-C806-3171-F43C-9334E0C507F6}"/>
          </ac:spMkLst>
        </pc:spChg>
        <pc:picChg chg="add del mod">
          <ac:chgData name="Songqing" userId="c4d8cb49210192e2" providerId="LiveId" clId="{43D478A8-A14C-4C0B-86C7-32E27CB31161}" dt="2023-07-19T07:38:29.397" v="1206" actId="478"/>
          <ac:picMkLst>
            <pc:docMk/>
            <pc:sldMk cId="2074270000" sldId="329"/>
            <ac:picMk id="3" creationId="{C834073E-3FB3-3339-14A6-84EAD3F071DD}"/>
          </ac:picMkLst>
        </pc:picChg>
      </pc:sldChg>
      <pc:sldChg chg="del">
        <pc:chgData name="Songqing" userId="c4d8cb49210192e2" providerId="LiveId" clId="{43D478A8-A14C-4C0B-86C7-32E27CB31161}" dt="2023-07-17T19:59:24.503" v="3" actId="47"/>
        <pc:sldMkLst>
          <pc:docMk/>
          <pc:sldMk cId="3924187214" sldId="329"/>
        </pc:sldMkLst>
      </pc:sldChg>
      <pc:sldChg chg="del">
        <pc:chgData name="Songqing" userId="c4d8cb49210192e2" providerId="LiveId" clId="{43D478A8-A14C-4C0B-86C7-32E27CB31161}" dt="2023-07-17T19:59:24.503" v="3" actId="47"/>
        <pc:sldMkLst>
          <pc:docMk/>
          <pc:sldMk cId="1781917904" sldId="330"/>
        </pc:sldMkLst>
      </pc:sldChg>
      <pc:sldChg chg="addSp delSp modSp add mod">
        <pc:chgData name="Songqing" userId="c4d8cb49210192e2" providerId="LiveId" clId="{43D478A8-A14C-4C0B-86C7-32E27CB31161}" dt="2023-07-29T04:53:23.033" v="1762" actId="114"/>
        <pc:sldMkLst>
          <pc:docMk/>
          <pc:sldMk cId="2064521795" sldId="330"/>
        </pc:sldMkLst>
        <pc:spChg chg="mod">
          <ac:chgData name="Songqing" userId="c4d8cb49210192e2" providerId="LiveId" clId="{43D478A8-A14C-4C0B-86C7-32E27CB31161}" dt="2023-07-29T04:53:23.033" v="1762" actId="114"/>
          <ac:spMkLst>
            <pc:docMk/>
            <pc:sldMk cId="2064521795" sldId="330"/>
            <ac:spMk id="2" creationId="{00000000-0000-0000-0000-000000000000}"/>
          </ac:spMkLst>
        </pc:spChg>
        <pc:spChg chg="add mod">
          <ac:chgData name="Songqing" userId="c4d8cb49210192e2" providerId="LiveId" clId="{43D478A8-A14C-4C0B-86C7-32E27CB31161}" dt="2023-07-19T06:34:35.633" v="958" actId="1036"/>
          <ac:spMkLst>
            <pc:docMk/>
            <pc:sldMk cId="2064521795" sldId="330"/>
            <ac:spMk id="3" creationId="{D82B6CC7-2BC4-2C13-0433-E9A74554185C}"/>
          </ac:spMkLst>
        </pc:spChg>
        <pc:spChg chg="del">
          <ac:chgData name="Songqing" userId="c4d8cb49210192e2" providerId="LiveId" clId="{43D478A8-A14C-4C0B-86C7-32E27CB31161}" dt="2023-07-19T06:29:04.006" v="898" actId="478"/>
          <ac:spMkLst>
            <pc:docMk/>
            <pc:sldMk cId="2064521795" sldId="330"/>
            <ac:spMk id="4" creationId="{BD934B1A-096B-6A2D-3B4F-5EDE061BE423}"/>
          </ac:spMkLst>
        </pc:spChg>
        <pc:spChg chg="add mod">
          <ac:chgData name="Songqing" userId="c4d8cb49210192e2" providerId="LiveId" clId="{43D478A8-A14C-4C0B-86C7-32E27CB31161}" dt="2023-07-19T06:34:35.633" v="958" actId="1036"/>
          <ac:spMkLst>
            <pc:docMk/>
            <pc:sldMk cId="2064521795" sldId="330"/>
            <ac:spMk id="5" creationId="{45C9548D-742B-CE33-AFB6-64C43ABB1DFB}"/>
          </ac:spMkLst>
        </pc:spChg>
        <pc:spChg chg="mod">
          <ac:chgData name="Songqing" userId="c4d8cb49210192e2" providerId="LiveId" clId="{43D478A8-A14C-4C0B-86C7-32E27CB31161}" dt="2023-07-19T06:34:35.633" v="958" actId="1036"/>
          <ac:spMkLst>
            <pc:docMk/>
            <pc:sldMk cId="2064521795" sldId="330"/>
            <ac:spMk id="9" creationId="{7A6A9906-5751-44CE-37E0-BE40415D3D93}"/>
          </ac:spMkLst>
        </pc:spChg>
        <pc:spChg chg="del mod">
          <ac:chgData name="Songqing" userId="c4d8cb49210192e2" providerId="LiveId" clId="{43D478A8-A14C-4C0B-86C7-32E27CB31161}" dt="2023-07-19T06:27:53.932" v="887" actId="478"/>
          <ac:spMkLst>
            <pc:docMk/>
            <pc:sldMk cId="2064521795" sldId="330"/>
            <ac:spMk id="10" creationId="{D3518D2D-B875-0697-44E3-13FA9DC5A684}"/>
          </ac:spMkLst>
        </pc:spChg>
        <pc:spChg chg="del mod">
          <ac:chgData name="Songqing" userId="c4d8cb49210192e2" providerId="LiveId" clId="{43D478A8-A14C-4C0B-86C7-32E27CB31161}" dt="2023-07-19T06:27:53.120" v="886" actId="478"/>
          <ac:spMkLst>
            <pc:docMk/>
            <pc:sldMk cId="2064521795" sldId="330"/>
            <ac:spMk id="11" creationId="{EAEC5526-3E31-E355-180C-7443115AA741}"/>
          </ac:spMkLst>
        </pc:spChg>
        <pc:spChg chg="mod">
          <ac:chgData name="Songqing" userId="c4d8cb49210192e2" providerId="LiveId" clId="{43D478A8-A14C-4C0B-86C7-32E27CB31161}" dt="2023-07-19T06:34:35.633" v="958" actId="1036"/>
          <ac:spMkLst>
            <pc:docMk/>
            <pc:sldMk cId="2064521795" sldId="330"/>
            <ac:spMk id="12" creationId="{1EDFED13-4CEB-B7E1-F7CD-6C90079D0A61}"/>
          </ac:spMkLst>
        </pc:spChg>
        <pc:spChg chg="mod">
          <ac:chgData name="Songqing" userId="c4d8cb49210192e2" providerId="LiveId" clId="{43D478A8-A14C-4C0B-86C7-32E27CB31161}" dt="2023-07-19T06:34:35.633" v="958" actId="1036"/>
          <ac:spMkLst>
            <pc:docMk/>
            <pc:sldMk cId="2064521795" sldId="330"/>
            <ac:spMk id="13" creationId="{DC5D6C4F-2762-3F37-043B-534C53CB59F3}"/>
          </ac:spMkLst>
        </pc:spChg>
        <pc:spChg chg="mod">
          <ac:chgData name="Songqing" userId="c4d8cb49210192e2" providerId="LiveId" clId="{43D478A8-A14C-4C0B-86C7-32E27CB31161}" dt="2023-07-19T06:34:42.113" v="959" actId="1076"/>
          <ac:spMkLst>
            <pc:docMk/>
            <pc:sldMk cId="2064521795" sldId="330"/>
            <ac:spMk id="17" creationId="{FDACAEB8-8ED3-ABF0-85CE-2B5FDCFAA7C6}"/>
          </ac:spMkLst>
        </pc:spChg>
        <pc:spChg chg="add mod">
          <ac:chgData name="Songqing" userId="c4d8cb49210192e2" providerId="LiveId" clId="{43D478A8-A14C-4C0B-86C7-32E27CB31161}" dt="2023-07-19T06:34:35.633" v="958" actId="1036"/>
          <ac:spMkLst>
            <pc:docMk/>
            <pc:sldMk cId="2064521795" sldId="330"/>
            <ac:spMk id="22" creationId="{E9CFB9EA-085F-EFEF-984F-54139940CD8A}"/>
          </ac:spMkLst>
        </pc:spChg>
        <pc:spChg chg="add mod ord">
          <ac:chgData name="Songqing" userId="c4d8cb49210192e2" providerId="LiveId" clId="{43D478A8-A14C-4C0B-86C7-32E27CB31161}" dt="2023-07-19T06:34:35.633" v="958" actId="1036"/>
          <ac:spMkLst>
            <pc:docMk/>
            <pc:sldMk cId="2064521795" sldId="330"/>
            <ac:spMk id="27" creationId="{BC3F0563-561D-C765-EE71-26FD32BF0185}"/>
          </ac:spMkLst>
        </pc:spChg>
        <pc:spChg chg="add mod">
          <ac:chgData name="Songqing" userId="c4d8cb49210192e2" providerId="LiveId" clId="{43D478A8-A14C-4C0B-86C7-32E27CB31161}" dt="2023-07-19T06:34:35.633" v="958" actId="1036"/>
          <ac:spMkLst>
            <pc:docMk/>
            <pc:sldMk cId="2064521795" sldId="330"/>
            <ac:spMk id="30" creationId="{E22115CE-2AF0-E0C0-687C-1453B01EBABC}"/>
          </ac:spMkLst>
        </pc:spChg>
        <pc:cxnChg chg="add mod">
          <ac:chgData name="Songqing" userId="c4d8cb49210192e2" providerId="LiveId" clId="{43D478A8-A14C-4C0B-86C7-32E27CB31161}" dt="2023-07-19T06:34:35.633" v="958" actId="1036"/>
          <ac:cxnSpMkLst>
            <pc:docMk/>
            <pc:sldMk cId="2064521795" sldId="330"/>
            <ac:cxnSpMk id="7" creationId="{F4A06DA2-2F3E-62BB-EDBC-7DC2C3B1BFF3}"/>
          </ac:cxnSpMkLst>
        </pc:cxnChg>
        <pc:cxnChg chg="add mod">
          <ac:chgData name="Songqing" userId="c4d8cb49210192e2" providerId="LiveId" clId="{43D478A8-A14C-4C0B-86C7-32E27CB31161}" dt="2023-07-19T06:34:35.633" v="958" actId="1036"/>
          <ac:cxnSpMkLst>
            <pc:docMk/>
            <pc:sldMk cId="2064521795" sldId="330"/>
            <ac:cxnSpMk id="8" creationId="{FD00ACC4-F241-7EF4-AEA9-E17F96802D7A}"/>
          </ac:cxnSpMkLst>
        </pc:cxnChg>
        <pc:cxnChg chg="add mod">
          <ac:chgData name="Songqing" userId="c4d8cb49210192e2" providerId="LiveId" clId="{43D478A8-A14C-4C0B-86C7-32E27CB31161}" dt="2023-07-19T06:34:35.633" v="958" actId="1036"/>
          <ac:cxnSpMkLst>
            <pc:docMk/>
            <pc:sldMk cId="2064521795" sldId="330"/>
            <ac:cxnSpMk id="16" creationId="{D72906BF-FA03-B969-0697-38B188EB03D1}"/>
          </ac:cxnSpMkLst>
        </pc:cxnChg>
        <pc:cxnChg chg="mod">
          <ac:chgData name="Songqing" userId="c4d8cb49210192e2" providerId="LiveId" clId="{43D478A8-A14C-4C0B-86C7-32E27CB31161}" dt="2023-07-19T06:34:35.633" v="958" actId="1036"/>
          <ac:cxnSpMkLst>
            <pc:docMk/>
            <pc:sldMk cId="2064521795" sldId="330"/>
            <ac:cxnSpMk id="19" creationId="{C29AAF98-B1A0-47FA-56B6-07D271D7A0A9}"/>
          </ac:cxnSpMkLst>
        </pc:cxnChg>
        <pc:cxnChg chg="add mod">
          <ac:chgData name="Songqing" userId="c4d8cb49210192e2" providerId="LiveId" clId="{43D478A8-A14C-4C0B-86C7-32E27CB31161}" dt="2023-07-19T06:34:35.633" v="958" actId="1036"/>
          <ac:cxnSpMkLst>
            <pc:docMk/>
            <pc:sldMk cId="2064521795" sldId="330"/>
            <ac:cxnSpMk id="32" creationId="{C135E90A-804B-4AB8-2A22-64D91D19F10B}"/>
          </ac:cxnSpMkLst>
        </pc:cxnChg>
        <pc:cxnChg chg="add mod">
          <ac:chgData name="Songqing" userId="c4d8cb49210192e2" providerId="LiveId" clId="{43D478A8-A14C-4C0B-86C7-32E27CB31161}" dt="2023-07-19T06:34:35.633" v="958" actId="1036"/>
          <ac:cxnSpMkLst>
            <pc:docMk/>
            <pc:sldMk cId="2064521795" sldId="330"/>
            <ac:cxnSpMk id="33" creationId="{2FEBA790-B6CD-AD0A-E5A0-DBB40A0FF187}"/>
          </ac:cxnSpMkLst>
        </pc:cxnChg>
        <pc:cxnChg chg="add mod">
          <ac:chgData name="Songqing" userId="c4d8cb49210192e2" providerId="LiveId" clId="{43D478A8-A14C-4C0B-86C7-32E27CB31161}" dt="2023-07-19T06:34:35.633" v="958" actId="1036"/>
          <ac:cxnSpMkLst>
            <pc:docMk/>
            <pc:sldMk cId="2064521795" sldId="330"/>
            <ac:cxnSpMk id="37" creationId="{A2F301B4-4B9C-13CB-409A-BDF3C31D971F}"/>
          </ac:cxnSpMkLst>
        </pc:cxnChg>
      </pc:sldChg>
      <pc:sldChg chg="addSp delSp modSp add mod">
        <pc:chgData name="Songqing" userId="c4d8cb49210192e2" providerId="LiveId" clId="{43D478A8-A14C-4C0B-86C7-32E27CB31161}" dt="2023-07-20T02:27:04.293" v="1376" actId="1076"/>
        <pc:sldMkLst>
          <pc:docMk/>
          <pc:sldMk cId="1714009922" sldId="331"/>
        </pc:sldMkLst>
        <pc:spChg chg="del mod">
          <ac:chgData name="Songqing" userId="c4d8cb49210192e2" providerId="LiveId" clId="{43D478A8-A14C-4C0B-86C7-32E27CB31161}" dt="2023-07-20T01:25:48.051" v="1373" actId="478"/>
          <ac:spMkLst>
            <pc:docMk/>
            <pc:sldMk cId="1714009922" sldId="331"/>
            <ac:spMk id="2" creationId="{00000000-0000-0000-0000-000000000000}"/>
          </ac:spMkLst>
        </pc:spChg>
        <pc:spChg chg="add del mod">
          <ac:chgData name="Songqing" userId="c4d8cb49210192e2" providerId="LiveId" clId="{43D478A8-A14C-4C0B-86C7-32E27CB31161}" dt="2023-07-19T06:51:08.182" v="1130" actId="478"/>
          <ac:spMkLst>
            <pc:docMk/>
            <pc:sldMk cId="1714009922" sldId="331"/>
            <ac:spMk id="3" creationId="{4A4E647C-5FC5-1F4C-5756-3710498B79C4}"/>
          </ac:spMkLst>
        </pc:spChg>
        <pc:spChg chg="del">
          <ac:chgData name="Songqing" userId="c4d8cb49210192e2" providerId="LiveId" clId="{43D478A8-A14C-4C0B-86C7-32E27CB31161}" dt="2023-07-19T06:37:36.980" v="1013" actId="478"/>
          <ac:spMkLst>
            <pc:docMk/>
            <pc:sldMk cId="1714009922" sldId="331"/>
            <ac:spMk id="4" creationId="{BD934B1A-096B-6A2D-3B4F-5EDE061BE423}"/>
          </ac:spMkLst>
        </pc:spChg>
        <pc:spChg chg="del mod">
          <ac:chgData name="Songqing" userId="c4d8cb49210192e2" providerId="LiveId" clId="{43D478A8-A14C-4C0B-86C7-32E27CB31161}" dt="2023-07-19T06:51:08.182" v="1130" actId="478"/>
          <ac:spMkLst>
            <pc:docMk/>
            <pc:sldMk cId="1714009922" sldId="331"/>
            <ac:spMk id="9" creationId="{7A6A9906-5751-44CE-37E0-BE40415D3D93}"/>
          </ac:spMkLst>
        </pc:spChg>
        <pc:spChg chg="del">
          <ac:chgData name="Songqing" userId="c4d8cb49210192e2" providerId="LiveId" clId="{43D478A8-A14C-4C0B-86C7-32E27CB31161}" dt="2023-07-19T06:39:06.364" v="1021" actId="478"/>
          <ac:spMkLst>
            <pc:docMk/>
            <pc:sldMk cId="1714009922" sldId="331"/>
            <ac:spMk id="10" creationId="{D3518D2D-B875-0697-44E3-13FA9DC5A684}"/>
          </ac:spMkLst>
        </pc:spChg>
        <pc:spChg chg="del mod">
          <ac:chgData name="Songqing" userId="c4d8cb49210192e2" providerId="LiveId" clId="{43D478A8-A14C-4C0B-86C7-32E27CB31161}" dt="2023-07-19T06:39:07.437" v="1022" actId="478"/>
          <ac:spMkLst>
            <pc:docMk/>
            <pc:sldMk cId="1714009922" sldId="331"/>
            <ac:spMk id="11" creationId="{EAEC5526-3E31-E355-180C-7443115AA741}"/>
          </ac:spMkLst>
        </pc:spChg>
        <pc:spChg chg="del mod">
          <ac:chgData name="Songqing" userId="c4d8cb49210192e2" providerId="LiveId" clId="{43D478A8-A14C-4C0B-86C7-32E27CB31161}" dt="2023-07-19T06:51:08.182" v="1130" actId="478"/>
          <ac:spMkLst>
            <pc:docMk/>
            <pc:sldMk cId="1714009922" sldId="331"/>
            <ac:spMk id="12" creationId="{1EDFED13-4CEB-B7E1-F7CD-6C90079D0A61}"/>
          </ac:spMkLst>
        </pc:spChg>
        <pc:spChg chg="del mod">
          <ac:chgData name="Songqing" userId="c4d8cb49210192e2" providerId="LiveId" clId="{43D478A8-A14C-4C0B-86C7-32E27CB31161}" dt="2023-07-19T06:51:08.182" v="1130" actId="478"/>
          <ac:spMkLst>
            <pc:docMk/>
            <pc:sldMk cId="1714009922" sldId="331"/>
            <ac:spMk id="13" creationId="{DC5D6C4F-2762-3F37-043B-534C53CB59F3}"/>
          </ac:spMkLst>
        </pc:spChg>
        <pc:spChg chg="add del mod">
          <ac:chgData name="Songqing" userId="c4d8cb49210192e2" providerId="LiveId" clId="{43D478A8-A14C-4C0B-86C7-32E27CB31161}" dt="2023-07-20T01:25:50.620" v="1374" actId="478"/>
          <ac:spMkLst>
            <pc:docMk/>
            <pc:sldMk cId="1714009922" sldId="331"/>
            <ac:spMk id="14" creationId="{C3E88BF5-D0DE-8BB2-A982-79C5380D8504}"/>
          </ac:spMkLst>
        </pc:spChg>
        <pc:spChg chg="del mod">
          <ac:chgData name="Songqing" userId="c4d8cb49210192e2" providerId="LiveId" clId="{43D478A8-A14C-4C0B-86C7-32E27CB31161}" dt="2023-07-19T06:51:08.182" v="1130" actId="478"/>
          <ac:spMkLst>
            <pc:docMk/>
            <pc:sldMk cId="1714009922" sldId="331"/>
            <ac:spMk id="17" creationId="{FDACAEB8-8ED3-ABF0-85CE-2B5FDCFAA7C6}"/>
          </ac:spMkLst>
        </pc:spChg>
        <pc:graphicFrameChg chg="add del mod">
          <ac:chgData name="Songqing" userId="c4d8cb49210192e2" providerId="LiveId" clId="{43D478A8-A14C-4C0B-86C7-32E27CB31161}" dt="2023-07-20T01:20:19.591" v="1366"/>
          <ac:graphicFrameMkLst>
            <pc:docMk/>
            <pc:sldMk cId="1714009922" sldId="331"/>
            <ac:graphicFrameMk id="5" creationId="{791FADB9-1F03-895E-0A69-FA7471D8F48C}"/>
          </ac:graphicFrameMkLst>
        </pc:graphicFrameChg>
        <pc:picChg chg="add mod">
          <ac:chgData name="Songqing" userId="c4d8cb49210192e2" providerId="LiveId" clId="{43D478A8-A14C-4C0B-86C7-32E27CB31161}" dt="2023-07-20T02:27:04.293" v="1376" actId="1076"/>
          <ac:picMkLst>
            <pc:docMk/>
            <pc:sldMk cId="1714009922" sldId="331"/>
            <ac:picMk id="7" creationId="{335C670E-63B0-40F3-038F-453D065A4BAD}"/>
          </ac:picMkLst>
        </pc:picChg>
        <pc:cxnChg chg="del mod">
          <ac:chgData name="Songqing" userId="c4d8cb49210192e2" providerId="LiveId" clId="{43D478A8-A14C-4C0B-86C7-32E27CB31161}" dt="2023-07-19T06:51:11.078" v="1131" actId="478"/>
          <ac:cxnSpMkLst>
            <pc:docMk/>
            <pc:sldMk cId="1714009922" sldId="331"/>
            <ac:cxnSpMk id="19" creationId="{C29AAF98-B1A0-47FA-56B6-07D271D7A0A9}"/>
          </ac:cxnSpMkLst>
        </pc:cxnChg>
      </pc:sldChg>
      <pc:sldChg chg="del">
        <pc:chgData name="Songqing" userId="c4d8cb49210192e2" providerId="LiveId" clId="{43D478A8-A14C-4C0B-86C7-32E27CB31161}" dt="2023-07-17T19:59:24.503" v="3" actId="47"/>
        <pc:sldMkLst>
          <pc:docMk/>
          <pc:sldMk cId="3278685410" sldId="331"/>
        </pc:sldMkLst>
      </pc:sldChg>
      <pc:sldChg chg="addSp delSp modSp add mod ord">
        <pc:chgData name="Songqing" userId="c4d8cb49210192e2" providerId="LiveId" clId="{43D478A8-A14C-4C0B-86C7-32E27CB31161}" dt="2023-07-19T11:58:13.577" v="1326" actId="14100"/>
        <pc:sldMkLst>
          <pc:docMk/>
          <pc:sldMk cId="2278198371" sldId="332"/>
        </pc:sldMkLst>
        <pc:spChg chg="mod">
          <ac:chgData name="Songqing" userId="c4d8cb49210192e2" providerId="LiveId" clId="{43D478A8-A14C-4C0B-86C7-32E27CB31161}" dt="2023-07-19T06:46:53.066" v="1113" actId="27636"/>
          <ac:spMkLst>
            <pc:docMk/>
            <pc:sldMk cId="2278198371" sldId="332"/>
            <ac:spMk id="2" creationId="{00000000-0000-0000-0000-000000000000}"/>
          </ac:spMkLst>
        </pc:spChg>
        <pc:spChg chg="del">
          <ac:chgData name="Songqing" userId="c4d8cb49210192e2" providerId="LiveId" clId="{43D478A8-A14C-4C0B-86C7-32E27CB31161}" dt="2023-07-19T06:46:32.273" v="1094" actId="478"/>
          <ac:spMkLst>
            <pc:docMk/>
            <pc:sldMk cId="2278198371" sldId="332"/>
            <ac:spMk id="3" creationId="{4A4E647C-5FC5-1F4C-5756-3710498B79C4}"/>
          </ac:spMkLst>
        </pc:spChg>
        <pc:spChg chg="add mod">
          <ac:chgData name="Songqing" userId="c4d8cb49210192e2" providerId="LiveId" clId="{43D478A8-A14C-4C0B-86C7-32E27CB31161}" dt="2023-07-19T07:20:55.345" v="1148" actId="113"/>
          <ac:spMkLst>
            <pc:docMk/>
            <pc:sldMk cId="2278198371" sldId="332"/>
            <ac:spMk id="5" creationId="{6FD1F3A0-B943-E6EB-4711-7EB20D31AD2C}"/>
          </ac:spMkLst>
        </pc:spChg>
        <pc:spChg chg="del">
          <ac:chgData name="Songqing" userId="c4d8cb49210192e2" providerId="LiveId" clId="{43D478A8-A14C-4C0B-86C7-32E27CB31161}" dt="2023-07-19T06:46:32.273" v="1094" actId="478"/>
          <ac:spMkLst>
            <pc:docMk/>
            <pc:sldMk cId="2278198371" sldId="332"/>
            <ac:spMk id="9" creationId="{7A6A9906-5751-44CE-37E0-BE40415D3D93}"/>
          </ac:spMkLst>
        </pc:spChg>
        <pc:spChg chg="del">
          <ac:chgData name="Songqing" userId="c4d8cb49210192e2" providerId="LiveId" clId="{43D478A8-A14C-4C0B-86C7-32E27CB31161}" dt="2023-07-19T06:46:32.273" v="1094" actId="478"/>
          <ac:spMkLst>
            <pc:docMk/>
            <pc:sldMk cId="2278198371" sldId="332"/>
            <ac:spMk id="12" creationId="{1EDFED13-4CEB-B7E1-F7CD-6C90079D0A61}"/>
          </ac:spMkLst>
        </pc:spChg>
        <pc:spChg chg="del">
          <ac:chgData name="Songqing" userId="c4d8cb49210192e2" providerId="LiveId" clId="{43D478A8-A14C-4C0B-86C7-32E27CB31161}" dt="2023-07-19T06:46:32.273" v="1094" actId="478"/>
          <ac:spMkLst>
            <pc:docMk/>
            <pc:sldMk cId="2278198371" sldId="332"/>
            <ac:spMk id="13" creationId="{DC5D6C4F-2762-3F37-043B-534C53CB59F3}"/>
          </ac:spMkLst>
        </pc:spChg>
        <pc:spChg chg="del">
          <ac:chgData name="Songqing" userId="c4d8cb49210192e2" providerId="LiveId" clId="{43D478A8-A14C-4C0B-86C7-32E27CB31161}" dt="2023-07-19T06:46:32.273" v="1094" actId="478"/>
          <ac:spMkLst>
            <pc:docMk/>
            <pc:sldMk cId="2278198371" sldId="332"/>
            <ac:spMk id="17" creationId="{FDACAEB8-8ED3-ABF0-85CE-2B5FDCFAA7C6}"/>
          </ac:spMkLst>
        </pc:spChg>
        <pc:picChg chg="add mod">
          <ac:chgData name="Songqing" userId="c4d8cb49210192e2" providerId="LiveId" clId="{43D478A8-A14C-4C0B-86C7-32E27CB31161}" dt="2023-07-19T11:58:06.606" v="1325" actId="1076"/>
          <ac:picMkLst>
            <pc:docMk/>
            <pc:sldMk cId="2278198371" sldId="332"/>
            <ac:picMk id="2050" creationId="{1620E799-545E-FF9F-5705-677B8108E3DD}"/>
          </ac:picMkLst>
        </pc:picChg>
        <pc:cxnChg chg="add mod">
          <ac:chgData name="Songqing" userId="c4d8cb49210192e2" providerId="LiveId" clId="{43D478A8-A14C-4C0B-86C7-32E27CB31161}" dt="2023-07-19T11:58:13.577" v="1326" actId="14100"/>
          <ac:cxnSpMkLst>
            <pc:docMk/>
            <pc:sldMk cId="2278198371" sldId="332"/>
            <ac:cxnSpMk id="7" creationId="{D202691B-6712-EB97-6804-0FB83A742906}"/>
          </ac:cxnSpMkLst>
        </pc:cxnChg>
        <pc:cxnChg chg="del">
          <ac:chgData name="Songqing" userId="c4d8cb49210192e2" providerId="LiveId" clId="{43D478A8-A14C-4C0B-86C7-32E27CB31161}" dt="2023-07-19T06:46:34.970" v="1095" actId="478"/>
          <ac:cxnSpMkLst>
            <pc:docMk/>
            <pc:sldMk cId="2278198371" sldId="332"/>
            <ac:cxnSpMk id="19" creationId="{C29AAF98-B1A0-47FA-56B6-07D271D7A0A9}"/>
          </ac:cxnSpMkLst>
        </pc:cxnChg>
      </pc:sldChg>
      <pc:sldChg chg="addSp delSp modSp add del mod">
        <pc:chgData name="Songqing" userId="c4d8cb49210192e2" providerId="LiveId" clId="{43D478A8-A14C-4C0B-86C7-32E27CB31161}" dt="2023-08-05T12:06:11.748" v="2102" actId="47"/>
        <pc:sldMkLst>
          <pc:docMk/>
          <pc:sldMk cId="1956207062" sldId="333"/>
        </pc:sldMkLst>
        <pc:spChg chg="del">
          <ac:chgData name="Songqing" userId="c4d8cb49210192e2" providerId="LiveId" clId="{43D478A8-A14C-4C0B-86C7-32E27CB31161}" dt="2023-07-19T07:35:26.141" v="1183" actId="478"/>
          <ac:spMkLst>
            <pc:docMk/>
            <pc:sldMk cId="1956207062" sldId="333"/>
            <ac:spMk id="2" creationId="{00000000-0000-0000-0000-000000000000}"/>
          </ac:spMkLst>
        </pc:spChg>
        <pc:spChg chg="add del mod">
          <ac:chgData name="Songqing" userId="c4d8cb49210192e2" providerId="LiveId" clId="{43D478A8-A14C-4C0B-86C7-32E27CB31161}" dt="2023-07-19T07:35:28.689" v="1184" actId="478"/>
          <ac:spMkLst>
            <pc:docMk/>
            <pc:sldMk cId="1956207062" sldId="333"/>
            <ac:spMk id="4" creationId="{FDCBCF29-7AC6-B1E3-1F31-D23250E9113A}"/>
          </ac:spMkLst>
        </pc:spChg>
        <pc:picChg chg="del mod">
          <ac:chgData name="Songqing" userId="c4d8cb49210192e2" providerId="LiveId" clId="{43D478A8-A14C-4C0B-86C7-32E27CB31161}" dt="2023-07-19T07:33:25.162" v="1160" actId="478"/>
          <ac:picMkLst>
            <pc:docMk/>
            <pc:sldMk cId="1956207062" sldId="333"/>
            <ac:picMk id="7" creationId="{F3F1E291-0682-5368-D0A9-22A3DDFE2F59}"/>
          </ac:picMkLst>
        </pc:picChg>
        <pc:picChg chg="add del mod">
          <ac:chgData name="Songqing" userId="c4d8cb49210192e2" providerId="LiveId" clId="{43D478A8-A14C-4C0B-86C7-32E27CB31161}" dt="2023-07-19T07:35:11.515" v="1177" actId="478"/>
          <ac:picMkLst>
            <pc:docMk/>
            <pc:sldMk cId="1956207062" sldId="333"/>
            <ac:picMk id="3074" creationId="{A6E6A1CC-AE11-09DE-950D-06D7D51CAAE5}"/>
          </ac:picMkLst>
        </pc:picChg>
        <pc:picChg chg="add mod">
          <ac:chgData name="Songqing" userId="c4d8cb49210192e2" providerId="LiveId" clId="{43D478A8-A14C-4C0B-86C7-32E27CB31161}" dt="2023-07-19T07:36:08.740" v="1194" actId="1076"/>
          <ac:picMkLst>
            <pc:docMk/>
            <pc:sldMk cId="1956207062" sldId="333"/>
            <ac:picMk id="3076" creationId="{A5D824E6-5ECA-9F60-6495-15937FFB6BC9}"/>
          </ac:picMkLst>
        </pc:picChg>
      </pc:sldChg>
      <pc:sldChg chg="addSp delSp modSp add del mod">
        <pc:chgData name="Songqing" userId="c4d8cb49210192e2" providerId="LiveId" clId="{43D478A8-A14C-4C0B-86C7-32E27CB31161}" dt="2023-08-05T12:06:11.748" v="2102" actId="47"/>
        <pc:sldMkLst>
          <pc:docMk/>
          <pc:sldMk cId="1443777844" sldId="334"/>
        </pc:sldMkLst>
        <pc:spChg chg="del">
          <ac:chgData name="Songqing" userId="c4d8cb49210192e2" providerId="LiveId" clId="{43D478A8-A14C-4C0B-86C7-32E27CB31161}" dt="2023-07-19T07:35:36.548" v="1187" actId="478"/>
          <ac:spMkLst>
            <pc:docMk/>
            <pc:sldMk cId="1443777844" sldId="334"/>
            <ac:spMk id="2" creationId="{00000000-0000-0000-0000-000000000000}"/>
          </ac:spMkLst>
        </pc:spChg>
        <pc:spChg chg="add del mod">
          <ac:chgData name="Songqing" userId="c4d8cb49210192e2" providerId="LiveId" clId="{43D478A8-A14C-4C0B-86C7-32E27CB31161}" dt="2023-07-19T07:35:38.579" v="1189" actId="478"/>
          <ac:spMkLst>
            <pc:docMk/>
            <pc:sldMk cId="1443777844" sldId="334"/>
            <ac:spMk id="4" creationId="{E53B4D27-2131-8B0C-77C8-645629946965}"/>
          </ac:spMkLst>
        </pc:spChg>
        <pc:picChg chg="mod">
          <ac:chgData name="Songqing" userId="c4d8cb49210192e2" providerId="LiveId" clId="{43D478A8-A14C-4C0B-86C7-32E27CB31161}" dt="2023-07-19T07:36:14.638" v="1196" actId="1076"/>
          <ac:picMkLst>
            <pc:docMk/>
            <pc:sldMk cId="1443777844" sldId="334"/>
            <ac:picMk id="3074" creationId="{A6E6A1CC-AE11-09DE-950D-06D7D51CAAE5}"/>
          </ac:picMkLst>
        </pc:picChg>
        <pc:picChg chg="del">
          <ac:chgData name="Songqing" userId="c4d8cb49210192e2" providerId="LiveId" clId="{43D478A8-A14C-4C0B-86C7-32E27CB31161}" dt="2023-07-19T07:35:32.139" v="1185" actId="478"/>
          <ac:picMkLst>
            <pc:docMk/>
            <pc:sldMk cId="1443777844" sldId="334"/>
            <ac:picMk id="3076" creationId="{A5D824E6-5ECA-9F60-6495-15937FFB6BC9}"/>
          </ac:picMkLst>
        </pc:picChg>
      </pc:sldChg>
      <pc:sldChg chg="add">
        <pc:chgData name="Songqing" userId="c4d8cb49210192e2" providerId="LiveId" clId="{43D478A8-A14C-4C0B-86C7-32E27CB31161}" dt="2023-07-20T01:19:59.841" v="1363" actId="2890"/>
        <pc:sldMkLst>
          <pc:docMk/>
          <pc:sldMk cId="373251459" sldId="335"/>
        </pc:sldMkLst>
      </pc:sldChg>
      <pc:sldChg chg="delSp modSp add del mod">
        <pc:chgData name="Songqing" userId="c4d8cb49210192e2" providerId="LiveId" clId="{43D478A8-A14C-4C0B-86C7-32E27CB31161}" dt="2023-07-19T11:50:43.986" v="1255" actId="2696"/>
        <pc:sldMkLst>
          <pc:docMk/>
          <pc:sldMk cId="1274983096" sldId="335"/>
        </pc:sldMkLst>
        <pc:spChg chg="del mod">
          <ac:chgData name="Songqing" userId="c4d8cb49210192e2" providerId="LiveId" clId="{43D478A8-A14C-4C0B-86C7-32E27CB31161}" dt="2023-07-19T08:44:26.018" v="1235" actId="478"/>
          <ac:spMkLst>
            <pc:docMk/>
            <pc:sldMk cId="1274983096" sldId="335"/>
            <ac:spMk id="2" creationId="{348DB064-091E-82D2-2756-26D34D84AACA}"/>
          </ac:spMkLst>
        </pc:spChg>
        <pc:spChg chg="del">
          <ac:chgData name="Songqing" userId="c4d8cb49210192e2" providerId="LiveId" clId="{43D478A8-A14C-4C0B-86C7-32E27CB31161}" dt="2023-07-19T08:44:28.705" v="1236" actId="478"/>
          <ac:spMkLst>
            <pc:docMk/>
            <pc:sldMk cId="1274983096" sldId="335"/>
            <ac:spMk id="4" creationId="{F89EBB47-39A0-55B7-4BD5-49E8128A8B6D}"/>
          </ac:spMkLst>
        </pc:spChg>
        <pc:spChg chg="del">
          <ac:chgData name="Songqing" userId="c4d8cb49210192e2" providerId="LiveId" clId="{43D478A8-A14C-4C0B-86C7-32E27CB31161}" dt="2023-07-19T08:44:28.705" v="1236" actId="478"/>
          <ac:spMkLst>
            <pc:docMk/>
            <pc:sldMk cId="1274983096" sldId="335"/>
            <ac:spMk id="6" creationId="{2A6A2727-CBFD-599B-4309-53E8DAD31188}"/>
          </ac:spMkLst>
        </pc:spChg>
        <pc:spChg chg="mod">
          <ac:chgData name="Songqing" userId="c4d8cb49210192e2" providerId="LiveId" clId="{43D478A8-A14C-4C0B-86C7-32E27CB31161}" dt="2023-07-19T08:44:35.825" v="1246" actId="20577"/>
          <ac:spMkLst>
            <pc:docMk/>
            <pc:sldMk cId="1274983096" sldId="335"/>
            <ac:spMk id="9" creationId="{12FE7EEE-9033-20AB-8C81-1DA854640A13}"/>
          </ac:spMkLst>
        </pc:spChg>
      </pc:sldChg>
      <pc:sldChg chg="addSp modSp add mod">
        <pc:chgData name="Songqing" userId="c4d8cb49210192e2" providerId="LiveId" clId="{43D478A8-A14C-4C0B-86C7-32E27CB31161}" dt="2023-08-05T11:58:26.036" v="1989" actId="20577"/>
        <pc:sldMkLst>
          <pc:docMk/>
          <pc:sldMk cId="2634739157" sldId="336"/>
        </pc:sldMkLst>
        <pc:spChg chg="mod">
          <ac:chgData name="Songqing" userId="c4d8cb49210192e2" providerId="LiveId" clId="{43D478A8-A14C-4C0B-86C7-32E27CB31161}" dt="2023-08-05T11:58:26.036" v="1989" actId="20577"/>
          <ac:spMkLst>
            <pc:docMk/>
            <pc:sldMk cId="2634739157" sldId="336"/>
            <ac:spMk id="4" creationId="{BD934B1A-096B-6A2D-3B4F-5EDE061BE423}"/>
          </ac:spMkLst>
        </pc:spChg>
        <pc:spChg chg="add mod ord">
          <ac:chgData name="Songqing" userId="c4d8cb49210192e2" providerId="LiveId" clId="{43D478A8-A14C-4C0B-86C7-32E27CB31161}" dt="2023-08-05T06:53:34.243" v="1935" actId="14100"/>
          <ac:spMkLst>
            <pc:docMk/>
            <pc:sldMk cId="2634739157" sldId="336"/>
            <ac:spMk id="6" creationId="{1AEB1435-3693-2DC9-780C-75BE74DD3347}"/>
          </ac:spMkLst>
        </pc:spChg>
        <pc:spChg chg="mod">
          <ac:chgData name="Songqing" userId="c4d8cb49210192e2" providerId="LiveId" clId="{43D478A8-A14C-4C0B-86C7-32E27CB31161}" dt="2023-08-05T06:52:16.324" v="1923" actId="1076"/>
          <ac:spMkLst>
            <pc:docMk/>
            <pc:sldMk cId="2634739157" sldId="336"/>
            <ac:spMk id="9" creationId="{7A6A9906-5751-44CE-37E0-BE40415D3D93}"/>
          </ac:spMkLst>
        </pc:spChg>
        <pc:spChg chg="mod">
          <ac:chgData name="Songqing" userId="c4d8cb49210192e2" providerId="LiveId" clId="{43D478A8-A14C-4C0B-86C7-32E27CB31161}" dt="2023-08-05T06:52:29.779" v="1925" actId="1076"/>
          <ac:spMkLst>
            <pc:docMk/>
            <pc:sldMk cId="2634739157" sldId="336"/>
            <ac:spMk id="10" creationId="{D3518D2D-B875-0697-44E3-13FA9DC5A684}"/>
          </ac:spMkLst>
        </pc:spChg>
        <pc:spChg chg="mod">
          <ac:chgData name="Songqing" userId="c4d8cb49210192e2" providerId="LiveId" clId="{43D478A8-A14C-4C0B-86C7-32E27CB31161}" dt="2023-08-01T07:09:50.481" v="1860" actId="1076"/>
          <ac:spMkLst>
            <pc:docMk/>
            <pc:sldMk cId="2634739157" sldId="336"/>
            <ac:spMk id="11" creationId="{EAEC5526-3E31-E355-180C-7443115AA741}"/>
          </ac:spMkLst>
        </pc:spChg>
        <pc:spChg chg="mod">
          <ac:chgData name="Songqing" userId="c4d8cb49210192e2" providerId="LiveId" clId="{43D478A8-A14C-4C0B-86C7-32E27CB31161}" dt="2023-08-05T06:52:46.899" v="1929" actId="1076"/>
          <ac:spMkLst>
            <pc:docMk/>
            <pc:sldMk cId="2634739157" sldId="336"/>
            <ac:spMk id="12" creationId="{1EDFED13-4CEB-B7E1-F7CD-6C90079D0A61}"/>
          </ac:spMkLst>
        </pc:spChg>
        <pc:spChg chg="mod">
          <ac:chgData name="Songqing" userId="c4d8cb49210192e2" providerId="LiveId" clId="{43D478A8-A14C-4C0B-86C7-32E27CB31161}" dt="2023-08-01T07:09:52.849" v="1861" actId="1076"/>
          <ac:spMkLst>
            <pc:docMk/>
            <pc:sldMk cId="2634739157" sldId="336"/>
            <ac:spMk id="13" creationId="{DC5D6C4F-2762-3F37-043B-534C53CB59F3}"/>
          </ac:spMkLst>
        </pc:spChg>
        <pc:spChg chg="add mod">
          <ac:chgData name="Songqing" userId="c4d8cb49210192e2" providerId="LiveId" clId="{43D478A8-A14C-4C0B-86C7-32E27CB31161}" dt="2023-08-05T06:52:45.292" v="1928" actId="1076"/>
          <ac:spMkLst>
            <pc:docMk/>
            <pc:sldMk cId="2634739157" sldId="336"/>
            <ac:spMk id="15" creationId="{40DF817C-7ABC-9583-E533-651F82C0C718}"/>
          </ac:spMkLst>
        </pc:spChg>
        <pc:spChg chg="mod">
          <ac:chgData name="Songqing" userId="c4d8cb49210192e2" providerId="LiveId" clId="{43D478A8-A14C-4C0B-86C7-32E27CB31161}" dt="2023-08-01T08:28:39.872" v="1919" actId="1076"/>
          <ac:spMkLst>
            <pc:docMk/>
            <pc:sldMk cId="2634739157" sldId="336"/>
            <ac:spMk id="17" creationId="{FDACAEB8-8ED3-ABF0-85CE-2B5FDCFAA7C6}"/>
          </ac:spMkLst>
        </pc:spChg>
        <pc:cxnChg chg="mod">
          <ac:chgData name="Songqing" userId="c4d8cb49210192e2" providerId="LiveId" clId="{43D478A8-A14C-4C0B-86C7-32E27CB31161}" dt="2023-08-01T08:28:22.248" v="1917" actId="14100"/>
          <ac:cxnSpMkLst>
            <pc:docMk/>
            <pc:sldMk cId="2634739157" sldId="336"/>
            <ac:cxnSpMk id="19" creationId="{C29AAF98-B1A0-47FA-56B6-07D271D7A0A9}"/>
          </ac:cxnSpMkLst>
        </pc:cxnChg>
        <pc:cxnChg chg="mod">
          <ac:chgData name="Songqing" userId="c4d8cb49210192e2" providerId="LiveId" clId="{43D478A8-A14C-4C0B-86C7-32E27CB31161}" dt="2023-08-01T08:28:34.006" v="1918" actId="14100"/>
          <ac:cxnSpMkLst>
            <pc:docMk/>
            <pc:sldMk cId="2634739157" sldId="336"/>
            <ac:cxnSpMk id="21" creationId="{737E4DC7-903F-B2D5-4DCA-99EB5028DB0F}"/>
          </ac:cxnSpMkLst>
        </pc:cxnChg>
        <pc:cxnChg chg="mod">
          <ac:chgData name="Songqing" userId="c4d8cb49210192e2" providerId="LiveId" clId="{43D478A8-A14C-4C0B-86C7-32E27CB31161}" dt="2023-08-01T07:09:52.849" v="1861" actId="1076"/>
          <ac:cxnSpMkLst>
            <pc:docMk/>
            <pc:sldMk cId="2634739157" sldId="336"/>
            <ac:cxnSpMk id="25" creationId="{6AB45BF9-F879-3ABA-D00A-505AAF4EB712}"/>
          </ac:cxnSpMkLst>
        </pc:cxnChg>
      </pc:sldChg>
      <pc:sldChg chg="addSp modSp add mod">
        <pc:chgData name="Songqing" userId="c4d8cb49210192e2" providerId="LiveId" clId="{43D478A8-A14C-4C0B-86C7-32E27CB31161}" dt="2023-08-05T11:56:20.954" v="1961" actId="14100"/>
        <pc:sldMkLst>
          <pc:docMk/>
          <pc:sldMk cId="3149094279" sldId="337"/>
        </pc:sldMkLst>
        <pc:spChg chg="mod">
          <ac:chgData name="Songqing" userId="c4d8cb49210192e2" providerId="LiveId" clId="{43D478A8-A14C-4C0B-86C7-32E27CB31161}" dt="2023-08-05T11:56:05.473" v="1958" actId="1076"/>
          <ac:spMkLst>
            <pc:docMk/>
            <pc:sldMk cId="3149094279" sldId="337"/>
            <ac:spMk id="3" creationId="{B7CF3D40-4F7F-B4E4-A8FA-35DF33232261}"/>
          </ac:spMkLst>
        </pc:spChg>
        <pc:spChg chg="add mod">
          <ac:chgData name="Songqing" userId="c4d8cb49210192e2" providerId="LiveId" clId="{43D478A8-A14C-4C0B-86C7-32E27CB31161}" dt="2023-08-05T11:55:51.156" v="1955" actId="1076"/>
          <ac:spMkLst>
            <pc:docMk/>
            <pc:sldMk cId="3149094279" sldId="337"/>
            <ac:spMk id="4" creationId="{0F6B21BD-F08F-4957-1350-332890C71811}"/>
          </ac:spMkLst>
        </pc:spChg>
        <pc:spChg chg="mod">
          <ac:chgData name="Songqing" userId="c4d8cb49210192e2" providerId="LiveId" clId="{43D478A8-A14C-4C0B-86C7-32E27CB31161}" dt="2023-08-05T11:55:51.156" v="1955" actId="1076"/>
          <ac:spMkLst>
            <pc:docMk/>
            <pc:sldMk cId="3149094279" sldId="337"/>
            <ac:spMk id="9" creationId="{7A6A9906-5751-44CE-37E0-BE40415D3D93}"/>
          </ac:spMkLst>
        </pc:spChg>
        <pc:spChg chg="mod">
          <ac:chgData name="Songqing" userId="c4d8cb49210192e2" providerId="LiveId" clId="{43D478A8-A14C-4C0B-86C7-32E27CB31161}" dt="2023-08-05T11:55:51.156" v="1955" actId="1076"/>
          <ac:spMkLst>
            <pc:docMk/>
            <pc:sldMk cId="3149094279" sldId="337"/>
            <ac:spMk id="10" creationId="{D3518D2D-B875-0697-44E3-13FA9DC5A684}"/>
          </ac:spMkLst>
        </pc:spChg>
        <pc:spChg chg="mod">
          <ac:chgData name="Songqing" userId="c4d8cb49210192e2" providerId="LiveId" clId="{43D478A8-A14C-4C0B-86C7-32E27CB31161}" dt="2023-08-05T11:55:51.156" v="1955" actId="1076"/>
          <ac:spMkLst>
            <pc:docMk/>
            <pc:sldMk cId="3149094279" sldId="337"/>
            <ac:spMk id="12" creationId="{1EDFED13-4CEB-B7E1-F7CD-6C90079D0A61}"/>
          </ac:spMkLst>
        </pc:spChg>
        <pc:spChg chg="mod">
          <ac:chgData name="Songqing" userId="c4d8cb49210192e2" providerId="LiveId" clId="{43D478A8-A14C-4C0B-86C7-32E27CB31161}" dt="2023-08-05T11:54:47.643" v="1947" actId="1076"/>
          <ac:spMkLst>
            <pc:docMk/>
            <pc:sldMk cId="3149094279" sldId="337"/>
            <ac:spMk id="13" creationId="{DC5D6C4F-2762-3F37-043B-534C53CB59F3}"/>
          </ac:spMkLst>
        </pc:spChg>
        <pc:spChg chg="mod">
          <ac:chgData name="Songqing" userId="c4d8cb49210192e2" providerId="LiveId" clId="{43D478A8-A14C-4C0B-86C7-32E27CB31161}" dt="2023-08-05T11:55:27.834" v="1952" actId="1076"/>
          <ac:spMkLst>
            <pc:docMk/>
            <pc:sldMk cId="3149094279" sldId="337"/>
            <ac:spMk id="17" creationId="{FDACAEB8-8ED3-ABF0-85CE-2B5FDCFAA7C6}"/>
          </ac:spMkLst>
        </pc:spChg>
        <pc:spChg chg="mod">
          <ac:chgData name="Songqing" userId="c4d8cb49210192e2" providerId="LiveId" clId="{43D478A8-A14C-4C0B-86C7-32E27CB31161}" dt="2023-08-05T11:55:14.769" v="1951" actId="1076"/>
          <ac:spMkLst>
            <pc:docMk/>
            <pc:sldMk cId="3149094279" sldId="337"/>
            <ac:spMk id="20" creationId="{D35074D0-E503-3857-53C5-1A1FD1DBDCD1}"/>
          </ac:spMkLst>
        </pc:spChg>
        <pc:spChg chg="add mod">
          <ac:chgData name="Songqing" userId="c4d8cb49210192e2" providerId="LiveId" clId="{43D478A8-A14C-4C0B-86C7-32E27CB31161}" dt="2023-08-05T11:56:13.735" v="1959" actId="1076"/>
          <ac:spMkLst>
            <pc:docMk/>
            <pc:sldMk cId="3149094279" sldId="337"/>
            <ac:spMk id="22" creationId="{38DA9C50-1A5A-95C7-D327-8DD28EC6653B}"/>
          </ac:spMkLst>
        </pc:spChg>
        <pc:spChg chg="add mod">
          <ac:chgData name="Songqing" userId="c4d8cb49210192e2" providerId="LiveId" clId="{43D478A8-A14C-4C0B-86C7-32E27CB31161}" dt="2023-08-05T11:56:16.633" v="1960" actId="1076"/>
          <ac:spMkLst>
            <pc:docMk/>
            <pc:sldMk cId="3149094279" sldId="337"/>
            <ac:spMk id="23" creationId="{38B421EA-5470-EA0B-9121-9E15F9AAA008}"/>
          </ac:spMkLst>
        </pc:spChg>
        <pc:spChg chg="mod">
          <ac:chgData name="Songqing" userId="c4d8cb49210192e2" providerId="LiveId" clId="{43D478A8-A14C-4C0B-86C7-32E27CB31161}" dt="2023-08-05T11:54:59.183" v="1949" actId="1076"/>
          <ac:spMkLst>
            <pc:docMk/>
            <pc:sldMk cId="3149094279" sldId="337"/>
            <ac:spMk id="24" creationId="{123CE729-67F1-DDE2-9CD1-194F39B4FB7F}"/>
          </ac:spMkLst>
        </pc:spChg>
        <pc:spChg chg="mod">
          <ac:chgData name="Songqing" userId="c4d8cb49210192e2" providerId="LiveId" clId="{43D478A8-A14C-4C0B-86C7-32E27CB31161}" dt="2023-08-05T11:55:51.156" v="1955" actId="1076"/>
          <ac:spMkLst>
            <pc:docMk/>
            <pc:sldMk cId="3149094279" sldId="337"/>
            <ac:spMk id="29" creationId="{9D9A0144-A8CB-763E-506F-1038893D45C2}"/>
          </ac:spMkLst>
        </pc:spChg>
        <pc:spChg chg="mod">
          <ac:chgData name="Songqing" userId="c4d8cb49210192e2" providerId="LiveId" clId="{43D478A8-A14C-4C0B-86C7-32E27CB31161}" dt="2023-08-05T11:55:51.156" v="1955" actId="1076"/>
          <ac:spMkLst>
            <pc:docMk/>
            <pc:sldMk cId="3149094279" sldId="337"/>
            <ac:spMk id="34" creationId="{D1A4237A-FB07-8AD9-3631-171988D2014E}"/>
          </ac:spMkLst>
        </pc:spChg>
        <pc:cxnChg chg="mod">
          <ac:chgData name="Songqing" userId="c4d8cb49210192e2" providerId="LiveId" clId="{43D478A8-A14C-4C0B-86C7-32E27CB31161}" dt="2023-08-05T11:56:20.954" v="1961" actId="14100"/>
          <ac:cxnSpMkLst>
            <pc:docMk/>
            <pc:sldMk cId="3149094279" sldId="337"/>
            <ac:cxnSpMk id="19" creationId="{C29AAF98-B1A0-47FA-56B6-07D271D7A0A9}"/>
          </ac:cxnSpMkLst>
        </pc:cxnChg>
        <pc:cxnChg chg="mod">
          <ac:chgData name="Songqing" userId="c4d8cb49210192e2" providerId="LiveId" clId="{43D478A8-A14C-4C0B-86C7-32E27CB31161}" dt="2023-08-05T11:56:05.473" v="1958" actId="1076"/>
          <ac:cxnSpMkLst>
            <pc:docMk/>
            <pc:sldMk cId="3149094279" sldId="337"/>
            <ac:cxnSpMk id="21" creationId="{737E4DC7-903F-B2D5-4DCA-99EB5028DB0F}"/>
          </ac:cxnSpMkLst>
        </pc:cxnChg>
        <pc:cxnChg chg="mod">
          <ac:chgData name="Songqing" userId="c4d8cb49210192e2" providerId="LiveId" clId="{43D478A8-A14C-4C0B-86C7-32E27CB31161}" dt="2023-08-05T11:55:01.874" v="1950" actId="14100"/>
          <ac:cxnSpMkLst>
            <pc:docMk/>
            <pc:sldMk cId="3149094279" sldId="337"/>
            <ac:cxnSpMk id="25" creationId="{6AB45BF9-F879-3ABA-D00A-505AAF4EB712}"/>
          </ac:cxnSpMkLst>
        </pc:cxnChg>
        <pc:cxnChg chg="add mod">
          <ac:chgData name="Songqing" userId="c4d8cb49210192e2" providerId="LiveId" clId="{43D478A8-A14C-4C0B-86C7-32E27CB31161}" dt="2023-08-05T11:56:13.735" v="1959" actId="1076"/>
          <ac:cxnSpMkLst>
            <pc:docMk/>
            <pc:sldMk cId="3149094279" sldId="337"/>
            <ac:cxnSpMk id="26" creationId="{95359B2E-4647-0381-0482-47083748D4D2}"/>
          </ac:cxnSpMkLst>
        </pc:cxnChg>
        <pc:cxnChg chg="add mod">
          <ac:chgData name="Songqing" userId="c4d8cb49210192e2" providerId="LiveId" clId="{43D478A8-A14C-4C0B-86C7-32E27CB31161}" dt="2023-08-05T11:56:16.633" v="1960" actId="1076"/>
          <ac:cxnSpMkLst>
            <pc:docMk/>
            <pc:sldMk cId="3149094279" sldId="337"/>
            <ac:cxnSpMk id="30" creationId="{52748513-3912-D58B-4A20-9D3A3FB57598}"/>
          </ac:cxnSpMkLst>
        </pc:cxnChg>
        <pc:cxnChg chg="mod">
          <ac:chgData name="Songqing" userId="c4d8cb49210192e2" providerId="LiveId" clId="{43D478A8-A14C-4C0B-86C7-32E27CB31161}" dt="2023-08-05T11:56:05.473" v="1958" actId="1076"/>
          <ac:cxnSpMkLst>
            <pc:docMk/>
            <pc:sldMk cId="3149094279" sldId="337"/>
            <ac:cxnSpMk id="43" creationId="{40E4FA22-E636-5006-BB39-3C0D2CB66124}"/>
          </ac:cxnSpMkLst>
        </pc:cxnChg>
        <pc:cxnChg chg="mod">
          <ac:chgData name="Songqing" userId="c4d8cb49210192e2" providerId="LiveId" clId="{43D478A8-A14C-4C0B-86C7-32E27CB31161}" dt="2023-08-05T11:55:54.785" v="1956" actId="14100"/>
          <ac:cxnSpMkLst>
            <pc:docMk/>
            <pc:sldMk cId="3149094279" sldId="337"/>
            <ac:cxnSpMk id="45" creationId="{48448BBD-60DA-AD60-D300-AB762B14C868}"/>
          </ac:cxnSpMkLst>
        </pc:cxnChg>
      </pc:sldChg>
    </pc:docChg>
  </pc:docChgLst>
  <pc:docChgLst>
    <pc:chgData name="Songqing" userId="c4d8cb49210192e2" providerId="LiveId" clId="{097B142E-C6A6-47DE-B0D9-738B43242677}"/>
    <pc:docChg chg="modSld">
      <pc:chgData name="Songqing" userId="c4d8cb49210192e2" providerId="LiveId" clId="{097B142E-C6A6-47DE-B0D9-738B43242677}" dt="2023-03-22T04:23:16.089" v="21" actId="1038"/>
      <pc:docMkLst>
        <pc:docMk/>
      </pc:docMkLst>
      <pc:sldChg chg="modSp mod">
        <pc:chgData name="Songqing" userId="c4d8cb49210192e2" providerId="LiveId" clId="{097B142E-C6A6-47DE-B0D9-738B43242677}" dt="2023-03-22T04:23:16.089" v="21" actId="1038"/>
        <pc:sldMkLst>
          <pc:docMk/>
          <pc:sldMk cId="2644837690" sldId="298"/>
        </pc:sldMkLst>
        <pc:spChg chg="mod">
          <ac:chgData name="Songqing" userId="c4d8cb49210192e2" providerId="LiveId" clId="{097B142E-C6A6-47DE-B0D9-738B43242677}" dt="2023-03-22T04:23:01.530" v="1" actId="1076"/>
          <ac:spMkLst>
            <pc:docMk/>
            <pc:sldMk cId="2644837690" sldId="298"/>
            <ac:spMk id="3" creationId="{00000000-0000-0000-0000-000000000000}"/>
          </ac:spMkLst>
        </pc:spChg>
        <pc:spChg chg="mod">
          <ac:chgData name="Songqing" userId="c4d8cb49210192e2" providerId="LiveId" clId="{097B142E-C6A6-47DE-B0D9-738B43242677}" dt="2023-03-22T04:23:16.089" v="21" actId="1038"/>
          <ac:spMkLst>
            <pc:docMk/>
            <pc:sldMk cId="2644837690" sldId="298"/>
            <ac:spMk id="4" creationId="{00000000-0000-0000-0000-000000000000}"/>
          </ac:spMkLst>
        </pc:spChg>
        <pc:spChg chg="mod">
          <ac:chgData name="Songqing" userId="c4d8cb49210192e2" providerId="LiveId" clId="{097B142E-C6A6-47DE-B0D9-738B43242677}" dt="2023-03-22T04:22:24.710" v="0" actId="1076"/>
          <ac:spMkLst>
            <pc:docMk/>
            <pc:sldMk cId="2644837690" sldId="298"/>
            <ac:spMk id="6" creationId="{00000000-0000-0000-0000-000000000000}"/>
          </ac:spMkLst>
        </pc:spChg>
      </pc:sldChg>
    </pc:docChg>
  </pc:docChgLst>
  <pc:docChgLst>
    <pc:chgData name="Songqing Gu" userId="c4d8cb49210192e2" providerId="LiveId" clId="{262707A5-8401-4E63-9F5C-A73DE64F14C3}"/>
    <pc:docChg chg="custSel addSld delSld modSld modSection">
      <pc:chgData name="Songqing Gu" userId="c4d8cb49210192e2" providerId="LiveId" clId="{262707A5-8401-4E63-9F5C-A73DE64F14C3}" dt="2023-06-16T13:41:32.940" v="126" actId="1076"/>
      <pc:docMkLst>
        <pc:docMk/>
      </pc:docMkLst>
      <pc:sldChg chg="modSp del mod">
        <pc:chgData name="Songqing Gu" userId="c4d8cb49210192e2" providerId="LiveId" clId="{262707A5-8401-4E63-9F5C-A73DE64F14C3}" dt="2023-06-16T12:34:39.527" v="37" actId="2696"/>
        <pc:sldMkLst>
          <pc:docMk/>
          <pc:sldMk cId="3813058601" sldId="256"/>
        </pc:sldMkLst>
        <pc:spChg chg="mod">
          <ac:chgData name="Songqing Gu" userId="c4d8cb49210192e2" providerId="LiveId" clId="{262707A5-8401-4E63-9F5C-A73DE64F14C3}" dt="2023-06-16T12:25:36.764" v="3" actId="1076"/>
          <ac:spMkLst>
            <pc:docMk/>
            <pc:sldMk cId="3813058601" sldId="256"/>
            <ac:spMk id="3" creationId="{00000000-0000-0000-0000-000000000000}"/>
          </ac:spMkLst>
        </pc:spChg>
      </pc:sldChg>
      <pc:sldChg chg="addSp delSp modSp mod">
        <pc:chgData name="Songqing Gu" userId="c4d8cb49210192e2" providerId="LiveId" clId="{262707A5-8401-4E63-9F5C-A73DE64F14C3}" dt="2023-06-16T12:58:48.872" v="84" actId="14100"/>
        <pc:sldMkLst>
          <pc:docMk/>
          <pc:sldMk cId="3113703618" sldId="261"/>
        </pc:sldMkLst>
        <pc:spChg chg="del mod">
          <ac:chgData name="Songqing Gu" userId="c4d8cb49210192e2" providerId="LiveId" clId="{262707A5-8401-4E63-9F5C-A73DE64F14C3}" dt="2023-06-16T12:42:29.605" v="44" actId="478"/>
          <ac:spMkLst>
            <pc:docMk/>
            <pc:sldMk cId="3113703618" sldId="261"/>
            <ac:spMk id="2" creationId="{00000000-0000-0000-0000-000000000000}"/>
          </ac:spMkLst>
        </pc:spChg>
        <pc:spChg chg="del">
          <ac:chgData name="Songqing Gu" userId="c4d8cb49210192e2" providerId="LiveId" clId="{262707A5-8401-4E63-9F5C-A73DE64F14C3}" dt="2023-06-16T12:41:59.291" v="38" actId="478"/>
          <ac:spMkLst>
            <pc:docMk/>
            <pc:sldMk cId="3113703618" sldId="261"/>
            <ac:spMk id="4" creationId="{00000000-0000-0000-0000-000000000000}"/>
          </ac:spMkLst>
        </pc:spChg>
        <pc:spChg chg="add mod">
          <ac:chgData name="Songqing Gu" userId="c4d8cb49210192e2" providerId="LiveId" clId="{262707A5-8401-4E63-9F5C-A73DE64F14C3}" dt="2023-06-16T12:42:57.868" v="52" actId="1076"/>
          <ac:spMkLst>
            <pc:docMk/>
            <pc:sldMk cId="3113703618" sldId="261"/>
            <ac:spMk id="5" creationId="{65B80BEA-BD58-4BB1-CD49-B7E8607E15EC}"/>
          </ac:spMkLst>
        </pc:spChg>
        <pc:spChg chg="add del mod">
          <ac:chgData name="Songqing Gu" userId="c4d8cb49210192e2" providerId="LiveId" clId="{262707A5-8401-4E63-9F5C-A73DE64F14C3}" dt="2023-06-16T12:42:35.726" v="46"/>
          <ac:spMkLst>
            <pc:docMk/>
            <pc:sldMk cId="3113703618" sldId="261"/>
            <ac:spMk id="7" creationId="{143BE242-03B3-A592-0444-85EEB84143F2}"/>
          </ac:spMkLst>
        </pc:spChg>
        <pc:spChg chg="add mod">
          <ac:chgData name="Songqing Gu" userId="c4d8cb49210192e2" providerId="LiveId" clId="{262707A5-8401-4E63-9F5C-A73DE64F14C3}" dt="2023-06-16T12:42:53.209" v="51" actId="14100"/>
          <ac:spMkLst>
            <pc:docMk/>
            <pc:sldMk cId="3113703618" sldId="261"/>
            <ac:spMk id="8" creationId="{BA26DEAE-5B0E-7092-0CDC-7B1858EBADCD}"/>
          </ac:spMkLst>
        </pc:spChg>
        <pc:spChg chg="add mod">
          <ac:chgData name="Songqing Gu" userId="c4d8cb49210192e2" providerId="LiveId" clId="{262707A5-8401-4E63-9F5C-A73DE64F14C3}" dt="2023-06-16T12:56:25.552" v="72" actId="1076"/>
          <ac:spMkLst>
            <pc:docMk/>
            <pc:sldMk cId="3113703618" sldId="261"/>
            <ac:spMk id="10" creationId="{A751D98D-28CD-6AA8-E491-63C1E905EAA5}"/>
          </ac:spMkLst>
        </pc:spChg>
        <pc:spChg chg="add mod">
          <ac:chgData name="Songqing Gu" userId="c4d8cb49210192e2" providerId="LiveId" clId="{262707A5-8401-4E63-9F5C-A73DE64F14C3}" dt="2023-06-16T12:57:19.938" v="77" actId="1076"/>
          <ac:spMkLst>
            <pc:docMk/>
            <pc:sldMk cId="3113703618" sldId="261"/>
            <ac:spMk id="12" creationId="{568BBE4C-8E40-8C7F-9A64-C076869BEF43}"/>
          </ac:spMkLst>
        </pc:spChg>
        <pc:spChg chg="add mod">
          <ac:chgData name="Songqing Gu" userId="c4d8cb49210192e2" providerId="LiveId" clId="{262707A5-8401-4E63-9F5C-A73DE64F14C3}" dt="2023-06-16T12:58:48.872" v="84" actId="14100"/>
          <ac:spMkLst>
            <pc:docMk/>
            <pc:sldMk cId="3113703618" sldId="261"/>
            <ac:spMk id="14" creationId="{FDD2FAB4-4A78-F080-AC67-7FFC39D796DC}"/>
          </ac:spMkLst>
        </pc:spChg>
      </pc:sldChg>
      <pc:sldChg chg="addSp delSp modSp mod">
        <pc:chgData name="Songqing Gu" userId="c4d8cb49210192e2" providerId="LiveId" clId="{262707A5-8401-4E63-9F5C-A73DE64F14C3}" dt="2023-06-16T13:41:32.940" v="126" actId="1076"/>
        <pc:sldMkLst>
          <pc:docMk/>
          <pc:sldMk cId="2216314799" sldId="274"/>
        </pc:sldMkLst>
        <pc:spChg chg="mod">
          <ac:chgData name="Songqing Gu" userId="c4d8cb49210192e2" providerId="LiveId" clId="{262707A5-8401-4E63-9F5C-A73DE64F14C3}" dt="2023-06-16T13:41:05.312" v="122" actId="1076"/>
          <ac:spMkLst>
            <pc:docMk/>
            <pc:sldMk cId="2216314799" sldId="274"/>
            <ac:spMk id="2" creationId="{00000000-0000-0000-0000-000000000000}"/>
          </ac:spMkLst>
        </pc:spChg>
        <pc:spChg chg="add mod">
          <ac:chgData name="Songqing Gu" userId="c4d8cb49210192e2" providerId="LiveId" clId="{262707A5-8401-4E63-9F5C-A73DE64F14C3}" dt="2023-06-16T13:41:32.940" v="126" actId="1076"/>
          <ac:spMkLst>
            <pc:docMk/>
            <pc:sldMk cId="2216314799" sldId="274"/>
            <ac:spMk id="4" creationId="{0F89EA29-F0AD-67A8-910B-517FC39D9D79}"/>
          </ac:spMkLst>
        </pc:spChg>
        <pc:spChg chg="del">
          <ac:chgData name="Songqing Gu" userId="c4d8cb49210192e2" providerId="LiveId" clId="{262707A5-8401-4E63-9F5C-A73DE64F14C3}" dt="2023-06-16T13:39:30.927" v="85" actId="478"/>
          <ac:spMkLst>
            <pc:docMk/>
            <pc:sldMk cId="2216314799" sldId="274"/>
            <ac:spMk id="6" creationId="{00000000-0000-0000-0000-000000000000}"/>
          </ac:spMkLst>
        </pc:spChg>
        <pc:spChg chg="del">
          <ac:chgData name="Songqing Gu" userId="c4d8cb49210192e2" providerId="LiveId" clId="{262707A5-8401-4E63-9F5C-A73DE64F14C3}" dt="2023-06-16T13:39:30.927" v="85" actId="478"/>
          <ac:spMkLst>
            <pc:docMk/>
            <pc:sldMk cId="2216314799" sldId="274"/>
            <ac:spMk id="19" creationId="{00000000-0000-0000-0000-000000000000}"/>
          </ac:spMkLst>
        </pc:spChg>
        <pc:spChg chg="del">
          <ac:chgData name="Songqing Gu" userId="c4d8cb49210192e2" providerId="LiveId" clId="{262707A5-8401-4E63-9F5C-A73DE64F14C3}" dt="2023-06-16T13:39:30.927" v="85" actId="478"/>
          <ac:spMkLst>
            <pc:docMk/>
            <pc:sldMk cId="2216314799" sldId="274"/>
            <ac:spMk id="20" creationId="{00000000-0000-0000-0000-000000000000}"/>
          </ac:spMkLst>
        </pc:spChg>
        <pc:spChg chg="del">
          <ac:chgData name="Songqing Gu" userId="c4d8cb49210192e2" providerId="LiveId" clId="{262707A5-8401-4E63-9F5C-A73DE64F14C3}" dt="2023-06-16T13:39:30.927" v="85" actId="478"/>
          <ac:spMkLst>
            <pc:docMk/>
            <pc:sldMk cId="2216314799" sldId="274"/>
            <ac:spMk id="28" creationId="{00000000-0000-0000-0000-000000000000}"/>
          </ac:spMkLst>
        </pc:spChg>
        <pc:spChg chg="del">
          <ac:chgData name="Songqing Gu" userId="c4d8cb49210192e2" providerId="LiveId" clId="{262707A5-8401-4E63-9F5C-A73DE64F14C3}" dt="2023-06-16T13:39:30.927" v="85" actId="478"/>
          <ac:spMkLst>
            <pc:docMk/>
            <pc:sldMk cId="2216314799" sldId="274"/>
            <ac:spMk id="31" creationId="{00000000-0000-0000-0000-000000000000}"/>
          </ac:spMkLst>
        </pc:spChg>
        <pc:spChg chg="del">
          <ac:chgData name="Songqing Gu" userId="c4d8cb49210192e2" providerId="LiveId" clId="{262707A5-8401-4E63-9F5C-A73DE64F14C3}" dt="2023-06-16T13:39:30.927" v="85" actId="478"/>
          <ac:spMkLst>
            <pc:docMk/>
            <pc:sldMk cId="2216314799" sldId="274"/>
            <ac:spMk id="40" creationId="{00000000-0000-0000-0000-000000000000}"/>
          </ac:spMkLst>
        </pc:spChg>
        <pc:spChg chg="del">
          <ac:chgData name="Songqing Gu" userId="c4d8cb49210192e2" providerId="LiveId" clId="{262707A5-8401-4E63-9F5C-A73DE64F14C3}" dt="2023-06-16T13:39:30.927" v="85" actId="478"/>
          <ac:spMkLst>
            <pc:docMk/>
            <pc:sldMk cId="2216314799" sldId="274"/>
            <ac:spMk id="42" creationId="{00000000-0000-0000-0000-000000000000}"/>
          </ac:spMkLst>
        </pc:spChg>
        <pc:spChg chg="del">
          <ac:chgData name="Songqing Gu" userId="c4d8cb49210192e2" providerId="LiveId" clId="{262707A5-8401-4E63-9F5C-A73DE64F14C3}" dt="2023-06-16T13:39:30.927" v="85" actId="478"/>
          <ac:spMkLst>
            <pc:docMk/>
            <pc:sldMk cId="2216314799" sldId="274"/>
            <ac:spMk id="43" creationId="{00000000-0000-0000-0000-000000000000}"/>
          </ac:spMkLst>
        </pc:spChg>
        <pc:spChg chg="del">
          <ac:chgData name="Songqing Gu" userId="c4d8cb49210192e2" providerId="LiveId" clId="{262707A5-8401-4E63-9F5C-A73DE64F14C3}" dt="2023-06-16T13:39:30.927" v="85" actId="478"/>
          <ac:spMkLst>
            <pc:docMk/>
            <pc:sldMk cId="2216314799" sldId="274"/>
            <ac:spMk id="57" creationId="{00000000-0000-0000-0000-000000000000}"/>
          </ac:spMkLst>
        </pc:spChg>
        <pc:spChg chg="del">
          <ac:chgData name="Songqing Gu" userId="c4d8cb49210192e2" providerId="LiveId" clId="{262707A5-8401-4E63-9F5C-A73DE64F14C3}" dt="2023-06-16T13:39:30.927" v="85" actId="478"/>
          <ac:spMkLst>
            <pc:docMk/>
            <pc:sldMk cId="2216314799" sldId="274"/>
            <ac:spMk id="58" creationId="{00000000-0000-0000-0000-000000000000}"/>
          </ac:spMkLst>
        </pc:spChg>
        <pc:spChg chg="del">
          <ac:chgData name="Songqing Gu" userId="c4d8cb49210192e2" providerId="LiveId" clId="{262707A5-8401-4E63-9F5C-A73DE64F14C3}" dt="2023-06-16T13:39:30.927" v="85" actId="478"/>
          <ac:spMkLst>
            <pc:docMk/>
            <pc:sldMk cId="2216314799" sldId="274"/>
            <ac:spMk id="59" creationId="{00000000-0000-0000-0000-000000000000}"/>
          </ac:spMkLst>
        </pc:spChg>
        <pc:spChg chg="del">
          <ac:chgData name="Songqing Gu" userId="c4d8cb49210192e2" providerId="LiveId" clId="{262707A5-8401-4E63-9F5C-A73DE64F14C3}" dt="2023-06-16T13:39:30.927" v="85" actId="478"/>
          <ac:spMkLst>
            <pc:docMk/>
            <pc:sldMk cId="2216314799" sldId="274"/>
            <ac:spMk id="68" creationId="{00000000-0000-0000-0000-000000000000}"/>
          </ac:spMkLst>
        </pc:spChg>
        <pc:picChg chg="del">
          <ac:chgData name="Songqing Gu" userId="c4d8cb49210192e2" providerId="LiveId" clId="{262707A5-8401-4E63-9F5C-A73DE64F14C3}" dt="2023-06-16T13:39:30.927" v="85" actId="478"/>
          <ac:picMkLst>
            <pc:docMk/>
            <pc:sldMk cId="2216314799" sldId="274"/>
            <ac:picMk id="27" creationId="{00000000-0000-0000-0000-000000000000}"/>
          </ac:picMkLst>
        </pc:picChg>
        <pc:picChg chg="del">
          <ac:chgData name="Songqing Gu" userId="c4d8cb49210192e2" providerId="LiveId" clId="{262707A5-8401-4E63-9F5C-A73DE64F14C3}" dt="2023-06-16T13:39:30.927" v="85" actId="478"/>
          <ac:picMkLst>
            <pc:docMk/>
            <pc:sldMk cId="2216314799" sldId="274"/>
            <ac:picMk id="29" creationId="{00000000-0000-0000-0000-000000000000}"/>
          </ac:picMkLst>
        </pc:picChg>
        <pc:cxnChg chg="del">
          <ac:chgData name="Songqing Gu" userId="c4d8cb49210192e2" providerId="LiveId" clId="{262707A5-8401-4E63-9F5C-A73DE64F14C3}" dt="2023-06-16T13:39:30.927" v="85" actId="478"/>
          <ac:cxnSpMkLst>
            <pc:docMk/>
            <pc:sldMk cId="2216314799" sldId="274"/>
            <ac:cxnSpMk id="32" creationId="{00000000-0000-0000-0000-000000000000}"/>
          </ac:cxnSpMkLst>
        </pc:cxnChg>
        <pc:cxnChg chg="del">
          <ac:chgData name="Songqing Gu" userId="c4d8cb49210192e2" providerId="LiveId" clId="{262707A5-8401-4E63-9F5C-A73DE64F14C3}" dt="2023-06-16T13:39:30.927" v="85" actId="478"/>
          <ac:cxnSpMkLst>
            <pc:docMk/>
            <pc:sldMk cId="2216314799" sldId="274"/>
            <ac:cxnSpMk id="44" creationId="{00000000-0000-0000-0000-000000000000}"/>
          </ac:cxnSpMkLst>
        </pc:cxnChg>
        <pc:cxnChg chg="del">
          <ac:chgData name="Songqing Gu" userId="c4d8cb49210192e2" providerId="LiveId" clId="{262707A5-8401-4E63-9F5C-A73DE64F14C3}" dt="2023-06-16T13:39:30.927" v="85" actId="478"/>
          <ac:cxnSpMkLst>
            <pc:docMk/>
            <pc:sldMk cId="2216314799" sldId="274"/>
            <ac:cxnSpMk id="49" creationId="{00000000-0000-0000-0000-000000000000}"/>
          </ac:cxnSpMkLst>
        </pc:cxnChg>
      </pc:sldChg>
      <pc:sldChg chg="addSp delSp modSp mod">
        <pc:chgData name="Songqing Gu" userId="c4d8cb49210192e2" providerId="LiveId" clId="{262707A5-8401-4E63-9F5C-A73DE64F14C3}" dt="2023-06-16T12:55:08.564" v="68" actId="1076"/>
        <pc:sldMkLst>
          <pc:docMk/>
          <pc:sldMk cId="2115522147" sldId="322"/>
        </pc:sldMkLst>
        <pc:spChg chg="del">
          <ac:chgData name="Songqing Gu" userId="c4d8cb49210192e2" providerId="LiveId" clId="{262707A5-8401-4E63-9F5C-A73DE64F14C3}" dt="2023-06-16T12:53:33.274" v="57" actId="478"/>
          <ac:spMkLst>
            <pc:docMk/>
            <pc:sldMk cId="2115522147" sldId="322"/>
            <ac:spMk id="2" creationId="{00000000-0000-0000-0000-000000000000}"/>
          </ac:spMkLst>
        </pc:spChg>
        <pc:spChg chg="del">
          <ac:chgData name="Songqing Gu" userId="c4d8cb49210192e2" providerId="LiveId" clId="{262707A5-8401-4E63-9F5C-A73DE64F14C3}" dt="2023-06-16T12:53:23.749" v="53" actId="478"/>
          <ac:spMkLst>
            <pc:docMk/>
            <pc:sldMk cId="2115522147" sldId="322"/>
            <ac:spMk id="3" creationId="{00000000-0000-0000-0000-000000000000}"/>
          </ac:spMkLst>
        </pc:spChg>
        <pc:spChg chg="add del mod">
          <ac:chgData name="Songqing Gu" userId="c4d8cb49210192e2" providerId="LiveId" clId="{262707A5-8401-4E63-9F5C-A73DE64F14C3}" dt="2023-06-16T12:53:26.120" v="54" actId="478"/>
          <ac:spMkLst>
            <pc:docMk/>
            <pc:sldMk cId="2115522147" sldId="322"/>
            <ac:spMk id="5" creationId="{F93BA9FE-1A7E-59D5-DB0F-33D37B2BC9D6}"/>
          </ac:spMkLst>
        </pc:spChg>
        <pc:spChg chg="add del mod">
          <ac:chgData name="Songqing Gu" userId="c4d8cb49210192e2" providerId="LiveId" clId="{262707A5-8401-4E63-9F5C-A73DE64F14C3}" dt="2023-06-16T12:53:52.787" v="64" actId="478"/>
          <ac:spMkLst>
            <pc:docMk/>
            <pc:sldMk cId="2115522147" sldId="322"/>
            <ac:spMk id="7" creationId="{ABA7DEDB-5263-0945-C275-019A307F7606}"/>
          </ac:spMkLst>
        </pc:spChg>
        <pc:spChg chg="add mod">
          <ac:chgData name="Songqing Gu" userId="c4d8cb49210192e2" providerId="LiveId" clId="{262707A5-8401-4E63-9F5C-A73DE64F14C3}" dt="2023-06-16T12:53:48.183" v="63" actId="1076"/>
          <ac:spMkLst>
            <pc:docMk/>
            <pc:sldMk cId="2115522147" sldId="322"/>
            <ac:spMk id="9" creationId="{12FE7EEE-9033-20AB-8C81-1DA854640A13}"/>
          </ac:spMkLst>
        </pc:spChg>
        <pc:spChg chg="add mod">
          <ac:chgData name="Songqing Gu" userId="c4d8cb49210192e2" providerId="LiveId" clId="{262707A5-8401-4E63-9F5C-A73DE64F14C3}" dt="2023-06-16T12:55:08.564" v="68" actId="1076"/>
          <ac:spMkLst>
            <pc:docMk/>
            <pc:sldMk cId="2115522147" sldId="322"/>
            <ac:spMk id="11" creationId="{97DB11F4-6E24-13D6-6479-AA84647A6E49}"/>
          </ac:spMkLst>
        </pc:spChg>
      </pc:sldChg>
      <pc:sldChg chg="modSp add mod setBg">
        <pc:chgData name="Songqing Gu" userId="c4d8cb49210192e2" providerId="LiveId" clId="{262707A5-8401-4E63-9F5C-A73DE64F14C3}" dt="2023-06-16T12:34:30.885" v="36" actId="313"/>
        <pc:sldMkLst>
          <pc:docMk/>
          <pc:sldMk cId="523495732" sldId="323"/>
        </pc:sldMkLst>
        <pc:spChg chg="mod">
          <ac:chgData name="Songqing Gu" userId="c4d8cb49210192e2" providerId="LiveId" clId="{262707A5-8401-4E63-9F5C-A73DE64F14C3}" dt="2023-06-16T12:34:30.885" v="36" actId="313"/>
          <ac:spMkLst>
            <pc:docMk/>
            <pc:sldMk cId="523495732" sldId="323"/>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0317CFB-6EA3-48C9-9755-81A79CF4EC0B}" type="datetimeFigureOut">
              <a:rPr lang="en-AU" smtClean="0"/>
              <a:t>30/4/2025</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AF93708-7FE8-4EF9-B06E-E90DE391BDBF}" type="slidenum">
              <a:rPr lang="en-AU" smtClean="0"/>
              <a:t>‹#›</a:t>
            </a:fld>
            <a:endParaRPr lang="en-AU"/>
          </a:p>
        </p:txBody>
      </p:sp>
    </p:spTree>
    <p:extLst>
      <p:ext uri="{BB962C8B-B14F-4D97-AF65-F5344CB8AC3E}">
        <p14:creationId xmlns:p14="http://schemas.microsoft.com/office/powerpoint/2010/main" val="29883841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800" dirty="0">
                <a:solidFill>
                  <a:srgbClr val="3D3B49"/>
                </a:solidFill>
                <a:effectLst/>
                <a:latin typeface="Times New Roman" panose="02020603050405020304" pitchFamily="18" charset="0"/>
                <a:ea typeface="Times New Roman" panose="02020603050405020304" pitchFamily="18" charset="0"/>
                <a:cs typeface="Times New Roman" panose="02020603050405020304" pitchFamily="18" charset="0"/>
              </a:rPr>
              <a:t>Utilizing a design pattern like POM can help reduce code duplication and enhance maintainability issues. </a:t>
            </a:r>
          </a:p>
          <a:p>
            <a:pPr marL="0" marR="0" lvl="0" indent="0" algn="l" defTabSz="914400" rtl="0" eaLnBrk="1" fontAlgn="auto" latinLnBrk="0" hangingPunct="1">
              <a:lnSpc>
                <a:spcPct val="100000"/>
              </a:lnSpc>
              <a:spcBef>
                <a:spcPts val="0"/>
              </a:spcBef>
              <a:spcAft>
                <a:spcPts val="0"/>
              </a:spcAft>
              <a:buClrTx/>
              <a:buSzTx/>
              <a:buFontTx/>
              <a:buNone/>
              <a:tabLst/>
              <a:defRPr/>
            </a:pPr>
            <a:r>
              <a:rPr lang="en-AU" sz="1800" dirty="0">
                <a:solidFill>
                  <a:srgbClr val="3D3B49"/>
                </a:solidFill>
                <a:effectLst/>
                <a:latin typeface="Times New Roman" panose="02020603050405020304" pitchFamily="18" charset="0"/>
                <a:ea typeface="Times New Roman" panose="02020603050405020304" pitchFamily="18" charset="0"/>
                <a:cs typeface="Times New Roman" panose="02020603050405020304" pitchFamily="18" charset="0"/>
              </a:rPr>
              <a:t>Moreover, we can use POM for including </a:t>
            </a:r>
            <a:r>
              <a:rPr lang="en-AU" sz="1800"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reusable robust locating </a:t>
            </a:r>
            <a:r>
              <a:rPr lang="en-AU" sz="1800" dirty="0">
                <a:solidFill>
                  <a:srgbClr val="3D3B49"/>
                </a:solidFill>
                <a:effectLst/>
                <a:latin typeface="Times New Roman" panose="02020603050405020304" pitchFamily="18" charset="0"/>
                <a:ea typeface="Times New Roman" panose="02020603050405020304" pitchFamily="18" charset="0"/>
                <a:cs typeface="Times New Roman" panose="02020603050405020304" pitchFamily="18" charset="0"/>
              </a:rPr>
              <a:t>and </a:t>
            </a:r>
            <a:r>
              <a:rPr lang="en-AU" sz="1800"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waiting strategies</a:t>
            </a:r>
            <a:r>
              <a:rPr lang="en-AU" sz="1800" dirty="0">
                <a:solidFill>
                  <a:srgbClr val="3D3B49"/>
                </a:solidFill>
                <a:effectLst/>
                <a:latin typeface="Times New Roman" panose="02020603050405020304" pitchFamily="18" charset="0"/>
                <a:ea typeface="Times New Roman" panose="02020603050405020304" pitchFamily="18" charset="0"/>
                <a:cs typeface="Times New Roman" panose="02020603050405020304" pitchFamily="18" charset="0"/>
              </a:rPr>
              <a:t>. </a:t>
            </a:r>
          </a:p>
          <a:p>
            <a:endParaRPr lang="en-AU" dirty="0"/>
          </a:p>
        </p:txBody>
      </p:sp>
      <p:sp>
        <p:nvSpPr>
          <p:cNvPr id="4" name="Slide Number Placeholder 3"/>
          <p:cNvSpPr>
            <a:spLocks noGrp="1"/>
          </p:cNvSpPr>
          <p:nvPr>
            <p:ph type="sldNum" sz="quarter" idx="5"/>
          </p:nvPr>
        </p:nvSpPr>
        <p:spPr/>
        <p:txBody>
          <a:bodyPr/>
          <a:lstStyle/>
          <a:p>
            <a:fld id="{1AF93708-7FE8-4EF9-B06E-E90DE391BDBF}" type="slidenum">
              <a:rPr lang="en-AU" smtClean="0"/>
              <a:t>4</a:t>
            </a:fld>
            <a:endParaRPr lang="en-AU"/>
          </a:p>
        </p:txBody>
      </p:sp>
    </p:spTree>
    <p:extLst>
      <p:ext uri="{BB962C8B-B14F-4D97-AF65-F5344CB8AC3E}">
        <p14:creationId xmlns:p14="http://schemas.microsoft.com/office/powerpoint/2010/main" val="3680317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800" dirty="0">
                <a:solidFill>
                  <a:srgbClr val="3D3B49"/>
                </a:solidFill>
                <a:effectLst/>
                <a:latin typeface="Times New Roman" panose="02020603050405020304" pitchFamily="18" charset="0"/>
                <a:ea typeface="Times New Roman" panose="02020603050405020304" pitchFamily="18" charset="0"/>
                <a:cs typeface="Times New Roman" panose="02020603050405020304" pitchFamily="18" charset="0"/>
              </a:rPr>
              <a:t>Utilizing a design pattern like POM can help reduce code duplication and enhance maintainability issues. </a:t>
            </a:r>
          </a:p>
          <a:p>
            <a:pPr marL="0" marR="0" lvl="0" indent="0" algn="l" defTabSz="914400" rtl="0" eaLnBrk="1" fontAlgn="auto" latinLnBrk="0" hangingPunct="1">
              <a:lnSpc>
                <a:spcPct val="100000"/>
              </a:lnSpc>
              <a:spcBef>
                <a:spcPts val="0"/>
              </a:spcBef>
              <a:spcAft>
                <a:spcPts val="0"/>
              </a:spcAft>
              <a:buClrTx/>
              <a:buSzTx/>
              <a:buFontTx/>
              <a:buNone/>
              <a:tabLst/>
              <a:defRPr/>
            </a:pPr>
            <a:r>
              <a:rPr lang="en-AU" sz="1800" dirty="0">
                <a:solidFill>
                  <a:srgbClr val="3D3B49"/>
                </a:solidFill>
                <a:effectLst/>
                <a:latin typeface="Times New Roman" panose="02020603050405020304" pitchFamily="18" charset="0"/>
                <a:ea typeface="Times New Roman" panose="02020603050405020304" pitchFamily="18" charset="0"/>
                <a:cs typeface="Times New Roman" panose="02020603050405020304" pitchFamily="18" charset="0"/>
              </a:rPr>
              <a:t>Moreover, we can use POM for including </a:t>
            </a:r>
            <a:r>
              <a:rPr lang="en-AU" sz="1800"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reusable robust locating </a:t>
            </a:r>
            <a:r>
              <a:rPr lang="en-AU" sz="1800" dirty="0">
                <a:solidFill>
                  <a:srgbClr val="3D3B49"/>
                </a:solidFill>
                <a:effectLst/>
                <a:latin typeface="Times New Roman" panose="02020603050405020304" pitchFamily="18" charset="0"/>
                <a:ea typeface="Times New Roman" panose="02020603050405020304" pitchFamily="18" charset="0"/>
                <a:cs typeface="Times New Roman" panose="02020603050405020304" pitchFamily="18" charset="0"/>
              </a:rPr>
              <a:t>and </a:t>
            </a:r>
            <a:r>
              <a:rPr lang="en-AU" sz="1800"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waiting strategies</a:t>
            </a:r>
            <a:r>
              <a:rPr lang="en-AU" sz="1800" dirty="0">
                <a:solidFill>
                  <a:srgbClr val="3D3B49"/>
                </a:solidFill>
                <a:effectLst/>
                <a:latin typeface="Times New Roman" panose="02020603050405020304" pitchFamily="18" charset="0"/>
                <a:ea typeface="Times New Roman" panose="02020603050405020304" pitchFamily="18" charset="0"/>
                <a:cs typeface="Times New Roman" panose="02020603050405020304" pitchFamily="18" charset="0"/>
              </a:rPr>
              <a:t>. </a:t>
            </a:r>
          </a:p>
          <a:p>
            <a:endParaRPr lang="en-AU" dirty="0"/>
          </a:p>
        </p:txBody>
      </p:sp>
      <p:sp>
        <p:nvSpPr>
          <p:cNvPr id="4" name="Slide Number Placeholder 3"/>
          <p:cNvSpPr>
            <a:spLocks noGrp="1"/>
          </p:cNvSpPr>
          <p:nvPr>
            <p:ph type="sldNum" sz="quarter" idx="5"/>
          </p:nvPr>
        </p:nvSpPr>
        <p:spPr/>
        <p:txBody>
          <a:bodyPr/>
          <a:lstStyle/>
          <a:p>
            <a:fld id="{1AF93708-7FE8-4EF9-B06E-E90DE391BDBF}" type="slidenum">
              <a:rPr lang="en-AU" smtClean="0"/>
              <a:t>5</a:t>
            </a:fld>
            <a:endParaRPr lang="en-AU"/>
          </a:p>
        </p:txBody>
      </p:sp>
    </p:spTree>
    <p:extLst>
      <p:ext uri="{BB962C8B-B14F-4D97-AF65-F5344CB8AC3E}">
        <p14:creationId xmlns:p14="http://schemas.microsoft.com/office/powerpoint/2010/main" val="9167764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D9A56B-597D-4107-B12E-8C2A217B5B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CA7105-7AE1-4EB3-AE7E-5562E218B1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E819C3-4397-C320-0B3B-2FB56E9E2AE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800" dirty="0">
                <a:solidFill>
                  <a:srgbClr val="3D3B49"/>
                </a:solidFill>
                <a:effectLst/>
                <a:latin typeface="Times New Roman" panose="02020603050405020304" pitchFamily="18" charset="0"/>
                <a:ea typeface="Times New Roman" panose="02020603050405020304" pitchFamily="18" charset="0"/>
                <a:cs typeface="Times New Roman" panose="02020603050405020304" pitchFamily="18" charset="0"/>
              </a:rPr>
              <a:t>Utilizing a design pattern like POM can help reduce code duplication and enhance maintainability issues. </a:t>
            </a:r>
          </a:p>
          <a:p>
            <a:pPr marL="0" marR="0" lvl="0" indent="0" algn="l" defTabSz="914400" rtl="0" eaLnBrk="1" fontAlgn="auto" latinLnBrk="0" hangingPunct="1">
              <a:lnSpc>
                <a:spcPct val="100000"/>
              </a:lnSpc>
              <a:spcBef>
                <a:spcPts val="0"/>
              </a:spcBef>
              <a:spcAft>
                <a:spcPts val="0"/>
              </a:spcAft>
              <a:buClrTx/>
              <a:buSzTx/>
              <a:buFontTx/>
              <a:buNone/>
              <a:tabLst/>
              <a:defRPr/>
            </a:pPr>
            <a:r>
              <a:rPr lang="en-AU" sz="1800" dirty="0">
                <a:solidFill>
                  <a:srgbClr val="3D3B49"/>
                </a:solidFill>
                <a:effectLst/>
                <a:latin typeface="Times New Roman" panose="02020603050405020304" pitchFamily="18" charset="0"/>
                <a:ea typeface="Times New Roman" panose="02020603050405020304" pitchFamily="18" charset="0"/>
                <a:cs typeface="Times New Roman" panose="02020603050405020304" pitchFamily="18" charset="0"/>
              </a:rPr>
              <a:t>Moreover, we can use POM for including </a:t>
            </a:r>
            <a:r>
              <a:rPr lang="en-AU" sz="1800"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reusable robust locating </a:t>
            </a:r>
            <a:r>
              <a:rPr lang="en-AU" sz="1800" dirty="0">
                <a:solidFill>
                  <a:srgbClr val="3D3B49"/>
                </a:solidFill>
                <a:effectLst/>
                <a:latin typeface="Times New Roman" panose="02020603050405020304" pitchFamily="18" charset="0"/>
                <a:ea typeface="Times New Roman" panose="02020603050405020304" pitchFamily="18" charset="0"/>
                <a:cs typeface="Times New Roman" panose="02020603050405020304" pitchFamily="18" charset="0"/>
              </a:rPr>
              <a:t>and </a:t>
            </a:r>
            <a:r>
              <a:rPr lang="en-AU" sz="1800"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waiting strategies</a:t>
            </a:r>
            <a:r>
              <a:rPr lang="en-AU" sz="1800" dirty="0">
                <a:solidFill>
                  <a:srgbClr val="3D3B49"/>
                </a:solidFill>
                <a:effectLst/>
                <a:latin typeface="Times New Roman" panose="02020603050405020304" pitchFamily="18" charset="0"/>
                <a:ea typeface="Times New Roman" panose="02020603050405020304" pitchFamily="18" charset="0"/>
                <a:cs typeface="Times New Roman" panose="02020603050405020304" pitchFamily="18" charset="0"/>
              </a:rPr>
              <a:t>. </a:t>
            </a:r>
          </a:p>
          <a:p>
            <a:endParaRPr lang="en-AU" dirty="0"/>
          </a:p>
        </p:txBody>
      </p:sp>
      <p:sp>
        <p:nvSpPr>
          <p:cNvPr id="4" name="Slide Number Placeholder 3">
            <a:extLst>
              <a:ext uri="{FF2B5EF4-FFF2-40B4-BE49-F238E27FC236}">
                <a16:creationId xmlns:a16="http://schemas.microsoft.com/office/drawing/2014/main" id="{729E05C6-7FA0-3139-6EFF-9664467890B3}"/>
              </a:ext>
            </a:extLst>
          </p:cNvPr>
          <p:cNvSpPr>
            <a:spLocks noGrp="1"/>
          </p:cNvSpPr>
          <p:nvPr>
            <p:ph type="sldNum" sz="quarter" idx="5"/>
          </p:nvPr>
        </p:nvSpPr>
        <p:spPr/>
        <p:txBody>
          <a:bodyPr/>
          <a:lstStyle/>
          <a:p>
            <a:fld id="{1AF93708-7FE8-4EF9-B06E-E90DE391BDBF}" type="slidenum">
              <a:rPr lang="en-AU" smtClean="0"/>
              <a:t>6</a:t>
            </a:fld>
            <a:endParaRPr lang="en-AU"/>
          </a:p>
        </p:txBody>
      </p:sp>
    </p:spTree>
    <p:extLst>
      <p:ext uri="{BB962C8B-B14F-4D97-AF65-F5344CB8AC3E}">
        <p14:creationId xmlns:p14="http://schemas.microsoft.com/office/powerpoint/2010/main" val="8846833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800" dirty="0">
                <a:solidFill>
                  <a:srgbClr val="3D3B49"/>
                </a:solidFill>
                <a:effectLst/>
                <a:latin typeface="Times New Roman" panose="02020603050405020304" pitchFamily="18" charset="0"/>
                <a:ea typeface="Times New Roman" panose="02020603050405020304" pitchFamily="18" charset="0"/>
                <a:cs typeface="Times New Roman" panose="02020603050405020304" pitchFamily="18" charset="0"/>
              </a:rPr>
              <a:t>Utilizing a design pattern like POM can help reduce code duplication and enhance maintainability issues. </a:t>
            </a:r>
          </a:p>
          <a:p>
            <a:pPr marL="0" marR="0" lvl="0" indent="0" algn="l" defTabSz="914400" rtl="0" eaLnBrk="1" fontAlgn="auto" latinLnBrk="0" hangingPunct="1">
              <a:lnSpc>
                <a:spcPct val="100000"/>
              </a:lnSpc>
              <a:spcBef>
                <a:spcPts val="0"/>
              </a:spcBef>
              <a:spcAft>
                <a:spcPts val="0"/>
              </a:spcAft>
              <a:buClrTx/>
              <a:buSzTx/>
              <a:buFontTx/>
              <a:buNone/>
              <a:tabLst/>
              <a:defRPr/>
            </a:pPr>
            <a:r>
              <a:rPr lang="en-AU" sz="1800" dirty="0">
                <a:solidFill>
                  <a:srgbClr val="3D3B49"/>
                </a:solidFill>
                <a:effectLst/>
                <a:latin typeface="Times New Roman" panose="02020603050405020304" pitchFamily="18" charset="0"/>
                <a:ea typeface="Times New Roman" panose="02020603050405020304" pitchFamily="18" charset="0"/>
                <a:cs typeface="Times New Roman" panose="02020603050405020304" pitchFamily="18" charset="0"/>
              </a:rPr>
              <a:t>Moreover, we can use POM for including </a:t>
            </a:r>
            <a:r>
              <a:rPr lang="en-AU" sz="1800"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reusable robust locating </a:t>
            </a:r>
            <a:r>
              <a:rPr lang="en-AU" sz="1800" dirty="0">
                <a:solidFill>
                  <a:srgbClr val="3D3B49"/>
                </a:solidFill>
                <a:effectLst/>
                <a:latin typeface="Times New Roman" panose="02020603050405020304" pitchFamily="18" charset="0"/>
                <a:ea typeface="Times New Roman" panose="02020603050405020304" pitchFamily="18" charset="0"/>
                <a:cs typeface="Times New Roman" panose="02020603050405020304" pitchFamily="18" charset="0"/>
              </a:rPr>
              <a:t>and </a:t>
            </a:r>
            <a:r>
              <a:rPr lang="en-AU" sz="1800"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waiting strategies</a:t>
            </a:r>
            <a:r>
              <a:rPr lang="en-AU" sz="1800" dirty="0">
                <a:solidFill>
                  <a:srgbClr val="3D3B49"/>
                </a:solidFill>
                <a:effectLst/>
                <a:latin typeface="Times New Roman" panose="02020603050405020304" pitchFamily="18" charset="0"/>
                <a:ea typeface="Times New Roman" panose="02020603050405020304" pitchFamily="18" charset="0"/>
                <a:cs typeface="Times New Roman" panose="02020603050405020304" pitchFamily="18" charset="0"/>
              </a:rPr>
              <a:t>. </a:t>
            </a:r>
          </a:p>
          <a:p>
            <a:endParaRPr lang="en-AU" dirty="0"/>
          </a:p>
        </p:txBody>
      </p:sp>
      <p:sp>
        <p:nvSpPr>
          <p:cNvPr id="4" name="Slide Number Placeholder 3"/>
          <p:cNvSpPr>
            <a:spLocks noGrp="1"/>
          </p:cNvSpPr>
          <p:nvPr>
            <p:ph type="sldNum" sz="quarter" idx="5"/>
          </p:nvPr>
        </p:nvSpPr>
        <p:spPr/>
        <p:txBody>
          <a:bodyPr/>
          <a:lstStyle/>
          <a:p>
            <a:fld id="{1AF93708-7FE8-4EF9-B06E-E90DE391BDBF}" type="slidenum">
              <a:rPr lang="en-AU" smtClean="0"/>
              <a:t>7</a:t>
            </a:fld>
            <a:endParaRPr lang="en-AU"/>
          </a:p>
        </p:txBody>
      </p:sp>
    </p:spTree>
    <p:extLst>
      <p:ext uri="{BB962C8B-B14F-4D97-AF65-F5344CB8AC3E}">
        <p14:creationId xmlns:p14="http://schemas.microsoft.com/office/powerpoint/2010/main" val="28043373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1AF93708-7FE8-4EF9-B06E-E90DE391BDBF}" type="slidenum">
              <a:rPr lang="en-AU" smtClean="0"/>
              <a:t>8</a:t>
            </a:fld>
            <a:endParaRPr lang="en-AU"/>
          </a:p>
        </p:txBody>
      </p:sp>
    </p:spTree>
    <p:extLst>
      <p:ext uri="{BB962C8B-B14F-4D97-AF65-F5344CB8AC3E}">
        <p14:creationId xmlns:p14="http://schemas.microsoft.com/office/powerpoint/2010/main" val="33243375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800" dirty="0">
                <a:solidFill>
                  <a:srgbClr val="3D3B49"/>
                </a:solidFill>
                <a:effectLst/>
                <a:latin typeface="Times New Roman" panose="02020603050405020304" pitchFamily="18" charset="0"/>
                <a:ea typeface="Times New Roman" panose="02020603050405020304" pitchFamily="18" charset="0"/>
                <a:cs typeface="Times New Roman" panose="02020603050405020304" pitchFamily="18" charset="0"/>
              </a:rPr>
              <a:t>Utilizing a design pattern like POM can help reduce code duplication and enhance maintainability issues. </a:t>
            </a:r>
          </a:p>
          <a:p>
            <a:pPr marL="0" marR="0" lvl="0" indent="0" algn="l" defTabSz="914400" rtl="0" eaLnBrk="1" fontAlgn="auto" latinLnBrk="0" hangingPunct="1">
              <a:lnSpc>
                <a:spcPct val="100000"/>
              </a:lnSpc>
              <a:spcBef>
                <a:spcPts val="0"/>
              </a:spcBef>
              <a:spcAft>
                <a:spcPts val="0"/>
              </a:spcAft>
              <a:buClrTx/>
              <a:buSzTx/>
              <a:buFontTx/>
              <a:buNone/>
              <a:tabLst/>
              <a:defRPr/>
            </a:pPr>
            <a:r>
              <a:rPr lang="en-AU" sz="1800" dirty="0">
                <a:solidFill>
                  <a:srgbClr val="3D3B49"/>
                </a:solidFill>
                <a:effectLst/>
                <a:latin typeface="Times New Roman" panose="02020603050405020304" pitchFamily="18" charset="0"/>
                <a:ea typeface="Times New Roman" panose="02020603050405020304" pitchFamily="18" charset="0"/>
                <a:cs typeface="Times New Roman" panose="02020603050405020304" pitchFamily="18" charset="0"/>
              </a:rPr>
              <a:t>Moreover, we can use POM for including </a:t>
            </a:r>
            <a:r>
              <a:rPr lang="en-AU" sz="1800"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reusable robust locating </a:t>
            </a:r>
            <a:r>
              <a:rPr lang="en-AU" sz="1800" dirty="0">
                <a:solidFill>
                  <a:srgbClr val="3D3B49"/>
                </a:solidFill>
                <a:effectLst/>
                <a:latin typeface="Times New Roman" panose="02020603050405020304" pitchFamily="18" charset="0"/>
                <a:ea typeface="Times New Roman" panose="02020603050405020304" pitchFamily="18" charset="0"/>
                <a:cs typeface="Times New Roman" panose="02020603050405020304" pitchFamily="18" charset="0"/>
              </a:rPr>
              <a:t>and </a:t>
            </a:r>
            <a:r>
              <a:rPr lang="en-AU" sz="1800"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waiting strategies</a:t>
            </a:r>
            <a:r>
              <a:rPr lang="en-AU" sz="1800" dirty="0">
                <a:solidFill>
                  <a:srgbClr val="3D3B49"/>
                </a:solidFill>
                <a:effectLst/>
                <a:latin typeface="Times New Roman" panose="02020603050405020304" pitchFamily="18" charset="0"/>
                <a:ea typeface="Times New Roman" panose="02020603050405020304" pitchFamily="18" charset="0"/>
                <a:cs typeface="Times New Roman" panose="02020603050405020304" pitchFamily="18" charset="0"/>
              </a:rPr>
              <a:t>. </a:t>
            </a:r>
          </a:p>
          <a:p>
            <a:endParaRPr lang="en-AU" dirty="0"/>
          </a:p>
        </p:txBody>
      </p:sp>
      <p:sp>
        <p:nvSpPr>
          <p:cNvPr id="4" name="Slide Number Placeholder 3"/>
          <p:cNvSpPr>
            <a:spLocks noGrp="1"/>
          </p:cNvSpPr>
          <p:nvPr>
            <p:ph type="sldNum" sz="quarter" idx="5"/>
          </p:nvPr>
        </p:nvSpPr>
        <p:spPr/>
        <p:txBody>
          <a:bodyPr/>
          <a:lstStyle/>
          <a:p>
            <a:fld id="{1AF93708-7FE8-4EF9-B06E-E90DE391BDBF}" type="slidenum">
              <a:rPr lang="en-AU" smtClean="0"/>
              <a:t>9</a:t>
            </a:fld>
            <a:endParaRPr lang="en-AU"/>
          </a:p>
        </p:txBody>
      </p:sp>
    </p:spTree>
    <p:extLst>
      <p:ext uri="{BB962C8B-B14F-4D97-AF65-F5344CB8AC3E}">
        <p14:creationId xmlns:p14="http://schemas.microsoft.com/office/powerpoint/2010/main" val="8335471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800" dirty="0">
                <a:solidFill>
                  <a:srgbClr val="3D3B49"/>
                </a:solidFill>
                <a:effectLst/>
                <a:latin typeface="Times New Roman" panose="02020603050405020304" pitchFamily="18" charset="0"/>
                <a:ea typeface="Times New Roman" panose="02020603050405020304" pitchFamily="18" charset="0"/>
                <a:cs typeface="Times New Roman" panose="02020603050405020304" pitchFamily="18" charset="0"/>
              </a:rPr>
              <a:t>Utilizing a design pattern like POM can help reduce code duplication and enhance maintainability issues. </a:t>
            </a:r>
          </a:p>
          <a:p>
            <a:pPr marL="0" marR="0" lvl="0" indent="0" algn="l" defTabSz="914400" rtl="0" eaLnBrk="1" fontAlgn="auto" latinLnBrk="0" hangingPunct="1">
              <a:lnSpc>
                <a:spcPct val="100000"/>
              </a:lnSpc>
              <a:spcBef>
                <a:spcPts val="0"/>
              </a:spcBef>
              <a:spcAft>
                <a:spcPts val="0"/>
              </a:spcAft>
              <a:buClrTx/>
              <a:buSzTx/>
              <a:buFontTx/>
              <a:buNone/>
              <a:tabLst/>
              <a:defRPr/>
            </a:pPr>
            <a:r>
              <a:rPr lang="en-AU" sz="1800" dirty="0">
                <a:solidFill>
                  <a:srgbClr val="3D3B49"/>
                </a:solidFill>
                <a:effectLst/>
                <a:latin typeface="Times New Roman" panose="02020603050405020304" pitchFamily="18" charset="0"/>
                <a:ea typeface="Times New Roman" panose="02020603050405020304" pitchFamily="18" charset="0"/>
                <a:cs typeface="Times New Roman" panose="02020603050405020304" pitchFamily="18" charset="0"/>
              </a:rPr>
              <a:t>Moreover, we can use POM for including </a:t>
            </a:r>
            <a:r>
              <a:rPr lang="en-AU" sz="1800"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reusable robust locating </a:t>
            </a:r>
            <a:r>
              <a:rPr lang="en-AU" sz="1800" dirty="0">
                <a:solidFill>
                  <a:srgbClr val="3D3B49"/>
                </a:solidFill>
                <a:effectLst/>
                <a:latin typeface="Times New Roman" panose="02020603050405020304" pitchFamily="18" charset="0"/>
                <a:ea typeface="Times New Roman" panose="02020603050405020304" pitchFamily="18" charset="0"/>
                <a:cs typeface="Times New Roman" panose="02020603050405020304" pitchFamily="18" charset="0"/>
              </a:rPr>
              <a:t>and </a:t>
            </a:r>
            <a:r>
              <a:rPr lang="en-AU" sz="1800"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waiting strategies</a:t>
            </a:r>
            <a:r>
              <a:rPr lang="en-AU" sz="1800" dirty="0">
                <a:solidFill>
                  <a:srgbClr val="3D3B49"/>
                </a:solidFill>
                <a:effectLst/>
                <a:latin typeface="Times New Roman" panose="02020603050405020304" pitchFamily="18" charset="0"/>
                <a:ea typeface="Times New Roman" panose="02020603050405020304" pitchFamily="18" charset="0"/>
                <a:cs typeface="Times New Roman" panose="02020603050405020304" pitchFamily="18" charset="0"/>
              </a:rPr>
              <a:t>. </a:t>
            </a:r>
          </a:p>
          <a:p>
            <a:endParaRPr lang="en-AU" dirty="0"/>
          </a:p>
        </p:txBody>
      </p:sp>
      <p:sp>
        <p:nvSpPr>
          <p:cNvPr id="4" name="Slide Number Placeholder 3"/>
          <p:cNvSpPr>
            <a:spLocks noGrp="1"/>
          </p:cNvSpPr>
          <p:nvPr>
            <p:ph type="sldNum" sz="quarter" idx="5"/>
          </p:nvPr>
        </p:nvSpPr>
        <p:spPr/>
        <p:txBody>
          <a:bodyPr/>
          <a:lstStyle/>
          <a:p>
            <a:fld id="{1AF93708-7FE8-4EF9-B06E-E90DE391BDBF}" type="slidenum">
              <a:rPr lang="en-AU" smtClean="0"/>
              <a:t>10</a:t>
            </a:fld>
            <a:endParaRPr lang="en-AU"/>
          </a:p>
        </p:txBody>
      </p:sp>
    </p:spTree>
    <p:extLst>
      <p:ext uri="{BB962C8B-B14F-4D97-AF65-F5344CB8AC3E}">
        <p14:creationId xmlns:p14="http://schemas.microsoft.com/office/powerpoint/2010/main" val="33295352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800" dirty="0">
                <a:solidFill>
                  <a:srgbClr val="3D3B49"/>
                </a:solidFill>
                <a:effectLst/>
                <a:latin typeface="Times New Roman" panose="02020603050405020304" pitchFamily="18" charset="0"/>
                <a:ea typeface="Times New Roman" panose="02020603050405020304" pitchFamily="18" charset="0"/>
                <a:cs typeface="Times New Roman" panose="02020603050405020304" pitchFamily="18" charset="0"/>
              </a:rPr>
              <a:t>Utilizing a design pattern like POM can help reduce code duplication and enhance maintainability issues. </a:t>
            </a:r>
          </a:p>
          <a:p>
            <a:pPr marL="0" marR="0" lvl="0" indent="0" algn="l" defTabSz="914400" rtl="0" eaLnBrk="1" fontAlgn="auto" latinLnBrk="0" hangingPunct="1">
              <a:lnSpc>
                <a:spcPct val="100000"/>
              </a:lnSpc>
              <a:spcBef>
                <a:spcPts val="0"/>
              </a:spcBef>
              <a:spcAft>
                <a:spcPts val="0"/>
              </a:spcAft>
              <a:buClrTx/>
              <a:buSzTx/>
              <a:buFontTx/>
              <a:buNone/>
              <a:tabLst/>
              <a:defRPr/>
            </a:pPr>
            <a:r>
              <a:rPr lang="en-AU" sz="1800" dirty="0">
                <a:solidFill>
                  <a:srgbClr val="3D3B49"/>
                </a:solidFill>
                <a:effectLst/>
                <a:latin typeface="Times New Roman" panose="02020603050405020304" pitchFamily="18" charset="0"/>
                <a:ea typeface="Times New Roman" panose="02020603050405020304" pitchFamily="18" charset="0"/>
                <a:cs typeface="Times New Roman" panose="02020603050405020304" pitchFamily="18" charset="0"/>
              </a:rPr>
              <a:t>Moreover, we can use POM for including </a:t>
            </a:r>
            <a:r>
              <a:rPr lang="en-AU" sz="1800"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reusable robust locating </a:t>
            </a:r>
            <a:r>
              <a:rPr lang="en-AU" sz="1800" dirty="0">
                <a:solidFill>
                  <a:srgbClr val="3D3B49"/>
                </a:solidFill>
                <a:effectLst/>
                <a:latin typeface="Times New Roman" panose="02020603050405020304" pitchFamily="18" charset="0"/>
                <a:ea typeface="Times New Roman" panose="02020603050405020304" pitchFamily="18" charset="0"/>
                <a:cs typeface="Times New Roman" panose="02020603050405020304" pitchFamily="18" charset="0"/>
              </a:rPr>
              <a:t>and </a:t>
            </a:r>
            <a:r>
              <a:rPr lang="en-AU" sz="1800"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waiting strategies</a:t>
            </a:r>
            <a:r>
              <a:rPr lang="en-AU" sz="1800" dirty="0">
                <a:solidFill>
                  <a:srgbClr val="3D3B49"/>
                </a:solidFill>
                <a:effectLst/>
                <a:latin typeface="Times New Roman" panose="02020603050405020304" pitchFamily="18" charset="0"/>
                <a:ea typeface="Times New Roman" panose="02020603050405020304" pitchFamily="18" charset="0"/>
                <a:cs typeface="Times New Roman" panose="02020603050405020304" pitchFamily="18" charset="0"/>
              </a:rPr>
              <a:t>. </a:t>
            </a:r>
          </a:p>
          <a:p>
            <a:endParaRPr lang="en-AU" dirty="0"/>
          </a:p>
        </p:txBody>
      </p:sp>
      <p:sp>
        <p:nvSpPr>
          <p:cNvPr id="4" name="Slide Number Placeholder 3"/>
          <p:cNvSpPr>
            <a:spLocks noGrp="1"/>
          </p:cNvSpPr>
          <p:nvPr>
            <p:ph type="sldNum" sz="quarter" idx="5"/>
          </p:nvPr>
        </p:nvSpPr>
        <p:spPr/>
        <p:txBody>
          <a:bodyPr/>
          <a:lstStyle/>
          <a:p>
            <a:fld id="{1AF93708-7FE8-4EF9-B06E-E90DE391BDBF}" type="slidenum">
              <a:rPr lang="en-AU" smtClean="0"/>
              <a:t>11</a:t>
            </a:fld>
            <a:endParaRPr lang="en-AU"/>
          </a:p>
        </p:txBody>
      </p:sp>
    </p:spTree>
    <p:extLst>
      <p:ext uri="{BB962C8B-B14F-4D97-AF65-F5344CB8AC3E}">
        <p14:creationId xmlns:p14="http://schemas.microsoft.com/office/powerpoint/2010/main" val="36511629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800" dirty="0">
                <a:solidFill>
                  <a:srgbClr val="3D3B49"/>
                </a:solidFill>
                <a:effectLst/>
                <a:latin typeface="Times New Roman" panose="02020603050405020304" pitchFamily="18" charset="0"/>
                <a:ea typeface="Times New Roman" panose="02020603050405020304" pitchFamily="18" charset="0"/>
                <a:cs typeface="Times New Roman" panose="02020603050405020304" pitchFamily="18" charset="0"/>
              </a:rPr>
              <a:t>Utilizing a design pattern like POM can help reduce code duplication and enhance maintainability issues. </a:t>
            </a:r>
          </a:p>
          <a:p>
            <a:pPr marL="0" marR="0" lvl="0" indent="0" algn="l" defTabSz="914400" rtl="0" eaLnBrk="1" fontAlgn="auto" latinLnBrk="0" hangingPunct="1">
              <a:lnSpc>
                <a:spcPct val="100000"/>
              </a:lnSpc>
              <a:spcBef>
                <a:spcPts val="0"/>
              </a:spcBef>
              <a:spcAft>
                <a:spcPts val="0"/>
              </a:spcAft>
              <a:buClrTx/>
              <a:buSzTx/>
              <a:buFontTx/>
              <a:buNone/>
              <a:tabLst/>
              <a:defRPr/>
            </a:pPr>
            <a:r>
              <a:rPr lang="en-AU" sz="1800" dirty="0">
                <a:solidFill>
                  <a:srgbClr val="3D3B49"/>
                </a:solidFill>
                <a:effectLst/>
                <a:latin typeface="Times New Roman" panose="02020603050405020304" pitchFamily="18" charset="0"/>
                <a:ea typeface="Times New Roman" panose="02020603050405020304" pitchFamily="18" charset="0"/>
                <a:cs typeface="Times New Roman" panose="02020603050405020304" pitchFamily="18" charset="0"/>
              </a:rPr>
              <a:t>Moreover, we can use POM for including </a:t>
            </a:r>
            <a:r>
              <a:rPr lang="en-AU" sz="1800"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reusable robust locating </a:t>
            </a:r>
            <a:r>
              <a:rPr lang="en-AU" sz="1800" dirty="0">
                <a:solidFill>
                  <a:srgbClr val="3D3B49"/>
                </a:solidFill>
                <a:effectLst/>
                <a:latin typeface="Times New Roman" panose="02020603050405020304" pitchFamily="18" charset="0"/>
                <a:ea typeface="Times New Roman" panose="02020603050405020304" pitchFamily="18" charset="0"/>
                <a:cs typeface="Times New Roman" panose="02020603050405020304" pitchFamily="18" charset="0"/>
              </a:rPr>
              <a:t>and </a:t>
            </a:r>
            <a:r>
              <a:rPr lang="en-AU" sz="1800"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waiting strategies</a:t>
            </a:r>
            <a:r>
              <a:rPr lang="en-AU" sz="1800" dirty="0">
                <a:solidFill>
                  <a:srgbClr val="3D3B49"/>
                </a:solidFill>
                <a:effectLst/>
                <a:latin typeface="Times New Roman" panose="02020603050405020304" pitchFamily="18" charset="0"/>
                <a:ea typeface="Times New Roman" panose="02020603050405020304" pitchFamily="18" charset="0"/>
                <a:cs typeface="Times New Roman" panose="02020603050405020304" pitchFamily="18" charset="0"/>
              </a:rPr>
              <a:t>. </a:t>
            </a:r>
          </a:p>
          <a:p>
            <a:endParaRPr lang="en-AU" dirty="0"/>
          </a:p>
        </p:txBody>
      </p:sp>
      <p:sp>
        <p:nvSpPr>
          <p:cNvPr id="4" name="Slide Number Placeholder 3"/>
          <p:cNvSpPr>
            <a:spLocks noGrp="1"/>
          </p:cNvSpPr>
          <p:nvPr>
            <p:ph type="sldNum" sz="quarter" idx="5"/>
          </p:nvPr>
        </p:nvSpPr>
        <p:spPr/>
        <p:txBody>
          <a:bodyPr/>
          <a:lstStyle/>
          <a:p>
            <a:fld id="{1AF93708-7FE8-4EF9-B06E-E90DE391BDBF}" type="slidenum">
              <a:rPr lang="en-AU" smtClean="0"/>
              <a:t>12</a:t>
            </a:fld>
            <a:endParaRPr lang="en-AU"/>
          </a:p>
        </p:txBody>
      </p:sp>
    </p:spTree>
    <p:extLst>
      <p:ext uri="{BB962C8B-B14F-4D97-AF65-F5344CB8AC3E}">
        <p14:creationId xmlns:p14="http://schemas.microsoft.com/office/powerpoint/2010/main" val="28698294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800" dirty="0">
                <a:solidFill>
                  <a:srgbClr val="3D3B49"/>
                </a:solidFill>
                <a:effectLst/>
                <a:latin typeface="Times New Roman" panose="02020603050405020304" pitchFamily="18" charset="0"/>
                <a:ea typeface="Times New Roman" panose="02020603050405020304" pitchFamily="18" charset="0"/>
                <a:cs typeface="Times New Roman" panose="02020603050405020304" pitchFamily="18" charset="0"/>
              </a:rPr>
              <a:t>Utilizing a design pattern like POM can help reduce code duplication and enhance maintainability issues. </a:t>
            </a:r>
          </a:p>
          <a:p>
            <a:pPr marL="0" marR="0" lvl="0" indent="0" algn="l" defTabSz="914400" rtl="0" eaLnBrk="1" fontAlgn="auto" latinLnBrk="0" hangingPunct="1">
              <a:lnSpc>
                <a:spcPct val="100000"/>
              </a:lnSpc>
              <a:spcBef>
                <a:spcPts val="0"/>
              </a:spcBef>
              <a:spcAft>
                <a:spcPts val="0"/>
              </a:spcAft>
              <a:buClrTx/>
              <a:buSzTx/>
              <a:buFontTx/>
              <a:buNone/>
              <a:tabLst/>
              <a:defRPr/>
            </a:pPr>
            <a:r>
              <a:rPr lang="en-AU" sz="1800" dirty="0">
                <a:solidFill>
                  <a:srgbClr val="3D3B49"/>
                </a:solidFill>
                <a:effectLst/>
                <a:latin typeface="Times New Roman" panose="02020603050405020304" pitchFamily="18" charset="0"/>
                <a:ea typeface="Times New Roman" panose="02020603050405020304" pitchFamily="18" charset="0"/>
                <a:cs typeface="Times New Roman" panose="02020603050405020304" pitchFamily="18" charset="0"/>
              </a:rPr>
              <a:t>Moreover, we can use POM for including </a:t>
            </a:r>
            <a:r>
              <a:rPr lang="en-AU" sz="1800"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reusable robust locating </a:t>
            </a:r>
            <a:r>
              <a:rPr lang="en-AU" sz="1800" dirty="0">
                <a:solidFill>
                  <a:srgbClr val="3D3B49"/>
                </a:solidFill>
                <a:effectLst/>
                <a:latin typeface="Times New Roman" panose="02020603050405020304" pitchFamily="18" charset="0"/>
                <a:ea typeface="Times New Roman" panose="02020603050405020304" pitchFamily="18" charset="0"/>
                <a:cs typeface="Times New Roman" panose="02020603050405020304" pitchFamily="18" charset="0"/>
              </a:rPr>
              <a:t>and </a:t>
            </a:r>
            <a:r>
              <a:rPr lang="en-AU" sz="1800"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waiting strategies</a:t>
            </a:r>
            <a:r>
              <a:rPr lang="en-AU" sz="1800" dirty="0">
                <a:solidFill>
                  <a:srgbClr val="3D3B49"/>
                </a:solidFill>
                <a:effectLst/>
                <a:latin typeface="Times New Roman" panose="02020603050405020304" pitchFamily="18" charset="0"/>
                <a:ea typeface="Times New Roman" panose="02020603050405020304" pitchFamily="18" charset="0"/>
                <a:cs typeface="Times New Roman" panose="02020603050405020304" pitchFamily="18" charset="0"/>
              </a:rPr>
              <a:t>. </a:t>
            </a:r>
          </a:p>
          <a:p>
            <a:endParaRPr lang="en-AU" dirty="0"/>
          </a:p>
        </p:txBody>
      </p:sp>
      <p:sp>
        <p:nvSpPr>
          <p:cNvPr id="4" name="Slide Number Placeholder 3"/>
          <p:cNvSpPr>
            <a:spLocks noGrp="1"/>
          </p:cNvSpPr>
          <p:nvPr>
            <p:ph type="sldNum" sz="quarter" idx="5"/>
          </p:nvPr>
        </p:nvSpPr>
        <p:spPr/>
        <p:txBody>
          <a:bodyPr/>
          <a:lstStyle/>
          <a:p>
            <a:fld id="{1AF93708-7FE8-4EF9-B06E-E90DE391BDBF}" type="slidenum">
              <a:rPr lang="en-AU" smtClean="0"/>
              <a:t>13</a:t>
            </a:fld>
            <a:endParaRPr lang="en-AU"/>
          </a:p>
        </p:txBody>
      </p:sp>
    </p:spTree>
    <p:extLst>
      <p:ext uri="{BB962C8B-B14F-4D97-AF65-F5344CB8AC3E}">
        <p14:creationId xmlns:p14="http://schemas.microsoft.com/office/powerpoint/2010/main" val="1837502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800" dirty="0">
                <a:solidFill>
                  <a:srgbClr val="3D3B49"/>
                </a:solidFill>
                <a:effectLst/>
                <a:latin typeface="Times New Roman" panose="02020603050405020304" pitchFamily="18" charset="0"/>
                <a:ea typeface="Times New Roman" panose="02020603050405020304" pitchFamily="18" charset="0"/>
                <a:cs typeface="Times New Roman" panose="02020603050405020304" pitchFamily="18" charset="0"/>
              </a:rPr>
              <a:t>Utilizing a design pattern like POM can help reduce code duplication and enhance maintainability issues. </a:t>
            </a:r>
          </a:p>
          <a:p>
            <a:pPr marL="0" marR="0" lvl="0" indent="0" algn="l" defTabSz="914400" rtl="0" eaLnBrk="1" fontAlgn="auto" latinLnBrk="0" hangingPunct="1">
              <a:lnSpc>
                <a:spcPct val="100000"/>
              </a:lnSpc>
              <a:spcBef>
                <a:spcPts val="0"/>
              </a:spcBef>
              <a:spcAft>
                <a:spcPts val="0"/>
              </a:spcAft>
              <a:buClrTx/>
              <a:buSzTx/>
              <a:buFontTx/>
              <a:buNone/>
              <a:tabLst/>
              <a:defRPr/>
            </a:pPr>
            <a:r>
              <a:rPr lang="en-AU" sz="1800" dirty="0">
                <a:solidFill>
                  <a:srgbClr val="3D3B49"/>
                </a:solidFill>
                <a:effectLst/>
                <a:latin typeface="Times New Roman" panose="02020603050405020304" pitchFamily="18" charset="0"/>
                <a:ea typeface="Times New Roman" panose="02020603050405020304" pitchFamily="18" charset="0"/>
                <a:cs typeface="Times New Roman" panose="02020603050405020304" pitchFamily="18" charset="0"/>
              </a:rPr>
              <a:t>Moreover, we can use POM for including </a:t>
            </a:r>
            <a:r>
              <a:rPr lang="en-AU" sz="1800"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reusable robust locating </a:t>
            </a:r>
            <a:r>
              <a:rPr lang="en-AU" sz="1800" dirty="0">
                <a:solidFill>
                  <a:srgbClr val="3D3B49"/>
                </a:solidFill>
                <a:effectLst/>
                <a:latin typeface="Times New Roman" panose="02020603050405020304" pitchFamily="18" charset="0"/>
                <a:ea typeface="Times New Roman" panose="02020603050405020304" pitchFamily="18" charset="0"/>
                <a:cs typeface="Times New Roman" panose="02020603050405020304" pitchFamily="18" charset="0"/>
              </a:rPr>
              <a:t>and </a:t>
            </a:r>
            <a:r>
              <a:rPr lang="en-AU" sz="1800"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waiting strategies</a:t>
            </a:r>
            <a:r>
              <a:rPr lang="en-AU" sz="1800" dirty="0">
                <a:solidFill>
                  <a:srgbClr val="3D3B49"/>
                </a:solidFill>
                <a:effectLst/>
                <a:latin typeface="Times New Roman" panose="02020603050405020304" pitchFamily="18" charset="0"/>
                <a:ea typeface="Times New Roman" panose="02020603050405020304" pitchFamily="18" charset="0"/>
                <a:cs typeface="Times New Roman" panose="02020603050405020304" pitchFamily="18" charset="0"/>
              </a:rPr>
              <a:t>. </a:t>
            </a:r>
          </a:p>
          <a:p>
            <a:endParaRPr lang="en-AU" dirty="0"/>
          </a:p>
        </p:txBody>
      </p:sp>
      <p:sp>
        <p:nvSpPr>
          <p:cNvPr id="4" name="Slide Number Placeholder 3"/>
          <p:cNvSpPr>
            <a:spLocks noGrp="1"/>
          </p:cNvSpPr>
          <p:nvPr>
            <p:ph type="sldNum" sz="quarter" idx="5"/>
          </p:nvPr>
        </p:nvSpPr>
        <p:spPr/>
        <p:txBody>
          <a:bodyPr/>
          <a:lstStyle/>
          <a:p>
            <a:fld id="{1AF93708-7FE8-4EF9-B06E-E90DE391BDBF}" type="slidenum">
              <a:rPr lang="en-AU" smtClean="0"/>
              <a:t>14</a:t>
            </a:fld>
            <a:endParaRPr lang="en-AU"/>
          </a:p>
        </p:txBody>
      </p:sp>
    </p:spTree>
    <p:extLst>
      <p:ext uri="{BB962C8B-B14F-4D97-AF65-F5344CB8AC3E}">
        <p14:creationId xmlns:p14="http://schemas.microsoft.com/office/powerpoint/2010/main" val="898178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3D1AFA-95DF-C61F-9065-FBAACEC9FB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275DFB-8CA5-F04F-AF04-E7CC56CF64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EC6159-6876-8801-B100-9880B2C0B7D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800" dirty="0">
                <a:solidFill>
                  <a:srgbClr val="3D3B49"/>
                </a:solidFill>
                <a:effectLst/>
                <a:latin typeface="Times New Roman" panose="02020603050405020304" pitchFamily="18" charset="0"/>
                <a:ea typeface="Times New Roman" panose="02020603050405020304" pitchFamily="18" charset="0"/>
                <a:cs typeface="Times New Roman" panose="02020603050405020304" pitchFamily="18" charset="0"/>
              </a:rPr>
              <a:t>Utilizing a design pattern like POM can help reduce code duplication and enhance maintainability issues. </a:t>
            </a:r>
          </a:p>
          <a:p>
            <a:pPr marL="0" marR="0" lvl="0" indent="0" algn="l" defTabSz="914400" rtl="0" eaLnBrk="1" fontAlgn="auto" latinLnBrk="0" hangingPunct="1">
              <a:lnSpc>
                <a:spcPct val="100000"/>
              </a:lnSpc>
              <a:spcBef>
                <a:spcPts val="0"/>
              </a:spcBef>
              <a:spcAft>
                <a:spcPts val="0"/>
              </a:spcAft>
              <a:buClrTx/>
              <a:buSzTx/>
              <a:buFontTx/>
              <a:buNone/>
              <a:tabLst/>
              <a:defRPr/>
            </a:pPr>
            <a:r>
              <a:rPr lang="en-AU" sz="1800" dirty="0">
                <a:solidFill>
                  <a:srgbClr val="3D3B49"/>
                </a:solidFill>
                <a:effectLst/>
                <a:latin typeface="Times New Roman" panose="02020603050405020304" pitchFamily="18" charset="0"/>
                <a:ea typeface="Times New Roman" panose="02020603050405020304" pitchFamily="18" charset="0"/>
                <a:cs typeface="Times New Roman" panose="02020603050405020304" pitchFamily="18" charset="0"/>
              </a:rPr>
              <a:t>Moreover, we can use POM for including </a:t>
            </a:r>
            <a:r>
              <a:rPr lang="en-AU" sz="1800"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reusable robust locating </a:t>
            </a:r>
            <a:r>
              <a:rPr lang="en-AU" sz="1800" dirty="0">
                <a:solidFill>
                  <a:srgbClr val="3D3B49"/>
                </a:solidFill>
                <a:effectLst/>
                <a:latin typeface="Times New Roman" panose="02020603050405020304" pitchFamily="18" charset="0"/>
                <a:ea typeface="Times New Roman" panose="02020603050405020304" pitchFamily="18" charset="0"/>
                <a:cs typeface="Times New Roman" panose="02020603050405020304" pitchFamily="18" charset="0"/>
              </a:rPr>
              <a:t>and </a:t>
            </a:r>
            <a:r>
              <a:rPr lang="en-AU" sz="1800"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waiting strategies</a:t>
            </a:r>
            <a:r>
              <a:rPr lang="en-AU" sz="1800" dirty="0">
                <a:solidFill>
                  <a:srgbClr val="3D3B49"/>
                </a:solidFill>
                <a:effectLst/>
                <a:latin typeface="Times New Roman" panose="02020603050405020304" pitchFamily="18" charset="0"/>
                <a:ea typeface="Times New Roman" panose="02020603050405020304" pitchFamily="18" charset="0"/>
                <a:cs typeface="Times New Roman" panose="02020603050405020304" pitchFamily="18" charset="0"/>
              </a:rPr>
              <a:t>. </a:t>
            </a:r>
          </a:p>
          <a:p>
            <a:endParaRPr lang="en-AU" dirty="0"/>
          </a:p>
        </p:txBody>
      </p:sp>
      <p:sp>
        <p:nvSpPr>
          <p:cNvPr id="4" name="Slide Number Placeholder 3">
            <a:extLst>
              <a:ext uri="{FF2B5EF4-FFF2-40B4-BE49-F238E27FC236}">
                <a16:creationId xmlns:a16="http://schemas.microsoft.com/office/drawing/2014/main" id="{6DBDA70E-5D1E-8923-A230-0AA7A66C0D7F}"/>
              </a:ext>
            </a:extLst>
          </p:cNvPr>
          <p:cNvSpPr>
            <a:spLocks noGrp="1"/>
          </p:cNvSpPr>
          <p:nvPr>
            <p:ph type="sldNum" sz="quarter" idx="5"/>
          </p:nvPr>
        </p:nvSpPr>
        <p:spPr/>
        <p:txBody>
          <a:bodyPr/>
          <a:lstStyle/>
          <a:p>
            <a:fld id="{1AF93708-7FE8-4EF9-B06E-E90DE391BDBF}" type="slidenum">
              <a:rPr lang="en-AU" smtClean="0"/>
              <a:t>15</a:t>
            </a:fld>
            <a:endParaRPr lang="en-AU"/>
          </a:p>
        </p:txBody>
      </p:sp>
    </p:spTree>
    <p:extLst>
      <p:ext uri="{BB962C8B-B14F-4D97-AF65-F5344CB8AC3E}">
        <p14:creationId xmlns:p14="http://schemas.microsoft.com/office/powerpoint/2010/main" val="339144937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C0944E-AA79-6788-EB7E-5344981474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0E69B0-F387-43CE-7F5D-BB345239CB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5EB870-C00B-3BC7-3F05-071F140A4F7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800" dirty="0">
                <a:solidFill>
                  <a:srgbClr val="3D3B49"/>
                </a:solidFill>
                <a:effectLst/>
                <a:latin typeface="Times New Roman" panose="02020603050405020304" pitchFamily="18" charset="0"/>
                <a:ea typeface="Times New Roman" panose="02020603050405020304" pitchFamily="18" charset="0"/>
                <a:cs typeface="Times New Roman" panose="02020603050405020304" pitchFamily="18" charset="0"/>
              </a:rPr>
              <a:t>Utilizing a design pattern like POM can help reduce code duplication and enhance maintainability issues. </a:t>
            </a:r>
          </a:p>
          <a:p>
            <a:pPr marL="0" marR="0" lvl="0" indent="0" algn="l" defTabSz="914400" rtl="0" eaLnBrk="1" fontAlgn="auto" latinLnBrk="0" hangingPunct="1">
              <a:lnSpc>
                <a:spcPct val="100000"/>
              </a:lnSpc>
              <a:spcBef>
                <a:spcPts val="0"/>
              </a:spcBef>
              <a:spcAft>
                <a:spcPts val="0"/>
              </a:spcAft>
              <a:buClrTx/>
              <a:buSzTx/>
              <a:buFontTx/>
              <a:buNone/>
              <a:tabLst/>
              <a:defRPr/>
            </a:pPr>
            <a:r>
              <a:rPr lang="en-AU" sz="1800" dirty="0">
                <a:solidFill>
                  <a:srgbClr val="3D3B49"/>
                </a:solidFill>
                <a:effectLst/>
                <a:latin typeface="Times New Roman" panose="02020603050405020304" pitchFamily="18" charset="0"/>
                <a:ea typeface="Times New Roman" panose="02020603050405020304" pitchFamily="18" charset="0"/>
                <a:cs typeface="Times New Roman" panose="02020603050405020304" pitchFamily="18" charset="0"/>
              </a:rPr>
              <a:t>Moreover, we can use POM for including </a:t>
            </a:r>
            <a:r>
              <a:rPr lang="en-AU" sz="1800"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reusable robust locating </a:t>
            </a:r>
            <a:r>
              <a:rPr lang="en-AU" sz="1800" dirty="0">
                <a:solidFill>
                  <a:srgbClr val="3D3B49"/>
                </a:solidFill>
                <a:effectLst/>
                <a:latin typeface="Times New Roman" panose="02020603050405020304" pitchFamily="18" charset="0"/>
                <a:ea typeface="Times New Roman" panose="02020603050405020304" pitchFamily="18" charset="0"/>
                <a:cs typeface="Times New Roman" panose="02020603050405020304" pitchFamily="18" charset="0"/>
              </a:rPr>
              <a:t>and </a:t>
            </a:r>
            <a:r>
              <a:rPr lang="en-AU" sz="1800"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waiting strategies</a:t>
            </a:r>
            <a:r>
              <a:rPr lang="en-AU" sz="1800" dirty="0">
                <a:solidFill>
                  <a:srgbClr val="3D3B49"/>
                </a:solidFill>
                <a:effectLst/>
                <a:latin typeface="Times New Roman" panose="02020603050405020304" pitchFamily="18" charset="0"/>
                <a:ea typeface="Times New Roman" panose="02020603050405020304" pitchFamily="18" charset="0"/>
                <a:cs typeface="Times New Roman" panose="02020603050405020304" pitchFamily="18" charset="0"/>
              </a:rPr>
              <a:t>. </a:t>
            </a:r>
          </a:p>
          <a:p>
            <a:endParaRPr lang="en-AU" dirty="0"/>
          </a:p>
        </p:txBody>
      </p:sp>
      <p:sp>
        <p:nvSpPr>
          <p:cNvPr id="4" name="Slide Number Placeholder 3">
            <a:extLst>
              <a:ext uri="{FF2B5EF4-FFF2-40B4-BE49-F238E27FC236}">
                <a16:creationId xmlns:a16="http://schemas.microsoft.com/office/drawing/2014/main" id="{54401619-1F2E-3A4C-4EBA-F8678A1648B9}"/>
              </a:ext>
            </a:extLst>
          </p:cNvPr>
          <p:cNvSpPr>
            <a:spLocks noGrp="1"/>
          </p:cNvSpPr>
          <p:nvPr>
            <p:ph type="sldNum" sz="quarter" idx="5"/>
          </p:nvPr>
        </p:nvSpPr>
        <p:spPr/>
        <p:txBody>
          <a:bodyPr/>
          <a:lstStyle/>
          <a:p>
            <a:fld id="{1AF93708-7FE8-4EF9-B06E-E90DE391BDBF}" type="slidenum">
              <a:rPr lang="en-AU" smtClean="0"/>
              <a:t>16</a:t>
            </a:fld>
            <a:endParaRPr lang="en-AU"/>
          </a:p>
        </p:txBody>
      </p:sp>
    </p:spTree>
    <p:extLst>
      <p:ext uri="{BB962C8B-B14F-4D97-AF65-F5344CB8AC3E}">
        <p14:creationId xmlns:p14="http://schemas.microsoft.com/office/powerpoint/2010/main" val="152112614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341F40-BE83-F975-6C0C-2D5568F2C2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8045E4-4E17-1F92-EED4-D8256CC544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E17183-5F08-AEE4-BC97-9355CBADD8D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800" dirty="0">
                <a:solidFill>
                  <a:srgbClr val="3D3B49"/>
                </a:solidFill>
                <a:effectLst/>
                <a:latin typeface="Times New Roman" panose="02020603050405020304" pitchFamily="18" charset="0"/>
                <a:ea typeface="Times New Roman" panose="02020603050405020304" pitchFamily="18" charset="0"/>
                <a:cs typeface="Times New Roman" panose="02020603050405020304" pitchFamily="18" charset="0"/>
              </a:rPr>
              <a:t>Utilizing a design pattern like POM can help reduce code duplication and enhance maintainability issues. </a:t>
            </a:r>
          </a:p>
          <a:p>
            <a:pPr marL="0" marR="0" lvl="0" indent="0" algn="l" defTabSz="914400" rtl="0" eaLnBrk="1" fontAlgn="auto" latinLnBrk="0" hangingPunct="1">
              <a:lnSpc>
                <a:spcPct val="100000"/>
              </a:lnSpc>
              <a:spcBef>
                <a:spcPts val="0"/>
              </a:spcBef>
              <a:spcAft>
                <a:spcPts val="0"/>
              </a:spcAft>
              <a:buClrTx/>
              <a:buSzTx/>
              <a:buFontTx/>
              <a:buNone/>
              <a:tabLst/>
              <a:defRPr/>
            </a:pPr>
            <a:r>
              <a:rPr lang="en-AU" sz="1800" dirty="0">
                <a:solidFill>
                  <a:srgbClr val="3D3B49"/>
                </a:solidFill>
                <a:effectLst/>
                <a:latin typeface="Times New Roman" panose="02020603050405020304" pitchFamily="18" charset="0"/>
                <a:ea typeface="Times New Roman" panose="02020603050405020304" pitchFamily="18" charset="0"/>
                <a:cs typeface="Times New Roman" panose="02020603050405020304" pitchFamily="18" charset="0"/>
              </a:rPr>
              <a:t>Moreover, we can use POM for including </a:t>
            </a:r>
            <a:r>
              <a:rPr lang="en-AU" sz="1800"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reusable robust locating </a:t>
            </a:r>
            <a:r>
              <a:rPr lang="en-AU" sz="1800" dirty="0">
                <a:solidFill>
                  <a:srgbClr val="3D3B49"/>
                </a:solidFill>
                <a:effectLst/>
                <a:latin typeface="Times New Roman" panose="02020603050405020304" pitchFamily="18" charset="0"/>
                <a:ea typeface="Times New Roman" panose="02020603050405020304" pitchFamily="18" charset="0"/>
                <a:cs typeface="Times New Roman" panose="02020603050405020304" pitchFamily="18" charset="0"/>
              </a:rPr>
              <a:t>and </a:t>
            </a:r>
            <a:r>
              <a:rPr lang="en-AU" sz="1800"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waiting strategies</a:t>
            </a:r>
            <a:r>
              <a:rPr lang="en-AU" sz="1800" dirty="0">
                <a:solidFill>
                  <a:srgbClr val="3D3B49"/>
                </a:solidFill>
                <a:effectLst/>
                <a:latin typeface="Times New Roman" panose="02020603050405020304" pitchFamily="18" charset="0"/>
                <a:ea typeface="Times New Roman" panose="02020603050405020304" pitchFamily="18" charset="0"/>
                <a:cs typeface="Times New Roman" panose="02020603050405020304" pitchFamily="18" charset="0"/>
              </a:rPr>
              <a:t>. </a:t>
            </a:r>
          </a:p>
          <a:p>
            <a:endParaRPr lang="en-AU" dirty="0"/>
          </a:p>
        </p:txBody>
      </p:sp>
      <p:sp>
        <p:nvSpPr>
          <p:cNvPr id="4" name="Slide Number Placeholder 3">
            <a:extLst>
              <a:ext uri="{FF2B5EF4-FFF2-40B4-BE49-F238E27FC236}">
                <a16:creationId xmlns:a16="http://schemas.microsoft.com/office/drawing/2014/main" id="{542B0162-6EAD-654B-44E9-9A8A8D26C992}"/>
              </a:ext>
            </a:extLst>
          </p:cNvPr>
          <p:cNvSpPr>
            <a:spLocks noGrp="1"/>
          </p:cNvSpPr>
          <p:nvPr>
            <p:ph type="sldNum" sz="quarter" idx="5"/>
          </p:nvPr>
        </p:nvSpPr>
        <p:spPr/>
        <p:txBody>
          <a:bodyPr/>
          <a:lstStyle/>
          <a:p>
            <a:fld id="{1AF93708-7FE8-4EF9-B06E-E90DE391BDBF}" type="slidenum">
              <a:rPr lang="en-AU" smtClean="0"/>
              <a:t>17</a:t>
            </a:fld>
            <a:endParaRPr lang="en-AU"/>
          </a:p>
        </p:txBody>
      </p:sp>
    </p:spTree>
    <p:extLst>
      <p:ext uri="{BB962C8B-B14F-4D97-AF65-F5344CB8AC3E}">
        <p14:creationId xmlns:p14="http://schemas.microsoft.com/office/powerpoint/2010/main" val="12353714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79A3B4-733C-AC5D-3A62-A3A4585130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1DA901-E9ED-F96D-8614-4C36AB9A5B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C062EA-E3F7-CDFC-32ED-E8E06604471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800" dirty="0">
                <a:solidFill>
                  <a:srgbClr val="3D3B49"/>
                </a:solidFill>
                <a:effectLst/>
                <a:latin typeface="Times New Roman" panose="02020603050405020304" pitchFamily="18" charset="0"/>
                <a:ea typeface="Times New Roman" panose="02020603050405020304" pitchFamily="18" charset="0"/>
                <a:cs typeface="Times New Roman" panose="02020603050405020304" pitchFamily="18" charset="0"/>
              </a:rPr>
              <a:t>Utilizing a design pattern like POM can help reduce code duplication and enhance maintainability issues. </a:t>
            </a:r>
          </a:p>
          <a:p>
            <a:pPr marL="0" marR="0" lvl="0" indent="0" algn="l" defTabSz="914400" rtl="0" eaLnBrk="1" fontAlgn="auto" latinLnBrk="0" hangingPunct="1">
              <a:lnSpc>
                <a:spcPct val="100000"/>
              </a:lnSpc>
              <a:spcBef>
                <a:spcPts val="0"/>
              </a:spcBef>
              <a:spcAft>
                <a:spcPts val="0"/>
              </a:spcAft>
              <a:buClrTx/>
              <a:buSzTx/>
              <a:buFontTx/>
              <a:buNone/>
              <a:tabLst/>
              <a:defRPr/>
            </a:pPr>
            <a:r>
              <a:rPr lang="en-AU" sz="1800" dirty="0">
                <a:solidFill>
                  <a:srgbClr val="3D3B49"/>
                </a:solidFill>
                <a:effectLst/>
                <a:latin typeface="Times New Roman" panose="02020603050405020304" pitchFamily="18" charset="0"/>
                <a:ea typeface="Times New Roman" panose="02020603050405020304" pitchFamily="18" charset="0"/>
                <a:cs typeface="Times New Roman" panose="02020603050405020304" pitchFamily="18" charset="0"/>
              </a:rPr>
              <a:t>Moreover, we can use POM for including </a:t>
            </a:r>
            <a:r>
              <a:rPr lang="en-AU" sz="1800"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reusable robust locating </a:t>
            </a:r>
            <a:r>
              <a:rPr lang="en-AU" sz="1800" dirty="0">
                <a:solidFill>
                  <a:srgbClr val="3D3B49"/>
                </a:solidFill>
                <a:effectLst/>
                <a:latin typeface="Times New Roman" panose="02020603050405020304" pitchFamily="18" charset="0"/>
                <a:ea typeface="Times New Roman" panose="02020603050405020304" pitchFamily="18" charset="0"/>
                <a:cs typeface="Times New Roman" panose="02020603050405020304" pitchFamily="18" charset="0"/>
              </a:rPr>
              <a:t>and </a:t>
            </a:r>
            <a:r>
              <a:rPr lang="en-AU" sz="1800"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waiting strategies</a:t>
            </a:r>
            <a:r>
              <a:rPr lang="en-AU" sz="1800" dirty="0">
                <a:solidFill>
                  <a:srgbClr val="3D3B49"/>
                </a:solidFill>
                <a:effectLst/>
                <a:latin typeface="Times New Roman" panose="02020603050405020304" pitchFamily="18" charset="0"/>
                <a:ea typeface="Times New Roman" panose="02020603050405020304" pitchFamily="18" charset="0"/>
                <a:cs typeface="Times New Roman" panose="02020603050405020304" pitchFamily="18" charset="0"/>
              </a:rPr>
              <a:t>. </a:t>
            </a:r>
          </a:p>
          <a:p>
            <a:endParaRPr lang="en-AU" dirty="0"/>
          </a:p>
        </p:txBody>
      </p:sp>
      <p:sp>
        <p:nvSpPr>
          <p:cNvPr id="4" name="Slide Number Placeholder 3">
            <a:extLst>
              <a:ext uri="{FF2B5EF4-FFF2-40B4-BE49-F238E27FC236}">
                <a16:creationId xmlns:a16="http://schemas.microsoft.com/office/drawing/2014/main" id="{8C57545E-5BFF-DCBC-D1EA-615564331D8C}"/>
              </a:ext>
            </a:extLst>
          </p:cNvPr>
          <p:cNvSpPr>
            <a:spLocks noGrp="1"/>
          </p:cNvSpPr>
          <p:nvPr>
            <p:ph type="sldNum" sz="quarter" idx="5"/>
          </p:nvPr>
        </p:nvSpPr>
        <p:spPr/>
        <p:txBody>
          <a:bodyPr/>
          <a:lstStyle/>
          <a:p>
            <a:fld id="{1AF93708-7FE8-4EF9-B06E-E90DE391BDBF}" type="slidenum">
              <a:rPr lang="en-AU" smtClean="0"/>
              <a:t>18</a:t>
            </a:fld>
            <a:endParaRPr lang="en-AU"/>
          </a:p>
        </p:txBody>
      </p:sp>
    </p:spTree>
    <p:extLst>
      <p:ext uri="{BB962C8B-B14F-4D97-AF65-F5344CB8AC3E}">
        <p14:creationId xmlns:p14="http://schemas.microsoft.com/office/powerpoint/2010/main" val="69102139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831B40-27F2-3DED-AFEB-2F8385237C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0E9B15-42AC-E301-28C4-05F3FD71D0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327065-5AF5-3D8C-F93B-380C5215952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800" dirty="0">
                <a:solidFill>
                  <a:srgbClr val="3D3B49"/>
                </a:solidFill>
                <a:effectLst/>
                <a:latin typeface="Times New Roman" panose="02020603050405020304" pitchFamily="18" charset="0"/>
                <a:ea typeface="Times New Roman" panose="02020603050405020304" pitchFamily="18" charset="0"/>
                <a:cs typeface="Times New Roman" panose="02020603050405020304" pitchFamily="18" charset="0"/>
              </a:rPr>
              <a:t>Utilizing a design pattern like POM can help reduce code duplication and enhance maintainability issues. </a:t>
            </a:r>
          </a:p>
          <a:p>
            <a:pPr marL="0" marR="0" lvl="0" indent="0" algn="l" defTabSz="914400" rtl="0" eaLnBrk="1" fontAlgn="auto" latinLnBrk="0" hangingPunct="1">
              <a:lnSpc>
                <a:spcPct val="100000"/>
              </a:lnSpc>
              <a:spcBef>
                <a:spcPts val="0"/>
              </a:spcBef>
              <a:spcAft>
                <a:spcPts val="0"/>
              </a:spcAft>
              <a:buClrTx/>
              <a:buSzTx/>
              <a:buFontTx/>
              <a:buNone/>
              <a:tabLst/>
              <a:defRPr/>
            </a:pPr>
            <a:r>
              <a:rPr lang="en-AU" sz="1800" dirty="0">
                <a:solidFill>
                  <a:srgbClr val="3D3B49"/>
                </a:solidFill>
                <a:effectLst/>
                <a:latin typeface="Times New Roman" panose="02020603050405020304" pitchFamily="18" charset="0"/>
                <a:ea typeface="Times New Roman" panose="02020603050405020304" pitchFamily="18" charset="0"/>
                <a:cs typeface="Times New Roman" panose="02020603050405020304" pitchFamily="18" charset="0"/>
              </a:rPr>
              <a:t>Moreover, we can use POM for including </a:t>
            </a:r>
            <a:r>
              <a:rPr lang="en-AU" sz="1800"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reusable robust locating </a:t>
            </a:r>
            <a:r>
              <a:rPr lang="en-AU" sz="1800" dirty="0">
                <a:solidFill>
                  <a:srgbClr val="3D3B49"/>
                </a:solidFill>
                <a:effectLst/>
                <a:latin typeface="Times New Roman" panose="02020603050405020304" pitchFamily="18" charset="0"/>
                <a:ea typeface="Times New Roman" panose="02020603050405020304" pitchFamily="18" charset="0"/>
                <a:cs typeface="Times New Roman" panose="02020603050405020304" pitchFamily="18" charset="0"/>
              </a:rPr>
              <a:t>and </a:t>
            </a:r>
            <a:r>
              <a:rPr lang="en-AU" sz="1800"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waiting strategies</a:t>
            </a:r>
            <a:r>
              <a:rPr lang="en-AU" sz="1800" dirty="0">
                <a:solidFill>
                  <a:srgbClr val="3D3B49"/>
                </a:solidFill>
                <a:effectLst/>
                <a:latin typeface="Times New Roman" panose="02020603050405020304" pitchFamily="18" charset="0"/>
                <a:ea typeface="Times New Roman" panose="02020603050405020304" pitchFamily="18" charset="0"/>
                <a:cs typeface="Times New Roman" panose="02020603050405020304" pitchFamily="18" charset="0"/>
              </a:rPr>
              <a:t>. </a:t>
            </a:r>
          </a:p>
          <a:p>
            <a:endParaRPr lang="en-AU" dirty="0"/>
          </a:p>
        </p:txBody>
      </p:sp>
      <p:sp>
        <p:nvSpPr>
          <p:cNvPr id="4" name="Slide Number Placeholder 3">
            <a:extLst>
              <a:ext uri="{FF2B5EF4-FFF2-40B4-BE49-F238E27FC236}">
                <a16:creationId xmlns:a16="http://schemas.microsoft.com/office/drawing/2014/main" id="{CED14BF9-0359-076C-C9EE-55474FAAC423}"/>
              </a:ext>
            </a:extLst>
          </p:cNvPr>
          <p:cNvSpPr>
            <a:spLocks noGrp="1"/>
          </p:cNvSpPr>
          <p:nvPr>
            <p:ph type="sldNum" sz="quarter" idx="5"/>
          </p:nvPr>
        </p:nvSpPr>
        <p:spPr/>
        <p:txBody>
          <a:bodyPr/>
          <a:lstStyle/>
          <a:p>
            <a:fld id="{1AF93708-7FE8-4EF9-B06E-E90DE391BDBF}" type="slidenum">
              <a:rPr lang="en-AU" smtClean="0"/>
              <a:t>19</a:t>
            </a:fld>
            <a:endParaRPr lang="en-AU"/>
          </a:p>
        </p:txBody>
      </p:sp>
    </p:spTree>
    <p:extLst>
      <p:ext uri="{BB962C8B-B14F-4D97-AF65-F5344CB8AC3E}">
        <p14:creationId xmlns:p14="http://schemas.microsoft.com/office/powerpoint/2010/main" val="99762969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1AF93708-7FE8-4EF9-B06E-E90DE391BDBF}" type="slidenum">
              <a:rPr lang="en-AU" smtClean="0"/>
              <a:t>20</a:t>
            </a:fld>
            <a:endParaRPr lang="en-AU"/>
          </a:p>
        </p:txBody>
      </p:sp>
    </p:spTree>
    <p:extLst>
      <p:ext uri="{BB962C8B-B14F-4D97-AF65-F5344CB8AC3E}">
        <p14:creationId xmlns:p14="http://schemas.microsoft.com/office/powerpoint/2010/main" val="11064768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42FFB29-0314-491D-9FB0-66C9BD8AD8C0}" type="datetimeFigureOut">
              <a:rPr lang="en-AU" smtClean="0"/>
              <a:t>30/4/2025</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3A1C6DAF-6EB8-4D5C-9BCD-63A633C96412}" type="slidenum">
              <a:rPr lang="en-AU" smtClean="0"/>
              <a:t>‹#›</a:t>
            </a:fld>
            <a:endParaRPr lang="en-AU" dirty="0"/>
          </a:p>
        </p:txBody>
      </p:sp>
    </p:spTree>
    <p:extLst>
      <p:ext uri="{BB962C8B-B14F-4D97-AF65-F5344CB8AC3E}">
        <p14:creationId xmlns:p14="http://schemas.microsoft.com/office/powerpoint/2010/main" val="40123793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2FFB29-0314-491D-9FB0-66C9BD8AD8C0}" type="datetimeFigureOut">
              <a:rPr lang="en-AU" smtClean="0"/>
              <a:t>30/4/2025</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3A1C6DAF-6EB8-4D5C-9BCD-63A633C96412}" type="slidenum">
              <a:rPr lang="en-AU" smtClean="0"/>
              <a:t>‹#›</a:t>
            </a:fld>
            <a:endParaRPr lang="en-AU" dirty="0"/>
          </a:p>
        </p:txBody>
      </p:sp>
    </p:spTree>
    <p:extLst>
      <p:ext uri="{BB962C8B-B14F-4D97-AF65-F5344CB8AC3E}">
        <p14:creationId xmlns:p14="http://schemas.microsoft.com/office/powerpoint/2010/main" val="27873350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42FFB29-0314-491D-9FB0-66C9BD8AD8C0}" type="datetimeFigureOut">
              <a:rPr lang="en-AU" smtClean="0"/>
              <a:t>30/4/2025</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3A1C6DAF-6EB8-4D5C-9BCD-63A633C96412}" type="slidenum">
              <a:rPr lang="en-AU" smtClean="0"/>
              <a:t>‹#›</a:t>
            </a:fld>
            <a:endParaRPr lang="en-AU" dirty="0"/>
          </a:p>
        </p:txBody>
      </p:sp>
    </p:spTree>
    <p:extLst>
      <p:ext uri="{BB962C8B-B14F-4D97-AF65-F5344CB8AC3E}">
        <p14:creationId xmlns:p14="http://schemas.microsoft.com/office/powerpoint/2010/main" val="38764536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42FFB29-0314-491D-9FB0-66C9BD8AD8C0}" type="datetimeFigureOut">
              <a:rPr lang="en-AU" smtClean="0"/>
              <a:t>30/4/2025</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3A1C6DAF-6EB8-4D5C-9BCD-63A633C96412}" type="slidenum">
              <a:rPr lang="en-AU" smtClean="0"/>
              <a:t>‹#›</a:t>
            </a:fld>
            <a:endParaRPr lang="en-AU" dirty="0"/>
          </a:p>
        </p:txBody>
      </p:sp>
    </p:spTree>
    <p:extLst>
      <p:ext uri="{BB962C8B-B14F-4D97-AF65-F5344CB8AC3E}">
        <p14:creationId xmlns:p14="http://schemas.microsoft.com/office/powerpoint/2010/main" val="26558602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42FFB29-0314-491D-9FB0-66C9BD8AD8C0}" type="datetimeFigureOut">
              <a:rPr lang="en-AU" smtClean="0"/>
              <a:t>30/4/2025</a:t>
            </a:fld>
            <a:endParaRPr lang="en-AU" dirty="0"/>
          </a:p>
        </p:txBody>
      </p:sp>
      <p:sp>
        <p:nvSpPr>
          <p:cNvPr id="8" name="Footer Placeholder 7"/>
          <p:cNvSpPr>
            <a:spLocks noGrp="1"/>
          </p:cNvSpPr>
          <p:nvPr>
            <p:ph type="ftr" sz="quarter" idx="11"/>
          </p:nvPr>
        </p:nvSpPr>
        <p:spPr/>
        <p:txBody>
          <a:bodyPr/>
          <a:lstStyle/>
          <a:p>
            <a:endParaRPr lang="en-AU"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3A1C6DAF-6EB8-4D5C-9BCD-63A633C96412}" type="slidenum">
              <a:rPr lang="en-AU" smtClean="0"/>
              <a:t>‹#›</a:t>
            </a:fld>
            <a:endParaRPr lang="en-AU" dirty="0"/>
          </a:p>
        </p:txBody>
      </p:sp>
    </p:spTree>
    <p:extLst>
      <p:ext uri="{BB962C8B-B14F-4D97-AF65-F5344CB8AC3E}">
        <p14:creationId xmlns:p14="http://schemas.microsoft.com/office/powerpoint/2010/main" val="23365437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42FFB29-0314-491D-9FB0-66C9BD8AD8C0}" type="datetimeFigureOut">
              <a:rPr lang="en-AU" smtClean="0"/>
              <a:t>30/4/2025</a:t>
            </a:fld>
            <a:endParaRPr lang="en-AU" dirty="0"/>
          </a:p>
        </p:txBody>
      </p:sp>
      <p:sp>
        <p:nvSpPr>
          <p:cNvPr id="4" name="Footer Placeholder 3"/>
          <p:cNvSpPr>
            <a:spLocks noGrp="1"/>
          </p:cNvSpPr>
          <p:nvPr>
            <p:ph type="ftr" sz="quarter" idx="11"/>
          </p:nvPr>
        </p:nvSpPr>
        <p:spPr/>
        <p:txBody>
          <a:bodyPr/>
          <a:lstStyle/>
          <a:p>
            <a:endParaRPr lang="en-AU"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3A1C6DAF-6EB8-4D5C-9BCD-63A633C96412}" type="slidenum">
              <a:rPr lang="en-AU" smtClean="0"/>
              <a:t>‹#›</a:t>
            </a:fld>
            <a:endParaRPr lang="en-AU" dirty="0"/>
          </a:p>
        </p:txBody>
      </p:sp>
    </p:spTree>
    <p:extLst>
      <p:ext uri="{BB962C8B-B14F-4D97-AF65-F5344CB8AC3E}">
        <p14:creationId xmlns:p14="http://schemas.microsoft.com/office/powerpoint/2010/main" val="14160453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42FFB29-0314-491D-9FB0-66C9BD8AD8C0}" type="datetimeFigureOut">
              <a:rPr lang="en-AU" smtClean="0"/>
              <a:t>30/4/2025</a:t>
            </a:fld>
            <a:endParaRPr lang="en-AU" dirty="0"/>
          </a:p>
        </p:txBody>
      </p:sp>
      <p:sp>
        <p:nvSpPr>
          <p:cNvPr id="3" name="Footer Placeholder 2"/>
          <p:cNvSpPr>
            <a:spLocks noGrp="1"/>
          </p:cNvSpPr>
          <p:nvPr>
            <p:ph type="ftr" sz="quarter" idx="11"/>
          </p:nvPr>
        </p:nvSpPr>
        <p:spPr/>
        <p:txBody>
          <a:bodyPr/>
          <a:lstStyle/>
          <a:p>
            <a:endParaRPr lang="en-AU"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3A1C6DAF-6EB8-4D5C-9BCD-63A633C96412}" type="slidenum">
              <a:rPr lang="en-AU" smtClean="0"/>
              <a:t>‹#›</a:t>
            </a:fld>
            <a:endParaRPr lang="en-AU" dirty="0"/>
          </a:p>
        </p:txBody>
      </p:sp>
    </p:spTree>
    <p:extLst>
      <p:ext uri="{BB962C8B-B14F-4D97-AF65-F5344CB8AC3E}">
        <p14:creationId xmlns:p14="http://schemas.microsoft.com/office/powerpoint/2010/main" val="36468108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142FFB29-0314-491D-9FB0-66C9BD8AD8C0}" type="datetimeFigureOut">
              <a:rPr lang="en-AU" smtClean="0"/>
              <a:t>30/4/2025</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3A1C6DAF-6EB8-4D5C-9BCD-63A633C96412}" type="slidenum">
              <a:rPr lang="en-AU" smtClean="0"/>
              <a:t>‹#›</a:t>
            </a:fld>
            <a:endParaRPr lang="en-AU" dirty="0"/>
          </a:p>
        </p:txBody>
      </p:sp>
    </p:spTree>
    <p:extLst>
      <p:ext uri="{BB962C8B-B14F-4D97-AF65-F5344CB8AC3E}">
        <p14:creationId xmlns:p14="http://schemas.microsoft.com/office/powerpoint/2010/main" val="18828588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142FFB29-0314-491D-9FB0-66C9BD8AD8C0}" type="datetimeFigureOut">
              <a:rPr lang="en-AU" smtClean="0"/>
              <a:t>30/4/2025</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3A1C6DAF-6EB8-4D5C-9BCD-63A633C96412}" type="slidenum">
              <a:rPr lang="en-AU" smtClean="0"/>
              <a:t>‹#›</a:t>
            </a:fld>
            <a:endParaRPr lang="en-AU" dirty="0"/>
          </a:p>
        </p:txBody>
      </p:sp>
    </p:spTree>
    <p:extLst>
      <p:ext uri="{BB962C8B-B14F-4D97-AF65-F5344CB8AC3E}">
        <p14:creationId xmlns:p14="http://schemas.microsoft.com/office/powerpoint/2010/main" val="15431926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42FFB29-0314-491D-9FB0-66C9BD8AD8C0}" type="datetimeFigureOut">
              <a:rPr lang="en-AU" smtClean="0"/>
              <a:t>30/4/2025</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3A1C6DAF-6EB8-4D5C-9BCD-63A633C96412}" type="slidenum">
              <a:rPr lang="en-AU" smtClean="0"/>
              <a:t>‹#›</a:t>
            </a:fld>
            <a:endParaRPr lang="en-AU" dirty="0"/>
          </a:p>
        </p:txBody>
      </p:sp>
    </p:spTree>
    <p:extLst>
      <p:ext uri="{BB962C8B-B14F-4D97-AF65-F5344CB8AC3E}">
        <p14:creationId xmlns:p14="http://schemas.microsoft.com/office/powerpoint/2010/main" val="16471649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42FFB29-0314-491D-9FB0-66C9BD8AD8C0}" type="datetimeFigureOut">
              <a:rPr lang="en-AU" smtClean="0"/>
              <a:t>30/4/2025</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3A1C6DAF-6EB8-4D5C-9BCD-63A633C96412}" type="slidenum">
              <a:rPr lang="en-AU" smtClean="0"/>
              <a:t>‹#›</a:t>
            </a:fld>
            <a:endParaRPr lang="en-AU"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9780995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142FFB29-0314-491D-9FB0-66C9BD8AD8C0}" type="datetimeFigureOut">
              <a:rPr lang="en-AU" smtClean="0"/>
              <a:t>30/4/2025</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3A1C6DAF-6EB8-4D5C-9BCD-63A633C96412}" type="slidenum">
              <a:rPr lang="en-AU" smtClean="0"/>
              <a:t>‹#›</a:t>
            </a:fld>
            <a:endParaRPr lang="en-AU" dirty="0"/>
          </a:p>
        </p:txBody>
      </p:sp>
    </p:spTree>
    <p:extLst>
      <p:ext uri="{BB962C8B-B14F-4D97-AF65-F5344CB8AC3E}">
        <p14:creationId xmlns:p14="http://schemas.microsoft.com/office/powerpoint/2010/main" val="89126626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142FFB29-0314-491D-9FB0-66C9BD8AD8C0}" type="datetimeFigureOut">
              <a:rPr lang="en-AU" smtClean="0"/>
              <a:t>30/4/2025</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3A1C6DAF-6EB8-4D5C-9BCD-63A633C96412}" type="slidenum">
              <a:rPr lang="en-AU" smtClean="0"/>
              <a:t>‹#›</a:t>
            </a:fld>
            <a:endParaRPr lang="en-AU"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7178977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142FFB29-0314-491D-9FB0-66C9BD8AD8C0}" type="datetimeFigureOut">
              <a:rPr lang="en-AU" smtClean="0"/>
              <a:t>30/4/2025</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3A1C6DAF-6EB8-4D5C-9BCD-63A633C96412}" type="slidenum">
              <a:rPr lang="en-AU" smtClean="0"/>
              <a:t>‹#›</a:t>
            </a:fld>
            <a:endParaRPr lang="en-AU" dirty="0"/>
          </a:p>
        </p:txBody>
      </p:sp>
    </p:spTree>
    <p:extLst>
      <p:ext uri="{BB962C8B-B14F-4D97-AF65-F5344CB8AC3E}">
        <p14:creationId xmlns:p14="http://schemas.microsoft.com/office/powerpoint/2010/main" val="9936676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2FFB29-0314-491D-9FB0-66C9BD8AD8C0}" type="datetimeFigureOut">
              <a:rPr lang="en-AU" smtClean="0"/>
              <a:t>30/4/2025</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3A1C6DAF-6EB8-4D5C-9BCD-63A633C96412}" type="slidenum">
              <a:rPr lang="en-AU" smtClean="0"/>
              <a:t>‹#›</a:t>
            </a:fld>
            <a:endParaRPr lang="en-AU" dirty="0"/>
          </a:p>
        </p:txBody>
      </p:sp>
    </p:spTree>
    <p:extLst>
      <p:ext uri="{BB962C8B-B14F-4D97-AF65-F5344CB8AC3E}">
        <p14:creationId xmlns:p14="http://schemas.microsoft.com/office/powerpoint/2010/main" val="99675894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2FFB29-0314-491D-9FB0-66C9BD8AD8C0}" type="datetimeFigureOut">
              <a:rPr lang="en-AU" smtClean="0"/>
              <a:t>30/4/2025</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3A1C6DAF-6EB8-4D5C-9BCD-63A633C96412}" type="slidenum">
              <a:rPr lang="en-AU" smtClean="0"/>
              <a:t>‹#›</a:t>
            </a:fld>
            <a:endParaRPr lang="en-AU" dirty="0"/>
          </a:p>
        </p:txBody>
      </p:sp>
    </p:spTree>
    <p:extLst>
      <p:ext uri="{BB962C8B-B14F-4D97-AF65-F5344CB8AC3E}">
        <p14:creationId xmlns:p14="http://schemas.microsoft.com/office/powerpoint/2010/main" val="12059325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142FFB29-0314-491D-9FB0-66C9BD8AD8C0}" type="datetimeFigureOut">
              <a:rPr lang="en-AU" smtClean="0"/>
              <a:t>30/4/2025</a:t>
            </a:fld>
            <a:endParaRPr lang="en-AU"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AU"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3A1C6DAF-6EB8-4D5C-9BCD-63A633C96412}" type="slidenum">
              <a:rPr lang="en-AU" smtClean="0"/>
              <a:t>‹#›</a:t>
            </a:fld>
            <a:endParaRPr lang="en-AU" dirty="0"/>
          </a:p>
        </p:txBody>
      </p:sp>
    </p:spTree>
    <p:extLst>
      <p:ext uri="{BB962C8B-B14F-4D97-AF65-F5344CB8AC3E}">
        <p14:creationId xmlns:p14="http://schemas.microsoft.com/office/powerpoint/2010/main" val="195288307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mt.linkedin.com/in/songqing-gu-2ba9034b/de" TargetMode="External"/><Relationship Id="rId2" Type="http://schemas.openxmlformats.org/officeDocument/2006/relationships/hyperlink" Target="http://www.funnygorilla.com.au/" TargetMode="External"/><Relationship Id="rId1" Type="http://schemas.openxmlformats.org/officeDocument/2006/relationships/slideLayout" Target="../slideLayouts/slideLayout2.xml"/><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3703782" y="6049817"/>
            <a:ext cx="4322618" cy="447373"/>
          </a:xfrm>
          <a:effectLst/>
        </p:spPr>
        <p:txBody>
          <a:bodyPr>
            <a:normAutofit/>
          </a:bodyPr>
          <a:lstStyle/>
          <a:p>
            <a:r>
              <a:rPr lang="en-AU" altLang="zh-CN" sz="2000" b="1" dirty="0">
                <a:solidFill>
                  <a:srgbClr val="00B0F0"/>
                </a:solidFill>
              </a:rPr>
              <a:t>Funny Gorilla</a:t>
            </a:r>
            <a:r>
              <a:rPr lang="zh-CN" altLang="en-US" sz="2000" b="1" i="1" dirty="0">
                <a:solidFill>
                  <a:schemeClr val="accent2"/>
                </a:solidFill>
                <a:cs typeface="幼圆"/>
              </a:rPr>
              <a:t>诙猩猩</a:t>
            </a:r>
            <a:r>
              <a:rPr lang="en-AU" altLang="zh-CN" sz="2000" b="1" dirty="0">
                <a:solidFill>
                  <a:srgbClr val="002060"/>
                </a:solidFill>
              </a:rPr>
              <a:t>-</a:t>
            </a:r>
            <a:r>
              <a:rPr lang="en-US" altLang="zh-CN" sz="2000" b="1" i="1" dirty="0">
                <a:solidFill>
                  <a:schemeClr val="accent2"/>
                </a:solidFill>
              </a:rPr>
              <a:t>IT</a:t>
            </a:r>
            <a:r>
              <a:rPr lang="zh-CN" altLang="en-US" sz="2000" b="1" i="1" dirty="0">
                <a:solidFill>
                  <a:schemeClr val="accent2"/>
                </a:solidFill>
              </a:rPr>
              <a:t>培训</a:t>
            </a:r>
            <a:endParaRPr lang="en-AU" sz="1400" b="1" i="1" dirty="0">
              <a:solidFill>
                <a:schemeClr val="accent2"/>
              </a:solidFill>
            </a:endParaRPr>
          </a:p>
        </p:txBody>
      </p:sp>
      <p:sp>
        <p:nvSpPr>
          <p:cNvPr id="3" name="Subtitle 2"/>
          <p:cNvSpPr>
            <a:spLocks noGrp="1"/>
          </p:cNvSpPr>
          <p:nvPr>
            <p:ph type="subTitle" idx="1"/>
          </p:nvPr>
        </p:nvSpPr>
        <p:spPr>
          <a:xfrm>
            <a:off x="2354046" y="2620011"/>
            <a:ext cx="4976870" cy="919092"/>
          </a:xfrm>
          <a:effectLst/>
        </p:spPr>
        <p:txBody>
          <a:bodyPr>
            <a:noAutofit/>
          </a:bodyPr>
          <a:lstStyle/>
          <a:p>
            <a:r>
              <a:rPr lang="en-AU" sz="4000" b="1" dirty="0">
                <a:solidFill>
                  <a:srgbClr val="0070C0"/>
                </a:solidFill>
                <a:latin typeface="+mj-lt"/>
                <a:ea typeface="+mj-ea"/>
                <a:cs typeface="+mj-cs"/>
              </a:rPr>
              <a:t>Design Patterns</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93202" y="151296"/>
            <a:ext cx="2096652" cy="1487570"/>
          </a:xfrm>
          <a:prstGeom prst="rect">
            <a:avLst/>
          </a:prstGeom>
          <a:effectLst>
            <a:outerShdw blurRad="50800" dist="38100" dir="8100000" algn="tr" rotWithShape="0">
              <a:prstClr val="black">
                <a:alpha val="40000"/>
              </a:prstClr>
            </a:outerShdw>
          </a:effectLst>
        </p:spPr>
      </p:pic>
      <p:sp>
        <p:nvSpPr>
          <p:cNvPr id="4" name="TextBox 3"/>
          <p:cNvSpPr txBox="1"/>
          <p:nvPr/>
        </p:nvSpPr>
        <p:spPr>
          <a:xfrm>
            <a:off x="9625345" y="1484977"/>
            <a:ext cx="2632365" cy="307777"/>
          </a:xfrm>
          <a:prstGeom prst="rect">
            <a:avLst/>
          </a:prstGeom>
          <a:noFill/>
        </p:spPr>
        <p:txBody>
          <a:bodyPr wrap="square" rtlCol="0">
            <a:spAutoFit/>
          </a:bodyPr>
          <a:lstStyle/>
          <a:p>
            <a:r>
              <a:rPr lang="en-AU" altLang="zh-CN" sz="1400" b="1" i="1" dirty="0">
                <a:solidFill>
                  <a:schemeClr val="accent1"/>
                </a:solidFill>
              </a:rPr>
              <a:t>Your success is our success</a:t>
            </a:r>
            <a:endParaRPr lang="en-AU" sz="1400" dirty="0"/>
          </a:p>
        </p:txBody>
      </p:sp>
    </p:spTree>
    <p:extLst>
      <p:ext uri="{BB962C8B-B14F-4D97-AF65-F5344CB8AC3E}">
        <p14:creationId xmlns:p14="http://schemas.microsoft.com/office/powerpoint/2010/main" val="5234957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12FE7EEE-9033-20AB-8C81-1DA854640A13}"/>
              </a:ext>
            </a:extLst>
          </p:cNvPr>
          <p:cNvSpPr>
            <a:spLocks noGrp="1"/>
          </p:cNvSpPr>
          <p:nvPr>
            <p:ph type="title"/>
          </p:nvPr>
        </p:nvSpPr>
        <p:spPr>
          <a:xfrm>
            <a:off x="2264727" y="2605445"/>
            <a:ext cx="4930900" cy="400110"/>
          </a:xfrm>
        </p:spPr>
        <p:txBody>
          <a:bodyPr>
            <a:normAutofit/>
          </a:bodyPr>
          <a:lstStyle/>
          <a:p>
            <a:pPr marL="342900" indent="-342900">
              <a:buFont typeface="Arial" panose="020B0604020202020204" pitchFamily="34" charset="0"/>
              <a:buChar char="•"/>
            </a:pPr>
            <a:r>
              <a:rPr lang="en-AU" sz="1800" b="1" dirty="0">
                <a:solidFill>
                  <a:schemeClr val="tx1">
                    <a:lumMod val="65000"/>
                    <a:lumOff val="35000"/>
                  </a:schemeClr>
                </a:solidFill>
                <a:latin typeface="+mn-lt"/>
              </a:rPr>
              <a:t>Page Object Model Pattern </a:t>
            </a:r>
          </a:p>
        </p:txBody>
      </p:sp>
      <p:sp>
        <p:nvSpPr>
          <p:cNvPr id="2" name="Title 1">
            <a:extLst>
              <a:ext uri="{FF2B5EF4-FFF2-40B4-BE49-F238E27FC236}">
                <a16:creationId xmlns:a16="http://schemas.microsoft.com/office/drawing/2014/main" id="{348DB064-091E-82D2-2756-26D34D84AACA}"/>
              </a:ext>
            </a:extLst>
          </p:cNvPr>
          <p:cNvSpPr txBox="1">
            <a:spLocks/>
          </p:cNvSpPr>
          <p:nvPr/>
        </p:nvSpPr>
        <p:spPr>
          <a:xfrm>
            <a:off x="2264727" y="1742086"/>
            <a:ext cx="4254945" cy="715163"/>
          </a:xfrm>
          <a:prstGeom prst="rect">
            <a:avLst/>
          </a:prstGeom>
          <a:effectLst/>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3200" b="1" dirty="0">
                <a:solidFill>
                  <a:srgbClr val="0070C0"/>
                </a:solidFill>
              </a:rPr>
              <a:t>Design Patterns</a:t>
            </a:r>
          </a:p>
        </p:txBody>
      </p:sp>
      <p:sp>
        <p:nvSpPr>
          <p:cNvPr id="3" name="Title 8">
            <a:extLst>
              <a:ext uri="{FF2B5EF4-FFF2-40B4-BE49-F238E27FC236}">
                <a16:creationId xmlns:a16="http://schemas.microsoft.com/office/drawing/2014/main" id="{9E194396-C81B-76DA-9771-0F9CE698DC4D}"/>
              </a:ext>
            </a:extLst>
          </p:cNvPr>
          <p:cNvSpPr txBox="1">
            <a:spLocks/>
          </p:cNvSpPr>
          <p:nvPr/>
        </p:nvSpPr>
        <p:spPr>
          <a:xfrm>
            <a:off x="2264727" y="3058524"/>
            <a:ext cx="4930900" cy="40011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342900" indent="-342900">
              <a:buFont typeface="Arial" panose="020B0604020202020204" pitchFamily="34" charset="0"/>
              <a:buChar char="•"/>
            </a:pPr>
            <a:r>
              <a:rPr lang="en-AU" sz="1800" b="1" dirty="0">
                <a:solidFill>
                  <a:schemeClr val="tx1">
                    <a:lumMod val="65000"/>
                    <a:lumOff val="35000"/>
                  </a:schemeClr>
                </a:solidFill>
                <a:latin typeface="+mn-lt"/>
              </a:rPr>
              <a:t>Factory pattern</a:t>
            </a:r>
          </a:p>
        </p:txBody>
      </p:sp>
      <p:sp>
        <p:nvSpPr>
          <p:cNvPr id="4" name="Title 8">
            <a:extLst>
              <a:ext uri="{FF2B5EF4-FFF2-40B4-BE49-F238E27FC236}">
                <a16:creationId xmlns:a16="http://schemas.microsoft.com/office/drawing/2014/main" id="{7E57E316-AB63-96AE-96B1-9AFC7CF4DD3E}"/>
              </a:ext>
            </a:extLst>
          </p:cNvPr>
          <p:cNvSpPr txBox="1">
            <a:spLocks/>
          </p:cNvSpPr>
          <p:nvPr/>
        </p:nvSpPr>
        <p:spPr>
          <a:xfrm>
            <a:off x="2264727" y="3511603"/>
            <a:ext cx="4930900" cy="40011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342900" indent="-342900">
              <a:buFont typeface="Arial" panose="020B0604020202020204" pitchFamily="34" charset="0"/>
              <a:buChar char="•"/>
            </a:pPr>
            <a:r>
              <a:rPr lang="en-AU" sz="1800" b="1" dirty="0">
                <a:solidFill>
                  <a:schemeClr val="tx1">
                    <a:lumMod val="65000"/>
                    <a:lumOff val="35000"/>
                  </a:schemeClr>
                </a:solidFill>
                <a:latin typeface="+mn-lt"/>
              </a:rPr>
              <a:t>Singleton pattern</a:t>
            </a:r>
          </a:p>
        </p:txBody>
      </p:sp>
    </p:spTree>
    <p:extLst>
      <p:ext uri="{BB962C8B-B14F-4D97-AF65-F5344CB8AC3E}">
        <p14:creationId xmlns:p14="http://schemas.microsoft.com/office/powerpoint/2010/main" val="2115522147"/>
      </p:ext>
    </p:ext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12FE7EEE-9033-20AB-8C81-1DA854640A13}"/>
              </a:ext>
            </a:extLst>
          </p:cNvPr>
          <p:cNvSpPr>
            <a:spLocks noGrp="1"/>
          </p:cNvSpPr>
          <p:nvPr>
            <p:ph type="title"/>
          </p:nvPr>
        </p:nvSpPr>
        <p:spPr>
          <a:xfrm>
            <a:off x="7940773" y="1380280"/>
            <a:ext cx="2300507" cy="402800"/>
          </a:xfrm>
        </p:spPr>
        <p:txBody>
          <a:bodyPr>
            <a:normAutofit fontScale="90000"/>
          </a:bodyPr>
          <a:lstStyle/>
          <a:p>
            <a:r>
              <a:rPr lang="en-AU" sz="2000" dirty="0">
                <a:solidFill>
                  <a:schemeClr val="accent2"/>
                </a:solidFill>
                <a:latin typeface="Arial Black" panose="020B0A04020102020204" pitchFamily="34" charset="0"/>
              </a:rPr>
              <a:t>the limitations?</a:t>
            </a:r>
          </a:p>
        </p:txBody>
      </p:sp>
      <p:sp>
        <p:nvSpPr>
          <p:cNvPr id="2" name="Title 1">
            <a:extLst>
              <a:ext uri="{FF2B5EF4-FFF2-40B4-BE49-F238E27FC236}">
                <a16:creationId xmlns:a16="http://schemas.microsoft.com/office/drawing/2014/main" id="{31E8A9A5-736B-EBA7-4C40-A1761FC4138F}"/>
              </a:ext>
            </a:extLst>
          </p:cNvPr>
          <p:cNvSpPr txBox="1">
            <a:spLocks/>
          </p:cNvSpPr>
          <p:nvPr/>
        </p:nvSpPr>
        <p:spPr>
          <a:xfrm>
            <a:off x="1313751" y="375911"/>
            <a:ext cx="5361369" cy="715163"/>
          </a:xfrm>
          <a:prstGeom prst="rect">
            <a:avLst/>
          </a:prstGeom>
          <a:effectLst/>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3200" b="1" dirty="0">
                <a:solidFill>
                  <a:srgbClr val="0070C0"/>
                </a:solidFill>
              </a:rPr>
              <a:t>Why Design Patterns? </a:t>
            </a:r>
          </a:p>
        </p:txBody>
      </p:sp>
      <p:sp>
        <p:nvSpPr>
          <p:cNvPr id="16" name="TextBox 15">
            <a:extLst>
              <a:ext uri="{FF2B5EF4-FFF2-40B4-BE49-F238E27FC236}">
                <a16:creationId xmlns:a16="http://schemas.microsoft.com/office/drawing/2014/main" id="{C691B325-0222-7B53-7A98-3AD581A9F076}"/>
              </a:ext>
            </a:extLst>
          </p:cNvPr>
          <p:cNvSpPr txBox="1"/>
          <p:nvPr/>
        </p:nvSpPr>
        <p:spPr>
          <a:xfrm>
            <a:off x="839296" y="1911560"/>
            <a:ext cx="7681691" cy="1938992"/>
          </a:xfrm>
          <a:prstGeom prst="rect">
            <a:avLst/>
          </a:prstGeom>
          <a:noFill/>
        </p:spPr>
        <p:txBody>
          <a:bodyPr wrap="square">
            <a:spAutoFit/>
          </a:bodyPr>
          <a:lstStyle/>
          <a:p>
            <a:pPr algn="l"/>
            <a:r>
              <a:rPr lang="en-AU" sz="1200" dirty="0">
                <a:solidFill>
                  <a:srgbClr val="000000"/>
                </a:solidFill>
                <a:latin typeface="Consolas" panose="020B0609020204030204" pitchFamily="49" charset="0"/>
              </a:rPr>
              <a:t> </a:t>
            </a:r>
            <a:r>
              <a:rPr lang="en-AU" sz="1200" dirty="0">
                <a:solidFill>
                  <a:srgbClr val="646464"/>
                </a:solidFill>
                <a:latin typeface="Consolas" panose="020B0609020204030204" pitchFamily="49" charset="0"/>
              </a:rPr>
              <a:t>@Test</a:t>
            </a:r>
          </a:p>
          <a:p>
            <a:pPr algn="l"/>
            <a:r>
              <a:rPr lang="en-AU" sz="1200" dirty="0">
                <a:solidFill>
                  <a:srgbClr val="000000"/>
                </a:solidFill>
                <a:latin typeface="Consolas" panose="020B0609020204030204" pitchFamily="49" charset="0"/>
              </a:rPr>
              <a:t> </a:t>
            </a:r>
            <a:r>
              <a:rPr lang="en-AU" sz="1200" b="1" dirty="0">
                <a:solidFill>
                  <a:srgbClr val="7F0055"/>
                </a:solidFill>
                <a:latin typeface="Consolas" panose="020B0609020204030204" pitchFamily="49" charset="0"/>
              </a:rPr>
              <a:t>void</a:t>
            </a:r>
            <a:r>
              <a:rPr lang="en-AU" sz="1200" b="1" dirty="0">
                <a:solidFill>
                  <a:srgbClr val="000000"/>
                </a:solidFill>
                <a:latin typeface="Consolas" panose="020B0609020204030204" pitchFamily="49" charset="0"/>
              </a:rPr>
              <a:t> testVanillaBasicLogin() {</a:t>
            </a:r>
          </a:p>
          <a:p>
            <a:pPr algn="l"/>
            <a:r>
              <a:rPr lang="en-AU" sz="1200" dirty="0">
                <a:solidFill>
                  <a:srgbClr val="000000"/>
                </a:solidFill>
                <a:latin typeface="Consolas" panose="020B0609020204030204" pitchFamily="49" charset="0"/>
              </a:rPr>
              <a:t>        </a:t>
            </a:r>
            <a:r>
              <a:rPr lang="en-AU" sz="1200" dirty="0">
                <a:solidFill>
                  <a:srgbClr val="0000C0"/>
                </a:solidFill>
                <a:latin typeface="Consolas" panose="020B0609020204030204" pitchFamily="49" charset="0"/>
              </a:rPr>
              <a:t>driver</a:t>
            </a:r>
            <a:r>
              <a:rPr lang="en-AU" sz="1200" dirty="0">
                <a:solidFill>
                  <a:srgbClr val="000000"/>
                </a:solidFill>
                <a:latin typeface="Consolas" panose="020B0609020204030204" pitchFamily="49" charset="0"/>
              </a:rPr>
              <a:t>.get(</a:t>
            </a:r>
            <a:r>
              <a:rPr lang="en-AU" sz="1200" dirty="0">
                <a:solidFill>
                  <a:srgbClr val="2A00FF"/>
                </a:solidFill>
                <a:latin typeface="Consolas" panose="020B0609020204030204" pitchFamily="49" charset="0"/>
              </a:rPr>
              <a:t>“someURL"</a:t>
            </a:r>
            <a:r>
              <a:rPr lang="en-AU" sz="1200" dirty="0">
                <a:solidFill>
                  <a:srgbClr val="000000"/>
                </a:solidFill>
                <a:latin typeface="Consolas" panose="020B0609020204030204" pitchFamily="49" charset="0"/>
              </a:rPr>
              <a:t>);</a:t>
            </a:r>
          </a:p>
          <a:p>
            <a:pPr algn="l"/>
            <a:endParaRPr lang="en-AU" sz="1200" dirty="0">
              <a:latin typeface="Consolas" panose="020B0609020204030204" pitchFamily="49" charset="0"/>
            </a:endParaRPr>
          </a:p>
          <a:p>
            <a:pPr algn="l"/>
            <a:r>
              <a:rPr lang="en-AU" sz="1200" dirty="0">
                <a:solidFill>
                  <a:srgbClr val="000000"/>
                </a:solidFill>
                <a:latin typeface="Consolas" panose="020B0609020204030204" pitchFamily="49" charset="0"/>
              </a:rPr>
              <a:t>        </a:t>
            </a:r>
            <a:r>
              <a:rPr lang="en-AU" sz="1200" dirty="0">
                <a:solidFill>
                  <a:srgbClr val="0000C0"/>
                </a:solidFill>
                <a:latin typeface="Consolas" panose="020B0609020204030204" pitchFamily="49" charset="0"/>
              </a:rPr>
              <a:t>driver</a:t>
            </a:r>
            <a:r>
              <a:rPr lang="en-AU" sz="1200" dirty="0">
                <a:solidFill>
                  <a:srgbClr val="000000"/>
                </a:solidFill>
                <a:latin typeface="Consolas" panose="020B0609020204030204" pitchFamily="49" charset="0"/>
              </a:rPr>
              <a:t>.findElement(</a:t>
            </a:r>
            <a:r>
              <a:rPr lang="en-AU" sz="1200" u="sng" dirty="0">
                <a:solidFill>
                  <a:srgbClr val="000000"/>
                </a:solidFill>
                <a:latin typeface="Consolas" panose="020B0609020204030204" pitchFamily="49" charset="0"/>
              </a:rPr>
              <a:t>By.id(</a:t>
            </a:r>
            <a:r>
              <a:rPr lang="en-AU" sz="1200" u="sng" dirty="0">
                <a:solidFill>
                  <a:srgbClr val="2A00FF"/>
                </a:solidFill>
                <a:latin typeface="Consolas" panose="020B0609020204030204" pitchFamily="49" charset="0"/>
              </a:rPr>
              <a:t>"username"</a:t>
            </a:r>
            <a:r>
              <a:rPr lang="en-AU" sz="1200" u="sng" dirty="0">
                <a:solidFill>
                  <a:srgbClr val="000000"/>
                </a:solidFill>
                <a:latin typeface="Consolas" panose="020B0609020204030204" pitchFamily="49" charset="0"/>
              </a:rPr>
              <a:t>)).sendKeys(</a:t>
            </a:r>
            <a:r>
              <a:rPr lang="en-AU" sz="1200" u="sng" dirty="0">
                <a:solidFill>
                  <a:srgbClr val="2A00FF"/>
                </a:solidFill>
                <a:latin typeface="Consolas" panose="020B0609020204030204" pitchFamily="49" charset="0"/>
              </a:rPr>
              <a:t>"user"</a:t>
            </a:r>
            <a:r>
              <a:rPr lang="en-AU" sz="1200" u="sng" dirty="0">
                <a:solidFill>
                  <a:srgbClr val="000000"/>
                </a:solidFill>
                <a:latin typeface="Consolas" panose="020B0609020204030204" pitchFamily="49" charset="0"/>
              </a:rPr>
              <a:t>);  </a:t>
            </a:r>
          </a:p>
          <a:p>
            <a:pPr algn="l"/>
            <a:r>
              <a:rPr lang="en-AU" sz="1200" dirty="0">
                <a:solidFill>
                  <a:srgbClr val="000000"/>
                </a:solidFill>
                <a:latin typeface="Consolas" panose="020B0609020204030204" pitchFamily="49" charset="0"/>
              </a:rPr>
              <a:t>        </a:t>
            </a:r>
            <a:r>
              <a:rPr lang="en-AU" sz="1200" dirty="0">
                <a:solidFill>
                  <a:srgbClr val="0000C0"/>
                </a:solidFill>
                <a:latin typeface="Consolas" panose="020B0609020204030204" pitchFamily="49" charset="0"/>
              </a:rPr>
              <a:t>driver</a:t>
            </a:r>
            <a:r>
              <a:rPr lang="en-AU" sz="1200" dirty="0">
                <a:solidFill>
                  <a:srgbClr val="000000"/>
                </a:solidFill>
                <a:latin typeface="Consolas" panose="020B0609020204030204" pitchFamily="49" charset="0"/>
              </a:rPr>
              <a:t>.findElement(</a:t>
            </a:r>
            <a:r>
              <a:rPr lang="en-AU" sz="1200" u="sng" dirty="0">
                <a:solidFill>
                  <a:srgbClr val="000000"/>
                </a:solidFill>
                <a:latin typeface="Consolas" panose="020B0609020204030204" pitchFamily="49" charset="0"/>
              </a:rPr>
              <a:t>By.id(</a:t>
            </a:r>
            <a:r>
              <a:rPr lang="en-AU" sz="1200" u="sng" dirty="0">
                <a:solidFill>
                  <a:srgbClr val="2A00FF"/>
                </a:solidFill>
                <a:latin typeface="Consolas" panose="020B0609020204030204" pitchFamily="49" charset="0"/>
              </a:rPr>
              <a:t>"password"</a:t>
            </a:r>
            <a:r>
              <a:rPr lang="en-AU" sz="1200" u="sng" dirty="0">
                <a:solidFill>
                  <a:srgbClr val="000000"/>
                </a:solidFill>
                <a:latin typeface="Consolas" panose="020B0609020204030204" pitchFamily="49" charset="0"/>
              </a:rPr>
              <a:t>)).sendKeys(</a:t>
            </a:r>
            <a:r>
              <a:rPr lang="en-AU" sz="1200" u="sng" dirty="0">
                <a:solidFill>
                  <a:srgbClr val="2A00FF"/>
                </a:solidFill>
                <a:latin typeface="Consolas" panose="020B0609020204030204" pitchFamily="49" charset="0"/>
              </a:rPr>
              <a:t>"user"</a:t>
            </a:r>
            <a:r>
              <a:rPr lang="en-AU" sz="1200" u="sng" dirty="0">
                <a:solidFill>
                  <a:srgbClr val="000000"/>
                </a:solidFill>
                <a:latin typeface="Consolas" panose="020B0609020204030204" pitchFamily="49" charset="0"/>
              </a:rPr>
              <a:t>);  </a:t>
            </a:r>
          </a:p>
          <a:p>
            <a:pPr algn="l"/>
            <a:r>
              <a:rPr lang="en-US" sz="1200" dirty="0">
                <a:solidFill>
                  <a:srgbClr val="000000"/>
                </a:solidFill>
                <a:latin typeface="Consolas" panose="020B0609020204030204" pitchFamily="49" charset="0"/>
              </a:rPr>
              <a:t>        </a:t>
            </a:r>
            <a:r>
              <a:rPr lang="en-US" sz="1200" dirty="0">
                <a:solidFill>
                  <a:srgbClr val="0000C0"/>
                </a:solidFill>
                <a:latin typeface="Consolas" panose="020B0609020204030204" pitchFamily="49" charset="0"/>
              </a:rPr>
              <a:t>driver</a:t>
            </a:r>
            <a:r>
              <a:rPr lang="en-US" sz="1200" dirty="0">
                <a:solidFill>
                  <a:srgbClr val="000000"/>
                </a:solidFill>
                <a:latin typeface="Consolas" panose="020B0609020204030204" pitchFamily="49" charset="0"/>
              </a:rPr>
              <a:t>.findElement(</a:t>
            </a:r>
            <a:r>
              <a:rPr lang="en-US" sz="1200" u="sng" dirty="0">
                <a:solidFill>
                  <a:srgbClr val="000000"/>
                </a:solidFill>
                <a:latin typeface="Consolas" panose="020B0609020204030204" pitchFamily="49" charset="0"/>
              </a:rPr>
              <a:t>By.cssSelector(</a:t>
            </a:r>
            <a:r>
              <a:rPr lang="en-US" sz="1200" u="sng" dirty="0">
                <a:solidFill>
                  <a:srgbClr val="2A00FF"/>
                </a:solidFill>
                <a:latin typeface="Consolas" panose="020B0609020204030204" pitchFamily="49" charset="0"/>
              </a:rPr>
              <a:t>"button"</a:t>
            </a:r>
            <a:r>
              <a:rPr lang="en-US" sz="1200" u="sng" dirty="0">
                <a:solidFill>
                  <a:srgbClr val="000000"/>
                </a:solidFill>
                <a:latin typeface="Consolas" panose="020B0609020204030204" pitchFamily="49" charset="0"/>
              </a:rPr>
              <a:t>)).click();  </a:t>
            </a:r>
          </a:p>
          <a:p>
            <a:pPr algn="l"/>
            <a:endParaRPr lang="en-AU" sz="1200" dirty="0">
              <a:latin typeface="Consolas" panose="020B0609020204030204" pitchFamily="49" charset="0"/>
            </a:endParaRPr>
          </a:p>
          <a:p>
            <a:pPr algn="l"/>
            <a:r>
              <a:rPr lang="en-US" sz="1200" dirty="0">
                <a:solidFill>
                  <a:srgbClr val="000000"/>
                </a:solidFill>
                <a:latin typeface="Consolas" panose="020B0609020204030204" pitchFamily="49" charset="0"/>
              </a:rPr>
              <a:t>        Assertions.</a:t>
            </a:r>
            <a:r>
              <a:rPr lang="en-US" sz="1200" i="1" dirty="0">
                <a:solidFill>
                  <a:srgbClr val="000000"/>
                </a:solidFill>
                <a:latin typeface="Consolas" panose="020B0609020204030204" pitchFamily="49" charset="0"/>
              </a:rPr>
              <a:t>assertTrue(</a:t>
            </a:r>
            <a:r>
              <a:rPr lang="en-US" sz="1200" i="1" dirty="0">
                <a:solidFill>
                  <a:srgbClr val="0000C0"/>
                </a:solidFill>
                <a:latin typeface="Consolas" panose="020B0609020204030204" pitchFamily="49" charset="0"/>
              </a:rPr>
              <a:t>driver</a:t>
            </a:r>
            <a:r>
              <a:rPr lang="en-US" sz="1200" i="1" dirty="0">
                <a:solidFill>
                  <a:srgbClr val="000000"/>
                </a:solidFill>
                <a:latin typeface="Consolas" panose="020B0609020204030204" pitchFamily="49" charset="0"/>
              </a:rPr>
              <a:t>.findElement(</a:t>
            </a:r>
            <a:r>
              <a:rPr lang="en-US" sz="1200" i="1" u="sng" dirty="0">
                <a:solidFill>
                  <a:srgbClr val="000000"/>
                </a:solidFill>
                <a:latin typeface="Consolas" panose="020B0609020204030204" pitchFamily="49" charset="0"/>
              </a:rPr>
              <a:t>By.id(</a:t>
            </a:r>
            <a:r>
              <a:rPr lang="en-US" sz="1200" i="1" u="sng" dirty="0">
                <a:solidFill>
                  <a:srgbClr val="2A00FF"/>
                </a:solidFill>
                <a:latin typeface="Consolas" panose="020B0609020204030204" pitchFamily="49" charset="0"/>
              </a:rPr>
              <a:t>"success"</a:t>
            </a:r>
            <a:r>
              <a:rPr lang="en-US" sz="1200" i="1" u="sng" dirty="0">
                <a:solidFill>
                  <a:srgbClr val="000000"/>
                </a:solidFill>
                <a:latin typeface="Consolas" panose="020B0609020204030204" pitchFamily="49" charset="0"/>
              </a:rPr>
              <a:t>)).isDisplayed());  </a:t>
            </a:r>
          </a:p>
          <a:p>
            <a:pPr algn="l"/>
            <a:r>
              <a:rPr lang="en-AU" sz="1200" dirty="0">
                <a:solidFill>
                  <a:srgbClr val="000000"/>
                </a:solidFill>
                <a:latin typeface="Consolas" panose="020B0609020204030204" pitchFamily="49" charset="0"/>
              </a:rPr>
              <a:t> }</a:t>
            </a:r>
            <a:endParaRPr lang="en-AU" sz="1200" dirty="0"/>
          </a:p>
        </p:txBody>
      </p:sp>
      <p:sp>
        <p:nvSpPr>
          <p:cNvPr id="18" name="TextBox 17">
            <a:extLst>
              <a:ext uri="{FF2B5EF4-FFF2-40B4-BE49-F238E27FC236}">
                <a16:creationId xmlns:a16="http://schemas.microsoft.com/office/drawing/2014/main" id="{3E5EEA33-3767-D500-79AB-2DCAAD38B47D}"/>
              </a:ext>
            </a:extLst>
          </p:cNvPr>
          <p:cNvSpPr txBox="1"/>
          <p:nvPr/>
        </p:nvSpPr>
        <p:spPr>
          <a:xfrm>
            <a:off x="850804" y="4202757"/>
            <a:ext cx="7360508" cy="1938992"/>
          </a:xfrm>
          <a:prstGeom prst="rect">
            <a:avLst/>
          </a:prstGeom>
          <a:noFill/>
        </p:spPr>
        <p:txBody>
          <a:bodyPr wrap="square">
            <a:spAutoFit/>
          </a:bodyPr>
          <a:lstStyle/>
          <a:p>
            <a:pPr algn="l"/>
            <a:r>
              <a:rPr lang="en-AU" sz="1200" dirty="0">
                <a:solidFill>
                  <a:srgbClr val="000000"/>
                </a:solidFill>
                <a:latin typeface="Consolas" panose="020B0609020204030204" pitchFamily="49" charset="0"/>
              </a:rPr>
              <a:t> </a:t>
            </a:r>
            <a:r>
              <a:rPr lang="en-AU" sz="1200" dirty="0">
                <a:solidFill>
                  <a:srgbClr val="646464"/>
                </a:solidFill>
                <a:latin typeface="Consolas" panose="020B0609020204030204" pitchFamily="49" charset="0"/>
              </a:rPr>
              <a:t>@Test</a:t>
            </a:r>
          </a:p>
          <a:p>
            <a:pPr algn="l"/>
            <a:r>
              <a:rPr lang="en-AU" sz="1200" dirty="0">
                <a:solidFill>
                  <a:srgbClr val="000000"/>
                </a:solidFill>
                <a:latin typeface="Consolas" panose="020B0609020204030204" pitchFamily="49" charset="0"/>
              </a:rPr>
              <a:t> </a:t>
            </a:r>
            <a:r>
              <a:rPr lang="en-AU" sz="1200" b="1" dirty="0">
                <a:solidFill>
                  <a:srgbClr val="7F0055"/>
                </a:solidFill>
                <a:latin typeface="Consolas" panose="020B0609020204030204" pitchFamily="49" charset="0"/>
              </a:rPr>
              <a:t>void</a:t>
            </a:r>
            <a:r>
              <a:rPr lang="en-AU" sz="1200" b="1" dirty="0">
                <a:solidFill>
                  <a:srgbClr val="000000"/>
                </a:solidFill>
                <a:latin typeface="Consolas" panose="020B0609020204030204" pitchFamily="49" charset="0"/>
              </a:rPr>
              <a:t> testVanillaBasicLoginFailure() {</a:t>
            </a:r>
          </a:p>
          <a:p>
            <a:pPr algn="l"/>
            <a:r>
              <a:rPr lang="en-AU" sz="1200" dirty="0">
                <a:solidFill>
                  <a:srgbClr val="000000"/>
                </a:solidFill>
                <a:latin typeface="Consolas" panose="020B0609020204030204" pitchFamily="49" charset="0"/>
              </a:rPr>
              <a:t>        </a:t>
            </a:r>
            <a:r>
              <a:rPr lang="en-AU" sz="1200" dirty="0">
                <a:solidFill>
                  <a:srgbClr val="0000C0"/>
                </a:solidFill>
                <a:latin typeface="Consolas" panose="020B0609020204030204" pitchFamily="49" charset="0"/>
              </a:rPr>
              <a:t>driver</a:t>
            </a:r>
            <a:r>
              <a:rPr lang="en-AU" sz="1200" dirty="0">
                <a:solidFill>
                  <a:srgbClr val="000000"/>
                </a:solidFill>
                <a:latin typeface="Consolas" panose="020B0609020204030204" pitchFamily="49" charset="0"/>
              </a:rPr>
              <a:t>.get(</a:t>
            </a:r>
            <a:r>
              <a:rPr lang="en-AU" sz="1200" dirty="0">
                <a:solidFill>
                  <a:srgbClr val="2A00FF"/>
                </a:solidFill>
                <a:latin typeface="Consolas" panose="020B0609020204030204" pitchFamily="49" charset="0"/>
              </a:rPr>
              <a:t>“someURL"</a:t>
            </a:r>
            <a:r>
              <a:rPr lang="en-AU" sz="1200" dirty="0">
                <a:solidFill>
                  <a:srgbClr val="000000"/>
                </a:solidFill>
                <a:latin typeface="Consolas" panose="020B0609020204030204" pitchFamily="49" charset="0"/>
              </a:rPr>
              <a:t>);</a:t>
            </a:r>
          </a:p>
          <a:p>
            <a:pPr algn="l"/>
            <a:endParaRPr lang="en-AU" sz="1200" dirty="0">
              <a:latin typeface="Consolas" panose="020B0609020204030204" pitchFamily="49" charset="0"/>
            </a:endParaRPr>
          </a:p>
          <a:p>
            <a:pPr algn="l"/>
            <a:r>
              <a:rPr lang="da-DK" sz="1200" dirty="0">
                <a:solidFill>
                  <a:srgbClr val="000000"/>
                </a:solidFill>
                <a:latin typeface="Consolas" panose="020B0609020204030204" pitchFamily="49" charset="0"/>
              </a:rPr>
              <a:t>        </a:t>
            </a:r>
            <a:r>
              <a:rPr lang="da-DK" sz="1200" dirty="0">
                <a:solidFill>
                  <a:srgbClr val="0000C0"/>
                </a:solidFill>
                <a:latin typeface="Consolas" panose="020B0609020204030204" pitchFamily="49" charset="0"/>
              </a:rPr>
              <a:t>driver</a:t>
            </a:r>
            <a:r>
              <a:rPr lang="da-DK" sz="1200" dirty="0">
                <a:solidFill>
                  <a:srgbClr val="000000"/>
                </a:solidFill>
                <a:latin typeface="Consolas" panose="020B0609020204030204" pitchFamily="49" charset="0"/>
              </a:rPr>
              <a:t>.findElement(</a:t>
            </a:r>
            <a:r>
              <a:rPr lang="da-DK" sz="1200" u="sng" dirty="0">
                <a:solidFill>
                  <a:srgbClr val="000000"/>
                </a:solidFill>
                <a:latin typeface="Consolas" panose="020B0609020204030204" pitchFamily="49" charset="0"/>
              </a:rPr>
              <a:t>By.id(</a:t>
            </a:r>
            <a:r>
              <a:rPr lang="da-DK" sz="1200" u="sng" dirty="0">
                <a:solidFill>
                  <a:srgbClr val="2A00FF"/>
                </a:solidFill>
                <a:latin typeface="Consolas" panose="020B0609020204030204" pitchFamily="49" charset="0"/>
              </a:rPr>
              <a:t>"username"</a:t>
            </a:r>
            <a:r>
              <a:rPr lang="da-DK" sz="1200" u="sng" dirty="0">
                <a:solidFill>
                  <a:srgbClr val="000000"/>
                </a:solidFill>
                <a:latin typeface="Consolas" panose="020B0609020204030204" pitchFamily="49" charset="0"/>
              </a:rPr>
              <a:t>)).sendKeys(</a:t>
            </a:r>
            <a:r>
              <a:rPr lang="da-DK" sz="1200" u="sng" dirty="0">
                <a:solidFill>
                  <a:srgbClr val="2A00FF"/>
                </a:solidFill>
                <a:latin typeface="Consolas" panose="020B0609020204030204" pitchFamily="49" charset="0"/>
              </a:rPr>
              <a:t>"bad-user"</a:t>
            </a:r>
            <a:r>
              <a:rPr lang="da-DK" sz="1200" u="sng" dirty="0">
                <a:solidFill>
                  <a:srgbClr val="000000"/>
                </a:solidFill>
                <a:latin typeface="Consolas" panose="020B0609020204030204" pitchFamily="49" charset="0"/>
              </a:rPr>
              <a:t>);</a:t>
            </a:r>
          </a:p>
          <a:p>
            <a:pPr algn="l"/>
            <a:r>
              <a:rPr lang="en-AU" sz="1200" dirty="0">
                <a:solidFill>
                  <a:srgbClr val="000000"/>
                </a:solidFill>
                <a:latin typeface="Consolas" panose="020B0609020204030204" pitchFamily="49" charset="0"/>
              </a:rPr>
              <a:t>        </a:t>
            </a:r>
            <a:r>
              <a:rPr lang="en-AU" sz="1200" dirty="0">
                <a:solidFill>
                  <a:srgbClr val="0000C0"/>
                </a:solidFill>
                <a:latin typeface="Consolas" panose="020B0609020204030204" pitchFamily="49" charset="0"/>
              </a:rPr>
              <a:t>driver</a:t>
            </a:r>
            <a:r>
              <a:rPr lang="en-AU" sz="1200" dirty="0">
                <a:solidFill>
                  <a:srgbClr val="000000"/>
                </a:solidFill>
                <a:latin typeface="Consolas" panose="020B0609020204030204" pitchFamily="49" charset="0"/>
              </a:rPr>
              <a:t>.findElement(</a:t>
            </a:r>
            <a:r>
              <a:rPr lang="en-AU" sz="1200" u="sng" dirty="0">
                <a:solidFill>
                  <a:srgbClr val="000000"/>
                </a:solidFill>
                <a:latin typeface="Consolas" panose="020B0609020204030204" pitchFamily="49" charset="0"/>
              </a:rPr>
              <a:t>By.id(</a:t>
            </a:r>
            <a:r>
              <a:rPr lang="en-AU" sz="1200" u="sng" dirty="0">
                <a:solidFill>
                  <a:srgbClr val="2A00FF"/>
                </a:solidFill>
                <a:latin typeface="Consolas" panose="020B0609020204030204" pitchFamily="49" charset="0"/>
              </a:rPr>
              <a:t>"password"</a:t>
            </a:r>
            <a:r>
              <a:rPr lang="en-AU" sz="1200" u="sng" dirty="0">
                <a:solidFill>
                  <a:srgbClr val="000000"/>
                </a:solidFill>
                <a:latin typeface="Consolas" panose="020B0609020204030204" pitchFamily="49" charset="0"/>
              </a:rPr>
              <a:t>)).sendKeys(</a:t>
            </a:r>
            <a:r>
              <a:rPr lang="en-AU" sz="1200" u="sng" dirty="0">
                <a:solidFill>
                  <a:srgbClr val="2A00FF"/>
                </a:solidFill>
                <a:latin typeface="Consolas" panose="020B0609020204030204" pitchFamily="49" charset="0"/>
              </a:rPr>
              <a:t>"bad-password"</a:t>
            </a:r>
            <a:r>
              <a:rPr lang="en-AU" sz="1200" u="sng" dirty="0">
                <a:solidFill>
                  <a:srgbClr val="000000"/>
                </a:solidFill>
                <a:latin typeface="Consolas" panose="020B0609020204030204" pitchFamily="49" charset="0"/>
              </a:rPr>
              <a:t>);</a:t>
            </a:r>
          </a:p>
          <a:p>
            <a:pPr algn="l"/>
            <a:r>
              <a:rPr lang="en-US" sz="1200" dirty="0">
                <a:solidFill>
                  <a:srgbClr val="000000"/>
                </a:solidFill>
                <a:latin typeface="Consolas" panose="020B0609020204030204" pitchFamily="49" charset="0"/>
              </a:rPr>
              <a:t>        </a:t>
            </a:r>
            <a:r>
              <a:rPr lang="en-US" sz="1200" dirty="0">
                <a:solidFill>
                  <a:srgbClr val="0000C0"/>
                </a:solidFill>
                <a:latin typeface="Consolas" panose="020B0609020204030204" pitchFamily="49" charset="0"/>
              </a:rPr>
              <a:t>driver</a:t>
            </a:r>
            <a:r>
              <a:rPr lang="en-US" sz="1200" dirty="0">
                <a:solidFill>
                  <a:srgbClr val="000000"/>
                </a:solidFill>
                <a:latin typeface="Consolas" panose="020B0609020204030204" pitchFamily="49" charset="0"/>
              </a:rPr>
              <a:t>.findElement(</a:t>
            </a:r>
            <a:r>
              <a:rPr lang="en-US" sz="1200" u="sng" dirty="0">
                <a:solidFill>
                  <a:srgbClr val="000000"/>
                </a:solidFill>
                <a:latin typeface="Consolas" panose="020B0609020204030204" pitchFamily="49" charset="0"/>
              </a:rPr>
              <a:t>By.cssSelector(</a:t>
            </a:r>
            <a:r>
              <a:rPr lang="en-US" sz="1200" u="sng" dirty="0">
                <a:solidFill>
                  <a:srgbClr val="2A00FF"/>
                </a:solidFill>
                <a:latin typeface="Consolas" panose="020B0609020204030204" pitchFamily="49" charset="0"/>
              </a:rPr>
              <a:t>"button"</a:t>
            </a:r>
            <a:r>
              <a:rPr lang="en-US" sz="1200" u="sng" dirty="0">
                <a:solidFill>
                  <a:srgbClr val="000000"/>
                </a:solidFill>
                <a:latin typeface="Consolas" panose="020B0609020204030204" pitchFamily="49" charset="0"/>
              </a:rPr>
              <a:t>)).click();</a:t>
            </a:r>
          </a:p>
          <a:p>
            <a:pPr algn="l"/>
            <a:endParaRPr lang="en-AU" sz="1200" dirty="0">
              <a:latin typeface="Consolas" panose="020B0609020204030204" pitchFamily="49" charset="0"/>
            </a:endParaRPr>
          </a:p>
          <a:p>
            <a:pPr algn="l"/>
            <a:r>
              <a:rPr lang="en-AU" sz="1200" dirty="0">
                <a:solidFill>
                  <a:srgbClr val="000000"/>
                </a:solidFill>
                <a:latin typeface="Consolas" panose="020B0609020204030204" pitchFamily="49" charset="0"/>
              </a:rPr>
              <a:t>        Assertions.</a:t>
            </a:r>
            <a:r>
              <a:rPr lang="en-AU" sz="1200" i="1" dirty="0">
                <a:solidFill>
                  <a:srgbClr val="000000"/>
                </a:solidFill>
                <a:latin typeface="Consolas" panose="020B0609020204030204" pitchFamily="49" charset="0"/>
              </a:rPr>
              <a:t>assertTrue(</a:t>
            </a:r>
            <a:r>
              <a:rPr lang="en-AU" sz="1200" i="1" dirty="0">
                <a:solidFill>
                  <a:srgbClr val="0000C0"/>
                </a:solidFill>
                <a:latin typeface="Consolas" panose="020B0609020204030204" pitchFamily="49" charset="0"/>
              </a:rPr>
              <a:t>driver</a:t>
            </a:r>
            <a:r>
              <a:rPr lang="en-AU" sz="1200" i="1" dirty="0">
                <a:solidFill>
                  <a:srgbClr val="000000"/>
                </a:solidFill>
                <a:latin typeface="Consolas" panose="020B0609020204030204" pitchFamily="49" charset="0"/>
              </a:rPr>
              <a:t>.findElement(</a:t>
            </a:r>
            <a:r>
              <a:rPr lang="en-AU" sz="1200" i="1" u="sng" dirty="0">
                <a:solidFill>
                  <a:srgbClr val="000000"/>
                </a:solidFill>
                <a:latin typeface="Consolas" panose="020B0609020204030204" pitchFamily="49" charset="0"/>
              </a:rPr>
              <a:t>By.id(</a:t>
            </a:r>
            <a:r>
              <a:rPr lang="en-AU" sz="1200" i="1" u="sng" dirty="0">
                <a:solidFill>
                  <a:srgbClr val="2A00FF"/>
                </a:solidFill>
                <a:latin typeface="Consolas" panose="020B0609020204030204" pitchFamily="49" charset="0"/>
              </a:rPr>
              <a:t>"invalid"</a:t>
            </a:r>
            <a:r>
              <a:rPr lang="en-AU" sz="1200" i="1" u="sng" dirty="0">
                <a:solidFill>
                  <a:srgbClr val="000000"/>
                </a:solidFill>
                <a:latin typeface="Consolas" panose="020B0609020204030204" pitchFamily="49" charset="0"/>
              </a:rPr>
              <a:t>)).isDisplayed());</a:t>
            </a:r>
          </a:p>
          <a:p>
            <a:pPr algn="l"/>
            <a:r>
              <a:rPr lang="en-AU" sz="1200" dirty="0">
                <a:solidFill>
                  <a:srgbClr val="000000"/>
                </a:solidFill>
                <a:latin typeface="Consolas" panose="020B0609020204030204" pitchFamily="49" charset="0"/>
              </a:rPr>
              <a:t>}</a:t>
            </a:r>
            <a:endParaRPr lang="en-AU" sz="1200" dirty="0"/>
          </a:p>
        </p:txBody>
      </p:sp>
      <p:cxnSp>
        <p:nvCxnSpPr>
          <p:cNvPr id="20" name="Connector: Curved 19">
            <a:extLst>
              <a:ext uri="{FF2B5EF4-FFF2-40B4-BE49-F238E27FC236}">
                <a16:creationId xmlns:a16="http://schemas.microsoft.com/office/drawing/2014/main" id="{2EBCEE82-F1C9-9065-D2BE-40FC42B294F7}"/>
              </a:ext>
            </a:extLst>
          </p:cNvPr>
          <p:cNvCxnSpPr>
            <a:cxnSpLocks/>
          </p:cNvCxnSpPr>
          <p:nvPr/>
        </p:nvCxnSpPr>
        <p:spPr>
          <a:xfrm flipV="1">
            <a:off x="6675120" y="1508760"/>
            <a:ext cx="1265653" cy="1078929"/>
          </a:xfrm>
          <a:prstGeom prst="curvedConnector3">
            <a:avLst/>
          </a:prstGeom>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EB8DA9CD-F4D6-5677-F3E6-D6E657334F9C}"/>
              </a:ext>
            </a:extLst>
          </p:cNvPr>
          <p:cNvSpPr txBox="1"/>
          <p:nvPr/>
        </p:nvSpPr>
        <p:spPr>
          <a:xfrm>
            <a:off x="7926999" y="809438"/>
            <a:ext cx="2181774" cy="523220"/>
          </a:xfrm>
          <a:prstGeom prst="rect">
            <a:avLst/>
          </a:prstGeom>
          <a:noFill/>
        </p:spPr>
        <p:txBody>
          <a:bodyPr wrap="square">
            <a:spAutoFit/>
          </a:bodyPr>
          <a:lstStyle/>
          <a:p>
            <a:r>
              <a:rPr lang="en-AU" sz="2800" dirty="0">
                <a:solidFill>
                  <a:schemeClr val="accent2"/>
                </a:solidFill>
                <a:latin typeface="Arial Black" panose="020B0A04020102020204" pitchFamily="34" charset="0"/>
              </a:rPr>
              <a:t>Vanilla</a:t>
            </a:r>
            <a:endParaRPr lang="en-AU" sz="2800" dirty="0"/>
          </a:p>
        </p:txBody>
      </p:sp>
    </p:spTree>
    <p:extLst>
      <p:ext uri="{BB962C8B-B14F-4D97-AF65-F5344CB8AC3E}">
        <p14:creationId xmlns:p14="http://schemas.microsoft.com/office/powerpoint/2010/main" val="9576461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8CE979C-C61D-A96A-3D24-B6EAC6ECF7B9}"/>
              </a:ext>
            </a:extLst>
          </p:cNvPr>
          <p:cNvSpPr/>
          <p:nvPr/>
        </p:nvSpPr>
        <p:spPr>
          <a:xfrm>
            <a:off x="4629873" y="1747777"/>
            <a:ext cx="3264237" cy="4433104"/>
          </a:xfrm>
          <a:prstGeom prst="rect">
            <a:avLst/>
          </a:prstGeom>
          <a:solidFill>
            <a:schemeClr val="bg1"/>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 name="Rectangle 8">
            <a:extLst>
              <a:ext uri="{FF2B5EF4-FFF2-40B4-BE49-F238E27FC236}">
                <a16:creationId xmlns:a16="http://schemas.microsoft.com/office/drawing/2014/main" id="{7A6A9906-5751-44CE-37E0-BE40415D3D93}"/>
              </a:ext>
            </a:extLst>
          </p:cNvPr>
          <p:cNvSpPr/>
          <p:nvPr/>
        </p:nvSpPr>
        <p:spPr>
          <a:xfrm>
            <a:off x="10076412" y="3298913"/>
            <a:ext cx="1081650" cy="1749307"/>
          </a:xfrm>
          <a:prstGeom prst="rect">
            <a:avLst/>
          </a:prstGeom>
          <a:solidFill>
            <a:schemeClr val="bg1"/>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b="1" dirty="0">
                <a:solidFill>
                  <a:schemeClr val="tx1">
                    <a:lumMod val="65000"/>
                    <a:lumOff val="35000"/>
                  </a:schemeClr>
                </a:solidFill>
              </a:rPr>
              <a:t>HTML </a:t>
            </a:r>
          </a:p>
          <a:p>
            <a:pPr algn="ctr"/>
            <a:r>
              <a:rPr lang="en-AU" b="1" dirty="0">
                <a:solidFill>
                  <a:schemeClr val="tx1">
                    <a:lumMod val="65000"/>
                    <a:lumOff val="35000"/>
                  </a:schemeClr>
                </a:solidFill>
              </a:rPr>
              <a:t>Page</a:t>
            </a:r>
          </a:p>
        </p:txBody>
      </p:sp>
      <p:sp>
        <p:nvSpPr>
          <p:cNvPr id="12" name="Rectangle 11">
            <a:extLst>
              <a:ext uri="{FF2B5EF4-FFF2-40B4-BE49-F238E27FC236}">
                <a16:creationId xmlns:a16="http://schemas.microsoft.com/office/drawing/2014/main" id="{1EDFED13-4CEB-B7E1-F7CD-6C90079D0A61}"/>
              </a:ext>
            </a:extLst>
          </p:cNvPr>
          <p:cNvSpPr/>
          <p:nvPr/>
        </p:nvSpPr>
        <p:spPr>
          <a:xfrm>
            <a:off x="4789715" y="2234672"/>
            <a:ext cx="2906485" cy="1516999"/>
          </a:xfrm>
          <a:prstGeom prst="rect">
            <a:avLst/>
          </a:prstGeom>
          <a:solidFill>
            <a:schemeClr val="accent5">
              <a:lumMod val="40000"/>
              <a:lumOff val="60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dirty="0">
              <a:solidFill>
                <a:schemeClr val="tx1">
                  <a:lumMod val="65000"/>
                  <a:lumOff val="35000"/>
                </a:schemeClr>
              </a:solidFill>
            </a:endParaRPr>
          </a:p>
        </p:txBody>
      </p:sp>
      <p:sp>
        <p:nvSpPr>
          <p:cNvPr id="29" name="Rectangle 28">
            <a:extLst>
              <a:ext uri="{FF2B5EF4-FFF2-40B4-BE49-F238E27FC236}">
                <a16:creationId xmlns:a16="http://schemas.microsoft.com/office/drawing/2014/main" id="{9D9A0144-A8CB-763E-506F-1038893D45C2}"/>
              </a:ext>
            </a:extLst>
          </p:cNvPr>
          <p:cNvSpPr/>
          <p:nvPr/>
        </p:nvSpPr>
        <p:spPr>
          <a:xfrm>
            <a:off x="4895905" y="2690151"/>
            <a:ext cx="2632493" cy="389383"/>
          </a:xfrm>
          <a:prstGeom prst="rect">
            <a:avLst/>
          </a:prstGeom>
          <a:solidFill>
            <a:srgbClr val="00206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solidFill>
                  <a:schemeClr val="bg1"/>
                </a:solidFill>
              </a:rPr>
              <a:t>UI handling logic</a:t>
            </a:r>
          </a:p>
        </p:txBody>
      </p:sp>
      <p:sp>
        <p:nvSpPr>
          <p:cNvPr id="34" name="Rectangle 33">
            <a:extLst>
              <a:ext uri="{FF2B5EF4-FFF2-40B4-BE49-F238E27FC236}">
                <a16:creationId xmlns:a16="http://schemas.microsoft.com/office/drawing/2014/main" id="{D1A4237A-FB07-8AD9-3631-171988D2014E}"/>
              </a:ext>
            </a:extLst>
          </p:cNvPr>
          <p:cNvSpPr/>
          <p:nvPr/>
        </p:nvSpPr>
        <p:spPr>
          <a:xfrm>
            <a:off x="4895905" y="3214385"/>
            <a:ext cx="2632493" cy="352837"/>
          </a:xfrm>
          <a:prstGeom prst="rect">
            <a:avLst/>
          </a:prstGeom>
          <a:solidFill>
            <a:srgbClr val="00206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solidFill>
                  <a:schemeClr val="bg1"/>
                </a:solidFill>
              </a:rPr>
              <a:t>Testing handling logic</a:t>
            </a:r>
          </a:p>
        </p:txBody>
      </p:sp>
      <p:sp>
        <p:nvSpPr>
          <p:cNvPr id="53" name="Arrow: Chevron 52">
            <a:extLst>
              <a:ext uri="{FF2B5EF4-FFF2-40B4-BE49-F238E27FC236}">
                <a16:creationId xmlns:a16="http://schemas.microsoft.com/office/drawing/2014/main" id="{623DDB0E-DF00-2CF3-C96A-600A5A3522BA}"/>
              </a:ext>
            </a:extLst>
          </p:cNvPr>
          <p:cNvSpPr/>
          <p:nvPr/>
        </p:nvSpPr>
        <p:spPr>
          <a:xfrm rot="12104077">
            <a:off x="8535579" y="2998299"/>
            <a:ext cx="899364" cy="458019"/>
          </a:xfrm>
          <a:prstGeom prst="chevron">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solidFill>
                <a:schemeClr val="tx1"/>
              </a:solidFill>
            </a:endParaRPr>
          </a:p>
        </p:txBody>
      </p:sp>
      <p:sp>
        <p:nvSpPr>
          <p:cNvPr id="54" name="Rectangle 53">
            <a:extLst>
              <a:ext uri="{FF2B5EF4-FFF2-40B4-BE49-F238E27FC236}">
                <a16:creationId xmlns:a16="http://schemas.microsoft.com/office/drawing/2014/main" id="{146B91CC-76EB-01CB-9FE2-D56D8178158A}"/>
              </a:ext>
            </a:extLst>
          </p:cNvPr>
          <p:cNvSpPr/>
          <p:nvPr/>
        </p:nvSpPr>
        <p:spPr>
          <a:xfrm>
            <a:off x="4789715" y="4322207"/>
            <a:ext cx="2906485" cy="1516999"/>
          </a:xfrm>
          <a:prstGeom prst="rect">
            <a:avLst/>
          </a:prstGeom>
          <a:solidFill>
            <a:schemeClr val="accent5">
              <a:lumMod val="40000"/>
              <a:lumOff val="60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dirty="0">
              <a:solidFill>
                <a:schemeClr val="tx1">
                  <a:lumMod val="65000"/>
                  <a:lumOff val="35000"/>
                </a:schemeClr>
              </a:solidFill>
            </a:endParaRPr>
          </a:p>
        </p:txBody>
      </p:sp>
      <p:sp>
        <p:nvSpPr>
          <p:cNvPr id="55" name="Rectangle 54">
            <a:extLst>
              <a:ext uri="{FF2B5EF4-FFF2-40B4-BE49-F238E27FC236}">
                <a16:creationId xmlns:a16="http://schemas.microsoft.com/office/drawing/2014/main" id="{2DE1E2B6-0F65-4445-E3C1-978738C4ADF8}"/>
              </a:ext>
            </a:extLst>
          </p:cNvPr>
          <p:cNvSpPr/>
          <p:nvPr/>
        </p:nvSpPr>
        <p:spPr>
          <a:xfrm>
            <a:off x="4895905" y="4777686"/>
            <a:ext cx="2632493" cy="389383"/>
          </a:xfrm>
          <a:prstGeom prst="rect">
            <a:avLst/>
          </a:prstGeom>
          <a:solidFill>
            <a:srgbClr val="00206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solidFill>
                  <a:schemeClr val="bg1"/>
                </a:solidFill>
              </a:rPr>
              <a:t>UI handling logic</a:t>
            </a:r>
          </a:p>
        </p:txBody>
      </p:sp>
      <p:sp>
        <p:nvSpPr>
          <p:cNvPr id="56" name="Rectangle 55">
            <a:extLst>
              <a:ext uri="{FF2B5EF4-FFF2-40B4-BE49-F238E27FC236}">
                <a16:creationId xmlns:a16="http://schemas.microsoft.com/office/drawing/2014/main" id="{ABA07445-3776-1371-ACF6-A2E222236F35}"/>
              </a:ext>
            </a:extLst>
          </p:cNvPr>
          <p:cNvSpPr/>
          <p:nvPr/>
        </p:nvSpPr>
        <p:spPr>
          <a:xfrm>
            <a:off x="4895905" y="5301920"/>
            <a:ext cx="2632493" cy="352837"/>
          </a:xfrm>
          <a:prstGeom prst="rect">
            <a:avLst/>
          </a:prstGeom>
          <a:solidFill>
            <a:srgbClr val="00206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solidFill>
                  <a:schemeClr val="bg1"/>
                </a:solidFill>
              </a:rPr>
              <a:t>Testing handling logic</a:t>
            </a:r>
          </a:p>
        </p:txBody>
      </p:sp>
      <p:sp>
        <p:nvSpPr>
          <p:cNvPr id="62" name="Arrow: Chevron 61">
            <a:extLst>
              <a:ext uri="{FF2B5EF4-FFF2-40B4-BE49-F238E27FC236}">
                <a16:creationId xmlns:a16="http://schemas.microsoft.com/office/drawing/2014/main" id="{524B208A-B173-FC0A-B618-E043F12D5F0C}"/>
              </a:ext>
            </a:extLst>
          </p:cNvPr>
          <p:cNvSpPr/>
          <p:nvPr/>
        </p:nvSpPr>
        <p:spPr>
          <a:xfrm rot="9548483">
            <a:off x="8606801" y="4703162"/>
            <a:ext cx="973648" cy="482532"/>
          </a:xfrm>
          <a:prstGeom prst="chevron">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solidFill>
                <a:schemeClr val="tx1"/>
              </a:solidFill>
            </a:endParaRPr>
          </a:p>
        </p:txBody>
      </p:sp>
      <p:sp>
        <p:nvSpPr>
          <p:cNvPr id="63" name="Title 1">
            <a:extLst>
              <a:ext uri="{FF2B5EF4-FFF2-40B4-BE49-F238E27FC236}">
                <a16:creationId xmlns:a16="http://schemas.microsoft.com/office/drawing/2014/main" id="{8B4D646C-D8F5-DBB5-F07F-E034C9A8104F}"/>
              </a:ext>
            </a:extLst>
          </p:cNvPr>
          <p:cNvSpPr>
            <a:spLocks noGrp="1"/>
          </p:cNvSpPr>
          <p:nvPr>
            <p:ph type="title"/>
          </p:nvPr>
        </p:nvSpPr>
        <p:spPr>
          <a:xfrm>
            <a:off x="764941" y="778281"/>
            <a:ext cx="4024774" cy="707886"/>
          </a:xfrm>
          <a:effectLst/>
        </p:spPr>
        <p:txBody>
          <a:bodyPr>
            <a:normAutofit fontScale="90000"/>
          </a:bodyPr>
          <a:lstStyle/>
          <a:p>
            <a:r>
              <a:rPr lang="en-AU" sz="4000" dirty="0">
                <a:solidFill>
                  <a:srgbClr val="0070C0"/>
                </a:solidFill>
                <a:latin typeface="Arial Black" panose="020B0A04020102020204" pitchFamily="34" charset="0"/>
              </a:rPr>
              <a:t>The limitations</a:t>
            </a:r>
            <a:br>
              <a:rPr lang="en-AU" b="1" dirty="0">
                <a:solidFill>
                  <a:srgbClr val="002060"/>
                </a:solidFill>
              </a:rPr>
            </a:br>
            <a:br>
              <a:rPr lang="en-AU" b="1" dirty="0">
                <a:solidFill>
                  <a:srgbClr val="002060"/>
                </a:solidFill>
              </a:rPr>
            </a:br>
            <a:endParaRPr lang="en-AU" sz="2200" b="1" dirty="0">
              <a:solidFill>
                <a:schemeClr val="tx1"/>
              </a:solidFill>
            </a:endParaRPr>
          </a:p>
        </p:txBody>
      </p:sp>
      <p:sp>
        <p:nvSpPr>
          <p:cNvPr id="64" name="TextBox 63">
            <a:extLst>
              <a:ext uri="{FF2B5EF4-FFF2-40B4-BE49-F238E27FC236}">
                <a16:creationId xmlns:a16="http://schemas.microsoft.com/office/drawing/2014/main" id="{6E9797F3-10F2-8B54-289F-38FD245B5EED}"/>
              </a:ext>
            </a:extLst>
          </p:cNvPr>
          <p:cNvSpPr txBox="1"/>
          <p:nvPr/>
        </p:nvSpPr>
        <p:spPr>
          <a:xfrm>
            <a:off x="764941" y="2234672"/>
            <a:ext cx="4373116" cy="1015663"/>
          </a:xfrm>
          <a:prstGeom prst="rect">
            <a:avLst/>
          </a:prstGeom>
          <a:noFill/>
        </p:spPr>
        <p:txBody>
          <a:bodyPr wrap="square">
            <a:spAutoFit/>
          </a:bodyPr>
          <a:lstStyle/>
          <a:p>
            <a:pPr marL="285750" indent="-285750">
              <a:buFont typeface="Arial" panose="020B0604020202020204" pitchFamily="34" charset="0"/>
              <a:buChar char="•"/>
            </a:pPr>
            <a:r>
              <a:rPr lang="en-AU" sz="2000" b="1" dirty="0">
                <a:solidFill>
                  <a:schemeClr val="tx1">
                    <a:lumMod val="65000"/>
                    <a:lumOff val="35000"/>
                  </a:schemeClr>
                </a:solidFill>
              </a:rPr>
              <a:t>Repeated implementation</a:t>
            </a:r>
          </a:p>
          <a:p>
            <a:pPr marL="285750" indent="-285750">
              <a:buFont typeface="Arial" panose="020B0604020202020204" pitchFamily="34" charset="0"/>
              <a:buChar char="•"/>
            </a:pPr>
            <a:r>
              <a:rPr lang="en-AU" sz="2000" b="1" dirty="0">
                <a:solidFill>
                  <a:schemeClr val="tx1">
                    <a:lumMod val="65000"/>
                    <a:lumOff val="35000"/>
                  </a:schemeClr>
                </a:solidFill>
              </a:rPr>
              <a:t>UI can be changed</a:t>
            </a:r>
            <a:endParaRPr lang="en-AU" sz="2000" b="1" dirty="0">
              <a:solidFill>
                <a:schemeClr val="tx1">
                  <a:lumMod val="65000"/>
                  <a:lumOff val="35000"/>
                </a:schemeClr>
              </a:solidFill>
              <a:effectLst/>
              <a:latin typeface="Times New Roman" panose="02020603050405020304" pitchFamily="18" charset="0"/>
              <a:ea typeface="Times New Roman" panose="02020603050405020304" pitchFamily="18" charset="0"/>
            </a:endParaRPr>
          </a:p>
          <a:p>
            <a:pPr marL="285750" indent="-285750">
              <a:buFont typeface="Arial" panose="020B0604020202020204" pitchFamily="34" charset="0"/>
              <a:buChar char="•"/>
            </a:pPr>
            <a:r>
              <a:rPr lang="en-AU" sz="2000" b="1" dirty="0">
                <a:solidFill>
                  <a:schemeClr val="tx1">
                    <a:lumMod val="65000"/>
                    <a:lumOff val="35000"/>
                  </a:schemeClr>
                </a:solidFill>
                <a:effectLst/>
                <a:latin typeface="Times New Roman" panose="02020603050405020304" pitchFamily="18" charset="0"/>
                <a:ea typeface="Times New Roman" panose="02020603050405020304" pitchFamily="18" charset="0"/>
              </a:rPr>
              <a:t> </a:t>
            </a:r>
            <a:r>
              <a:rPr lang="en-AU" sz="2000" b="1" dirty="0">
                <a:solidFill>
                  <a:schemeClr val="tx1">
                    <a:lumMod val="65000"/>
                    <a:lumOff val="35000"/>
                  </a:schemeClr>
                </a:solidFill>
              </a:rPr>
              <a:t>flakiness</a:t>
            </a:r>
          </a:p>
        </p:txBody>
      </p:sp>
      <p:sp>
        <p:nvSpPr>
          <p:cNvPr id="65" name="TextBox 64">
            <a:extLst>
              <a:ext uri="{FF2B5EF4-FFF2-40B4-BE49-F238E27FC236}">
                <a16:creationId xmlns:a16="http://schemas.microsoft.com/office/drawing/2014/main" id="{F575EDEC-8517-EDB8-1053-934AE9BE6A8B}"/>
              </a:ext>
            </a:extLst>
          </p:cNvPr>
          <p:cNvSpPr txBox="1"/>
          <p:nvPr/>
        </p:nvSpPr>
        <p:spPr>
          <a:xfrm>
            <a:off x="4789715" y="2234672"/>
            <a:ext cx="1745789" cy="400110"/>
          </a:xfrm>
          <a:prstGeom prst="rect">
            <a:avLst/>
          </a:prstGeom>
          <a:noFill/>
        </p:spPr>
        <p:txBody>
          <a:bodyPr wrap="square">
            <a:spAutoFit/>
          </a:bodyPr>
          <a:lstStyle/>
          <a:p>
            <a:r>
              <a:rPr lang="en-AU" sz="2000" b="1" dirty="0">
                <a:solidFill>
                  <a:srgbClr val="C00000"/>
                </a:solidFill>
              </a:rPr>
              <a:t>Test Case 01</a:t>
            </a:r>
          </a:p>
        </p:txBody>
      </p:sp>
      <p:sp>
        <p:nvSpPr>
          <p:cNvPr id="66" name="TextBox 65">
            <a:extLst>
              <a:ext uri="{FF2B5EF4-FFF2-40B4-BE49-F238E27FC236}">
                <a16:creationId xmlns:a16="http://schemas.microsoft.com/office/drawing/2014/main" id="{977691F7-D2D8-0240-A7E6-F8ADE2CAA51D}"/>
              </a:ext>
            </a:extLst>
          </p:cNvPr>
          <p:cNvSpPr txBox="1"/>
          <p:nvPr/>
        </p:nvSpPr>
        <p:spPr>
          <a:xfrm>
            <a:off x="4850136" y="4349892"/>
            <a:ext cx="1745789" cy="400110"/>
          </a:xfrm>
          <a:prstGeom prst="rect">
            <a:avLst/>
          </a:prstGeom>
          <a:noFill/>
        </p:spPr>
        <p:txBody>
          <a:bodyPr wrap="square">
            <a:spAutoFit/>
          </a:bodyPr>
          <a:lstStyle/>
          <a:p>
            <a:r>
              <a:rPr lang="en-AU" sz="2000" b="1" dirty="0">
                <a:solidFill>
                  <a:srgbClr val="C00000"/>
                </a:solidFill>
              </a:rPr>
              <a:t>Test Case 02</a:t>
            </a:r>
          </a:p>
        </p:txBody>
      </p:sp>
      <p:sp>
        <p:nvSpPr>
          <p:cNvPr id="68" name="TextBox 67">
            <a:extLst>
              <a:ext uri="{FF2B5EF4-FFF2-40B4-BE49-F238E27FC236}">
                <a16:creationId xmlns:a16="http://schemas.microsoft.com/office/drawing/2014/main" id="{0E63BA6E-CEFE-938B-D530-74ACE4998765}"/>
              </a:ext>
            </a:extLst>
          </p:cNvPr>
          <p:cNvSpPr txBox="1"/>
          <p:nvPr/>
        </p:nvSpPr>
        <p:spPr>
          <a:xfrm>
            <a:off x="8256677" y="1033150"/>
            <a:ext cx="2181774" cy="523220"/>
          </a:xfrm>
          <a:prstGeom prst="rect">
            <a:avLst/>
          </a:prstGeom>
          <a:noFill/>
        </p:spPr>
        <p:txBody>
          <a:bodyPr wrap="square">
            <a:spAutoFit/>
          </a:bodyPr>
          <a:lstStyle/>
          <a:p>
            <a:r>
              <a:rPr lang="en-AU" sz="2800" dirty="0">
                <a:solidFill>
                  <a:schemeClr val="accent2"/>
                </a:solidFill>
                <a:latin typeface="Arial Black" panose="020B0A04020102020204" pitchFamily="34" charset="0"/>
              </a:rPr>
              <a:t>Vanilla</a:t>
            </a:r>
            <a:endParaRPr lang="en-AU" sz="2800" dirty="0"/>
          </a:p>
        </p:txBody>
      </p:sp>
      <p:cxnSp>
        <p:nvCxnSpPr>
          <p:cNvPr id="70" name="Connector: Curved 69">
            <a:extLst>
              <a:ext uri="{FF2B5EF4-FFF2-40B4-BE49-F238E27FC236}">
                <a16:creationId xmlns:a16="http://schemas.microsoft.com/office/drawing/2014/main" id="{9F4257D6-79DF-2499-F3BE-B23641B1BAE2}"/>
              </a:ext>
            </a:extLst>
          </p:cNvPr>
          <p:cNvCxnSpPr>
            <a:cxnSpLocks/>
          </p:cNvCxnSpPr>
          <p:nvPr/>
        </p:nvCxnSpPr>
        <p:spPr>
          <a:xfrm flipV="1">
            <a:off x="7800104" y="1350683"/>
            <a:ext cx="1072735" cy="985467"/>
          </a:xfrm>
          <a:prstGeom prst="curvedConnector3">
            <a:avLst>
              <a:gd name="adj1" fmla="val 50000"/>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163147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19401" y="2831828"/>
            <a:ext cx="5770797" cy="691063"/>
          </a:xfrm>
          <a:solidFill>
            <a:srgbClr val="0070C0"/>
          </a:solidFill>
          <a:effectLst/>
        </p:spPr>
        <p:txBody>
          <a:bodyPr vert="horz" lIns="91440" tIns="45720" rIns="91440" bIns="45720" rtlCol="0" anchor="t">
            <a:normAutofit/>
          </a:bodyPr>
          <a:lstStyle/>
          <a:p>
            <a:r>
              <a:rPr lang="en-AU" sz="3200" b="1" dirty="0">
                <a:solidFill>
                  <a:schemeClr val="bg1"/>
                </a:solidFill>
              </a:rPr>
              <a:t>Page Object Model Pattern</a:t>
            </a:r>
          </a:p>
        </p:txBody>
      </p:sp>
    </p:spTree>
    <p:extLst>
      <p:ext uri="{BB962C8B-B14F-4D97-AF65-F5344CB8AC3E}">
        <p14:creationId xmlns:p14="http://schemas.microsoft.com/office/powerpoint/2010/main" val="31490942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a:extLst>
            <a:ext uri="{FF2B5EF4-FFF2-40B4-BE49-F238E27FC236}">
              <a16:creationId xmlns:a16="http://schemas.microsoft.com/office/drawing/2014/main" id="{3F040A87-5469-6336-CA0D-774014E4F0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921216-C54F-989D-627C-73BD634AF8C9}"/>
              </a:ext>
            </a:extLst>
          </p:cNvPr>
          <p:cNvSpPr>
            <a:spLocks noGrp="1"/>
          </p:cNvSpPr>
          <p:nvPr>
            <p:ph type="title"/>
          </p:nvPr>
        </p:nvSpPr>
        <p:spPr>
          <a:xfrm>
            <a:off x="984566" y="463096"/>
            <a:ext cx="5770797" cy="691063"/>
          </a:xfrm>
          <a:effectLst/>
        </p:spPr>
        <p:txBody>
          <a:bodyPr>
            <a:normAutofit/>
          </a:bodyPr>
          <a:lstStyle/>
          <a:p>
            <a:r>
              <a:rPr lang="en-AU" sz="3200" b="1" dirty="0">
                <a:solidFill>
                  <a:srgbClr val="0070C0"/>
                </a:solidFill>
              </a:rPr>
              <a:t>Page Object Model Pattern</a:t>
            </a:r>
            <a:endParaRPr lang="en-AU" sz="3200" b="1" dirty="0">
              <a:solidFill>
                <a:schemeClr val="accent2"/>
              </a:solidFill>
            </a:endParaRPr>
          </a:p>
        </p:txBody>
      </p:sp>
      <p:sp>
        <p:nvSpPr>
          <p:cNvPr id="10" name="Arrow: Chevron 9">
            <a:extLst>
              <a:ext uri="{FF2B5EF4-FFF2-40B4-BE49-F238E27FC236}">
                <a16:creationId xmlns:a16="http://schemas.microsoft.com/office/drawing/2014/main" id="{772E6708-D790-1729-C14D-9484F558629F}"/>
              </a:ext>
            </a:extLst>
          </p:cNvPr>
          <p:cNvSpPr/>
          <p:nvPr/>
        </p:nvSpPr>
        <p:spPr>
          <a:xfrm rot="10800000">
            <a:off x="9411977" y="3826364"/>
            <a:ext cx="704088" cy="368885"/>
          </a:xfrm>
          <a:prstGeom prst="chevron">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solidFill>
                <a:schemeClr val="tx1"/>
              </a:solidFill>
            </a:endParaRPr>
          </a:p>
        </p:txBody>
      </p:sp>
      <p:sp>
        <p:nvSpPr>
          <p:cNvPr id="12" name="Rectangle 11">
            <a:extLst>
              <a:ext uri="{FF2B5EF4-FFF2-40B4-BE49-F238E27FC236}">
                <a16:creationId xmlns:a16="http://schemas.microsoft.com/office/drawing/2014/main" id="{F7E428DD-51A4-7E19-6288-EFCC68933900}"/>
              </a:ext>
            </a:extLst>
          </p:cNvPr>
          <p:cNvSpPr/>
          <p:nvPr/>
        </p:nvSpPr>
        <p:spPr>
          <a:xfrm>
            <a:off x="6167405" y="3192111"/>
            <a:ext cx="2906485" cy="1540424"/>
          </a:xfrm>
          <a:prstGeom prst="rect">
            <a:avLst/>
          </a:prstGeom>
          <a:solidFill>
            <a:schemeClr val="accent5">
              <a:lumMod val="40000"/>
              <a:lumOff val="60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dirty="0">
              <a:solidFill>
                <a:schemeClr val="tx1">
                  <a:lumMod val="65000"/>
                  <a:lumOff val="35000"/>
                </a:schemeClr>
              </a:solidFill>
            </a:endParaRPr>
          </a:p>
        </p:txBody>
      </p:sp>
      <p:sp>
        <p:nvSpPr>
          <p:cNvPr id="13" name="Rectangle 12">
            <a:extLst>
              <a:ext uri="{FF2B5EF4-FFF2-40B4-BE49-F238E27FC236}">
                <a16:creationId xmlns:a16="http://schemas.microsoft.com/office/drawing/2014/main" id="{A8F31D47-B5DA-4D8A-3D13-4B6F2A93C283}"/>
              </a:ext>
            </a:extLst>
          </p:cNvPr>
          <p:cNvSpPr/>
          <p:nvPr/>
        </p:nvSpPr>
        <p:spPr>
          <a:xfrm>
            <a:off x="3680462" y="4490216"/>
            <a:ext cx="1694688" cy="480597"/>
          </a:xfrm>
          <a:prstGeom prst="rect">
            <a:avLst/>
          </a:prstGeom>
          <a:solidFill>
            <a:srgbClr val="00206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solidFill>
                  <a:schemeClr val="bg1"/>
                </a:solidFill>
              </a:rPr>
              <a:t>Test Logic</a:t>
            </a:r>
          </a:p>
        </p:txBody>
      </p:sp>
      <p:sp>
        <p:nvSpPr>
          <p:cNvPr id="17" name="TextBox 16">
            <a:extLst>
              <a:ext uri="{FF2B5EF4-FFF2-40B4-BE49-F238E27FC236}">
                <a16:creationId xmlns:a16="http://schemas.microsoft.com/office/drawing/2014/main" id="{56C66780-802B-BE86-5B1E-ACA02D381907}"/>
              </a:ext>
            </a:extLst>
          </p:cNvPr>
          <p:cNvSpPr txBox="1"/>
          <p:nvPr/>
        </p:nvSpPr>
        <p:spPr>
          <a:xfrm>
            <a:off x="684881" y="1593274"/>
            <a:ext cx="3243834" cy="646331"/>
          </a:xfrm>
          <a:prstGeom prst="rect">
            <a:avLst/>
          </a:prstGeom>
          <a:noFill/>
        </p:spPr>
        <p:txBody>
          <a:bodyPr wrap="square">
            <a:spAutoFit/>
          </a:bodyPr>
          <a:lstStyle/>
          <a:p>
            <a:r>
              <a:rPr lang="en-AU" b="1" dirty="0">
                <a:solidFill>
                  <a:schemeClr val="accent2"/>
                </a:solidFill>
              </a:rPr>
              <a:t> single place to change in case of UI changes</a:t>
            </a:r>
            <a:endParaRPr lang="en-AU" dirty="0"/>
          </a:p>
        </p:txBody>
      </p:sp>
      <p:cxnSp>
        <p:nvCxnSpPr>
          <p:cNvPr id="19" name="Connector: Curved 18">
            <a:extLst>
              <a:ext uri="{FF2B5EF4-FFF2-40B4-BE49-F238E27FC236}">
                <a16:creationId xmlns:a16="http://schemas.microsoft.com/office/drawing/2014/main" id="{D05CB6B9-814F-79A6-717A-46396A155788}"/>
              </a:ext>
            </a:extLst>
          </p:cNvPr>
          <p:cNvCxnSpPr>
            <a:cxnSpLocks/>
            <a:stCxn id="22" idx="0"/>
            <a:endCxn id="17" idx="2"/>
          </p:cNvCxnSpPr>
          <p:nvPr/>
        </p:nvCxnSpPr>
        <p:spPr>
          <a:xfrm rot="5400000" flipH="1" flipV="1">
            <a:off x="1823614" y="2351013"/>
            <a:ext cx="594592" cy="371776"/>
          </a:xfrm>
          <a:prstGeom prst="curvedConnector3">
            <a:avLst>
              <a:gd name="adj1" fmla="val 50000"/>
            </a:avLst>
          </a:prstGeom>
          <a:ln w="190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7CAC95E4-B7B3-B936-8E6D-B0C2DA8941A7}"/>
              </a:ext>
            </a:extLst>
          </p:cNvPr>
          <p:cNvSpPr txBox="1"/>
          <p:nvPr/>
        </p:nvSpPr>
        <p:spPr>
          <a:xfrm>
            <a:off x="4625604" y="1743648"/>
            <a:ext cx="2234182" cy="369332"/>
          </a:xfrm>
          <a:prstGeom prst="rect">
            <a:avLst/>
          </a:prstGeom>
          <a:noFill/>
        </p:spPr>
        <p:txBody>
          <a:bodyPr wrap="square">
            <a:spAutoFit/>
          </a:bodyPr>
          <a:lstStyle/>
          <a:p>
            <a:r>
              <a:rPr lang="en-AU" b="1" dirty="0">
                <a:solidFill>
                  <a:schemeClr val="accent2"/>
                </a:solidFill>
              </a:rPr>
              <a:t>UI handling logic</a:t>
            </a:r>
            <a:endParaRPr lang="en-AU" dirty="0"/>
          </a:p>
        </p:txBody>
      </p:sp>
      <p:cxnSp>
        <p:nvCxnSpPr>
          <p:cNvPr id="21" name="Connector: Curved 20">
            <a:extLst>
              <a:ext uri="{FF2B5EF4-FFF2-40B4-BE49-F238E27FC236}">
                <a16:creationId xmlns:a16="http://schemas.microsoft.com/office/drawing/2014/main" id="{A1B395D0-0664-2888-F05E-79E994AC3EE7}"/>
              </a:ext>
            </a:extLst>
          </p:cNvPr>
          <p:cNvCxnSpPr>
            <a:cxnSpLocks/>
            <a:stCxn id="3" idx="0"/>
            <a:endCxn id="20" idx="2"/>
          </p:cNvCxnSpPr>
          <p:nvPr/>
        </p:nvCxnSpPr>
        <p:spPr>
          <a:xfrm rot="5400000" flipH="1" flipV="1">
            <a:off x="4576452" y="2064335"/>
            <a:ext cx="1117597" cy="1214889"/>
          </a:xfrm>
          <a:prstGeom prst="curvedConnector3">
            <a:avLst>
              <a:gd name="adj1" fmla="val 50000"/>
            </a:avLst>
          </a:prstGeom>
          <a:ln w="190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2410B70E-D46D-181A-0211-A6323A3E62FB}"/>
              </a:ext>
            </a:extLst>
          </p:cNvPr>
          <p:cNvSpPr txBox="1"/>
          <p:nvPr/>
        </p:nvSpPr>
        <p:spPr>
          <a:xfrm>
            <a:off x="4796110" y="5791731"/>
            <a:ext cx="1821995" cy="369332"/>
          </a:xfrm>
          <a:prstGeom prst="rect">
            <a:avLst/>
          </a:prstGeom>
          <a:noFill/>
        </p:spPr>
        <p:txBody>
          <a:bodyPr wrap="square">
            <a:spAutoFit/>
          </a:bodyPr>
          <a:lstStyle/>
          <a:p>
            <a:r>
              <a:rPr lang="en-AU" b="1" dirty="0">
                <a:solidFill>
                  <a:schemeClr val="accent2"/>
                </a:solidFill>
              </a:rPr>
              <a:t>Testing logic</a:t>
            </a:r>
            <a:endParaRPr lang="en-AU" dirty="0"/>
          </a:p>
        </p:txBody>
      </p:sp>
      <p:cxnSp>
        <p:nvCxnSpPr>
          <p:cNvPr id="25" name="Connector: Curved 24">
            <a:extLst>
              <a:ext uri="{FF2B5EF4-FFF2-40B4-BE49-F238E27FC236}">
                <a16:creationId xmlns:a16="http://schemas.microsoft.com/office/drawing/2014/main" id="{4B75BC41-F3DC-B53D-E3C3-08F3A0D7CB5F}"/>
              </a:ext>
            </a:extLst>
          </p:cNvPr>
          <p:cNvCxnSpPr>
            <a:cxnSpLocks/>
            <a:stCxn id="13" idx="2"/>
            <a:endCxn id="24" idx="0"/>
          </p:cNvCxnSpPr>
          <p:nvPr/>
        </p:nvCxnSpPr>
        <p:spPr>
          <a:xfrm rot="16200000" flipH="1">
            <a:off x="4706998" y="4791621"/>
            <a:ext cx="820918" cy="1179302"/>
          </a:xfrm>
          <a:prstGeom prst="curvedConnector3">
            <a:avLst>
              <a:gd name="adj1" fmla="val 50000"/>
            </a:avLst>
          </a:prstGeom>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98BDDF25-29FE-8EC5-FC58-B97A02933C3F}"/>
              </a:ext>
            </a:extLst>
          </p:cNvPr>
          <p:cNvSpPr/>
          <p:nvPr/>
        </p:nvSpPr>
        <p:spPr>
          <a:xfrm>
            <a:off x="3680462" y="3230577"/>
            <a:ext cx="1694688" cy="480597"/>
          </a:xfrm>
          <a:prstGeom prst="rect">
            <a:avLst/>
          </a:prstGeom>
          <a:solidFill>
            <a:srgbClr val="00206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solidFill>
                  <a:schemeClr val="bg1"/>
                </a:solidFill>
              </a:rPr>
              <a:t>Page Object</a:t>
            </a:r>
          </a:p>
        </p:txBody>
      </p:sp>
      <p:sp>
        <p:nvSpPr>
          <p:cNvPr id="29" name="Rectangle 28">
            <a:extLst>
              <a:ext uri="{FF2B5EF4-FFF2-40B4-BE49-F238E27FC236}">
                <a16:creationId xmlns:a16="http://schemas.microsoft.com/office/drawing/2014/main" id="{E3596AD4-1F73-1B7C-9032-E87AAB82C832}"/>
              </a:ext>
            </a:extLst>
          </p:cNvPr>
          <p:cNvSpPr/>
          <p:nvPr/>
        </p:nvSpPr>
        <p:spPr>
          <a:xfrm>
            <a:off x="6268978" y="3561442"/>
            <a:ext cx="2632493" cy="389383"/>
          </a:xfrm>
          <a:prstGeom prst="rect">
            <a:avLst/>
          </a:prstGeom>
          <a:solidFill>
            <a:srgbClr val="00206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solidFill>
                  <a:schemeClr val="bg1"/>
                </a:solidFill>
              </a:rPr>
              <a:t>UI handling logic</a:t>
            </a:r>
          </a:p>
        </p:txBody>
      </p:sp>
      <p:sp>
        <p:nvSpPr>
          <p:cNvPr id="34" name="Rectangle 33">
            <a:extLst>
              <a:ext uri="{FF2B5EF4-FFF2-40B4-BE49-F238E27FC236}">
                <a16:creationId xmlns:a16="http://schemas.microsoft.com/office/drawing/2014/main" id="{70236AA6-92B8-5682-CFF7-8FBC9A4EB98C}"/>
              </a:ext>
            </a:extLst>
          </p:cNvPr>
          <p:cNvSpPr/>
          <p:nvPr/>
        </p:nvSpPr>
        <p:spPr>
          <a:xfrm>
            <a:off x="6273595" y="4195249"/>
            <a:ext cx="2632493" cy="352837"/>
          </a:xfrm>
          <a:prstGeom prst="rect">
            <a:avLst/>
          </a:prstGeom>
          <a:solidFill>
            <a:srgbClr val="00206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solidFill>
                  <a:schemeClr val="bg1"/>
                </a:solidFill>
              </a:rPr>
              <a:t>Testing handling logic</a:t>
            </a:r>
          </a:p>
        </p:txBody>
      </p:sp>
      <p:cxnSp>
        <p:nvCxnSpPr>
          <p:cNvPr id="43" name="Straight Arrow Connector 42">
            <a:extLst>
              <a:ext uri="{FF2B5EF4-FFF2-40B4-BE49-F238E27FC236}">
                <a16:creationId xmlns:a16="http://schemas.microsoft.com/office/drawing/2014/main" id="{66895C2A-BD49-E2E4-632F-0D0A7DB8BD62}"/>
              </a:ext>
            </a:extLst>
          </p:cNvPr>
          <p:cNvCxnSpPr>
            <a:cxnSpLocks/>
            <a:stCxn id="29" idx="1"/>
            <a:endCxn id="3" idx="3"/>
          </p:cNvCxnSpPr>
          <p:nvPr/>
        </p:nvCxnSpPr>
        <p:spPr>
          <a:xfrm flipH="1" flipV="1">
            <a:off x="5375150" y="3470876"/>
            <a:ext cx="893828" cy="2852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3C45D37C-AD73-EE84-1043-CA7DCD62EBA5}"/>
              </a:ext>
            </a:extLst>
          </p:cNvPr>
          <p:cNvCxnSpPr>
            <a:cxnSpLocks/>
            <a:stCxn id="34" idx="1"/>
            <a:endCxn id="13" idx="3"/>
          </p:cNvCxnSpPr>
          <p:nvPr/>
        </p:nvCxnSpPr>
        <p:spPr>
          <a:xfrm flipH="1">
            <a:off x="5375150" y="4371668"/>
            <a:ext cx="898445" cy="3588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5599D70D-F205-3B98-E6AD-588E55EF9BE6}"/>
              </a:ext>
            </a:extLst>
          </p:cNvPr>
          <p:cNvSpPr txBox="1"/>
          <p:nvPr/>
        </p:nvSpPr>
        <p:spPr>
          <a:xfrm>
            <a:off x="6222494" y="3200416"/>
            <a:ext cx="1745789" cy="400110"/>
          </a:xfrm>
          <a:prstGeom prst="rect">
            <a:avLst/>
          </a:prstGeom>
          <a:noFill/>
        </p:spPr>
        <p:txBody>
          <a:bodyPr wrap="square">
            <a:spAutoFit/>
          </a:bodyPr>
          <a:lstStyle/>
          <a:p>
            <a:r>
              <a:rPr lang="en-AU" sz="2000" b="1" dirty="0">
                <a:solidFill>
                  <a:srgbClr val="C00000"/>
                </a:solidFill>
              </a:rPr>
              <a:t>Test Case</a:t>
            </a:r>
          </a:p>
        </p:txBody>
      </p:sp>
      <p:sp>
        <p:nvSpPr>
          <p:cNvPr id="22" name="Rectangle 21">
            <a:extLst>
              <a:ext uri="{FF2B5EF4-FFF2-40B4-BE49-F238E27FC236}">
                <a16:creationId xmlns:a16="http://schemas.microsoft.com/office/drawing/2014/main" id="{C6903ED5-FDEE-9D86-CACA-2BEDED690E7B}"/>
              </a:ext>
            </a:extLst>
          </p:cNvPr>
          <p:cNvSpPr/>
          <p:nvPr/>
        </p:nvSpPr>
        <p:spPr>
          <a:xfrm>
            <a:off x="1087678" y="2834197"/>
            <a:ext cx="1694688" cy="480597"/>
          </a:xfrm>
          <a:prstGeom prst="rect">
            <a:avLst/>
          </a:prstGeom>
          <a:solidFill>
            <a:srgbClr val="00206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solidFill>
                  <a:schemeClr val="bg1"/>
                </a:solidFill>
              </a:rPr>
              <a:t>Locators</a:t>
            </a:r>
          </a:p>
        </p:txBody>
      </p:sp>
      <p:sp>
        <p:nvSpPr>
          <p:cNvPr id="23" name="Rectangle 22">
            <a:extLst>
              <a:ext uri="{FF2B5EF4-FFF2-40B4-BE49-F238E27FC236}">
                <a16:creationId xmlns:a16="http://schemas.microsoft.com/office/drawing/2014/main" id="{88E1BFB8-C794-A6B2-0101-185AD14122AA}"/>
              </a:ext>
            </a:extLst>
          </p:cNvPr>
          <p:cNvSpPr/>
          <p:nvPr/>
        </p:nvSpPr>
        <p:spPr>
          <a:xfrm>
            <a:off x="1085335" y="3790002"/>
            <a:ext cx="1694688" cy="480597"/>
          </a:xfrm>
          <a:prstGeom prst="rect">
            <a:avLst/>
          </a:prstGeom>
          <a:solidFill>
            <a:srgbClr val="00206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solidFill>
                  <a:schemeClr val="bg1"/>
                </a:solidFill>
              </a:rPr>
              <a:t>Actions</a:t>
            </a:r>
          </a:p>
        </p:txBody>
      </p:sp>
      <p:cxnSp>
        <p:nvCxnSpPr>
          <p:cNvPr id="26" name="Straight Arrow Connector 25">
            <a:extLst>
              <a:ext uri="{FF2B5EF4-FFF2-40B4-BE49-F238E27FC236}">
                <a16:creationId xmlns:a16="http://schemas.microsoft.com/office/drawing/2014/main" id="{55C4BE29-9C59-3811-F0AF-23D5B3241EEA}"/>
              </a:ext>
            </a:extLst>
          </p:cNvPr>
          <p:cNvCxnSpPr>
            <a:cxnSpLocks/>
            <a:stCxn id="3" idx="1"/>
            <a:endCxn id="22" idx="3"/>
          </p:cNvCxnSpPr>
          <p:nvPr/>
        </p:nvCxnSpPr>
        <p:spPr>
          <a:xfrm flipH="1" flipV="1">
            <a:off x="2782366" y="3074496"/>
            <a:ext cx="898096" cy="396380"/>
          </a:xfrm>
          <a:prstGeom prst="straightConnector1">
            <a:avLst/>
          </a:prstGeom>
          <a:ln w="19050">
            <a:solidFill>
              <a:schemeClr val="tx1">
                <a:lumMod val="65000"/>
                <a:lumOff val="35000"/>
              </a:schemeClr>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A446EB39-CCAE-BCF4-1018-C18956E7F269}"/>
              </a:ext>
            </a:extLst>
          </p:cNvPr>
          <p:cNvCxnSpPr>
            <a:cxnSpLocks/>
            <a:stCxn id="3" idx="1"/>
            <a:endCxn id="23" idx="3"/>
          </p:cNvCxnSpPr>
          <p:nvPr/>
        </p:nvCxnSpPr>
        <p:spPr>
          <a:xfrm flipH="1">
            <a:off x="2780023" y="3470876"/>
            <a:ext cx="900439" cy="5594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2D7E8C64-BA4A-D25C-E650-7D858B1938F5}"/>
              </a:ext>
            </a:extLst>
          </p:cNvPr>
          <p:cNvSpPr/>
          <p:nvPr/>
        </p:nvSpPr>
        <p:spPr>
          <a:xfrm>
            <a:off x="10563497" y="3050886"/>
            <a:ext cx="1081650" cy="1749307"/>
          </a:xfrm>
          <a:prstGeom prst="rect">
            <a:avLst/>
          </a:prstGeom>
          <a:solidFill>
            <a:schemeClr val="bg1"/>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b="1" dirty="0">
                <a:solidFill>
                  <a:schemeClr val="tx1">
                    <a:lumMod val="65000"/>
                    <a:lumOff val="35000"/>
                  </a:schemeClr>
                </a:solidFill>
              </a:rPr>
              <a:t>HTML </a:t>
            </a:r>
          </a:p>
          <a:p>
            <a:pPr algn="ctr"/>
            <a:r>
              <a:rPr lang="en-AU" b="1" dirty="0">
                <a:solidFill>
                  <a:schemeClr val="tx1">
                    <a:lumMod val="65000"/>
                    <a:lumOff val="35000"/>
                  </a:schemeClr>
                </a:solidFill>
              </a:rPr>
              <a:t>Page</a:t>
            </a:r>
          </a:p>
        </p:txBody>
      </p:sp>
    </p:spTree>
    <p:extLst>
      <p:ext uri="{BB962C8B-B14F-4D97-AF65-F5344CB8AC3E}">
        <p14:creationId xmlns:p14="http://schemas.microsoft.com/office/powerpoint/2010/main" val="406529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55" name="Rectangle 54">
            <a:extLst>
              <a:ext uri="{FF2B5EF4-FFF2-40B4-BE49-F238E27FC236}">
                <a16:creationId xmlns:a16="http://schemas.microsoft.com/office/drawing/2014/main" id="{6599455B-4ACA-A07F-9D02-DE595BD2AE56}"/>
              </a:ext>
            </a:extLst>
          </p:cNvPr>
          <p:cNvSpPr/>
          <p:nvPr/>
        </p:nvSpPr>
        <p:spPr>
          <a:xfrm>
            <a:off x="3301960" y="2532962"/>
            <a:ext cx="5584525" cy="2029704"/>
          </a:xfrm>
          <a:prstGeom prst="rect">
            <a:avLst/>
          </a:prstGeom>
          <a:solidFill>
            <a:schemeClr val="bg1">
              <a:lumMod val="85000"/>
            </a:schemeClr>
          </a:solidFill>
          <a:ln w="38100">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dirty="0">
              <a:solidFill>
                <a:schemeClr val="tx1">
                  <a:lumMod val="65000"/>
                  <a:lumOff val="35000"/>
                </a:schemeClr>
              </a:solidFill>
            </a:endParaRPr>
          </a:p>
        </p:txBody>
      </p:sp>
      <p:sp>
        <p:nvSpPr>
          <p:cNvPr id="6" name="Rectangle 5">
            <a:extLst>
              <a:ext uri="{FF2B5EF4-FFF2-40B4-BE49-F238E27FC236}">
                <a16:creationId xmlns:a16="http://schemas.microsoft.com/office/drawing/2014/main" id="{1AEB1435-3693-2DC9-780C-75BE74DD3347}"/>
              </a:ext>
            </a:extLst>
          </p:cNvPr>
          <p:cNvSpPr/>
          <p:nvPr/>
        </p:nvSpPr>
        <p:spPr>
          <a:xfrm>
            <a:off x="3818157" y="2896902"/>
            <a:ext cx="806529" cy="1503031"/>
          </a:xfrm>
          <a:prstGeom prst="rect">
            <a:avLst/>
          </a:prstGeom>
          <a:solidFill>
            <a:schemeClr val="bg1">
              <a:lumMod val="85000"/>
            </a:schemeClr>
          </a:solidFill>
          <a:ln w="19050">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dirty="0">
              <a:solidFill>
                <a:schemeClr val="tx1">
                  <a:lumMod val="65000"/>
                  <a:lumOff val="35000"/>
                </a:schemeClr>
              </a:solidFill>
            </a:endParaRPr>
          </a:p>
        </p:txBody>
      </p:sp>
      <p:sp>
        <p:nvSpPr>
          <p:cNvPr id="2" name="Title 1"/>
          <p:cNvSpPr>
            <a:spLocks noGrp="1"/>
          </p:cNvSpPr>
          <p:nvPr>
            <p:ph type="title"/>
          </p:nvPr>
        </p:nvSpPr>
        <p:spPr>
          <a:xfrm>
            <a:off x="984566" y="463095"/>
            <a:ext cx="7638225" cy="1205199"/>
          </a:xfrm>
          <a:effectLst/>
        </p:spPr>
        <p:txBody>
          <a:bodyPr>
            <a:normAutofit/>
          </a:bodyPr>
          <a:lstStyle/>
          <a:p>
            <a:r>
              <a:rPr lang="en-AU" dirty="0">
                <a:solidFill>
                  <a:srgbClr val="0070C0"/>
                </a:solidFill>
                <a:latin typeface="Arial Black" panose="020B0A04020102020204" pitchFamily="34" charset="0"/>
              </a:rPr>
              <a:t>Page Object Model Pattern</a:t>
            </a:r>
            <a:br>
              <a:rPr lang="en-AU" dirty="0">
                <a:solidFill>
                  <a:srgbClr val="0070C0"/>
                </a:solidFill>
                <a:latin typeface="Arial Black" panose="020B0A04020102020204" pitchFamily="34" charset="0"/>
              </a:rPr>
            </a:br>
            <a:r>
              <a:rPr lang="en-AU" sz="2000" dirty="0">
                <a:solidFill>
                  <a:schemeClr val="accent2"/>
                </a:solidFill>
                <a:latin typeface="Arial Black" panose="020B0A04020102020204" pitchFamily="34" charset="0"/>
              </a:rPr>
              <a:t>Separation of UI logic from test logic</a:t>
            </a:r>
          </a:p>
        </p:txBody>
      </p:sp>
      <p:sp>
        <p:nvSpPr>
          <p:cNvPr id="4" name="TextBox 3">
            <a:extLst>
              <a:ext uri="{FF2B5EF4-FFF2-40B4-BE49-F238E27FC236}">
                <a16:creationId xmlns:a16="http://schemas.microsoft.com/office/drawing/2014/main" id="{BD934B1A-096B-6A2D-3B4F-5EDE061BE423}"/>
              </a:ext>
            </a:extLst>
          </p:cNvPr>
          <p:cNvSpPr txBox="1"/>
          <p:nvPr/>
        </p:nvSpPr>
        <p:spPr>
          <a:xfrm>
            <a:off x="2277695" y="5986961"/>
            <a:ext cx="8988740" cy="646331"/>
          </a:xfrm>
          <a:prstGeom prst="rect">
            <a:avLst/>
          </a:prstGeom>
          <a:noFill/>
        </p:spPr>
        <p:txBody>
          <a:bodyPr wrap="square">
            <a:spAutoFit/>
          </a:bodyPr>
          <a:lstStyle/>
          <a:p>
            <a:r>
              <a:rPr lang="en-AU" b="1" dirty="0">
                <a:solidFill>
                  <a:srgbClr val="002060"/>
                </a:solidFill>
              </a:rPr>
              <a:t>Separate the logic of handling UI elements </a:t>
            </a:r>
          </a:p>
          <a:p>
            <a:r>
              <a:rPr lang="en-AU" b="1" dirty="0">
                <a:solidFill>
                  <a:srgbClr val="002060"/>
                </a:solidFill>
              </a:rPr>
              <a:t>into separate classes (page classes = locators + actins) from the test logic</a:t>
            </a:r>
          </a:p>
        </p:txBody>
      </p:sp>
      <p:sp>
        <p:nvSpPr>
          <p:cNvPr id="9" name="Rectangle 8">
            <a:extLst>
              <a:ext uri="{FF2B5EF4-FFF2-40B4-BE49-F238E27FC236}">
                <a16:creationId xmlns:a16="http://schemas.microsoft.com/office/drawing/2014/main" id="{7A6A9906-5751-44CE-37E0-BE40415D3D93}"/>
              </a:ext>
            </a:extLst>
          </p:cNvPr>
          <p:cNvSpPr/>
          <p:nvPr/>
        </p:nvSpPr>
        <p:spPr>
          <a:xfrm>
            <a:off x="9826025" y="2740353"/>
            <a:ext cx="1216223" cy="1686497"/>
          </a:xfrm>
          <a:prstGeom prst="rect">
            <a:avLst/>
          </a:prstGeom>
          <a:solidFill>
            <a:schemeClr val="bg1"/>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2400" dirty="0">
                <a:solidFill>
                  <a:schemeClr val="tx1">
                    <a:lumMod val="65000"/>
                    <a:lumOff val="35000"/>
                  </a:schemeClr>
                </a:solidFill>
              </a:rPr>
              <a:t>HTML </a:t>
            </a:r>
          </a:p>
          <a:p>
            <a:pPr algn="ctr"/>
            <a:r>
              <a:rPr lang="en-AU" sz="2400" dirty="0">
                <a:solidFill>
                  <a:schemeClr val="tx1">
                    <a:lumMod val="65000"/>
                    <a:lumOff val="35000"/>
                  </a:schemeClr>
                </a:solidFill>
              </a:rPr>
              <a:t>Page</a:t>
            </a:r>
          </a:p>
        </p:txBody>
      </p:sp>
      <p:sp>
        <p:nvSpPr>
          <p:cNvPr id="10" name="Arrow: Chevron 9">
            <a:extLst>
              <a:ext uri="{FF2B5EF4-FFF2-40B4-BE49-F238E27FC236}">
                <a16:creationId xmlns:a16="http://schemas.microsoft.com/office/drawing/2014/main" id="{D3518D2D-B875-0697-44E3-13FA9DC5A684}"/>
              </a:ext>
            </a:extLst>
          </p:cNvPr>
          <p:cNvSpPr/>
          <p:nvPr/>
        </p:nvSpPr>
        <p:spPr>
          <a:xfrm>
            <a:off x="9004211" y="3333773"/>
            <a:ext cx="704088" cy="368885"/>
          </a:xfrm>
          <a:prstGeom prst="chevron">
            <a:avLst/>
          </a:prstGeom>
          <a:solidFill>
            <a:schemeClr val="bg1">
              <a:lumMod val="8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solidFill>
                <a:schemeClr val="tx1"/>
              </a:solidFill>
            </a:endParaRPr>
          </a:p>
        </p:txBody>
      </p:sp>
      <p:sp>
        <p:nvSpPr>
          <p:cNvPr id="17" name="TextBox 16">
            <a:extLst>
              <a:ext uri="{FF2B5EF4-FFF2-40B4-BE49-F238E27FC236}">
                <a16:creationId xmlns:a16="http://schemas.microsoft.com/office/drawing/2014/main" id="{FDACAEB8-8ED3-ABF0-85CE-2B5FDCFAA7C6}"/>
              </a:ext>
            </a:extLst>
          </p:cNvPr>
          <p:cNvSpPr txBox="1"/>
          <p:nvPr/>
        </p:nvSpPr>
        <p:spPr>
          <a:xfrm>
            <a:off x="6594699" y="1513943"/>
            <a:ext cx="2594858" cy="523220"/>
          </a:xfrm>
          <a:prstGeom prst="rect">
            <a:avLst/>
          </a:prstGeom>
          <a:noFill/>
        </p:spPr>
        <p:txBody>
          <a:bodyPr wrap="square">
            <a:spAutoFit/>
          </a:bodyPr>
          <a:lstStyle/>
          <a:p>
            <a:r>
              <a:rPr lang="en-AU" sz="1400" b="1" dirty="0"/>
              <a:t> single place to change</a:t>
            </a:r>
          </a:p>
          <a:p>
            <a:r>
              <a:rPr lang="en-AU" sz="1400" b="1" dirty="0"/>
              <a:t>in case of UI changes</a:t>
            </a:r>
            <a:endParaRPr lang="en-AU" sz="1400" dirty="0"/>
          </a:p>
        </p:txBody>
      </p:sp>
      <p:cxnSp>
        <p:nvCxnSpPr>
          <p:cNvPr id="19" name="Connector: Curved 18">
            <a:extLst>
              <a:ext uri="{FF2B5EF4-FFF2-40B4-BE49-F238E27FC236}">
                <a16:creationId xmlns:a16="http://schemas.microsoft.com/office/drawing/2014/main" id="{C29AAF98-B1A0-47FA-56B6-07D271D7A0A9}"/>
              </a:ext>
            </a:extLst>
          </p:cNvPr>
          <p:cNvCxnSpPr>
            <a:cxnSpLocks/>
            <a:stCxn id="30" idx="0"/>
          </p:cNvCxnSpPr>
          <p:nvPr/>
        </p:nvCxnSpPr>
        <p:spPr>
          <a:xfrm rot="5400000" flipH="1" flipV="1">
            <a:off x="7552287" y="2469450"/>
            <a:ext cx="1286224" cy="474444"/>
          </a:xfrm>
          <a:prstGeom prst="curvedConnector3">
            <a:avLst/>
          </a:prstGeom>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D35074D0-E503-3857-53C5-1A1FD1DBDCD1}"/>
              </a:ext>
            </a:extLst>
          </p:cNvPr>
          <p:cNvSpPr txBox="1"/>
          <p:nvPr/>
        </p:nvSpPr>
        <p:spPr>
          <a:xfrm>
            <a:off x="6018101" y="5262405"/>
            <a:ext cx="2234182" cy="307777"/>
          </a:xfrm>
          <a:prstGeom prst="rect">
            <a:avLst/>
          </a:prstGeom>
          <a:noFill/>
        </p:spPr>
        <p:txBody>
          <a:bodyPr wrap="square">
            <a:spAutoFit/>
          </a:bodyPr>
          <a:lstStyle/>
          <a:p>
            <a:r>
              <a:rPr lang="en-AU" sz="1400" b="1" dirty="0"/>
              <a:t>UI handling logic</a:t>
            </a:r>
            <a:endParaRPr lang="en-AU" sz="1400" dirty="0"/>
          </a:p>
        </p:txBody>
      </p:sp>
      <p:cxnSp>
        <p:nvCxnSpPr>
          <p:cNvPr id="21" name="Connector: Curved 20">
            <a:extLst>
              <a:ext uri="{FF2B5EF4-FFF2-40B4-BE49-F238E27FC236}">
                <a16:creationId xmlns:a16="http://schemas.microsoft.com/office/drawing/2014/main" id="{737E4DC7-903F-B2D5-4DCA-99EB5028DB0F}"/>
              </a:ext>
            </a:extLst>
          </p:cNvPr>
          <p:cNvCxnSpPr>
            <a:cxnSpLocks/>
            <a:stCxn id="55" idx="2"/>
            <a:endCxn id="20" idx="0"/>
          </p:cNvCxnSpPr>
          <p:nvPr/>
        </p:nvCxnSpPr>
        <p:spPr>
          <a:xfrm rot="16200000" flipH="1">
            <a:off x="6264838" y="4392050"/>
            <a:ext cx="699739" cy="1040969"/>
          </a:xfrm>
          <a:prstGeom prst="curvedConnector3">
            <a:avLst>
              <a:gd name="adj1" fmla="val 50000"/>
            </a:avLst>
          </a:prstGeom>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123CE729-67F1-DDE2-9CD1-194F39B4FB7F}"/>
              </a:ext>
            </a:extLst>
          </p:cNvPr>
          <p:cNvSpPr txBox="1"/>
          <p:nvPr/>
        </p:nvSpPr>
        <p:spPr>
          <a:xfrm>
            <a:off x="420646" y="5049485"/>
            <a:ext cx="1645970" cy="307777"/>
          </a:xfrm>
          <a:prstGeom prst="rect">
            <a:avLst/>
          </a:prstGeom>
          <a:noFill/>
        </p:spPr>
        <p:txBody>
          <a:bodyPr wrap="square">
            <a:spAutoFit/>
          </a:bodyPr>
          <a:lstStyle/>
          <a:p>
            <a:r>
              <a:rPr lang="en-AU" sz="1400" b="1" dirty="0"/>
              <a:t>Testing logic</a:t>
            </a:r>
            <a:endParaRPr lang="en-AU" sz="1400" dirty="0"/>
          </a:p>
        </p:txBody>
      </p:sp>
      <p:cxnSp>
        <p:nvCxnSpPr>
          <p:cNvPr id="25" name="Connector: Curved 24">
            <a:extLst>
              <a:ext uri="{FF2B5EF4-FFF2-40B4-BE49-F238E27FC236}">
                <a16:creationId xmlns:a16="http://schemas.microsoft.com/office/drawing/2014/main" id="{6AB45BF9-F879-3ABA-D00A-505AAF4EB712}"/>
              </a:ext>
            </a:extLst>
          </p:cNvPr>
          <p:cNvCxnSpPr>
            <a:cxnSpLocks/>
            <a:stCxn id="44" idx="2"/>
            <a:endCxn id="24" idx="0"/>
          </p:cNvCxnSpPr>
          <p:nvPr/>
        </p:nvCxnSpPr>
        <p:spPr>
          <a:xfrm rot="5400000">
            <a:off x="999498" y="4435412"/>
            <a:ext cx="858206" cy="369940"/>
          </a:xfrm>
          <a:prstGeom prst="curvedConnector3">
            <a:avLst>
              <a:gd name="adj1" fmla="val 50000"/>
            </a:avLst>
          </a:prstGeom>
        </p:spPr>
        <p:style>
          <a:lnRef idx="1">
            <a:schemeClr val="accent1"/>
          </a:lnRef>
          <a:fillRef idx="0">
            <a:schemeClr val="accent1"/>
          </a:fillRef>
          <a:effectRef idx="0">
            <a:schemeClr val="accent1"/>
          </a:effectRef>
          <a:fontRef idx="minor">
            <a:schemeClr val="tx1"/>
          </a:fontRef>
        </p:style>
      </p:cxnSp>
      <p:sp>
        <p:nvSpPr>
          <p:cNvPr id="26" name="Rectangle: Rounded Corners 25">
            <a:extLst>
              <a:ext uri="{FF2B5EF4-FFF2-40B4-BE49-F238E27FC236}">
                <a16:creationId xmlns:a16="http://schemas.microsoft.com/office/drawing/2014/main" id="{E8EDF72B-BE15-7647-FE69-8385815E9590}"/>
              </a:ext>
            </a:extLst>
          </p:cNvPr>
          <p:cNvSpPr/>
          <p:nvPr/>
        </p:nvSpPr>
        <p:spPr>
          <a:xfrm>
            <a:off x="4906914" y="3083575"/>
            <a:ext cx="1645970" cy="368885"/>
          </a:xfrm>
          <a:prstGeom prst="roundRect">
            <a:avLst/>
          </a:prstGeom>
          <a:solidFill>
            <a:schemeClr val="accent2">
              <a:lumMod val="75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Action - 1</a:t>
            </a:r>
          </a:p>
        </p:txBody>
      </p:sp>
      <p:sp>
        <p:nvSpPr>
          <p:cNvPr id="14" name="Rectangle: Rounded Corners 13">
            <a:extLst>
              <a:ext uri="{FF2B5EF4-FFF2-40B4-BE49-F238E27FC236}">
                <a16:creationId xmlns:a16="http://schemas.microsoft.com/office/drawing/2014/main" id="{130CF7A0-3675-D0EF-D94F-CB8FD68A9C20}"/>
              </a:ext>
            </a:extLst>
          </p:cNvPr>
          <p:cNvSpPr/>
          <p:nvPr/>
        </p:nvSpPr>
        <p:spPr>
          <a:xfrm>
            <a:off x="4923370" y="3768154"/>
            <a:ext cx="1645970" cy="368885"/>
          </a:xfrm>
          <a:prstGeom prst="roundRect">
            <a:avLst/>
          </a:prstGeom>
          <a:solidFill>
            <a:schemeClr val="accent2">
              <a:lumMod val="75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Action - 2</a:t>
            </a:r>
          </a:p>
        </p:txBody>
      </p:sp>
      <p:sp>
        <p:nvSpPr>
          <p:cNvPr id="30" name="Rectangle: Rounded Corners 29">
            <a:extLst>
              <a:ext uri="{FF2B5EF4-FFF2-40B4-BE49-F238E27FC236}">
                <a16:creationId xmlns:a16="http://schemas.microsoft.com/office/drawing/2014/main" id="{058C6583-1599-5CA7-0A63-E04F5F1A59B3}"/>
              </a:ext>
            </a:extLst>
          </p:cNvPr>
          <p:cNvSpPr/>
          <p:nvPr/>
        </p:nvSpPr>
        <p:spPr>
          <a:xfrm>
            <a:off x="7135192" y="3349784"/>
            <a:ext cx="1645970" cy="368885"/>
          </a:xfrm>
          <a:prstGeom prst="roundRect">
            <a:avLst/>
          </a:prstGeom>
          <a:solidFill>
            <a:schemeClr val="accent5">
              <a:lumMod val="75000"/>
            </a:schemeClr>
          </a:solid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Locator</a:t>
            </a:r>
          </a:p>
        </p:txBody>
      </p:sp>
      <p:cxnSp>
        <p:nvCxnSpPr>
          <p:cNvPr id="38" name="Straight Arrow Connector 37">
            <a:extLst>
              <a:ext uri="{FF2B5EF4-FFF2-40B4-BE49-F238E27FC236}">
                <a16:creationId xmlns:a16="http://schemas.microsoft.com/office/drawing/2014/main" id="{D0652A98-8D2B-73BE-7EDC-8BE0075D2DEC}"/>
              </a:ext>
            </a:extLst>
          </p:cNvPr>
          <p:cNvCxnSpPr>
            <a:cxnSpLocks/>
            <a:stCxn id="26" idx="3"/>
            <a:endCxn id="30" idx="1"/>
          </p:cNvCxnSpPr>
          <p:nvPr/>
        </p:nvCxnSpPr>
        <p:spPr>
          <a:xfrm>
            <a:off x="6552884" y="3268018"/>
            <a:ext cx="582308" cy="266209"/>
          </a:xfrm>
          <a:prstGeom prst="straightConnector1">
            <a:avLst/>
          </a:pr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EFC52F84-6D46-B58C-5AF9-27837F22B860}"/>
              </a:ext>
            </a:extLst>
          </p:cNvPr>
          <p:cNvCxnSpPr>
            <a:cxnSpLocks/>
            <a:stCxn id="14" idx="3"/>
            <a:endCxn id="30" idx="1"/>
          </p:cNvCxnSpPr>
          <p:nvPr/>
        </p:nvCxnSpPr>
        <p:spPr>
          <a:xfrm flipV="1">
            <a:off x="6569340" y="3534227"/>
            <a:ext cx="565852" cy="418370"/>
          </a:xfrm>
          <a:prstGeom prst="straightConnector1">
            <a:avLst/>
          </a:pr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43" name="Rectangle: Rounded Corners 42">
            <a:extLst>
              <a:ext uri="{FF2B5EF4-FFF2-40B4-BE49-F238E27FC236}">
                <a16:creationId xmlns:a16="http://schemas.microsoft.com/office/drawing/2014/main" id="{3D97A34F-EC48-1F3A-EA09-C73A06BA8F82}"/>
              </a:ext>
            </a:extLst>
          </p:cNvPr>
          <p:cNvSpPr/>
          <p:nvPr/>
        </p:nvSpPr>
        <p:spPr>
          <a:xfrm>
            <a:off x="790586" y="3124795"/>
            <a:ext cx="1645970" cy="368885"/>
          </a:xfrm>
          <a:prstGeom prst="roundRect">
            <a:avLst/>
          </a:prstGeom>
          <a:solidFill>
            <a:schemeClr val="tx1">
              <a:lumMod val="50000"/>
              <a:lumOff val="5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Test Case - 1</a:t>
            </a:r>
          </a:p>
        </p:txBody>
      </p:sp>
      <p:sp>
        <p:nvSpPr>
          <p:cNvPr id="44" name="Rectangle: Rounded Corners 43">
            <a:extLst>
              <a:ext uri="{FF2B5EF4-FFF2-40B4-BE49-F238E27FC236}">
                <a16:creationId xmlns:a16="http://schemas.microsoft.com/office/drawing/2014/main" id="{A26682C6-504E-2840-52C0-0F99EAFFA783}"/>
              </a:ext>
            </a:extLst>
          </p:cNvPr>
          <p:cNvSpPr/>
          <p:nvPr/>
        </p:nvSpPr>
        <p:spPr>
          <a:xfrm>
            <a:off x="790586" y="3822394"/>
            <a:ext cx="1645970" cy="368885"/>
          </a:xfrm>
          <a:prstGeom prst="roundRect">
            <a:avLst/>
          </a:prstGeom>
          <a:solidFill>
            <a:schemeClr val="tx1">
              <a:lumMod val="50000"/>
              <a:lumOff val="5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Test Case - 2</a:t>
            </a:r>
          </a:p>
        </p:txBody>
      </p:sp>
      <p:cxnSp>
        <p:nvCxnSpPr>
          <p:cNvPr id="49" name="Straight Arrow Connector 48">
            <a:extLst>
              <a:ext uri="{FF2B5EF4-FFF2-40B4-BE49-F238E27FC236}">
                <a16:creationId xmlns:a16="http://schemas.microsoft.com/office/drawing/2014/main" id="{A91B3AD2-8984-03E2-1F40-3F9A5B5EF98A}"/>
              </a:ext>
            </a:extLst>
          </p:cNvPr>
          <p:cNvCxnSpPr>
            <a:cxnSpLocks/>
            <a:stCxn id="43" idx="3"/>
            <a:endCxn id="41" idx="2"/>
          </p:cNvCxnSpPr>
          <p:nvPr/>
        </p:nvCxnSpPr>
        <p:spPr>
          <a:xfrm flipV="1">
            <a:off x="2436556" y="3284509"/>
            <a:ext cx="1198633" cy="24729"/>
          </a:xfrm>
          <a:prstGeom prst="straightConnector1">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75DDA666-76FF-F9EA-E5AB-41DCB7519C36}"/>
              </a:ext>
            </a:extLst>
          </p:cNvPr>
          <p:cNvCxnSpPr>
            <a:cxnSpLocks/>
            <a:stCxn id="44" idx="3"/>
            <a:endCxn id="41" idx="2"/>
          </p:cNvCxnSpPr>
          <p:nvPr/>
        </p:nvCxnSpPr>
        <p:spPr>
          <a:xfrm flipV="1">
            <a:off x="2436556" y="3284509"/>
            <a:ext cx="1198633" cy="722328"/>
          </a:xfrm>
          <a:prstGeom prst="straightConnector1">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0CDA7488-FB85-B3C9-6A5D-673D4C551B92}"/>
              </a:ext>
            </a:extLst>
          </p:cNvPr>
          <p:cNvCxnSpPr>
            <a:cxnSpLocks/>
            <a:stCxn id="44" idx="3"/>
            <a:endCxn id="45" idx="2"/>
          </p:cNvCxnSpPr>
          <p:nvPr/>
        </p:nvCxnSpPr>
        <p:spPr>
          <a:xfrm flipV="1">
            <a:off x="2436556" y="3990009"/>
            <a:ext cx="1197562" cy="16828"/>
          </a:xfrm>
          <a:prstGeom prst="straightConnector1">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41" name="Oval 40">
            <a:extLst>
              <a:ext uri="{FF2B5EF4-FFF2-40B4-BE49-F238E27FC236}">
                <a16:creationId xmlns:a16="http://schemas.microsoft.com/office/drawing/2014/main" id="{BBAA727D-116A-0701-583C-39E8BEE38FAA}"/>
              </a:ext>
            </a:extLst>
          </p:cNvPr>
          <p:cNvSpPr/>
          <p:nvPr/>
        </p:nvSpPr>
        <p:spPr>
          <a:xfrm>
            <a:off x="3635189" y="3116557"/>
            <a:ext cx="365935" cy="335903"/>
          </a:xfrm>
          <a:prstGeom prst="ellipse">
            <a:avLst/>
          </a:prstGeom>
          <a:solidFill>
            <a:schemeClr val="accent2">
              <a:lumMod val="75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C2DF18C3-9264-C6DF-184B-30C7C6F647E5}"/>
              </a:ext>
            </a:extLst>
          </p:cNvPr>
          <p:cNvSpPr/>
          <p:nvPr/>
        </p:nvSpPr>
        <p:spPr>
          <a:xfrm>
            <a:off x="3634118" y="3822057"/>
            <a:ext cx="365935" cy="335903"/>
          </a:xfrm>
          <a:prstGeom prst="ellipse">
            <a:avLst/>
          </a:prstGeom>
          <a:solidFill>
            <a:schemeClr val="accent2">
              <a:lumMod val="75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TextBox 60">
            <a:extLst>
              <a:ext uri="{FF2B5EF4-FFF2-40B4-BE49-F238E27FC236}">
                <a16:creationId xmlns:a16="http://schemas.microsoft.com/office/drawing/2014/main" id="{70730DB6-1379-B35D-40F5-3865CCA3E862}"/>
              </a:ext>
            </a:extLst>
          </p:cNvPr>
          <p:cNvSpPr txBox="1"/>
          <p:nvPr/>
        </p:nvSpPr>
        <p:spPr>
          <a:xfrm>
            <a:off x="3925113" y="3391730"/>
            <a:ext cx="798986" cy="523220"/>
          </a:xfrm>
          <a:prstGeom prst="rect">
            <a:avLst/>
          </a:prstGeom>
          <a:noFill/>
        </p:spPr>
        <p:txBody>
          <a:bodyPr wrap="square">
            <a:spAutoFit/>
          </a:bodyPr>
          <a:lstStyle/>
          <a:p>
            <a:r>
              <a:rPr lang="en-AU" sz="1400" b="1" dirty="0"/>
              <a:t>Page</a:t>
            </a:r>
          </a:p>
          <a:p>
            <a:r>
              <a:rPr lang="en-AU" sz="1400" b="1" dirty="0"/>
              <a:t>Object</a:t>
            </a:r>
            <a:endParaRPr lang="en-AU" sz="1400" dirty="0"/>
          </a:p>
        </p:txBody>
      </p:sp>
    </p:spTree>
    <p:extLst>
      <p:ext uri="{BB962C8B-B14F-4D97-AF65-F5344CB8AC3E}">
        <p14:creationId xmlns:p14="http://schemas.microsoft.com/office/powerpoint/2010/main" val="26347391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66569C1F-ADBE-B613-4C42-A0AFAFB0743B}"/>
              </a:ext>
            </a:extLst>
          </p:cNvPr>
          <p:cNvSpPr/>
          <p:nvPr/>
        </p:nvSpPr>
        <p:spPr>
          <a:xfrm>
            <a:off x="1730320" y="3550036"/>
            <a:ext cx="2116241" cy="408928"/>
          </a:xfrm>
          <a:prstGeom prst="roundRect">
            <a:avLst/>
          </a:prstGeom>
          <a:solidFill>
            <a:schemeClr val="accent2">
              <a:lumMod val="75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 name="Title 1"/>
          <p:cNvSpPr>
            <a:spLocks noGrp="1"/>
          </p:cNvSpPr>
          <p:nvPr>
            <p:ph type="title"/>
          </p:nvPr>
        </p:nvSpPr>
        <p:spPr>
          <a:xfrm>
            <a:off x="1215928" y="509005"/>
            <a:ext cx="4203095" cy="696690"/>
          </a:xfrm>
          <a:effectLst/>
        </p:spPr>
        <p:txBody>
          <a:bodyPr>
            <a:normAutofit fontScale="90000"/>
          </a:bodyPr>
          <a:lstStyle/>
          <a:p>
            <a:r>
              <a:rPr lang="en-AU" sz="4000" b="1" dirty="0">
                <a:solidFill>
                  <a:srgbClr val="0070C0"/>
                </a:solidFill>
                <a:latin typeface="Arial Black" panose="020B0A04020102020204" pitchFamily="34" charset="0"/>
              </a:rPr>
              <a:t>Page Object</a:t>
            </a:r>
            <a:br>
              <a:rPr lang="en-AU" b="1" dirty="0">
                <a:solidFill>
                  <a:srgbClr val="002060"/>
                </a:solidFill>
              </a:rPr>
            </a:br>
            <a:br>
              <a:rPr lang="en-AU" b="1" dirty="0">
                <a:solidFill>
                  <a:srgbClr val="002060"/>
                </a:solidFill>
              </a:rPr>
            </a:br>
            <a:endParaRPr lang="en-AU" sz="2200" b="1" dirty="0">
              <a:solidFill>
                <a:schemeClr val="tx1"/>
              </a:solidFill>
            </a:endParaRPr>
          </a:p>
        </p:txBody>
      </p:sp>
      <p:sp>
        <p:nvSpPr>
          <p:cNvPr id="8" name="TextBox 7">
            <a:extLst>
              <a:ext uri="{FF2B5EF4-FFF2-40B4-BE49-F238E27FC236}">
                <a16:creationId xmlns:a16="http://schemas.microsoft.com/office/drawing/2014/main" id="{CCA82DD6-2DFA-4438-EB98-591C788660C3}"/>
              </a:ext>
            </a:extLst>
          </p:cNvPr>
          <p:cNvSpPr txBox="1"/>
          <p:nvPr/>
        </p:nvSpPr>
        <p:spPr>
          <a:xfrm>
            <a:off x="1048231" y="2027088"/>
            <a:ext cx="6648933" cy="461665"/>
          </a:xfrm>
          <a:prstGeom prst="rect">
            <a:avLst/>
          </a:prstGeom>
          <a:noFill/>
        </p:spPr>
        <p:txBody>
          <a:bodyPr wrap="square">
            <a:spAutoFit/>
          </a:bodyPr>
          <a:lstStyle/>
          <a:p>
            <a:pPr marL="285750" indent="-285750">
              <a:buFont typeface="Arial" panose="020B0604020202020204" pitchFamily="34" charset="0"/>
              <a:buChar char="•"/>
            </a:pPr>
            <a:r>
              <a:rPr lang="en-AU" sz="2400" dirty="0">
                <a:effectLst/>
                <a:latin typeface="Calibri" panose="020F0502020204030204" pitchFamily="34" charset="0"/>
                <a:ea typeface="DengXian" panose="02010600030101010101" pitchFamily="2" charset="-122"/>
                <a:cs typeface="Times New Roman" panose="02020603050405020304" pitchFamily="18" charset="0"/>
              </a:rPr>
              <a:t>responsible for locating elements on a page</a:t>
            </a:r>
            <a:endParaRPr lang="en-AU" sz="2400" dirty="0"/>
          </a:p>
        </p:txBody>
      </p:sp>
      <p:sp>
        <p:nvSpPr>
          <p:cNvPr id="10" name="TextBox 9">
            <a:extLst>
              <a:ext uri="{FF2B5EF4-FFF2-40B4-BE49-F238E27FC236}">
                <a16:creationId xmlns:a16="http://schemas.microsoft.com/office/drawing/2014/main" id="{0D26E8D5-9549-C14F-01E1-3F665881FB18}"/>
              </a:ext>
            </a:extLst>
          </p:cNvPr>
          <p:cNvSpPr txBox="1"/>
          <p:nvPr/>
        </p:nvSpPr>
        <p:spPr>
          <a:xfrm>
            <a:off x="1048231" y="2396420"/>
            <a:ext cx="6486888" cy="461665"/>
          </a:xfrm>
          <a:prstGeom prst="rect">
            <a:avLst/>
          </a:prstGeom>
          <a:noFill/>
        </p:spPr>
        <p:txBody>
          <a:bodyPr wrap="square">
            <a:spAutoFit/>
          </a:bodyPr>
          <a:lstStyle/>
          <a:p>
            <a:pPr marL="285750" indent="-285750">
              <a:buFont typeface="Arial" panose="020B0604020202020204" pitchFamily="34" charset="0"/>
              <a:buChar char="•"/>
            </a:pPr>
            <a:r>
              <a:rPr lang="en-AU" sz="2400" dirty="0">
                <a:effectLst/>
                <a:latin typeface="Calibri" panose="020F0502020204030204" pitchFamily="34" charset="0"/>
                <a:ea typeface="DengXian" panose="02010600030101010101" pitchFamily="2" charset="-122"/>
                <a:cs typeface="Times New Roman" panose="02020603050405020304" pitchFamily="18" charset="0"/>
              </a:rPr>
              <a:t>represent objects on a page, not an entire page</a:t>
            </a:r>
            <a:endParaRPr lang="en-AU" sz="2400" dirty="0"/>
          </a:p>
        </p:txBody>
      </p:sp>
      <p:sp>
        <p:nvSpPr>
          <p:cNvPr id="12" name="TextBox 11">
            <a:extLst>
              <a:ext uri="{FF2B5EF4-FFF2-40B4-BE49-F238E27FC236}">
                <a16:creationId xmlns:a16="http://schemas.microsoft.com/office/drawing/2014/main" id="{74636034-D751-4FB3-1097-84DFB1E7C26F}"/>
              </a:ext>
            </a:extLst>
          </p:cNvPr>
          <p:cNvSpPr txBox="1"/>
          <p:nvPr/>
        </p:nvSpPr>
        <p:spPr>
          <a:xfrm>
            <a:off x="2788440" y="4774027"/>
            <a:ext cx="5516565" cy="461665"/>
          </a:xfrm>
          <a:prstGeom prst="rect">
            <a:avLst/>
          </a:prstGeom>
          <a:noFill/>
        </p:spPr>
        <p:txBody>
          <a:bodyPr wrap="square">
            <a:spAutoFit/>
          </a:bodyPr>
          <a:lstStyle/>
          <a:p>
            <a:pPr marL="285750" indent="-285750">
              <a:buFont typeface="Arial" panose="020B0604020202020204" pitchFamily="34" charset="0"/>
              <a:buChar char="•"/>
            </a:pPr>
            <a:r>
              <a:rPr lang="en-AU" sz="2400" dirty="0">
                <a:effectLst/>
                <a:latin typeface="Calibri" panose="020F0502020204030204" pitchFamily="34" charset="0"/>
                <a:ea typeface="DengXian" panose="02010600030101010101" pitchFamily="2" charset="-122"/>
                <a:cs typeface="Times New Roman" panose="02020603050405020304" pitchFamily="18" charset="0"/>
              </a:rPr>
              <a:t>tell you about the state of a page</a:t>
            </a:r>
            <a:endParaRPr lang="en-AU" sz="2400" dirty="0"/>
          </a:p>
        </p:txBody>
      </p:sp>
      <p:sp>
        <p:nvSpPr>
          <p:cNvPr id="14" name="TextBox 13">
            <a:extLst>
              <a:ext uri="{FF2B5EF4-FFF2-40B4-BE49-F238E27FC236}">
                <a16:creationId xmlns:a16="http://schemas.microsoft.com/office/drawing/2014/main" id="{B03DA7CB-0CA2-1BB7-7912-C0F9EC6002F7}"/>
              </a:ext>
            </a:extLst>
          </p:cNvPr>
          <p:cNvSpPr txBox="1"/>
          <p:nvPr/>
        </p:nvSpPr>
        <p:spPr>
          <a:xfrm>
            <a:off x="2788440" y="5163367"/>
            <a:ext cx="6650884" cy="461665"/>
          </a:xfrm>
          <a:prstGeom prst="rect">
            <a:avLst/>
          </a:prstGeom>
          <a:noFill/>
        </p:spPr>
        <p:txBody>
          <a:bodyPr wrap="square">
            <a:spAutoFit/>
          </a:bodyPr>
          <a:lstStyle/>
          <a:p>
            <a:pPr marL="342900" indent="-342900">
              <a:buFont typeface="Arial" panose="020B0604020202020204" pitchFamily="34" charset="0"/>
              <a:buChar char="•"/>
            </a:pPr>
            <a:r>
              <a:rPr lang="en-AU" sz="2400" dirty="0">
                <a:effectLst/>
                <a:latin typeface="Calibri" panose="020F0502020204030204" pitchFamily="34" charset="0"/>
                <a:ea typeface="DengXian" panose="02010600030101010101" pitchFamily="2" charset="-122"/>
                <a:cs typeface="Times New Roman" panose="02020603050405020304" pitchFamily="18" charset="0"/>
              </a:rPr>
              <a:t>perform business tasks or simulate user </a:t>
            </a:r>
            <a:r>
              <a:rPr lang="en-AU" sz="2400" dirty="0" err="1">
                <a:effectLst/>
                <a:latin typeface="Calibri" panose="020F0502020204030204" pitchFamily="34" charset="0"/>
                <a:ea typeface="DengXian" panose="02010600030101010101" pitchFamily="2" charset="-122"/>
                <a:cs typeface="Times New Roman" panose="02020603050405020304" pitchFamily="18" charset="0"/>
              </a:rPr>
              <a:t>behavior</a:t>
            </a:r>
            <a:endParaRPr lang="en-AU" sz="2400" dirty="0"/>
          </a:p>
        </p:txBody>
      </p:sp>
      <p:sp>
        <p:nvSpPr>
          <p:cNvPr id="16" name="TextBox 15">
            <a:extLst>
              <a:ext uri="{FF2B5EF4-FFF2-40B4-BE49-F238E27FC236}">
                <a16:creationId xmlns:a16="http://schemas.microsoft.com/office/drawing/2014/main" id="{2B6E2BED-0BFA-CD58-3655-9E2C5974B997}"/>
              </a:ext>
            </a:extLst>
          </p:cNvPr>
          <p:cNvSpPr txBox="1"/>
          <p:nvPr/>
        </p:nvSpPr>
        <p:spPr>
          <a:xfrm>
            <a:off x="2788440" y="5522002"/>
            <a:ext cx="6094476" cy="461665"/>
          </a:xfrm>
          <a:prstGeom prst="rect">
            <a:avLst/>
          </a:prstGeom>
          <a:noFill/>
        </p:spPr>
        <p:txBody>
          <a:bodyPr wrap="square">
            <a:spAutoFit/>
          </a:bodyPr>
          <a:lstStyle/>
          <a:p>
            <a:pPr marL="285750" indent="-285750">
              <a:buFont typeface="Arial" panose="020B0604020202020204" pitchFamily="34" charset="0"/>
              <a:buChar char="•"/>
            </a:pPr>
            <a:r>
              <a:rPr lang="en-AU" sz="2400" dirty="0">
                <a:effectLst/>
                <a:latin typeface="Calibri" panose="020F0502020204030204" pitchFamily="34" charset="0"/>
                <a:ea typeface="DengXian" panose="02010600030101010101" pitchFamily="2" charset="-122"/>
                <a:cs typeface="Times New Roman" panose="02020603050405020304" pitchFamily="18" charset="0"/>
              </a:rPr>
              <a:t>present state in business terms</a:t>
            </a:r>
            <a:endParaRPr lang="en-AU" sz="2400" dirty="0"/>
          </a:p>
        </p:txBody>
      </p:sp>
      <p:sp>
        <p:nvSpPr>
          <p:cNvPr id="18" name="TextBox 17">
            <a:extLst>
              <a:ext uri="{FF2B5EF4-FFF2-40B4-BE49-F238E27FC236}">
                <a16:creationId xmlns:a16="http://schemas.microsoft.com/office/drawing/2014/main" id="{8FBBB886-C806-3171-F43C-9334E0C507F6}"/>
              </a:ext>
            </a:extLst>
          </p:cNvPr>
          <p:cNvSpPr txBox="1"/>
          <p:nvPr/>
        </p:nvSpPr>
        <p:spPr>
          <a:xfrm>
            <a:off x="2788440" y="5888415"/>
            <a:ext cx="8907948" cy="461665"/>
          </a:xfrm>
          <a:prstGeom prst="rect">
            <a:avLst/>
          </a:prstGeom>
          <a:noFill/>
        </p:spPr>
        <p:txBody>
          <a:bodyPr wrap="square">
            <a:spAutoFit/>
          </a:bodyPr>
          <a:lstStyle/>
          <a:p>
            <a:pPr marL="285750" indent="-285750">
              <a:buFont typeface="Arial" panose="020B0604020202020204" pitchFamily="34" charset="0"/>
              <a:buChar char="•"/>
            </a:pPr>
            <a:r>
              <a:rPr lang="en-AU" sz="2400" dirty="0">
                <a:effectLst/>
                <a:latin typeface="Calibri" panose="020F0502020204030204" pitchFamily="34" charset="0"/>
                <a:ea typeface="DengXian" panose="02010600030101010101" pitchFamily="2" charset="-122"/>
                <a:cs typeface="Times New Roman" panose="02020603050405020304" pitchFamily="18" charset="0"/>
              </a:rPr>
              <a:t>hide wait conditions and other incidental implementation details</a:t>
            </a:r>
            <a:endParaRPr lang="en-AU" sz="2400" dirty="0"/>
          </a:p>
        </p:txBody>
      </p:sp>
      <p:sp>
        <p:nvSpPr>
          <p:cNvPr id="7" name="Title 1">
            <a:extLst>
              <a:ext uri="{FF2B5EF4-FFF2-40B4-BE49-F238E27FC236}">
                <a16:creationId xmlns:a16="http://schemas.microsoft.com/office/drawing/2014/main" id="{455F3ACE-2246-4CC4-D065-33B86FDF724F}"/>
              </a:ext>
            </a:extLst>
          </p:cNvPr>
          <p:cNvSpPr txBox="1">
            <a:spLocks/>
          </p:cNvSpPr>
          <p:nvPr/>
        </p:nvSpPr>
        <p:spPr>
          <a:xfrm>
            <a:off x="1751025" y="3613933"/>
            <a:ext cx="2116241" cy="356242"/>
          </a:xfrm>
          <a:prstGeom prst="rect">
            <a:avLst/>
          </a:prstGeom>
          <a:effectLst/>
        </p:spPr>
        <p:txBody>
          <a:bodyPr vert="horz" lIns="91440" tIns="45720" rIns="91440" bIns="45720" rtlCol="0" anchor="t">
            <a:normAutofit fontScale="25000" lnSpcReduction="20000"/>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8500" b="1" dirty="0">
                <a:solidFill>
                  <a:schemeClr val="bg1">
                    <a:lumMod val="95000"/>
                  </a:schemeClr>
                </a:solidFill>
                <a:latin typeface="Arial Black" panose="020B0A04020102020204" pitchFamily="34" charset="0"/>
              </a:rPr>
              <a:t>Web locators</a:t>
            </a:r>
            <a:br>
              <a:rPr lang="en-AU" b="1" dirty="0">
                <a:solidFill>
                  <a:srgbClr val="002060"/>
                </a:solidFill>
              </a:rPr>
            </a:br>
            <a:br>
              <a:rPr lang="en-AU" b="1" dirty="0">
                <a:solidFill>
                  <a:srgbClr val="002060"/>
                </a:solidFill>
              </a:rPr>
            </a:br>
            <a:endParaRPr lang="en-AU" sz="2200" b="1" dirty="0">
              <a:solidFill>
                <a:schemeClr val="tx1"/>
              </a:solidFill>
            </a:endParaRPr>
          </a:p>
        </p:txBody>
      </p:sp>
      <p:cxnSp>
        <p:nvCxnSpPr>
          <p:cNvPr id="6" name="Straight Arrow Connector 5">
            <a:extLst>
              <a:ext uri="{FF2B5EF4-FFF2-40B4-BE49-F238E27FC236}">
                <a16:creationId xmlns:a16="http://schemas.microsoft.com/office/drawing/2014/main" id="{BEB55E6B-2581-F7FB-F3E7-90EA1C4D809F}"/>
              </a:ext>
            </a:extLst>
          </p:cNvPr>
          <p:cNvCxnSpPr>
            <a:cxnSpLocks/>
            <a:stCxn id="3" idx="3"/>
            <a:endCxn id="17" idx="1"/>
          </p:cNvCxnSpPr>
          <p:nvPr/>
        </p:nvCxnSpPr>
        <p:spPr>
          <a:xfrm flipV="1">
            <a:off x="3846561" y="3738057"/>
            <a:ext cx="1216144" cy="16443"/>
          </a:xfrm>
          <a:prstGeom prst="straightConnector1">
            <a:avLst/>
          </a:prstGeom>
          <a:ln w="57150">
            <a:solidFill>
              <a:schemeClr val="tx1">
                <a:lumMod val="65000"/>
                <a:lumOff val="35000"/>
              </a:schemeClr>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23" name="Isosceles Triangle 22">
            <a:extLst>
              <a:ext uri="{FF2B5EF4-FFF2-40B4-BE49-F238E27FC236}">
                <a16:creationId xmlns:a16="http://schemas.microsoft.com/office/drawing/2014/main" id="{389E44A8-A3B1-806E-2329-0D6264476EE1}"/>
              </a:ext>
            </a:extLst>
          </p:cNvPr>
          <p:cNvSpPr/>
          <p:nvPr/>
        </p:nvSpPr>
        <p:spPr>
          <a:xfrm>
            <a:off x="5575139" y="4271661"/>
            <a:ext cx="520861" cy="356242"/>
          </a:xfrm>
          <a:prstGeom prst="triangl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7" name="Rectangle: Rounded Corners 16">
            <a:extLst>
              <a:ext uri="{FF2B5EF4-FFF2-40B4-BE49-F238E27FC236}">
                <a16:creationId xmlns:a16="http://schemas.microsoft.com/office/drawing/2014/main" id="{F2A5252E-BC9A-D223-D47A-35FE0E2A9132}"/>
              </a:ext>
            </a:extLst>
          </p:cNvPr>
          <p:cNvSpPr/>
          <p:nvPr/>
        </p:nvSpPr>
        <p:spPr>
          <a:xfrm>
            <a:off x="5062705" y="3533593"/>
            <a:ext cx="2116241" cy="408928"/>
          </a:xfrm>
          <a:prstGeom prst="roundRect">
            <a:avLst/>
          </a:prstGeom>
          <a:solidFill>
            <a:schemeClr val="accent2">
              <a:lumMod val="75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 name="Title 1">
            <a:extLst>
              <a:ext uri="{FF2B5EF4-FFF2-40B4-BE49-F238E27FC236}">
                <a16:creationId xmlns:a16="http://schemas.microsoft.com/office/drawing/2014/main" id="{282C5776-8247-E6B2-1FDD-FE63BFA646AB}"/>
              </a:ext>
            </a:extLst>
          </p:cNvPr>
          <p:cNvSpPr txBox="1">
            <a:spLocks/>
          </p:cNvSpPr>
          <p:nvPr/>
        </p:nvSpPr>
        <p:spPr>
          <a:xfrm>
            <a:off x="5173364" y="3574323"/>
            <a:ext cx="1984877" cy="356242"/>
          </a:xfrm>
          <a:prstGeom prst="rect">
            <a:avLst/>
          </a:prstGeom>
          <a:effectLst/>
        </p:spPr>
        <p:txBody>
          <a:bodyPr vert="horz" lIns="91440" tIns="45720" rIns="91440" bIns="45720" rtlCol="0" anchor="t">
            <a:normAutofit fontScale="25000" lnSpcReduction="20000"/>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8500" b="1" dirty="0">
                <a:solidFill>
                  <a:schemeClr val="bg1">
                    <a:lumMod val="95000"/>
                  </a:schemeClr>
                </a:solidFill>
                <a:latin typeface="Arial Black" panose="020B0A04020102020204" pitchFamily="34" charset="0"/>
              </a:rPr>
              <a:t>Web actions</a:t>
            </a:r>
            <a:br>
              <a:rPr lang="en-AU" b="1" dirty="0">
                <a:solidFill>
                  <a:schemeClr val="bg1">
                    <a:lumMod val="95000"/>
                  </a:schemeClr>
                </a:solidFill>
              </a:rPr>
            </a:br>
            <a:br>
              <a:rPr lang="en-AU" b="1" dirty="0">
                <a:solidFill>
                  <a:schemeClr val="bg1">
                    <a:lumMod val="95000"/>
                  </a:schemeClr>
                </a:solidFill>
              </a:rPr>
            </a:br>
            <a:endParaRPr lang="en-AU" sz="2200" b="1" dirty="0">
              <a:solidFill>
                <a:schemeClr val="bg1">
                  <a:lumMod val="95000"/>
                </a:schemeClr>
              </a:solidFill>
            </a:endParaRPr>
          </a:p>
        </p:txBody>
      </p:sp>
      <p:sp>
        <p:nvSpPr>
          <p:cNvPr id="25" name="Isosceles Triangle 24">
            <a:extLst>
              <a:ext uri="{FF2B5EF4-FFF2-40B4-BE49-F238E27FC236}">
                <a16:creationId xmlns:a16="http://schemas.microsoft.com/office/drawing/2014/main" id="{E018F692-A34D-59EF-E1FA-0BAE7CF53BE7}"/>
              </a:ext>
            </a:extLst>
          </p:cNvPr>
          <p:cNvSpPr/>
          <p:nvPr/>
        </p:nvSpPr>
        <p:spPr>
          <a:xfrm rot="10800000">
            <a:off x="2267579" y="2951722"/>
            <a:ext cx="520861" cy="356242"/>
          </a:xfrm>
          <a:prstGeom prst="triangl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 name="Rectangle: Rounded Corners 16">
            <a:extLst>
              <a:ext uri="{FF2B5EF4-FFF2-40B4-BE49-F238E27FC236}">
                <a16:creationId xmlns:a16="http://schemas.microsoft.com/office/drawing/2014/main" id="{EF08F454-C04A-E34A-FBC7-A822DDD6A3FF}"/>
              </a:ext>
            </a:extLst>
          </p:cNvPr>
          <p:cNvSpPr/>
          <p:nvPr/>
        </p:nvSpPr>
        <p:spPr>
          <a:xfrm>
            <a:off x="8546139" y="3536705"/>
            <a:ext cx="2116241" cy="408928"/>
          </a:xfrm>
          <a:prstGeom prst="roundRect">
            <a:avLst/>
          </a:prstGeom>
          <a:solidFill>
            <a:schemeClr val="accent2">
              <a:lumMod val="75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Title 1">
            <a:extLst>
              <a:ext uri="{FF2B5EF4-FFF2-40B4-BE49-F238E27FC236}">
                <a16:creationId xmlns:a16="http://schemas.microsoft.com/office/drawing/2014/main" id="{587F780C-A114-433D-89F5-68F22BE45F4D}"/>
              </a:ext>
            </a:extLst>
          </p:cNvPr>
          <p:cNvSpPr txBox="1">
            <a:spLocks/>
          </p:cNvSpPr>
          <p:nvPr/>
        </p:nvSpPr>
        <p:spPr>
          <a:xfrm>
            <a:off x="8656798" y="3577435"/>
            <a:ext cx="1984877" cy="356242"/>
          </a:xfrm>
          <a:prstGeom prst="rect">
            <a:avLst/>
          </a:prstGeom>
          <a:effectLst/>
        </p:spPr>
        <p:txBody>
          <a:bodyPr vert="horz" lIns="91440" tIns="45720" rIns="91440" bIns="45720" rtlCol="0" anchor="t">
            <a:normAutofit fontScale="25000" lnSpcReduction="20000"/>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8500" b="1" dirty="0">
                <a:solidFill>
                  <a:schemeClr val="bg1">
                    <a:lumMod val="95000"/>
                  </a:schemeClr>
                </a:solidFill>
                <a:latin typeface="Arial Black" panose="020B0A04020102020204" pitchFamily="34" charset="0"/>
              </a:rPr>
              <a:t>Page Object</a:t>
            </a:r>
            <a:br>
              <a:rPr lang="en-AU" b="1" dirty="0">
                <a:solidFill>
                  <a:schemeClr val="bg1">
                    <a:lumMod val="95000"/>
                  </a:schemeClr>
                </a:solidFill>
              </a:rPr>
            </a:br>
            <a:br>
              <a:rPr lang="en-AU" b="1" dirty="0">
                <a:solidFill>
                  <a:schemeClr val="bg1">
                    <a:lumMod val="95000"/>
                  </a:schemeClr>
                </a:solidFill>
              </a:rPr>
            </a:br>
            <a:endParaRPr lang="en-AU" sz="2200" b="1" dirty="0">
              <a:solidFill>
                <a:schemeClr val="bg1">
                  <a:lumMod val="95000"/>
                </a:schemeClr>
              </a:solidFill>
            </a:endParaRPr>
          </a:p>
        </p:txBody>
      </p:sp>
      <p:cxnSp>
        <p:nvCxnSpPr>
          <p:cNvPr id="11" name="Straight Arrow Connector 10">
            <a:extLst>
              <a:ext uri="{FF2B5EF4-FFF2-40B4-BE49-F238E27FC236}">
                <a16:creationId xmlns:a16="http://schemas.microsoft.com/office/drawing/2014/main" id="{EC0AA796-56B7-18A0-01F3-FE49B9F72DD4}"/>
              </a:ext>
            </a:extLst>
          </p:cNvPr>
          <p:cNvCxnSpPr>
            <a:cxnSpLocks/>
            <a:stCxn id="9" idx="3"/>
            <a:endCxn id="4" idx="1"/>
          </p:cNvCxnSpPr>
          <p:nvPr/>
        </p:nvCxnSpPr>
        <p:spPr>
          <a:xfrm flipV="1">
            <a:off x="7158241" y="3741169"/>
            <a:ext cx="1387898" cy="11275"/>
          </a:xfrm>
          <a:prstGeom prst="straightConnector1">
            <a:avLst/>
          </a:prstGeom>
          <a:ln w="57150">
            <a:solidFill>
              <a:schemeClr val="tx1">
                <a:lumMod val="65000"/>
                <a:lumOff val="35000"/>
              </a:schemeClr>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742700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984567" y="603056"/>
            <a:ext cx="5618364" cy="646332"/>
          </a:xfrm>
          <a:effectLst/>
        </p:spPr>
        <p:txBody>
          <a:bodyPr>
            <a:normAutofit/>
          </a:bodyPr>
          <a:lstStyle/>
          <a:p>
            <a:r>
              <a:rPr lang="en-AU" sz="3200" b="1" dirty="0">
                <a:solidFill>
                  <a:srgbClr val="0070C0"/>
                </a:solidFill>
              </a:rPr>
              <a:t>Conceptual Model</a:t>
            </a:r>
            <a:endParaRPr lang="en-AU" sz="3200" b="1" dirty="0">
              <a:solidFill>
                <a:schemeClr val="accent2"/>
              </a:solidFill>
            </a:endParaRPr>
          </a:p>
        </p:txBody>
      </p:sp>
      <p:pic>
        <p:nvPicPr>
          <p:cNvPr id="4" name="Picture 3">
            <a:extLst>
              <a:ext uri="{FF2B5EF4-FFF2-40B4-BE49-F238E27FC236}">
                <a16:creationId xmlns:a16="http://schemas.microsoft.com/office/drawing/2014/main" id="{48681225-B431-04C6-41F3-A3F96B70C530}"/>
              </a:ext>
            </a:extLst>
          </p:cNvPr>
          <p:cNvPicPr>
            <a:picLocks noChangeAspect="1"/>
          </p:cNvPicPr>
          <p:nvPr/>
        </p:nvPicPr>
        <p:blipFill>
          <a:blip r:embed="rId3"/>
          <a:stretch>
            <a:fillRect/>
          </a:stretch>
        </p:blipFill>
        <p:spPr>
          <a:xfrm>
            <a:off x="984567" y="1641273"/>
            <a:ext cx="9827533" cy="4440317"/>
          </a:xfrm>
          <a:prstGeom prst="rect">
            <a:avLst/>
          </a:prstGeom>
        </p:spPr>
      </p:pic>
    </p:spTree>
    <p:extLst>
      <p:ext uri="{BB962C8B-B14F-4D97-AF65-F5344CB8AC3E}">
        <p14:creationId xmlns:p14="http://schemas.microsoft.com/office/powerpoint/2010/main" val="22781983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BC3F0563-561D-C765-EE71-26FD32BF0185}"/>
              </a:ext>
            </a:extLst>
          </p:cNvPr>
          <p:cNvSpPr/>
          <p:nvPr/>
        </p:nvSpPr>
        <p:spPr>
          <a:xfrm>
            <a:off x="658367" y="3328595"/>
            <a:ext cx="8454771" cy="786734"/>
          </a:xfrm>
          <a:prstGeom prst="rect">
            <a:avLst/>
          </a:prstGeom>
          <a:solidFill>
            <a:schemeClr val="bg1"/>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dirty="0">
              <a:solidFill>
                <a:schemeClr val="tx1">
                  <a:lumMod val="65000"/>
                  <a:lumOff val="35000"/>
                </a:schemeClr>
              </a:solidFill>
            </a:endParaRPr>
          </a:p>
        </p:txBody>
      </p:sp>
      <p:sp>
        <p:nvSpPr>
          <p:cNvPr id="2" name="Title 1"/>
          <p:cNvSpPr>
            <a:spLocks noGrp="1"/>
          </p:cNvSpPr>
          <p:nvPr>
            <p:ph type="title"/>
          </p:nvPr>
        </p:nvSpPr>
        <p:spPr>
          <a:xfrm>
            <a:off x="984567" y="463096"/>
            <a:ext cx="7804340" cy="715164"/>
          </a:xfrm>
          <a:effectLst/>
        </p:spPr>
        <p:txBody>
          <a:bodyPr>
            <a:normAutofit fontScale="90000"/>
          </a:bodyPr>
          <a:lstStyle/>
          <a:p>
            <a:r>
              <a:rPr lang="en-AU" dirty="0">
                <a:solidFill>
                  <a:srgbClr val="0070C0"/>
                </a:solidFill>
                <a:latin typeface="Arial Black" panose="020B0A04020102020204" pitchFamily="34" charset="0"/>
              </a:rPr>
              <a:t>Implementation Model</a:t>
            </a:r>
            <a:br>
              <a:rPr lang="en-AU" dirty="0">
                <a:solidFill>
                  <a:srgbClr val="0070C0"/>
                </a:solidFill>
                <a:latin typeface="Arial Black" panose="020B0A04020102020204" pitchFamily="34" charset="0"/>
              </a:rPr>
            </a:br>
            <a:endParaRPr lang="en-AU" sz="2000" dirty="0">
              <a:solidFill>
                <a:schemeClr val="accent2"/>
              </a:solidFill>
              <a:latin typeface="Arial Black" panose="020B0A04020102020204" pitchFamily="34" charset="0"/>
            </a:endParaRPr>
          </a:p>
        </p:txBody>
      </p:sp>
      <p:sp>
        <p:nvSpPr>
          <p:cNvPr id="9" name="Rectangle 8">
            <a:extLst>
              <a:ext uri="{FF2B5EF4-FFF2-40B4-BE49-F238E27FC236}">
                <a16:creationId xmlns:a16="http://schemas.microsoft.com/office/drawing/2014/main" id="{7A6A9906-5751-44CE-37E0-BE40415D3D93}"/>
              </a:ext>
            </a:extLst>
          </p:cNvPr>
          <p:cNvSpPr/>
          <p:nvPr/>
        </p:nvSpPr>
        <p:spPr>
          <a:xfrm>
            <a:off x="984567" y="3513262"/>
            <a:ext cx="2206752"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solidFill>
                  <a:schemeClr val="tx1">
                    <a:lumMod val="65000"/>
                    <a:lumOff val="35000"/>
                  </a:schemeClr>
                </a:solidFill>
              </a:rPr>
              <a:t>Login Page class</a:t>
            </a:r>
          </a:p>
        </p:txBody>
      </p:sp>
      <p:sp>
        <p:nvSpPr>
          <p:cNvPr id="12" name="Rectangle 11">
            <a:extLst>
              <a:ext uri="{FF2B5EF4-FFF2-40B4-BE49-F238E27FC236}">
                <a16:creationId xmlns:a16="http://schemas.microsoft.com/office/drawing/2014/main" id="{1EDFED13-4CEB-B7E1-F7CD-6C90079D0A61}"/>
              </a:ext>
            </a:extLst>
          </p:cNvPr>
          <p:cNvSpPr/>
          <p:nvPr/>
        </p:nvSpPr>
        <p:spPr>
          <a:xfrm>
            <a:off x="3799331" y="2299150"/>
            <a:ext cx="2068036" cy="427378"/>
          </a:xfrm>
          <a:prstGeom prst="rect">
            <a:avLst/>
          </a:prstGeom>
          <a:solidFill>
            <a:schemeClr val="bg1"/>
          </a:solid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solidFill>
                  <a:schemeClr val="tx1">
                    <a:lumMod val="65000"/>
                    <a:lumOff val="35000"/>
                  </a:schemeClr>
                </a:solidFill>
              </a:rPr>
              <a:t>Base Page Class</a:t>
            </a:r>
          </a:p>
        </p:txBody>
      </p:sp>
      <p:sp>
        <p:nvSpPr>
          <p:cNvPr id="13" name="Rectangle 12">
            <a:extLst>
              <a:ext uri="{FF2B5EF4-FFF2-40B4-BE49-F238E27FC236}">
                <a16:creationId xmlns:a16="http://schemas.microsoft.com/office/drawing/2014/main" id="{DC5D6C4F-2762-3F37-043B-534C53CB59F3}"/>
              </a:ext>
            </a:extLst>
          </p:cNvPr>
          <p:cNvSpPr/>
          <p:nvPr/>
        </p:nvSpPr>
        <p:spPr>
          <a:xfrm>
            <a:off x="1058068" y="4802277"/>
            <a:ext cx="2059749"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solidFill>
                  <a:schemeClr val="tx1">
                    <a:lumMod val="65000"/>
                    <a:lumOff val="35000"/>
                  </a:schemeClr>
                </a:solidFill>
              </a:rPr>
              <a:t>Login Test Logic</a:t>
            </a:r>
          </a:p>
        </p:txBody>
      </p:sp>
      <p:sp>
        <p:nvSpPr>
          <p:cNvPr id="17" name="TextBox 16">
            <a:extLst>
              <a:ext uri="{FF2B5EF4-FFF2-40B4-BE49-F238E27FC236}">
                <a16:creationId xmlns:a16="http://schemas.microsoft.com/office/drawing/2014/main" id="{FDACAEB8-8ED3-ABF0-85CE-2B5FDCFAA7C6}"/>
              </a:ext>
            </a:extLst>
          </p:cNvPr>
          <p:cNvSpPr txBox="1"/>
          <p:nvPr/>
        </p:nvSpPr>
        <p:spPr>
          <a:xfrm>
            <a:off x="8948166" y="1959364"/>
            <a:ext cx="3243834" cy="646331"/>
          </a:xfrm>
          <a:prstGeom prst="rect">
            <a:avLst/>
          </a:prstGeom>
          <a:noFill/>
        </p:spPr>
        <p:txBody>
          <a:bodyPr wrap="square">
            <a:spAutoFit/>
          </a:bodyPr>
          <a:lstStyle/>
          <a:p>
            <a:r>
              <a:rPr lang="en-AU" b="1" dirty="0">
                <a:solidFill>
                  <a:schemeClr val="accent2"/>
                </a:solidFill>
              </a:rPr>
              <a:t> single place to change in case of UI changes</a:t>
            </a:r>
            <a:endParaRPr lang="en-AU" dirty="0"/>
          </a:p>
        </p:txBody>
      </p:sp>
      <p:cxnSp>
        <p:nvCxnSpPr>
          <p:cNvPr id="19" name="Connector: Curved 18">
            <a:extLst>
              <a:ext uri="{FF2B5EF4-FFF2-40B4-BE49-F238E27FC236}">
                <a16:creationId xmlns:a16="http://schemas.microsoft.com/office/drawing/2014/main" id="{C29AAF98-B1A0-47FA-56B6-07D271D7A0A9}"/>
              </a:ext>
            </a:extLst>
          </p:cNvPr>
          <p:cNvCxnSpPr>
            <a:cxnSpLocks/>
            <a:stCxn id="27" idx="3"/>
          </p:cNvCxnSpPr>
          <p:nvPr/>
        </p:nvCxnSpPr>
        <p:spPr>
          <a:xfrm flipV="1">
            <a:off x="9113138" y="2704384"/>
            <a:ext cx="1198562" cy="1017578"/>
          </a:xfrm>
          <a:prstGeom prst="curvedConnector3">
            <a:avLst>
              <a:gd name="adj1" fmla="val 50000"/>
            </a:avLst>
          </a:prstGeom>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D82B6CC7-2BC4-2C13-0433-E9A74554185C}"/>
              </a:ext>
            </a:extLst>
          </p:cNvPr>
          <p:cNvSpPr/>
          <p:nvPr/>
        </p:nvSpPr>
        <p:spPr>
          <a:xfrm>
            <a:off x="3286506" y="3513262"/>
            <a:ext cx="2206752"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solidFill>
                  <a:schemeClr val="tx1">
                    <a:lumMod val="65000"/>
                    <a:lumOff val="35000"/>
                  </a:schemeClr>
                </a:solidFill>
              </a:rPr>
              <a:t>display Page class</a:t>
            </a:r>
          </a:p>
        </p:txBody>
      </p:sp>
      <p:sp>
        <p:nvSpPr>
          <p:cNvPr id="5" name="Rectangle 4">
            <a:extLst>
              <a:ext uri="{FF2B5EF4-FFF2-40B4-BE49-F238E27FC236}">
                <a16:creationId xmlns:a16="http://schemas.microsoft.com/office/drawing/2014/main" id="{45C9548D-742B-CE33-AFB6-64C43ABB1DFB}"/>
              </a:ext>
            </a:extLst>
          </p:cNvPr>
          <p:cNvSpPr/>
          <p:nvPr/>
        </p:nvSpPr>
        <p:spPr>
          <a:xfrm>
            <a:off x="6582155" y="3517607"/>
            <a:ext cx="2206752"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solidFill>
                  <a:schemeClr val="tx1">
                    <a:lumMod val="65000"/>
                    <a:lumOff val="35000"/>
                  </a:schemeClr>
                </a:solidFill>
              </a:rPr>
              <a:t>Cart Page class</a:t>
            </a:r>
          </a:p>
        </p:txBody>
      </p:sp>
      <p:cxnSp>
        <p:nvCxnSpPr>
          <p:cNvPr id="7" name="Connector: Curved 6">
            <a:extLst>
              <a:ext uri="{FF2B5EF4-FFF2-40B4-BE49-F238E27FC236}">
                <a16:creationId xmlns:a16="http://schemas.microsoft.com/office/drawing/2014/main" id="{F4A06DA2-2F3E-62BB-EDBC-7DC2C3B1BFF3}"/>
              </a:ext>
            </a:extLst>
          </p:cNvPr>
          <p:cNvCxnSpPr>
            <a:stCxn id="9" idx="0"/>
            <a:endCxn id="12" idx="2"/>
          </p:cNvCxnSpPr>
          <p:nvPr/>
        </p:nvCxnSpPr>
        <p:spPr>
          <a:xfrm rot="5400000" flipH="1" flipV="1">
            <a:off x="3067279" y="1747192"/>
            <a:ext cx="786734" cy="2745406"/>
          </a:xfrm>
          <a:prstGeom prst="curvedConnector3">
            <a:avLst/>
          </a:prstGeom>
          <a:ln w="3810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 name="Connector: Curved 7">
            <a:extLst>
              <a:ext uri="{FF2B5EF4-FFF2-40B4-BE49-F238E27FC236}">
                <a16:creationId xmlns:a16="http://schemas.microsoft.com/office/drawing/2014/main" id="{FD00ACC4-F241-7EF4-AEA9-E17F96802D7A}"/>
              </a:ext>
            </a:extLst>
          </p:cNvPr>
          <p:cNvCxnSpPr>
            <a:cxnSpLocks/>
            <a:stCxn id="3" idx="0"/>
            <a:endCxn id="12" idx="2"/>
          </p:cNvCxnSpPr>
          <p:nvPr/>
        </p:nvCxnSpPr>
        <p:spPr>
          <a:xfrm rot="5400000" flipH="1" flipV="1">
            <a:off x="4218248" y="2898162"/>
            <a:ext cx="786734" cy="443467"/>
          </a:xfrm>
          <a:prstGeom prst="curvedConnector3">
            <a:avLst>
              <a:gd name="adj1" fmla="val 50000"/>
            </a:avLst>
          </a:prstGeom>
          <a:ln w="3810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 name="Connector: Curved 15">
            <a:extLst>
              <a:ext uri="{FF2B5EF4-FFF2-40B4-BE49-F238E27FC236}">
                <a16:creationId xmlns:a16="http://schemas.microsoft.com/office/drawing/2014/main" id="{D72906BF-FA03-B969-0697-38B188EB03D1}"/>
              </a:ext>
            </a:extLst>
          </p:cNvPr>
          <p:cNvCxnSpPr>
            <a:cxnSpLocks/>
            <a:stCxn id="5" idx="0"/>
            <a:endCxn id="12" idx="2"/>
          </p:cNvCxnSpPr>
          <p:nvPr/>
        </p:nvCxnSpPr>
        <p:spPr>
          <a:xfrm rot="16200000" flipV="1">
            <a:off x="5863901" y="1695977"/>
            <a:ext cx="791079" cy="2852182"/>
          </a:xfrm>
          <a:prstGeom prst="curvedConnector3">
            <a:avLst>
              <a:gd name="adj1" fmla="val 50000"/>
            </a:avLst>
          </a:prstGeom>
          <a:ln w="3810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E9CFB9EA-085F-EFEF-984F-54139940CD8A}"/>
              </a:ext>
            </a:extLst>
          </p:cNvPr>
          <p:cNvSpPr/>
          <p:nvPr/>
        </p:nvSpPr>
        <p:spPr>
          <a:xfrm>
            <a:off x="3286506" y="4802276"/>
            <a:ext cx="2206752"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solidFill>
                  <a:schemeClr val="tx1">
                    <a:lumMod val="65000"/>
                    <a:lumOff val="35000"/>
                  </a:schemeClr>
                </a:solidFill>
              </a:rPr>
              <a:t>Display Test Logic</a:t>
            </a:r>
          </a:p>
        </p:txBody>
      </p:sp>
      <p:sp>
        <p:nvSpPr>
          <p:cNvPr id="30" name="Rectangle 29">
            <a:extLst>
              <a:ext uri="{FF2B5EF4-FFF2-40B4-BE49-F238E27FC236}">
                <a16:creationId xmlns:a16="http://schemas.microsoft.com/office/drawing/2014/main" id="{E22115CE-2AF0-E0C0-687C-1453B01EBABC}"/>
              </a:ext>
            </a:extLst>
          </p:cNvPr>
          <p:cNvSpPr/>
          <p:nvPr/>
        </p:nvSpPr>
        <p:spPr>
          <a:xfrm>
            <a:off x="6582155" y="4838229"/>
            <a:ext cx="2206752"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solidFill>
                  <a:schemeClr val="tx1">
                    <a:lumMod val="65000"/>
                    <a:lumOff val="35000"/>
                  </a:schemeClr>
                </a:solidFill>
              </a:rPr>
              <a:t>Cart Test Logic</a:t>
            </a:r>
          </a:p>
        </p:txBody>
      </p:sp>
      <p:cxnSp>
        <p:nvCxnSpPr>
          <p:cNvPr id="32" name="Straight Arrow Connector 31">
            <a:extLst>
              <a:ext uri="{FF2B5EF4-FFF2-40B4-BE49-F238E27FC236}">
                <a16:creationId xmlns:a16="http://schemas.microsoft.com/office/drawing/2014/main" id="{C135E90A-804B-4AB8-2A22-64D91D19F10B}"/>
              </a:ext>
            </a:extLst>
          </p:cNvPr>
          <p:cNvCxnSpPr>
            <a:stCxn id="13" idx="0"/>
            <a:endCxn id="9" idx="2"/>
          </p:cNvCxnSpPr>
          <p:nvPr/>
        </p:nvCxnSpPr>
        <p:spPr>
          <a:xfrm flipV="1">
            <a:off x="2087943" y="3882594"/>
            <a:ext cx="0" cy="919683"/>
          </a:xfrm>
          <a:prstGeom prst="straightConnector1">
            <a:avLst/>
          </a:prstGeom>
          <a:ln w="3810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2FEBA790-B6CD-AD0A-E5A0-DBB40A0FF187}"/>
              </a:ext>
            </a:extLst>
          </p:cNvPr>
          <p:cNvCxnSpPr>
            <a:cxnSpLocks/>
            <a:stCxn id="22" idx="0"/>
            <a:endCxn id="3" idx="2"/>
          </p:cNvCxnSpPr>
          <p:nvPr/>
        </p:nvCxnSpPr>
        <p:spPr>
          <a:xfrm flipV="1">
            <a:off x="4389882" y="3882594"/>
            <a:ext cx="0" cy="919682"/>
          </a:xfrm>
          <a:prstGeom prst="straightConnector1">
            <a:avLst/>
          </a:prstGeom>
          <a:ln w="3810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A2F301B4-4B9C-13CB-409A-BDF3C31D971F}"/>
              </a:ext>
            </a:extLst>
          </p:cNvPr>
          <p:cNvCxnSpPr>
            <a:cxnSpLocks/>
            <a:stCxn id="30" idx="0"/>
          </p:cNvCxnSpPr>
          <p:nvPr/>
        </p:nvCxnSpPr>
        <p:spPr>
          <a:xfrm flipH="1" flipV="1">
            <a:off x="7685530" y="3869219"/>
            <a:ext cx="1" cy="969010"/>
          </a:xfrm>
          <a:prstGeom prst="straightConnector1">
            <a:avLst/>
          </a:prstGeom>
          <a:ln w="3810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645217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85175" y="3014273"/>
            <a:ext cx="8306120" cy="646332"/>
          </a:xfrm>
          <a:effectLst/>
        </p:spPr>
        <p:txBody>
          <a:bodyPr>
            <a:normAutofit/>
          </a:bodyPr>
          <a:lstStyle/>
          <a:p>
            <a:r>
              <a:rPr lang="en-AU" sz="3200" b="1" dirty="0">
                <a:solidFill>
                  <a:srgbClr val="0070C0"/>
                </a:solidFill>
              </a:rPr>
              <a:t>Selenium POM Implementation</a:t>
            </a:r>
            <a:endParaRPr lang="en-AU" sz="3200" b="1" dirty="0">
              <a:solidFill>
                <a:schemeClr val="accent2"/>
              </a:solidFill>
            </a:endParaRPr>
          </a:p>
        </p:txBody>
      </p:sp>
    </p:spTree>
    <p:extLst>
      <p:ext uri="{BB962C8B-B14F-4D97-AF65-F5344CB8AC3E}">
        <p14:creationId xmlns:p14="http://schemas.microsoft.com/office/powerpoint/2010/main" val="3732514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984567" y="463096"/>
            <a:ext cx="3477705" cy="646332"/>
          </a:xfrm>
          <a:effectLst/>
        </p:spPr>
        <p:txBody>
          <a:bodyPr>
            <a:normAutofit/>
          </a:bodyPr>
          <a:lstStyle/>
          <a:p>
            <a:r>
              <a:rPr lang="en-AU" sz="2800" b="1" dirty="0">
                <a:solidFill>
                  <a:srgbClr val="0070C0"/>
                </a:solidFill>
              </a:rPr>
              <a:t>Page Factory</a:t>
            </a:r>
            <a:endParaRPr lang="en-AU" sz="2800" b="1" dirty="0">
              <a:solidFill>
                <a:schemeClr val="accent2"/>
              </a:solidFill>
            </a:endParaRPr>
          </a:p>
        </p:txBody>
      </p:sp>
      <p:pic>
        <p:nvPicPr>
          <p:cNvPr id="2050" name="Picture 2" descr="Page Object Model (POM) &amp; Page Factory in Selenium: Complete Tutorial">
            <a:extLst>
              <a:ext uri="{FF2B5EF4-FFF2-40B4-BE49-F238E27FC236}">
                <a16:creationId xmlns:a16="http://schemas.microsoft.com/office/drawing/2014/main" id="{1620E799-545E-FF9F-5705-677B8108E3D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5360" y="2135017"/>
            <a:ext cx="8583168" cy="351129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6FD1F3A0-B943-E6EB-4711-7EB20D31AD2C}"/>
              </a:ext>
            </a:extLst>
          </p:cNvPr>
          <p:cNvSpPr txBox="1"/>
          <p:nvPr/>
        </p:nvSpPr>
        <p:spPr>
          <a:xfrm>
            <a:off x="5360670" y="504636"/>
            <a:ext cx="6094476" cy="923330"/>
          </a:xfrm>
          <a:prstGeom prst="rect">
            <a:avLst/>
          </a:prstGeom>
          <a:noFill/>
        </p:spPr>
        <p:txBody>
          <a:bodyPr wrap="square">
            <a:spAutoFit/>
          </a:bodyPr>
          <a:lstStyle/>
          <a:p>
            <a:r>
              <a:rPr lang="en-AU" dirty="0">
                <a:solidFill>
                  <a:schemeClr val="tx1">
                    <a:lumMod val="50000"/>
                    <a:lumOff val="50000"/>
                  </a:schemeClr>
                </a:solidFill>
              </a:rPr>
              <a:t>the name given to several </a:t>
            </a:r>
            <a:r>
              <a:rPr lang="en-AU" b="1" i="1" dirty="0">
                <a:solidFill>
                  <a:schemeClr val="accent2"/>
                </a:solidFill>
              </a:rPr>
              <a:t>support classes </a:t>
            </a:r>
            <a:r>
              <a:rPr lang="en-AU" dirty="0">
                <a:solidFill>
                  <a:schemeClr val="tx1">
                    <a:lumMod val="50000"/>
                    <a:lumOff val="50000"/>
                  </a:schemeClr>
                </a:solidFill>
              </a:rPr>
              <a:t>provided by the Selenium WebDriver API to ease the implementation of page object classes. </a:t>
            </a:r>
          </a:p>
        </p:txBody>
      </p:sp>
      <p:cxnSp>
        <p:nvCxnSpPr>
          <p:cNvPr id="7" name="Connector: Curved 6">
            <a:extLst>
              <a:ext uri="{FF2B5EF4-FFF2-40B4-BE49-F238E27FC236}">
                <a16:creationId xmlns:a16="http://schemas.microsoft.com/office/drawing/2014/main" id="{D202691B-6712-EB97-6804-0FB83A742906}"/>
              </a:ext>
            </a:extLst>
          </p:cNvPr>
          <p:cNvCxnSpPr>
            <a:cxnSpLocks/>
            <a:endCxn id="5" idx="1"/>
          </p:cNvCxnSpPr>
          <p:nvPr/>
        </p:nvCxnSpPr>
        <p:spPr>
          <a:xfrm rot="5400000" flipH="1" flipV="1">
            <a:off x="2674282" y="1126660"/>
            <a:ext cx="2846747" cy="2526030"/>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610572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35C670E-63B0-40F3-038F-453D065A4BAD}"/>
              </a:ext>
            </a:extLst>
          </p:cNvPr>
          <p:cNvPicPr>
            <a:picLocks noChangeAspect="1"/>
          </p:cNvPicPr>
          <p:nvPr/>
        </p:nvPicPr>
        <p:blipFill>
          <a:blip r:embed="rId3"/>
          <a:stretch>
            <a:fillRect/>
          </a:stretch>
        </p:blipFill>
        <p:spPr>
          <a:xfrm>
            <a:off x="775239" y="1042416"/>
            <a:ext cx="10641521" cy="2804185"/>
          </a:xfrm>
          <a:prstGeom prst="rect">
            <a:avLst/>
          </a:prstGeom>
        </p:spPr>
      </p:pic>
    </p:spTree>
    <p:extLst>
      <p:ext uri="{BB962C8B-B14F-4D97-AF65-F5344CB8AC3E}">
        <p14:creationId xmlns:p14="http://schemas.microsoft.com/office/powerpoint/2010/main" val="17140099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325134" y="933545"/>
            <a:ext cx="6931152" cy="646332"/>
          </a:xfrm>
          <a:effectLst/>
        </p:spPr>
        <p:txBody>
          <a:bodyPr>
            <a:normAutofit/>
          </a:bodyPr>
          <a:lstStyle/>
          <a:p>
            <a:r>
              <a:rPr lang="en-AU" sz="3200" b="1" dirty="0">
                <a:solidFill>
                  <a:srgbClr val="0070C0"/>
                </a:solidFill>
              </a:rPr>
              <a:t>Advantages of POM</a:t>
            </a:r>
          </a:p>
        </p:txBody>
      </p:sp>
      <p:sp>
        <p:nvSpPr>
          <p:cNvPr id="4" name="TextBox 3">
            <a:extLst>
              <a:ext uri="{FF2B5EF4-FFF2-40B4-BE49-F238E27FC236}">
                <a16:creationId xmlns:a16="http://schemas.microsoft.com/office/drawing/2014/main" id="{C830D076-B848-69FC-DA22-1471449909F3}"/>
              </a:ext>
            </a:extLst>
          </p:cNvPr>
          <p:cNvSpPr txBox="1"/>
          <p:nvPr/>
        </p:nvSpPr>
        <p:spPr>
          <a:xfrm>
            <a:off x="1325134" y="1975371"/>
            <a:ext cx="2248490" cy="369332"/>
          </a:xfrm>
          <a:prstGeom prst="rect">
            <a:avLst/>
          </a:prstGeom>
          <a:noFill/>
        </p:spPr>
        <p:txBody>
          <a:bodyPr wrap="square">
            <a:spAutoFit/>
          </a:bodyPr>
          <a:lstStyle/>
          <a:p>
            <a:pPr algn="l"/>
            <a:r>
              <a:rPr lang="en-AU" b="0" i="0" dirty="0">
                <a:solidFill>
                  <a:srgbClr val="000000"/>
                </a:solidFill>
                <a:effectLst/>
                <a:latin typeface="Inter"/>
              </a:rPr>
              <a:t>1. Maintainability</a:t>
            </a:r>
          </a:p>
        </p:txBody>
      </p:sp>
      <p:sp>
        <p:nvSpPr>
          <p:cNvPr id="6" name="TextBox 5">
            <a:extLst>
              <a:ext uri="{FF2B5EF4-FFF2-40B4-BE49-F238E27FC236}">
                <a16:creationId xmlns:a16="http://schemas.microsoft.com/office/drawing/2014/main" id="{0460CAB7-EC57-0634-7880-306AA7CCC7D1}"/>
              </a:ext>
            </a:extLst>
          </p:cNvPr>
          <p:cNvSpPr txBox="1"/>
          <p:nvPr/>
        </p:nvSpPr>
        <p:spPr>
          <a:xfrm>
            <a:off x="1325134" y="2555531"/>
            <a:ext cx="2453764" cy="369332"/>
          </a:xfrm>
          <a:prstGeom prst="rect">
            <a:avLst/>
          </a:prstGeom>
          <a:noFill/>
        </p:spPr>
        <p:txBody>
          <a:bodyPr wrap="square">
            <a:spAutoFit/>
          </a:bodyPr>
          <a:lstStyle/>
          <a:p>
            <a:pPr algn="l"/>
            <a:r>
              <a:rPr lang="en-AU" b="0" i="0" dirty="0">
                <a:solidFill>
                  <a:srgbClr val="000000"/>
                </a:solidFill>
                <a:effectLst/>
                <a:latin typeface="Inter"/>
              </a:rPr>
              <a:t>2. Code Reusability</a:t>
            </a:r>
          </a:p>
        </p:txBody>
      </p:sp>
      <p:sp>
        <p:nvSpPr>
          <p:cNvPr id="8" name="TextBox 7">
            <a:extLst>
              <a:ext uri="{FF2B5EF4-FFF2-40B4-BE49-F238E27FC236}">
                <a16:creationId xmlns:a16="http://schemas.microsoft.com/office/drawing/2014/main" id="{8C477123-085E-7841-F537-DAA978F582AE}"/>
              </a:ext>
            </a:extLst>
          </p:cNvPr>
          <p:cNvSpPr txBox="1"/>
          <p:nvPr/>
        </p:nvSpPr>
        <p:spPr>
          <a:xfrm>
            <a:off x="1325134" y="3059668"/>
            <a:ext cx="2845650" cy="369332"/>
          </a:xfrm>
          <a:prstGeom prst="rect">
            <a:avLst/>
          </a:prstGeom>
          <a:noFill/>
        </p:spPr>
        <p:txBody>
          <a:bodyPr wrap="square">
            <a:spAutoFit/>
          </a:bodyPr>
          <a:lstStyle/>
          <a:p>
            <a:pPr algn="l"/>
            <a:r>
              <a:rPr lang="en-AU" b="0" i="0" dirty="0">
                <a:solidFill>
                  <a:srgbClr val="000000"/>
                </a:solidFill>
                <a:effectLst/>
                <a:latin typeface="Inter"/>
              </a:rPr>
              <a:t>3. Clarity and Readability</a:t>
            </a:r>
          </a:p>
        </p:txBody>
      </p:sp>
      <p:sp>
        <p:nvSpPr>
          <p:cNvPr id="10" name="TextBox 9">
            <a:extLst>
              <a:ext uri="{FF2B5EF4-FFF2-40B4-BE49-F238E27FC236}">
                <a16:creationId xmlns:a16="http://schemas.microsoft.com/office/drawing/2014/main" id="{5560B510-F73E-B7CD-1D5E-B3DABD8B7FB1}"/>
              </a:ext>
            </a:extLst>
          </p:cNvPr>
          <p:cNvSpPr txBox="1"/>
          <p:nvPr/>
        </p:nvSpPr>
        <p:spPr>
          <a:xfrm>
            <a:off x="1325134" y="3563805"/>
            <a:ext cx="3405486" cy="369332"/>
          </a:xfrm>
          <a:prstGeom prst="rect">
            <a:avLst/>
          </a:prstGeom>
          <a:noFill/>
        </p:spPr>
        <p:txBody>
          <a:bodyPr wrap="square">
            <a:spAutoFit/>
          </a:bodyPr>
          <a:lstStyle/>
          <a:p>
            <a:pPr algn="l"/>
            <a:r>
              <a:rPr lang="en-AU" b="0" i="0" dirty="0">
                <a:solidFill>
                  <a:srgbClr val="000000"/>
                </a:solidFill>
                <a:effectLst/>
                <a:latin typeface="Inter"/>
              </a:rPr>
              <a:t>4. Decoupling Test Logic from UI</a:t>
            </a:r>
          </a:p>
        </p:txBody>
      </p:sp>
    </p:spTree>
    <p:extLst>
      <p:ext uri="{BB962C8B-B14F-4D97-AF65-F5344CB8AC3E}">
        <p14:creationId xmlns:p14="http://schemas.microsoft.com/office/powerpoint/2010/main" val="33420127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a:extLst>
            <a:ext uri="{FF2B5EF4-FFF2-40B4-BE49-F238E27FC236}">
              <a16:creationId xmlns:a16="http://schemas.microsoft.com/office/drawing/2014/main" id="{101E8775-FDBE-7095-D7A4-CAA02B0F77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74B32C-BA94-9F9B-ECB6-7A9282F00EBE}"/>
              </a:ext>
            </a:extLst>
          </p:cNvPr>
          <p:cNvSpPr>
            <a:spLocks noGrp="1"/>
          </p:cNvSpPr>
          <p:nvPr>
            <p:ph type="title"/>
          </p:nvPr>
        </p:nvSpPr>
        <p:spPr>
          <a:xfrm>
            <a:off x="923917" y="831864"/>
            <a:ext cx="6931152" cy="646332"/>
          </a:xfrm>
          <a:effectLst/>
        </p:spPr>
        <p:txBody>
          <a:bodyPr>
            <a:normAutofit/>
          </a:bodyPr>
          <a:lstStyle/>
          <a:p>
            <a:r>
              <a:rPr lang="en-AU" sz="3200" b="1" dirty="0">
                <a:solidFill>
                  <a:srgbClr val="0070C0"/>
                </a:solidFill>
              </a:rPr>
              <a:t>Disadvantages of POM</a:t>
            </a:r>
          </a:p>
        </p:txBody>
      </p:sp>
      <p:sp>
        <p:nvSpPr>
          <p:cNvPr id="5" name="TextBox 4">
            <a:extLst>
              <a:ext uri="{FF2B5EF4-FFF2-40B4-BE49-F238E27FC236}">
                <a16:creationId xmlns:a16="http://schemas.microsoft.com/office/drawing/2014/main" id="{18108CD9-764D-A717-E5CA-B8819A9E15DA}"/>
              </a:ext>
            </a:extLst>
          </p:cNvPr>
          <p:cNvSpPr txBox="1"/>
          <p:nvPr/>
        </p:nvSpPr>
        <p:spPr>
          <a:xfrm>
            <a:off x="923917" y="1691522"/>
            <a:ext cx="10627380" cy="1077218"/>
          </a:xfrm>
          <a:prstGeom prst="rect">
            <a:avLst/>
          </a:prstGeom>
          <a:noFill/>
        </p:spPr>
        <p:txBody>
          <a:bodyPr wrap="square">
            <a:spAutoFit/>
          </a:bodyPr>
          <a:lstStyle/>
          <a:p>
            <a:pPr algn="l"/>
            <a:r>
              <a:rPr lang="en-AU" sz="1600" b="1" i="0" dirty="0">
                <a:solidFill>
                  <a:srgbClr val="292D34"/>
                </a:solidFill>
                <a:effectLst/>
              </a:rPr>
              <a:t>Initial Setup Time: </a:t>
            </a:r>
            <a:r>
              <a:rPr lang="en-AU" sz="1600" b="0" i="0" dirty="0">
                <a:solidFill>
                  <a:srgbClr val="292D34"/>
                </a:solidFill>
                <a:effectLst/>
              </a:rPr>
              <a:t> One of the challenges with POM is the time it takes to set up initially. Creating individual page classes, defining locators, and writing methods for interacting with elements can be time-consuming, especially for large applications with many pages. This upfront investment may feel burdensome for smaller teams or projects with tight deadlines.</a:t>
            </a:r>
          </a:p>
        </p:txBody>
      </p:sp>
      <p:sp>
        <p:nvSpPr>
          <p:cNvPr id="9" name="TextBox 8">
            <a:extLst>
              <a:ext uri="{FF2B5EF4-FFF2-40B4-BE49-F238E27FC236}">
                <a16:creationId xmlns:a16="http://schemas.microsoft.com/office/drawing/2014/main" id="{706856EB-F65B-C44D-07A3-712040083254}"/>
              </a:ext>
            </a:extLst>
          </p:cNvPr>
          <p:cNvSpPr txBox="1"/>
          <p:nvPr/>
        </p:nvSpPr>
        <p:spPr>
          <a:xfrm>
            <a:off x="923917" y="2982066"/>
            <a:ext cx="10459429" cy="1323439"/>
          </a:xfrm>
          <a:prstGeom prst="rect">
            <a:avLst/>
          </a:prstGeom>
          <a:noFill/>
        </p:spPr>
        <p:txBody>
          <a:bodyPr wrap="square">
            <a:spAutoFit/>
          </a:bodyPr>
          <a:lstStyle/>
          <a:p>
            <a:pPr algn="l"/>
            <a:r>
              <a:rPr lang="en-AU" sz="1600" b="1" i="0" dirty="0">
                <a:solidFill>
                  <a:srgbClr val="292D34"/>
                </a:solidFill>
                <a:effectLst/>
              </a:rPr>
              <a:t>Increased Complexity:</a:t>
            </a:r>
            <a:r>
              <a:rPr lang="en-AU" sz="1600" b="0" i="0" dirty="0">
                <a:solidFill>
                  <a:srgbClr val="292D34"/>
                </a:solidFill>
                <a:effectLst/>
              </a:rPr>
              <a:t> While POM simplifies test maintenance and readability, it can also introduce additional complexity to your test automation framework. The need to manage multiple classes and layers of abstraction can make the system harder to navigate for less experienced team members. Additionally, as more classes and methods are added, ensuring consistency across the framework requires careful organization and best practices.</a:t>
            </a:r>
          </a:p>
        </p:txBody>
      </p:sp>
      <p:sp>
        <p:nvSpPr>
          <p:cNvPr id="12" name="TextBox 11">
            <a:extLst>
              <a:ext uri="{FF2B5EF4-FFF2-40B4-BE49-F238E27FC236}">
                <a16:creationId xmlns:a16="http://schemas.microsoft.com/office/drawing/2014/main" id="{79B47282-9D78-4076-D236-CF0B251F8EF7}"/>
              </a:ext>
            </a:extLst>
          </p:cNvPr>
          <p:cNvSpPr txBox="1"/>
          <p:nvPr/>
        </p:nvSpPr>
        <p:spPr>
          <a:xfrm>
            <a:off x="923917" y="4586044"/>
            <a:ext cx="10788519" cy="830997"/>
          </a:xfrm>
          <a:prstGeom prst="rect">
            <a:avLst/>
          </a:prstGeom>
          <a:noFill/>
        </p:spPr>
        <p:txBody>
          <a:bodyPr wrap="square">
            <a:spAutoFit/>
          </a:bodyPr>
          <a:lstStyle/>
          <a:p>
            <a:pPr algn="l"/>
            <a:r>
              <a:rPr lang="en-AU" sz="1600" b="1" i="0" dirty="0">
                <a:solidFill>
                  <a:srgbClr val="292D34"/>
                </a:solidFill>
                <a:effectLst/>
              </a:rPr>
              <a:t>Complex Page Objects</a:t>
            </a:r>
            <a:r>
              <a:rPr lang="en-AU" sz="1600" b="0" i="0" dirty="0">
                <a:solidFill>
                  <a:srgbClr val="292D34"/>
                </a:solidFill>
                <a:effectLst/>
              </a:rPr>
              <a:t>: If not correctly designed, page objects can become overly complex, defeating the purpose of the model’s simplicity. Poor structure can make it harder to maintain and update the test suite as the application evolves.</a:t>
            </a:r>
          </a:p>
        </p:txBody>
      </p:sp>
      <p:sp>
        <p:nvSpPr>
          <p:cNvPr id="14" name="TextBox 13">
            <a:extLst>
              <a:ext uri="{FF2B5EF4-FFF2-40B4-BE49-F238E27FC236}">
                <a16:creationId xmlns:a16="http://schemas.microsoft.com/office/drawing/2014/main" id="{AB172F4A-934C-5FAE-C4B4-8802B3D40911}"/>
              </a:ext>
            </a:extLst>
          </p:cNvPr>
          <p:cNvSpPr txBox="1"/>
          <p:nvPr/>
        </p:nvSpPr>
        <p:spPr>
          <a:xfrm>
            <a:off x="928210" y="5564471"/>
            <a:ext cx="10623087" cy="1077218"/>
          </a:xfrm>
          <a:prstGeom prst="rect">
            <a:avLst/>
          </a:prstGeom>
          <a:noFill/>
        </p:spPr>
        <p:txBody>
          <a:bodyPr wrap="square">
            <a:spAutoFit/>
          </a:bodyPr>
          <a:lstStyle/>
          <a:p>
            <a:pPr algn="l"/>
            <a:r>
              <a:rPr lang="en-AU" sz="1600" b="1" i="0" dirty="0">
                <a:solidFill>
                  <a:srgbClr val="292D34"/>
                </a:solidFill>
                <a:effectLst/>
              </a:rPr>
              <a:t>Handling Dynamic Elements</a:t>
            </a:r>
            <a:r>
              <a:rPr lang="en-AU" sz="1600" b="0" i="0" dirty="0">
                <a:solidFill>
                  <a:srgbClr val="292D34"/>
                </a:solidFill>
                <a:effectLst/>
              </a:rPr>
              <a:t>: It can be challenging to manage dynamic elements of an application with this approach. When elements change frequently or dynamically load, the predefined locators in the POM may become outdated quickly, requiring more frequent updates and adjustments to the page classes.</a:t>
            </a:r>
          </a:p>
        </p:txBody>
      </p:sp>
    </p:spTree>
    <p:extLst>
      <p:ext uri="{BB962C8B-B14F-4D97-AF65-F5344CB8AC3E}">
        <p14:creationId xmlns:p14="http://schemas.microsoft.com/office/powerpoint/2010/main" val="16819621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a:extLst>
            <a:ext uri="{FF2B5EF4-FFF2-40B4-BE49-F238E27FC236}">
              <a16:creationId xmlns:a16="http://schemas.microsoft.com/office/drawing/2014/main" id="{14F95859-E535-D9F2-1AB2-683F00A679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8334FB-8CDF-3253-987A-A3E3FBF6B06B}"/>
              </a:ext>
            </a:extLst>
          </p:cNvPr>
          <p:cNvSpPr>
            <a:spLocks noGrp="1"/>
          </p:cNvSpPr>
          <p:nvPr>
            <p:ph type="title"/>
          </p:nvPr>
        </p:nvSpPr>
        <p:spPr>
          <a:xfrm>
            <a:off x="1511746" y="2976950"/>
            <a:ext cx="6931152" cy="646332"/>
          </a:xfrm>
          <a:effectLst/>
        </p:spPr>
        <p:txBody>
          <a:bodyPr>
            <a:normAutofit/>
          </a:bodyPr>
          <a:lstStyle/>
          <a:p>
            <a:r>
              <a:rPr lang="en-AU" dirty="0">
                <a:solidFill>
                  <a:srgbClr val="0070C0"/>
                </a:solidFill>
                <a:latin typeface="Arial Black" panose="020B0A04020102020204" pitchFamily="34" charset="0"/>
              </a:rPr>
              <a:t>POM </a:t>
            </a:r>
            <a:r>
              <a:rPr lang="en-AU" dirty="0">
                <a:solidFill>
                  <a:schemeClr val="accent2"/>
                </a:solidFill>
                <a:latin typeface="Arial Black" panose="020B0A04020102020204" pitchFamily="34" charset="0"/>
              </a:rPr>
              <a:t>Demo</a:t>
            </a:r>
            <a:endParaRPr lang="en-AU" sz="2000" dirty="0">
              <a:solidFill>
                <a:schemeClr val="accent2"/>
              </a:solidFill>
              <a:latin typeface="Arial Black" panose="020B0A04020102020204" pitchFamily="34" charset="0"/>
            </a:endParaRPr>
          </a:p>
        </p:txBody>
      </p:sp>
    </p:spTree>
    <p:extLst>
      <p:ext uri="{BB962C8B-B14F-4D97-AF65-F5344CB8AC3E}">
        <p14:creationId xmlns:p14="http://schemas.microsoft.com/office/powerpoint/2010/main" val="18379843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a:extLst>
            <a:ext uri="{FF2B5EF4-FFF2-40B4-BE49-F238E27FC236}">
              <a16:creationId xmlns:a16="http://schemas.microsoft.com/office/drawing/2014/main" id="{D8A0ADBE-B66C-6819-A0C3-B198704F0A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9906EE-1954-FB5C-3496-C32C0F68A0BA}"/>
              </a:ext>
            </a:extLst>
          </p:cNvPr>
          <p:cNvSpPr>
            <a:spLocks noGrp="1"/>
          </p:cNvSpPr>
          <p:nvPr>
            <p:ph type="title"/>
          </p:nvPr>
        </p:nvSpPr>
        <p:spPr>
          <a:xfrm>
            <a:off x="1539739" y="2892974"/>
            <a:ext cx="4739141" cy="646332"/>
          </a:xfrm>
          <a:solidFill>
            <a:srgbClr val="0070C0"/>
          </a:solidFill>
          <a:effectLst/>
        </p:spPr>
        <p:txBody>
          <a:bodyPr vert="horz" lIns="91440" tIns="45720" rIns="91440" bIns="45720" rtlCol="0" anchor="t">
            <a:normAutofit/>
          </a:bodyPr>
          <a:lstStyle/>
          <a:p>
            <a:r>
              <a:rPr lang="en-AU" sz="3200" b="1" dirty="0">
                <a:solidFill>
                  <a:schemeClr val="bg1"/>
                </a:solidFill>
              </a:rPr>
              <a:t>Singleton Pattern</a:t>
            </a:r>
          </a:p>
        </p:txBody>
      </p:sp>
    </p:spTree>
    <p:extLst>
      <p:ext uri="{BB962C8B-B14F-4D97-AF65-F5344CB8AC3E}">
        <p14:creationId xmlns:p14="http://schemas.microsoft.com/office/powerpoint/2010/main" val="11839932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a:extLst>
            <a:ext uri="{FF2B5EF4-FFF2-40B4-BE49-F238E27FC236}">
              <a16:creationId xmlns:a16="http://schemas.microsoft.com/office/drawing/2014/main" id="{5DB2004A-452C-3802-6C51-68A4BCCE7852}"/>
            </a:ext>
          </a:extLst>
        </p:cNvPr>
        <p:cNvGrpSpPr/>
        <p:nvPr/>
      </p:nvGrpSpPr>
      <p:grpSpPr>
        <a:xfrm>
          <a:off x="0" y="0"/>
          <a:ext cx="0" cy="0"/>
          <a:chOff x="0" y="0"/>
          <a:chExt cx="0" cy="0"/>
        </a:xfrm>
      </p:grpSpPr>
      <p:pic>
        <p:nvPicPr>
          <p:cNvPr id="6" name="Picture 5" descr="A computer code with text&#10;&#10;Description automatically generated with medium confidence">
            <a:extLst>
              <a:ext uri="{FF2B5EF4-FFF2-40B4-BE49-F238E27FC236}">
                <a16:creationId xmlns:a16="http://schemas.microsoft.com/office/drawing/2014/main" id="{F151FBDB-7812-10A1-00AC-25AF44B80AA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47541" y="1042437"/>
            <a:ext cx="7772400" cy="5079427"/>
          </a:xfrm>
          <a:prstGeom prst="rect">
            <a:avLst/>
          </a:prstGeom>
        </p:spPr>
      </p:pic>
      <p:sp>
        <p:nvSpPr>
          <p:cNvPr id="8" name="TextBox 7">
            <a:extLst>
              <a:ext uri="{FF2B5EF4-FFF2-40B4-BE49-F238E27FC236}">
                <a16:creationId xmlns:a16="http://schemas.microsoft.com/office/drawing/2014/main" id="{973FE2DB-2407-F946-CDCC-F4489786B90E}"/>
              </a:ext>
            </a:extLst>
          </p:cNvPr>
          <p:cNvSpPr txBox="1"/>
          <p:nvPr/>
        </p:nvSpPr>
        <p:spPr>
          <a:xfrm>
            <a:off x="5801308" y="412970"/>
            <a:ext cx="6097554" cy="584775"/>
          </a:xfrm>
          <a:prstGeom prst="rect">
            <a:avLst/>
          </a:prstGeom>
          <a:solidFill>
            <a:schemeClr val="accent2">
              <a:lumMod val="20000"/>
              <a:lumOff val="80000"/>
            </a:schemeClr>
          </a:solidFill>
        </p:spPr>
        <p:txBody>
          <a:bodyPr wrap="square">
            <a:spAutoFit/>
          </a:bodyPr>
          <a:lstStyle/>
          <a:p>
            <a:r>
              <a:rPr lang="en-AU" sz="1600" b="0" i="0" dirty="0">
                <a:solidFill>
                  <a:srgbClr val="292D34"/>
                </a:solidFill>
                <a:effectLst/>
              </a:rPr>
              <a:t>This pattern can ensure that WebDriver instances are shared across tests to prevent multiple instantiations.</a:t>
            </a:r>
            <a:endParaRPr lang="en-US" sz="1600" dirty="0"/>
          </a:p>
        </p:txBody>
      </p:sp>
      <p:cxnSp>
        <p:nvCxnSpPr>
          <p:cNvPr id="9" name="Connector: Curved 69">
            <a:extLst>
              <a:ext uri="{FF2B5EF4-FFF2-40B4-BE49-F238E27FC236}">
                <a16:creationId xmlns:a16="http://schemas.microsoft.com/office/drawing/2014/main" id="{9FAE1A13-F456-5FE3-87EE-FA5498DDAF90}"/>
              </a:ext>
            </a:extLst>
          </p:cNvPr>
          <p:cNvCxnSpPr>
            <a:cxnSpLocks/>
          </p:cNvCxnSpPr>
          <p:nvPr/>
        </p:nvCxnSpPr>
        <p:spPr>
          <a:xfrm flipV="1">
            <a:off x="7777350" y="1042437"/>
            <a:ext cx="1189368" cy="1181746"/>
          </a:xfrm>
          <a:prstGeom prst="curvedConnector3">
            <a:avLst>
              <a:gd name="adj1" fmla="val 50000"/>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395250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a:extLst>
            <a:ext uri="{FF2B5EF4-FFF2-40B4-BE49-F238E27FC236}">
              <a16:creationId xmlns:a16="http://schemas.microsoft.com/office/drawing/2014/main" id="{470925E0-EDF1-D326-DA4E-EE6DBCB3CB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E8A016-300D-640E-BF32-2A94414249C9}"/>
              </a:ext>
            </a:extLst>
          </p:cNvPr>
          <p:cNvSpPr>
            <a:spLocks noGrp="1"/>
          </p:cNvSpPr>
          <p:nvPr>
            <p:ph type="title"/>
          </p:nvPr>
        </p:nvSpPr>
        <p:spPr>
          <a:xfrm>
            <a:off x="1539739" y="2892974"/>
            <a:ext cx="4477884" cy="646332"/>
          </a:xfrm>
          <a:solidFill>
            <a:srgbClr val="0070C0"/>
          </a:solidFill>
          <a:effectLst/>
        </p:spPr>
        <p:txBody>
          <a:bodyPr>
            <a:normAutofit/>
          </a:bodyPr>
          <a:lstStyle/>
          <a:p>
            <a:r>
              <a:rPr lang="en-AU" sz="3200" dirty="0">
                <a:solidFill>
                  <a:schemeClr val="bg1"/>
                </a:solidFill>
                <a:latin typeface="Arial Black" panose="020B0A04020102020204" pitchFamily="34" charset="0"/>
              </a:rPr>
              <a:t>Factory Pattern</a:t>
            </a:r>
          </a:p>
        </p:txBody>
      </p:sp>
    </p:spTree>
    <p:extLst>
      <p:ext uri="{BB962C8B-B14F-4D97-AF65-F5344CB8AC3E}">
        <p14:creationId xmlns:p14="http://schemas.microsoft.com/office/powerpoint/2010/main" val="33623087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471961" y="545581"/>
            <a:ext cx="4100936" cy="696690"/>
          </a:xfrm>
          <a:effectLst/>
        </p:spPr>
        <p:txBody>
          <a:bodyPr>
            <a:normAutofit fontScale="90000"/>
          </a:bodyPr>
          <a:lstStyle/>
          <a:p>
            <a:r>
              <a:rPr lang="en-AU" sz="4000" dirty="0">
                <a:solidFill>
                  <a:srgbClr val="0070C0"/>
                </a:solidFill>
                <a:latin typeface="Arial Black" panose="020B0A04020102020204" pitchFamily="34" charset="0"/>
              </a:rPr>
              <a:t>References</a:t>
            </a:r>
            <a:br>
              <a:rPr lang="en-AU" b="1" dirty="0">
                <a:solidFill>
                  <a:srgbClr val="002060"/>
                </a:solidFill>
              </a:rPr>
            </a:br>
            <a:br>
              <a:rPr lang="en-AU" b="1" dirty="0">
                <a:solidFill>
                  <a:srgbClr val="002060"/>
                </a:solidFill>
              </a:rPr>
            </a:br>
            <a:endParaRPr lang="en-AU" sz="2200" b="1" dirty="0">
              <a:solidFill>
                <a:schemeClr val="tx1"/>
              </a:solidFill>
            </a:endParaRPr>
          </a:p>
        </p:txBody>
      </p:sp>
      <p:sp>
        <p:nvSpPr>
          <p:cNvPr id="8" name="TextBox 7">
            <a:extLst>
              <a:ext uri="{FF2B5EF4-FFF2-40B4-BE49-F238E27FC236}">
                <a16:creationId xmlns:a16="http://schemas.microsoft.com/office/drawing/2014/main" id="{10C9B060-FCA3-0B29-D200-D998C0371B81}"/>
              </a:ext>
            </a:extLst>
          </p:cNvPr>
          <p:cNvSpPr txBox="1"/>
          <p:nvPr/>
        </p:nvSpPr>
        <p:spPr>
          <a:xfrm>
            <a:off x="1584198" y="1661083"/>
            <a:ext cx="7788402" cy="369332"/>
          </a:xfrm>
          <a:prstGeom prst="rect">
            <a:avLst/>
          </a:prstGeom>
          <a:noFill/>
        </p:spPr>
        <p:txBody>
          <a:bodyPr wrap="square">
            <a:spAutoFit/>
          </a:bodyPr>
          <a:lstStyle/>
          <a:p>
            <a:r>
              <a:rPr lang="en-AU" dirty="0"/>
              <a:t>https://www.browserstack.com/guide/design-patterns-in-selenium</a:t>
            </a:r>
          </a:p>
        </p:txBody>
      </p:sp>
      <p:sp>
        <p:nvSpPr>
          <p:cNvPr id="10" name="TextBox 9">
            <a:extLst>
              <a:ext uri="{FF2B5EF4-FFF2-40B4-BE49-F238E27FC236}">
                <a16:creationId xmlns:a16="http://schemas.microsoft.com/office/drawing/2014/main" id="{62789CDB-2C6B-26F0-7551-4530D92A2036}"/>
              </a:ext>
            </a:extLst>
          </p:cNvPr>
          <p:cNvSpPr txBox="1"/>
          <p:nvPr/>
        </p:nvSpPr>
        <p:spPr>
          <a:xfrm>
            <a:off x="1584198" y="2449227"/>
            <a:ext cx="9836658" cy="646331"/>
          </a:xfrm>
          <a:prstGeom prst="rect">
            <a:avLst/>
          </a:prstGeom>
          <a:noFill/>
        </p:spPr>
        <p:txBody>
          <a:bodyPr wrap="square">
            <a:spAutoFit/>
          </a:bodyPr>
          <a:lstStyle/>
          <a:p>
            <a:r>
              <a:rPr lang="en-AU" dirty="0"/>
              <a:t>https://www.guru99.com/page-object-model-pom-page-factory-in-selenium-ultimate-guide.html</a:t>
            </a:r>
          </a:p>
        </p:txBody>
      </p:sp>
    </p:spTree>
    <p:extLst>
      <p:ext uri="{BB962C8B-B14F-4D97-AF65-F5344CB8AC3E}">
        <p14:creationId xmlns:p14="http://schemas.microsoft.com/office/powerpoint/2010/main" val="25003033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887248" y="863588"/>
            <a:ext cx="2459366" cy="641272"/>
          </a:xfrm>
          <a:effectLst/>
        </p:spPr>
        <p:txBody>
          <a:bodyPr>
            <a:normAutofit/>
          </a:bodyPr>
          <a:lstStyle/>
          <a:p>
            <a:r>
              <a:rPr lang="en-AU" dirty="0">
                <a:solidFill>
                  <a:srgbClr val="0070C0"/>
                </a:solidFill>
                <a:latin typeface="Arial Black" panose="020B0A04020102020204" pitchFamily="34" charset="0"/>
              </a:rPr>
              <a:t>Contact</a:t>
            </a:r>
          </a:p>
        </p:txBody>
      </p:sp>
      <p:sp>
        <p:nvSpPr>
          <p:cNvPr id="3" name="Content Placeholder 2"/>
          <p:cNvSpPr>
            <a:spLocks noGrp="1"/>
          </p:cNvSpPr>
          <p:nvPr>
            <p:ph idx="1"/>
          </p:nvPr>
        </p:nvSpPr>
        <p:spPr>
          <a:xfrm>
            <a:off x="1887248" y="2041236"/>
            <a:ext cx="7616970" cy="2086769"/>
          </a:xfrm>
        </p:spPr>
        <p:txBody>
          <a:bodyPr/>
          <a:lstStyle/>
          <a:p>
            <a:pPr marL="0" indent="0">
              <a:buNone/>
            </a:pPr>
            <a:r>
              <a:rPr lang="en-AU" b="1" dirty="0" err="1">
                <a:solidFill>
                  <a:srgbClr val="0070C0"/>
                </a:solidFill>
              </a:rPr>
              <a:t>WebSite</a:t>
            </a:r>
            <a:r>
              <a:rPr lang="en-AU" dirty="0"/>
              <a:t>:  </a:t>
            </a:r>
            <a:r>
              <a:rPr lang="en-AU" dirty="0">
                <a:hlinkClick r:id="rId2"/>
              </a:rPr>
              <a:t>www.funnygorilla.com.au</a:t>
            </a:r>
            <a:endParaRPr lang="en-AU" dirty="0"/>
          </a:p>
          <a:p>
            <a:pPr marL="0" indent="0">
              <a:buNone/>
            </a:pPr>
            <a:r>
              <a:rPr lang="en-AU" b="1" dirty="0">
                <a:solidFill>
                  <a:srgbClr val="0070C0"/>
                </a:solidFill>
              </a:rPr>
              <a:t>Mail</a:t>
            </a:r>
            <a:r>
              <a:rPr lang="en-AU" dirty="0"/>
              <a:t>: info@funnygorilla.com.au</a:t>
            </a:r>
          </a:p>
          <a:p>
            <a:pPr marL="0" indent="0">
              <a:buNone/>
            </a:pPr>
            <a:r>
              <a:rPr lang="en-AU" b="1" dirty="0" err="1">
                <a:solidFill>
                  <a:srgbClr val="0070C0"/>
                </a:solidFill>
              </a:rPr>
              <a:t>Linkedin</a:t>
            </a:r>
            <a:r>
              <a:rPr lang="en-AU" dirty="0"/>
              <a:t>:  </a:t>
            </a:r>
            <a:r>
              <a:rPr lang="en-AU" dirty="0">
                <a:hlinkClick r:id="rId3"/>
              </a:rPr>
              <a:t>https://mt.linkedin.com/in/songqing-gu-2ba9034b/de</a:t>
            </a:r>
            <a:endParaRPr lang="en-AU" dirty="0"/>
          </a:p>
          <a:p>
            <a:pPr marL="0" indent="0">
              <a:buNone/>
            </a:pPr>
            <a:r>
              <a:rPr lang="en-AU" b="1" dirty="0" err="1">
                <a:solidFill>
                  <a:srgbClr val="0070C0"/>
                </a:solidFill>
              </a:rPr>
              <a:t>WebChat</a:t>
            </a:r>
            <a:r>
              <a:rPr lang="en-AU" dirty="0"/>
              <a:t>: Funny Training Gorilla</a:t>
            </a:r>
          </a:p>
          <a:p>
            <a:pPr marL="0" indent="0">
              <a:buNone/>
            </a:pPr>
            <a:r>
              <a:rPr lang="en-AU" b="1" dirty="0">
                <a:solidFill>
                  <a:srgbClr val="0070C0"/>
                </a:solidFill>
              </a:rPr>
              <a:t>Phone</a:t>
            </a:r>
            <a:r>
              <a:rPr lang="en-AU" dirty="0"/>
              <a:t>: 0420891343</a:t>
            </a:r>
          </a:p>
          <a:p>
            <a:pPr marL="0" indent="0">
              <a:buNone/>
            </a:pPr>
            <a:endParaRPr lang="en-AU" dirty="0"/>
          </a:p>
        </p:txBody>
      </p:sp>
      <p:pic>
        <p:nvPicPr>
          <p:cNvPr id="4" name="Picture 3"/>
          <p:cNvPicPr>
            <a:picLocks noChangeAspect="1"/>
          </p:cNvPicPr>
          <p:nvPr/>
        </p:nvPicPr>
        <p:blipFill>
          <a:blip r:embed="rId4"/>
          <a:stretch>
            <a:fillRect/>
          </a:stretch>
        </p:blipFill>
        <p:spPr>
          <a:xfrm>
            <a:off x="9084685" y="4128005"/>
            <a:ext cx="2820988" cy="2547865"/>
          </a:xfrm>
          <a:prstGeom prst="rect">
            <a:avLst/>
          </a:prstGeom>
        </p:spPr>
      </p:pic>
    </p:spTree>
    <p:extLst>
      <p:ext uri="{BB962C8B-B14F-4D97-AF65-F5344CB8AC3E}">
        <p14:creationId xmlns:p14="http://schemas.microsoft.com/office/powerpoint/2010/main" val="243240403"/>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themeOverride>
</file>

<file path=docProps/app.xml><?xml version="1.0" encoding="utf-8"?>
<Properties xmlns="http://schemas.openxmlformats.org/officeDocument/2006/extended-properties" xmlns:vt="http://schemas.openxmlformats.org/officeDocument/2006/docPropsVTypes">
  <Template/>
  <TotalTime>38642</TotalTime>
  <Words>1268</Words>
  <Application>Microsoft Macintosh PowerPoint</Application>
  <PresentationFormat>Widescreen</PresentationFormat>
  <Paragraphs>166</Paragraphs>
  <Slides>21</Slides>
  <Notes>17</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21</vt:i4>
      </vt:variant>
    </vt:vector>
  </HeadingPairs>
  <TitlesOfParts>
    <vt:vector size="31" baseType="lpstr">
      <vt:lpstr>Arial</vt:lpstr>
      <vt:lpstr>Arial Black</vt:lpstr>
      <vt:lpstr>Calibri</vt:lpstr>
      <vt:lpstr>Century Gothic</vt:lpstr>
      <vt:lpstr>Consolas</vt:lpstr>
      <vt:lpstr>Inter</vt:lpstr>
      <vt:lpstr>Times New Roman</vt:lpstr>
      <vt:lpstr>Wingdings 3</vt:lpstr>
      <vt:lpstr>幼圆</vt:lpstr>
      <vt:lpstr>Wisp</vt:lpstr>
      <vt:lpstr>Funny Gorilla诙猩猩-IT培训</vt:lpstr>
      <vt:lpstr>Page Object Model Pattern </vt:lpstr>
      <vt:lpstr>the limitations?</vt:lpstr>
      <vt:lpstr>The limitations  </vt:lpstr>
      <vt:lpstr>Page Object Model Pattern</vt:lpstr>
      <vt:lpstr>Page Object Model Pattern</vt:lpstr>
      <vt:lpstr>Page Object Model Pattern Separation of UI logic from test logic</vt:lpstr>
      <vt:lpstr>Page Object  </vt:lpstr>
      <vt:lpstr>Conceptual Model</vt:lpstr>
      <vt:lpstr>Implementation Model </vt:lpstr>
      <vt:lpstr>Selenium POM Implementation</vt:lpstr>
      <vt:lpstr>Page Factory</vt:lpstr>
      <vt:lpstr>PowerPoint Presentation</vt:lpstr>
      <vt:lpstr>Advantages of POM</vt:lpstr>
      <vt:lpstr>Disadvantages of POM</vt:lpstr>
      <vt:lpstr>POM Demo</vt:lpstr>
      <vt:lpstr>Singleton Pattern</vt:lpstr>
      <vt:lpstr>PowerPoint Presentation</vt:lpstr>
      <vt:lpstr>Factory Pattern</vt:lpstr>
      <vt:lpstr>References  </vt:lpstr>
      <vt:lpstr>Contact</vt:lpstr>
    </vt:vector>
  </TitlesOfParts>
  <Company>ING Bank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Some Advice to Students</dc:title>
  <dc:creator>Gu, S. (Songqing)</dc:creator>
  <cp:lastModifiedBy>Songqing Gu</cp:lastModifiedBy>
  <cp:revision>791</cp:revision>
  <dcterms:created xsi:type="dcterms:W3CDTF">2020-08-03T09:43:10Z</dcterms:created>
  <dcterms:modified xsi:type="dcterms:W3CDTF">2025-04-30T05:02:53Z</dcterms:modified>
</cp:coreProperties>
</file>