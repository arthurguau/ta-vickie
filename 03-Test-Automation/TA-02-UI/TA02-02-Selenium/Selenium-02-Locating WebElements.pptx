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322" r:id="rId3"/>
    <p:sldId id="261" r:id="rId4"/>
    <p:sldId id="323" r:id="rId5"/>
    <p:sldId id="300" r:id="rId6"/>
    <p:sldId id="326" r:id="rId7"/>
    <p:sldId id="327" r:id="rId8"/>
    <p:sldId id="328" r:id="rId9"/>
    <p:sldId id="329" r:id="rId10"/>
    <p:sldId id="297" r:id="rId11"/>
    <p:sldId id="324" r:id="rId12"/>
    <p:sldId id="299" r:id="rId13"/>
    <p:sldId id="325" r:id="rId14"/>
    <p:sldId id="330" r:id="rId15"/>
    <p:sldId id="294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22"/>
            <p14:sldId id="261"/>
            <p14:sldId id="323"/>
            <p14:sldId id="300"/>
            <p14:sldId id="326"/>
            <p14:sldId id="327"/>
            <p14:sldId id="328"/>
            <p14:sldId id="329"/>
            <p14:sldId id="297"/>
            <p14:sldId id="324"/>
            <p14:sldId id="299"/>
            <p14:sldId id="325"/>
            <p14:sldId id="330"/>
          </p14:sldIdLst>
        </p14:section>
        <p14:section name="Untitled Section" id="{96B2A4F6-E483-46D3-B718-858E0B0CB8CB}">
          <p14:sldIdLst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6E7849-F5CA-4B7A-9C27-36D5AC9FFF20}" v="5" dt="2023-07-05T12:35:08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/>
    <p:restoredTop sz="92041" autoAdjust="0"/>
  </p:normalViewPr>
  <p:slideViewPr>
    <p:cSldViewPr snapToGrid="0">
      <p:cViewPr varScale="1">
        <p:scale>
          <a:sx n="117" d="100"/>
          <a:sy n="117" d="100"/>
        </p:scale>
        <p:origin x="1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 Gu" userId="c4d8cb49210192e2" providerId="LiveId" clId="{796E7849-F5CA-4B7A-9C27-36D5AC9FFF20}"/>
    <pc:docChg chg="undo custSel addSld delSld modSld sldOrd modSection">
      <pc:chgData name="Songqing Gu" userId="c4d8cb49210192e2" providerId="LiveId" clId="{796E7849-F5CA-4B7A-9C27-36D5AC9FFF20}" dt="2023-07-06T17:25:14.089" v="478" actId="14861"/>
      <pc:docMkLst>
        <pc:docMk/>
      </pc:docMkLst>
      <pc:sldChg chg="addSp delSp modSp mod">
        <pc:chgData name="Songqing Gu" userId="c4d8cb49210192e2" providerId="LiveId" clId="{796E7849-F5CA-4B7A-9C27-36D5AC9FFF20}" dt="2023-05-14T03:52:37.402" v="41" actId="14100"/>
        <pc:sldMkLst>
          <pc:docMk/>
          <pc:sldMk cId="3813058601" sldId="256"/>
        </pc:sldMkLst>
        <pc:spChg chg="del">
          <ac:chgData name="Songqing Gu" userId="c4d8cb49210192e2" providerId="LiveId" clId="{796E7849-F5CA-4B7A-9C27-36D5AC9FFF20}" dt="2023-05-14T03:51:52.907" v="7" actId="478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796E7849-F5CA-4B7A-9C27-36D5AC9FFF20}" dt="2023-05-14T03:52:37.402" v="41" actId="14100"/>
          <ac:spMkLst>
            <pc:docMk/>
            <pc:sldMk cId="3813058601" sldId="256"/>
            <ac:spMk id="3" creationId="{00000000-0000-0000-0000-000000000000}"/>
          </ac:spMkLst>
        </pc:spChg>
        <pc:spChg chg="add mod">
          <ac:chgData name="Songqing Gu" userId="c4d8cb49210192e2" providerId="LiveId" clId="{796E7849-F5CA-4B7A-9C27-36D5AC9FFF20}" dt="2023-05-14T03:52:02.584" v="9" actId="1076"/>
          <ac:spMkLst>
            <pc:docMk/>
            <pc:sldMk cId="3813058601" sldId="256"/>
            <ac:spMk id="6" creationId="{1D77B68A-8DED-BBD0-BF44-7BAC8083FA2E}"/>
          </ac:spMkLst>
        </pc:spChg>
        <pc:spChg chg="add del mod">
          <ac:chgData name="Songqing Gu" userId="c4d8cb49210192e2" providerId="LiveId" clId="{796E7849-F5CA-4B7A-9C27-36D5AC9FFF20}" dt="2023-05-14T03:51:56.286" v="8" actId="478"/>
          <ac:spMkLst>
            <pc:docMk/>
            <pc:sldMk cId="3813058601" sldId="256"/>
            <ac:spMk id="8" creationId="{24EFDD78-1A9A-843C-ECBA-24757CDEF1F5}"/>
          </ac:spMkLst>
        </pc:spChg>
      </pc:sldChg>
      <pc:sldChg chg="addSp delSp modSp mod">
        <pc:chgData name="Songqing Gu" userId="c4d8cb49210192e2" providerId="LiveId" clId="{796E7849-F5CA-4B7A-9C27-36D5AC9FFF20}" dt="2023-07-05T12:34:03.268" v="447" actId="20577"/>
        <pc:sldMkLst>
          <pc:docMk/>
          <pc:sldMk cId="3113703618" sldId="261"/>
        </pc:sldMkLst>
        <pc:spChg chg="mod">
          <ac:chgData name="Songqing Gu" userId="c4d8cb49210192e2" providerId="LiveId" clId="{796E7849-F5CA-4B7A-9C27-36D5AC9FFF20}" dt="2023-05-14T04:06:41.024" v="60" actId="14861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796E7849-F5CA-4B7A-9C27-36D5AC9FFF20}" dt="2023-05-14T04:04:40.151" v="45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796E7849-F5CA-4B7A-9C27-36D5AC9FFF20}" dt="2023-07-05T12:34:03.268" v="447" actId="20577"/>
          <ac:spMkLst>
            <pc:docMk/>
            <pc:sldMk cId="3113703618" sldId="261"/>
            <ac:spMk id="5" creationId="{82660039-8874-9C50-C553-ECE294B27A2E}"/>
          </ac:spMkLst>
        </pc:spChg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216314799" sldId="274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789354427" sldId="285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686819680" sldId="288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3644665972" sldId="291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1030084157" sldId="293"/>
        </pc:sldMkLst>
      </pc:sldChg>
      <pc:sldChg chg="modSp mod">
        <pc:chgData name="Songqing Gu" userId="c4d8cb49210192e2" providerId="LiveId" clId="{796E7849-F5CA-4B7A-9C27-36D5AC9FFF20}" dt="2023-07-06T17:25:14.089" v="478" actId="14861"/>
        <pc:sldMkLst>
          <pc:docMk/>
          <pc:sldMk cId="1408025446" sldId="294"/>
        </pc:sldMkLst>
        <pc:spChg chg="mod">
          <ac:chgData name="Songqing Gu" userId="c4d8cb49210192e2" providerId="LiveId" clId="{796E7849-F5CA-4B7A-9C27-36D5AC9FFF20}" dt="2023-07-06T17:25:14.089" v="478" actId="14861"/>
          <ac:spMkLst>
            <pc:docMk/>
            <pc:sldMk cId="1408025446" sldId="294"/>
            <ac:spMk id="2" creationId="{00000000-0000-0000-0000-000000000000}"/>
          </ac:spMkLst>
        </pc:spChg>
        <pc:spChg chg="mod">
          <ac:chgData name="Songqing Gu" userId="c4d8cb49210192e2" providerId="LiveId" clId="{796E7849-F5CA-4B7A-9C27-36D5AC9FFF20}" dt="2023-06-25T04:50:12.657" v="437" actId="14100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3638558092" sldId="295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3799275039" sldId="296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644837690" sldId="298"/>
        </pc:sldMkLst>
      </pc:sldChg>
      <pc:sldChg chg="addSp delSp modSp mod ord">
        <pc:chgData name="Songqing Gu" userId="c4d8cb49210192e2" providerId="LiveId" clId="{796E7849-F5CA-4B7A-9C27-36D5AC9FFF20}" dt="2023-07-05T12:34:36.441" v="460" actId="20577"/>
        <pc:sldMkLst>
          <pc:docMk/>
          <pc:sldMk cId="661429300" sldId="300"/>
        </pc:sldMkLst>
        <pc:spChg chg="del mod">
          <ac:chgData name="Songqing Gu" userId="c4d8cb49210192e2" providerId="LiveId" clId="{796E7849-F5CA-4B7A-9C27-36D5AC9FFF20}" dt="2023-05-28T12:50:17.776" v="71" actId="478"/>
          <ac:spMkLst>
            <pc:docMk/>
            <pc:sldMk cId="661429300" sldId="300"/>
            <ac:spMk id="2" creationId="{00000000-0000-0000-0000-000000000000}"/>
          </ac:spMkLst>
        </pc:spChg>
        <pc:spChg chg="add del mod">
          <ac:chgData name="Songqing Gu" userId="c4d8cb49210192e2" providerId="LiveId" clId="{796E7849-F5CA-4B7A-9C27-36D5AC9FFF20}" dt="2023-05-28T12:50:21.032" v="72" actId="478"/>
          <ac:spMkLst>
            <pc:docMk/>
            <pc:sldMk cId="661429300" sldId="300"/>
            <ac:spMk id="4" creationId="{72E8642B-26A6-2548-A098-59F32F42468A}"/>
          </ac:spMkLst>
        </pc:spChg>
        <pc:spChg chg="mod">
          <ac:chgData name="Songqing Gu" userId="c4d8cb49210192e2" providerId="LiveId" clId="{796E7849-F5CA-4B7A-9C27-36D5AC9FFF20}" dt="2023-07-05T12:34:36.441" v="460" actId="20577"/>
          <ac:spMkLst>
            <pc:docMk/>
            <pc:sldMk cId="661429300" sldId="300"/>
            <ac:spMk id="5" creationId="{00000000-0000-0000-0000-000000000000}"/>
          </ac:spMkLst>
        </pc:spChg>
        <pc:spChg chg="del">
          <ac:chgData name="Songqing Gu" userId="c4d8cb49210192e2" providerId="LiveId" clId="{796E7849-F5CA-4B7A-9C27-36D5AC9FFF20}" dt="2023-05-28T12:50:28.961" v="73" actId="478"/>
          <ac:spMkLst>
            <pc:docMk/>
            <pc:sldMk cId="661429300" sldId="300"/>
            <ac:spMk id="6" creationId="{00000000-0000-0000-0000-000000000000}"/>
          </ac:spMkLst>
        </pc:spChg>
        <pc:spChg chg="del">
          <ac:chgData name="Songqing Gu" userId="c4d8cb49210192e2" providerId="LiveId" clId="{796E7849-F5CA-4B7A-9C27-36D5AC9FFF20}" dt="2023-05-28T12:50:28.961" v="73" actId="478"/>
          <ac:spMkLst>
            <pc:docMk/>
            <pc:sldMk cId="661429300" sldId="300"/>
            <ac:spMk id="7" creationId="{00000000-0000-0000-0000-000000000000}"/>
          </ac:spMkLst>
        </pc:spChg>
        <pc:spChg chg="del">
          <ac:chgData name="Songqing Gu" userId="c4d8cb49210192e2" providerId="LiveId" clId="{796E7849-F5CA-4B7A-9C27-36D5AC9FFF20}" dt="2023-05-28T12:50:28.961" v="73" actId="478"/>
          <ac:spMkLst>
            <pc:docMk/>
            <pc:sldMk cId="661429300" sldId="300"/>
            <ac:spMk id="8" creationId="{00000000-0000-0000-0000-000000000000}"/>
          </ac:spMkLst>
        </pc:spChg>
        <pc:spChg chg="del">
          <ac:chgData name="Songqing Gu" userId="c4d8cb49210192e2" providerId="LiveId" clId="{796E7849-F5CA-4B7A-9C27-36D5AC9FFF20}" dt="2023-05-28T12:50:28.961" v="73" actId="478"/>
          <ac:spMkLst>
            <pc:docMk/>
            <pc:sldMk cId="661429300" sldId="300"/>
            <ac:spMk id="9" creationId="{00000000-0000-0000-0000-000000000000}"/>
          </ac:spMkLst>
        </pc:spChg>
      </pc:sldChg>
      <pc:sldChg chg="del ord">
        <pc:chgData name="Songqing Gu" userId="c4d8cb49210192e2" providerId="LiveId" clId="{796E7849-F5CA-4B7A-9C27-36D5AC9FFF20}" dt="2023-07-05T12:26:55.484" v="438" actId="47"/>
        <pc:sldMkLst>
          <pc:docMk/>
          <pc:sldMk cId="1939562636" sldId="301"/>
        </pc:sldMkLst>
      </pc:sldChg>
      <pc:sldChg chg="del">
        <pc:chgData name="Songqing Gu" userId="c4d8cb49210192e2" providerId="LiveId" clId="{796E7849-F5CA-4B7A-9C27-36D5AC9FFF20}" dt="2023-07-05T12:26:55.484" v="438" actId="47"/>
        <pc:sldMkLst>
          <pc:docMk/>
          <pc:sldMk cId="200091612" sldId="302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4051393773" sldId="303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2304226109" sldId="304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1863554075" sldId="306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3692078226" sldId="308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3140796614" sldId="310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1733468992" sldId="311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478337687" sldId="313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1897699973" sldId="314"/>
        </pc:sldMkLst>
      </pc:sldChg>
      <pc:sldChg chg="del">
        <pc:chgData name="Songqing Gu" userId="c4d8cb49210192e2" providerId="LiveId" clId="{796E7849-F5CA-4B7A-9C27-36D5AC9FFF20}" dt="2023-06-25T03:38:00.456" v="410" actId="47"/>
        <pc:sldMkLst>
          <pc:docMk/>
          <pc:sldMk cId="834037825" sldId="315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2991223764" sldId="317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4180587722" sldId="318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2428458669" sldId="319"/>
        </pc:sldMkLst>
      </pc:sldChg>
      <pc:sldChg chg="del">
        <pc:chgData name="Songqing Gu" userId="c4d8cb49210192e2" providerId="LiveId" clId="{796E7849-F5CA-4B7A-9C27-36D5AC9FFF20}" dt="2023-06-25T03:37:53.565" v="409" actId="47"/>
        <pc:sldMkLst>
          <pc:docMk/>
          <pc:sldMk cId="3330490350" sldId="320"/>
        </pc:sldMkLst>
      </pc:sldChg>
      <pc:sldChg chg="del">
        <pc:chgData name="Songqing Gu" userId="c4d8cb49210192e2" providerId="LiveId" clId="{796E7849-F5CA-4B7A-9C27-36D5AC9FFF20}" dt="2023-07-05T12:26:55.484" v="438" actId="47"/>
        <pc:sldMkLst>
          <pc:docMk/>
          <pc:sldMk cId="1152462360" sldId="321"/>
        </pc:sldMkLst>
      </pc:sldChg>
      <pc:sldChg chg="modSp mod ord">
        <pc:chgData name="Songqing Gu" userId="c4d8cb49210192e2" providerId="LiveId" clId="{796E7849-F5CA-4B7A-9C27-36D5AC9FFF20}" dt="2023-05-14T04:05:54.749" v="52" actId="14861"/>
        <pc:sldMkLst>
          <pc:docMk/>
          <pc:sldMk cId="2115522147" sldId="322"/>
        </pc:sldMkLst>
        <pc:spChg chg="mod">
          <ac:chgData name="Songqing Gu" userId="c4d8cb49210192e2" providerId="LiveId" clId="{796E7849-F5CA-4B7A-9C27-36D5AC9FFF20}" dt="2023-05-14T04:05:54.749" v="52" actId="14861"/>
          <ac:spMkLst>
            <pc:docMk/>
            <pc:sldMk cId="2115522147" sldId="322"/>
            <ac:spMk id="3" creationId="{00000000-0000-0000-0000-000000000000}"/>
          </ac:spMkLst>
        </pc:spChg>
      </pc:sldChg>
      <pc:sldChg chg="addSp modSp add mod ord">
        <pc:chgData name="Songqing Gu" userId="c4d8cb49210192e2" providerId="LiveId" clId="{796E7849-F5CA-4B7A-9C27-36D5AC9FFF20}" dt="2023-07-05T12:33:16.905" v="445" actId="14100"/>
        <pc:sldMkLst>
          <pc:docMk/>
          <pc:sldMk cId="945799610" sldId="323"/>
        </pc:sldMkLst>
        <pc:spChg chg="add mod">
          <ac:chgData name="Songqing Gu" userId="c4d8cb49210192e2" providerId="LiveId" clId="{796E7849-F5CA-4B7A-9C27-36D5AC9FFF20}" dt="2023-05-28T13:15:42.793" v="302" actId="1076"/>
          <ac:spMkLst>
            <pc:docMk/>
            <pc:sldMk cId="945799610" sldId="323"/>
            <ac:spMk id="2" creationId="{700D8198-DA1E-0019-792E-4DEAEFBEA633}"/>
          </ac:spMkLst>
        </pc:spChg>
        <pc:spChg chg="mod">
          <ac:chgData name="Songqing Gu" userId="c4d8cb49210192e2" providerId="LiveId" clId="{796E7849-F5CA-4B7A-9C27-36D5AC9FFF20}" dt="2023-07-05T12:33:16.905" v="445" actId="14100"/>
          <ac:spMkLst>
            <pc:docMk/>
            <pc:sldMk cId="945799610" sldId="323"/>
            <ac:spMk id="5" creationId="{00000000-0000-0000-0000-000000000000}"/>
          </ac:spMkLst>
        </pc:spChg>
      </pc:sldChg>
      <pc:sldChg chg="modSp add mod ord">
        <pc:chgData name="Songqing Gu" userId="c4d8cb49210192e2" providerId="LiveId" clId="{796E7849-F5CA-4B7A-9C27-36D5AC9FFF20}" dt="2023-05-28T13:12:44.978" v="171" actId="255"/>
        <pc:sldMkLst>
          <pc:docMk/>
          <pc:sldMk cId="2341104183" sldId="324"/>
        </pc:sldMkLst>
        <pc:spChg chg="mod">
          <ac:chgData name="Songqing Gu" userId="c4d8cb49210192e2" providerId="LiveId" clId="{796E7849-F5CA-4B7A-9C27-36D5AC9FFF20}" dt="2023-05-28T13:12:44.978" v="171" actId="255"/>
          <ac:spMkLst>
            <pc:docMk/>
            <pc:sldMk cId="2341104183" sldId="324"/>
            <ac:spMk id="5" creationId="{00000000-0000-0000-0000-000000000000}"/>
          </ac:spMkLst>
        </pc:spChg>
      </pc:sldChg>
      <pc:sldChg chg="modSp add mod ord">
        <pc:chgData name="Songqing Gu" userId="c4d8cb49210192e2" providerId="LiveId" clId="{796E7849-F5CA-4B7A-9C27-36D5AC9FFF20}" dt="2023-05-28T12:55:00.913" v="170" actId="1076"/>
        <pc:sldMkLst>
          <pc:docMk/>
          <pc:sldMk cId="2929640191" sldId="325"/>
        </pc:sldMkLst>
        <pc:spChg chg="mod">
          <ac:chgData name="Songqing Gu" userId="c4d8cb49210192e2" providerId="LiveId" clId="{796E7849-F5CA-4B7A-9C27-36D5AC9FFF20}" dt="2023-05-28T12:55:00.913" v="170" actId="1076"/>
          <ac:spMkLst>
            <pc:docMk/>
            <pc:sldMk cId="2929640191" sldId="325"/>
            <ac:spMk id="5" creationId="{00000000-0000-0000-0000-000000000000}"/>
          </ac:spMkLst>
        </pc:spChg>
      </pc:sldChg>
      <pc:sldChg chg="modSp add mod">
        <pc:chgData name="Songqing Gu" userId="c4d8cb49210192e2" providerId="LiveId" clId="{796E7849-F5CA-4B7A-9C27-36D5AC9FFF20}" dt="2023-07-05T12:35:05.505" v="472" actId="108"/>
        <pc:sldMkLst>
          <pc:docMk/>
          <pc:sldMk cId="2864707128" sldId="326"/>
        </pc:sldMkLst>
        <pc:spChg chg="mod">
          <ac:chgData name="Songqing Gu" userId="c4d8cb49210192e2" providerId="LiveId" clId="{796E7849-F5CA-4B7A-9C27-36D5AC9FFF20}" dt="2023-07-05T12:35:05.505" v="472" actId="108"/>
          <ac:spMkLst>
            <pc:docMk/>
            <pc:sldMk cId="2864707128" sldId="326"/>
            <ac:spMk id="5" creationId="{00000000-0000-0000-0000-000000000000}"/>
          </ac:spMkLst>
        </pc:spChg>
      </pc:sldChg>
      <pc:sldChg chg="modSp add mod">
        <pc:chgData name="Songqing Gu" userId="c4d8cb49210192e2" providerId="LiveId" clId="{796E7849-F5CA-4B7A-9C27-36D5AC9FFF20}" dt="2023-07-05T12:36:10.500" v="476" actId="1076"/>
        <pc:sldMkLst>
          <pc:docMk/>
          <pc:sldMk cId="513560038" sldId="327"/>
        </pc:sldMkLst>
        <pc:spChg chg="mod">
          <ac:chgData name="Songqing Gu" userId="c4d8cb49210192e2" providerId="LiveId" clId="{796E7849-F5CA-4B7A-9C27-36D5AC9FFF20}" dt="2023-07-05T12:36:10.500" v="476" actId="1076"/>
          <ac:spMkLst>
            <pc:docMk/>
            <pc:sldMk cId="513560038" sldId="327"/>
            <ac:spMk id="5" creationId="{00000000-0000-0000-0000-000000000000}"/>
          </ac:spMkLst>
        </pc:spChg>
      </pc:sldChg>
      <pc:sldChg chg="modSp add mod">
        <pc:chgData name="Songqing Gu" userId="c4d8cb49210192e2" providerId="LiveId" clId="{796E7849-F5CA-4B7A-9C27-36D5AC9FFF20}" dt="2023-05-28T13:16:52.479" v="373" actId="20577"/>
        <pc:sldMkLst>
          <pc:docMk/>
          <pc:sldMk cId="708396041" sldId="328"/>
        </pc:sldMkLst>
        <pc:spChg chg="mod">
          <ac:chgData name="Songqing Gu" userId="c4d8cb49210192e2" providerId="LiveId" clId="{796E7849-F5CA-4B7A-9C27-36D5AC9FFF20}" dt="2023-05-28T13:16:52.479" v="373" actId="20577"/>
          <ac:spMkLst>
            <pc:docMk/>
            <pc:sldMk cId="708396041" sldId="328"/>
            <ac:spMk id="5" creationId="{00000000-0000-0000-0000-000000000000}"/>
          </ac:spMkLst>
        </pc:spChg>
      </pc:sldChg>
      <pc:sldChg chg="modSp add mod">
        <pc:chgData name="Songqing Gu" userId="c4d8cb49210192e2" providerId="LiveId" clId="{796E7849-F5CA-4B7A-9C27-36D5AC9FFF20}" dt="2023-05-28T13:20:06.700" v="396" actId="207"/>
        <pc:sldMkLst>
          <pc:docMk/>
          <pc:sldMk cId="1962621912" sldId="329"/>
        </pc:sldMkLst>
        <pc:spChg chg="mod">
          <ac:chgData name="Songqing Gu" userId="c4d8cb49210192e2" providerId="LiveId" clId="{796E7849-F5CA-4B7A-9C27-36D5AC9FFF20}" dt="2023-05-28T13:20:06.700" v="396" actId="207"/>
          <ac:spMkLst>
            <pc:docMk/>
            <pc:sldMk cId="1962621912" sldId="329"/>
            <ac:spMk id="5" creationId="{00000000-0000-0000-0000-000000000000}"/>
          </ac:spMkLst>
        </pc:spChg>
      </pc:sldChg>
      <pc:sldChg chg="modSp add mod">
        <pc:chgData name="Songqing Gu" userId="c4d8cb49210192e2" providerId="LiveId" clId="{796E7849-F5CA-4B7A-9C27-36D5AC9FFF20}" dt="2023-05-28T13:20:55.039" v="404" actId="27636"/>
        <pc:sldMkLst>
          <pc:docMk/>
          <pc:sldMk cId="4138505165" sldId="330"/>
        </pc:sldMkLst>
        <pc:spChg chg="mod">
          <ac:chgData name="Songqing Gu" userId="c4d8cb49210192e2" providerId="LiveId" clId="{796E7849-F5CA-4B7A-9C27-36D5AC9FFF20}" dt="2023-05-28T13:20:55.039" v="404" actId="27636"/>
          <ac:spMkLst>
            <pc:docMk/>
            <pc:sldMk cId="4138505165" sldId="330"/>
            <ac:spMk id="5" creationId="{00000000-0000-0000-0000-000000000000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izeng.me/2014/03/23/evaluate-and-validate-xpath-css-selectors-in-chrome-developer-tool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u99.com/selenium-webtable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5159" y="2575592"/>
            <a:ext cx="5832150" cy="762519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Locating </a:t>
            </a:r>
            <a:r>
              <a:rPr lang="en-AU" sz="4000" b="1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WebElements</a:t>
            </a:r>
            <a:endParaRPr lang="en-AU" sz="40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77B68A-8DED-BBD0-BF44-7BAC8083FA2E}"/>
              </a:ext>
            </a:extLst>
          </p:cNvPr>
          <p:cNvSpPr txBox="1">
            <a:spLocks/>
          </p:cNvSpPr>
          <p:nvPr/>
        </p:nvSpPr>
        <p:spPr>
          <a:xfrm>
            <a:off x="3934691" y="6248747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458" y="682654"/>
            <a:ext cx="4240681" cy="668981"/>
          </a:xfrm>
          <a:effectLst/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rgbClr val="0070C0"/>
                </a:solidFill>
              </a:rPr>
              <a:t>Mind</a:t>
            </a:r>
            <a:r>
              <a:rPr lang="en-AU" sz="3200" b="1" dirty="0">
                <a:solidFill>
                  <a:srgbClr val="002060"/>
                </a:solidFill>
              </a:rPr>
              <a:t> </a:t>
            </a:r>
            <a:r>
              <a:rPr lang="en-AU" sz="3200" b="1" dirty="0">
                <a:solidFill>
                  <a:srgbClr val="0070C0"/>
                </a:solidFill>
              </a:rPr>
              <a:t>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60039-8874-9C50-C553-ECE294B27A2E}"/>
              </a:ext>
            </a:extLst>
          </p:cNvPr>
          <p:cNvSpPr txBox="1"/>
          <p:nvPr/>
        </p:nvSpPr>
        <p:spPr>
          <a:xfrm>
            <a:off x="1619481" y="1532215"/>
            <a:ext cx="6768061" cy="464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browser tools </a:t>
            </a:r>
          </a:p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using the findElement(s) method</a:t>
            </a:r>
          </a:p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finding links</a:t>
            </a:r>
          </a:p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by tag name</a:t>
            </a:r>
          </a:p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using CSS selectors</a:t>
            </a:r>
          </a:p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using XPath</a:t>
            </a:r>
          </a:p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using tag text contents</a:t>
            </a:r>
          </a:p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using advanced CSS selectors</a:t>
            </a:r>
          </a:p>
          <a:p>
            <a:pPr marL="342900" lvl="0" indent="-34290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2060"/>
                </a:solidFill>
              </a:rPr>
              <a:t>Using jQuery selectors</a:t>
            </a:r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78150" y="1044747"/>
            <a:ext cx="7633836" cy="1266190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8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Using browser tools </a:t>
            </a:r>
          </a:p>
          <a:p>
            <a:pPr marL="0" indent="0">
              <a:buNone/>
            </a:pPr>
            <a:r>
              <a:rPr lang="en-AU" sz="2800" b="1" i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for inspecting elements and page DOM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AU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0D8198-DA1E-0019-792E-4DEAEFBEA633}"/>
              </a:ext>
            </a:extLst>
          </p:cNvPr>
          <p:cNvSpPr/>
          <p:nvPr/>
        </p:nvSpPr>
        <p:spPr>
          <a:xfrm>
            <a:off x="1119466" y="5708830"/>
            <a:ext cx="10496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Chrome Developer Tool</a:t>
            </a:r>
          </a:p>
          <a:p>
            <a:r>
              <a:rPr lang="en-AU" sz="1400" dirty="0">
                <a:hlinkClick r:id="rId2"/>
              </a:rPr>
              <a:t>https://yizeng.me/2014/03/23/evaluate-and-validate-xpath-css-selectors-in-chrome-developer-tools/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4579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64382" y="1240448"/>
            <a:ext cx="9875368" cy="874792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findElement method</a:t>
            </a:r>
            <a:endParaRPr lang="en-US" sz="4000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142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19466" y="733672"/>
            <a:ext cx="9875368" cy="874792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findElements method</a:t>
            </a:r>
            <a:endParaRPr lang="en-US" sz="4000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4707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500" y="1097228"/>
            <a:ext cx="5424553" cy="874792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Finding links</a:t>
            </a:r>
            <a:endParaRPr lang="en-US" sz="4000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356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19466" y="733672"/>
            <a:ext cx="9875368" cy="874792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36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By tag name</a:t>
            </a: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8396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19466" y="733672"/>
            <a:ext cx="9875368" cy="874792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4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Using CSS Selector</a:t>
            </a:r>
            <a:endParaRPr lang="en-US" sz="4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262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sw 03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21" y="1486232"/>
            <a:ext cx="3810000" cy="402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624111"/>
            <a:ext cx="897254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Understand Web Page Object Model (POM)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7550" y="1569480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577" y="2317603"/>
            <a:ext cx="100828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&lt;HTML&gt;</a:t>
            </a:r>
          </a:p>
          <a:p>
            <a:r>
              <a:rPr lang="en-AU" sz="1400" dirty="0"/>
              <a:t>	&lt;HEAD&gt;</a:t>
            </a:r>
          </a:p>
          <a:p>
            <a:r>
              <a:rPr lang="en-AU" sz="1400" dirty="0"/>
              <a:t>		&lt;TITLE&gt;Your Title Here&lt;/TITLE&gt;</a:t>
            </a:r>
          </a:p>
          <a:p>
            <a:r>
              <a:rPr lang="en-AU" sz="1400" dirty="0"/>
              <a:t>	&lt;/HEAD&gt;</a:t>
            </a:r>
          </a:p>
          <a:p>
            <a:r>
              <a:rPr lang="en-AU" sz="1400" dirty="0"/>
              <a:t>	&lt;BODY BGCOLOR="FFFFFF"&gt;</a:t>
            </a:r>
          </a:p>
          <a:p>
            <a:r>
              <a:rPr lang="en-AU" sz="1400" dirty="0"/>
              <a:t>		&lt;CENTER&gt;&lt;IMG SRC="clouds.jpg" ALIGN="BOTTOM"&gt; &lt;/CENTER&gt;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			&lt;a </a:t>
            </a:r>
            <a:r>
              <a:rPr lang="en-AU" sz="1400" dirty="0" err="1"/>
              <a:t>href</a:t>
            </a:r>
            <a:r>
              <a:rPr lang="en-AU" sz="1400" dirty="0"/>
              <a:t>="http://somegreatsite.com"&gt;Link Name&lt;/a&gt;</a:t>
            </a:r>
          </a:p>
          <a:p>
            <a:r>
              <a:rPr lang="en-AU" sz="1400" dirty="0"/>
              <a:t>			is a link to another nifty site</a:t>
            </a:r>
          </a:p>
          <a:p>
            <a:r>
              <a:rPr lang="en-AU" sz="1400" dirty="0"/>
              <a:t>			&lt;H1&gt;This is a Header&lt;/H1&gt;</a:t>
            </a:r>
          </a:p>
          <a:p>
            <a:r>
              <a:rPr lang="en-AU" sz="1400" dirty="0"/>
              <a:t>			&lt;H2&gt;This is a Medium Header&lt;/H2&gt;</a:t>
            </a:r>
          </a:p>
          <a:p>
            <a:r>
              <a:rPr lang="en-AU" sz="1400" dirty="0"/>
              <a:t>			Send me mail at &lt;a </a:t>
            </a:r>
            <a:r>
              <a:rPr lang="en-AU" sz="1400" dirty="0" err="1"/>
              <a:t>href</a:t>
            </a:r>
            <a:r>
              <a:rPr lang="en-AU" sz="1400" dirty="0"/>
              <a:t>="mailto:support@yourcompany.com"&gt;support@company.com&lt;/a&gt;.</a:t>
            </a:r>
          </a:p>
          <a:p>
            <a:r>
              <a:rPr lang="en-AU" sz="1400" dirty="0"/>
              <a:t>			&lt;P&gt; This is a new paragraph!</a:t>
            </a:r>
          </a:p>
          <a:p>
            <a:r>
              <a:rPr lang="en-AU" sz="1400" dirty="0"/>
              <a:t>			&lt;P&gt; &lt;B&gt;This is a new paragraph!&lt;/B&gt;</a:t>
            </a:r>
          </a:p>
          <a:p>
            <a:r>
              <a:rPr lang="en-AU" sz="1400" dirty="0"/>
              <a:t>			&lt;BR&gt; &lt;B&gt;&lt;I&gt;This is a new sentence without a paragraph break, in bold italics.&lt;/I&gt;&lt;/B&gt;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    &lt;/BODY&gt;</a:t>
            </a:r>
          </a:p>
          <a:p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4375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719447" y="2782810"/>
            <a:ext cx="4311850" cy="87479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AU" sz="4000" b="1" dirty="0">
                <a:solidFill>
                  <a:srgbClr val="0070C0"/>
                </a:solidFill>
              </a:rPr>
              <a:t>Using XPath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110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XPath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58" y="2198104"/>
            <a:ext cx="8042746" cy="29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3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04223" y="2382397"/>
            <a:ext cx="7425367" cy="104660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en-AU" sz="4000" b="1" dirty="0">
                <a:solidFill>
                  <a:srgbClr val="0070C0"/>
                </a:solidFill>
              </a:rPr>
              <a:t>using tag text contents</a:t>
            </a:r>
          </a:p>
          <a:p>
            <a:pPr marL="0" lvl="0" indent="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None/>
            </a:pPr>
            <a:endParaRPr lang="en-AU" sz="3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29640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1173" y="2382397"/>
            <a:ext cx="7425367" cy="104660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en-AU" sz="4000" b="1" dirty="0">
                <a:solidFill>
                  <a:srgbClr val="0070C0"/>
                </a:solidFill>
              </a:rPr>
              <a:t>Using jQuery selectors</a:t>
            </a:r>
          </a:p>
          <a:p>
            <a:pPr marL="0" indent="0">
              <a:lnSpc>
                <a:spcPct val="107000"/>
              </a:lnSpc>
              <a:buNone/>
            </a:pPr>
            <a:endParaRPr lang="en-AU" sz="4000" b="1" dirty="0">
              <a:solidFill>
                <a:srgbClr val="0070C0"/>
              </a:solidFill>
            </a:endParaRPr>
          </a:p>
          <a:p>
            <a:pPr marL="0" lvl="0" indent="0">
              <a:lnSpc>
                <a:spcPct val="107000"/>
              </a:lnSpc>
              <a:spcBef>
                <a:spcPts val="1000"/>
              </a:spcBef>
              <a:buClr>
                <a:schemeClr val="accent1"/>
              </a:buClr>
              <a:buNone/>
            </a:pPr>
            <a:endParaRPr lang="en-AU" sz="3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8505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8"/>
            <a:ext cx="9299948" cy="3880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 – Html Table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https://www.guru99.com/selenium-webtable.html</a:t>
            </a: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17724</TotalTime>
  <Words>391</Words>
  <Application>Microsoft Macintosh PowerPoint</Application>
  <PresentationFormat>Widescreen</PresentationFormat>
  <Paragraphs>68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PowerPoint Presentation</vt:lpstr>
      <vt:lpstr>Agenda</vt:lpstr>
      <vt:lpstr>Mind 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Understand Web Page Object Model (POM) </vt:lpstr>
      <vt:lpstr>PowerPoint Presentation</vt:lpstr>
      <vt:lpstr>XPath</vt:lpstr>
      <vt:lpstr>PowerPoint Presentation</vt:lpstr>
      <vt:lpstr>PowerPoint Presentation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757</cp:revision>
  <dcterms:created xsi:type="dcterms:W3CDTF">2020-08-03T09:43:10Z</dcterms:created>
  <dcterms:modified xsi:type="dcterms:W3CDTF">2025-05-01T01:54:04Z</dcterms:modified>
</cp:coreProperties>
</file>