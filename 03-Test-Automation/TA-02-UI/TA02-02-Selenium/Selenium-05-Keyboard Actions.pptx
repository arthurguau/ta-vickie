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20/06/2024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20/06/2024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270" y="2479194"/>
            <a:ext cx="8357459" cy="949806"/>
          </a:xfrm>
          <a:effectLst/>
        </p:spPr>
        <p:txBody>
          <a:bodyPr>
            <a:noAutofit/>
          </a:bodyPr>
          <a:lstStyle/>
          <a:p>
            <a:r>
              <a:rPr lang="en-AU" sz="48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Keyboard Actions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3372" y="1531345"/>
            <a:ext cx="7549611" cy="482538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107" y="638645"/>
            <a:ext cx="919373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15894</TotalTime>
  <Words>1372</Words>
  <Application>Microsoft Office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inherit</vt:lpstr>
      <vt:lpstr>Arial</vt:lpstr>
      <vt:lpstr>Arial Black</vt:lpstr>
      <vt:lpstr>Calibri</vt:lpstr>
      <vt:lpstr>Century Gothic</vt:lpstr>
      <vt:lpstr>Consolas</vt:lpstr>
      <vt:lpstr>Courier New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755</cp:revision>
  <dcterms:created xsi:type="dcterms:W3CDTF">2020-08-03T09:43:10Z</dcterms:created>
  <dcterms:modified xsi:type="dcterms:W3CDTF">2024-06-19T14:52:48Z</dcterms:modified>
</cp:coreProperties>
</file>