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322" r:id="rId3"/>
    <p:sldId id="308" r:id="rId4"/>
    <p:sldId id="323" r:id="rId5"/>
    <p:sldId id="324" r:id="rId6"/>
    <p:sldId id="325" r:id="rId7"/>
    <p:sldId id="326" r:id="rId8"/>
    <p:sldId id="294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22"/>
          </p14:sldIdLst>
        </p14:section>
        <p14:section name="Untitled Section" id="{96B2A4F6-E483-46D3-B718-858E0B0CB8CB}">
          <p14:sldIdLst>
            <p14:sldId id="308"/>
            <p14:sldId id="323"/>
            <p14:sldId id="324"/>
            <p14:sldId id="325"/>
            <p14:sldId id="326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23" autoAdjust="0"/>
  </p:normalViewPr>
  <p:slideViewPr>
    <p:cSldViewPr snapToGrid="0">
      <p:cViewPr varScale="1">
        <p:scale>
          <a:sx n="58" d="100"/>
          <a:sy n="58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796E7849-F5CA-4B7A-9C27-36D5AC9FFF20}"/>
    <pc:docChg chg="custSel delSld modSld sldOrd modSection">
      <pc:chgData name="Songqing Gu" userId="c4d8cb49210192e2" providerId="LiveId" clId="{796E7849-F5CA-4B7A-9C27-36D5AC9FFF20}" dt="2023-05-14T04:06:41.024" v="60" actId="14861"/>
      <pc:docMkLst>
        <pc:docMk/>
      </pc:docMkLst>
      <pc:sldChg chg="addSp delSp modSp mod">
        <pc:chgData name="Songqing Gu" userId="c4d8cb49210192e2" providerId="LiveId" clId="{796E7849-F5CA-4B7A-9C27-36D5AC9FFF20}" dt="2023-05-14T03:52:37.402" v="41" actId="14100"/>
        <pc:sldMkLst>
          <pc:docMk/>
          <pc:sldMk cId="3813058601" sldId="256"/>
        </pc:sldMkLst>
        <pc:spChg chg="del">
          <ac:chgData name="Songqing Gu" userId="c4d8cb49210192e2" providerId="LiveId" clId="{796E7849-F5CA-4B7A-9C27-36D5AC9FFF20}" dt="2023-05-14T03:51:52.907" v="7" actId="478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796E7849-F5CA-4B7A-9C27-36D5AC9FFF20}" dt="2023-05-14T03:52:37.402" v="41" actId="14100"/>
          <ac:spMkLst>
            <pc:docMk/>
            <pc:sldMk cId="3813058601" sldId="256"/>
            <ac:spMk id="3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3:52:02.584" v="9" actId="1076"/>
          <ac:spMkLst>
            <pc:docMk/>
            <pc:sldMk cId="3813058601" sldId="256"/>
            <ac:spMk id="6" creationId="{1D77B68A-8DED-BBD0-BF44-7BAC8083FA2E}"/>
          </ac:spMkLst>
        </pc:spChg>
        <pc:spChg chg="add del mod">
          <ac:chgData name="Songqing Gu" userId="c4d8cb49210192e2" providerId="LiveId" clId="{796E7849-F5CA-4B7A-9C27-36D5AC9FFF20}" dt="2023-05-14T03:51:56.286" v="8" actId="478"/>
          <ac:spMkLst>
            <pc:docMk/>
            <pc:sldMk cId="3813058601" sldId="256"/>
            <ac:spMk id="8" creationId="{24EFDD78-1A9A-843C-ECBA-24757CDEF1F5}"/>
          </ac:spMkLst>
        </pc:spChg>
      </pc:sldChg>
      <pc:sldChg chg="addSp delSp modSp mod">
        <pc:chgData name="Songqing Gu" userId="c4d8cb49210192e2" providerId="LiveId" clId="{796E7849-F5CA-4B7A-9C27-36D5AC9FFF20}" dt="2023-05-14T04:06:41.024" v="60" actId="14861"/>
        <pc:sldMkLst>
          <pc:docMk/>
          <pc:sldMk cId="3113703618" sldId="261"/>
        </pc:sldMkLst>
        <pc:spChg chg="mod">
          <ac:chgData name="Songqing Gu" userId="c4d8cb49210192e2" providerId="LiveId" clId="{796E7849-F5CA-4B7A-9C27-36D5AC9FFF20}" dt="2023-05-14T04:06:41.024" v="60" actId="14861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796E7849-F5CA-4B7A-9C27-36D5AC9FFF20}" dt="2023-05-14T04:04:40.151" v="45" actId="478"/>
          <ac:spMkLst>
            <pc:docMk/>
            <pc:sldMk cId="3113703618" sldId="261"/>
            <ac:spMk id="4" creationId="{00000000-0000-0000-0000-000000000000}"/>
          </ac:spMkLst>
        </pc:spChg>
        <pc:spChg chg="add mod">
          <ac:chgData name="Songqing Gu" userId="c4d8cb49210192e2" providerId="LiveId" clId="{796E7849-F5CA-4B7A-9C27-36D5AC9FFF20}" dt="2023-05-14T04:06:14.981" v="55" actId="1076"/>
          <ac:spMkLst>
            <pc:docMk/>
            <pc:sldMk cId="3113703618" sldId="261"/>
            <ac:spMk id="5" creationId="{82660039-8874-9C50-C553-ECE294B27A2E}"/>
          </ac:spMkLst>
        </pc:spChg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216314799" sldId="274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86819680" sldId="288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3799275039" sldId="296"/>
        </pc:sldMkLst>
      </pc:sldChg>
      <pc:sldChg chg="del">
        <pc:chgData name="Songqing Gu" userId="c4d8cb49210192e2" providerId="LiveId" clId="{796E7849-F5CA-4B7A-9C27-36D5AC9FFF20}" dt="2023-05-14T03:57:25.428" v="42" actId="47"/>
        <pc:sldMkLst>
          <pc:docMk/>
          <pc:sldMk cId="2644837690" sldId="298"/>
        </pc:sldMkLst>
      </pc:sldChg>
      <pc:sldChg chg="modSp mod ord">
        <pc:chgData name="Songqing Gu" userId="c4d8cb49210192e2" providerId="LiveId" clId="{796E7849-F5CA-4B7A-9C27-36D5AC9FFF20}" dt="2023-05-14T04:05:54.749" v="52" actId="14861"/>
        <pc:sldMkLst>
          <pc:docMk/>
          <pc:sldMk cId="2115522147" sldId="322"/>
        </pc:sldMkLst>
        <pc:spChg chg="mod">
          <ac:chgData name="Songqing Gu" userId="c4d8cb49210192e2" providerId="LiveId" clId="{796E7849-F5CA-4B7A-9C27-36D5AC9FFF20}" dt="2023-05-14T04:05:54.749" v="52" actId="14861"/>
          <ac:spMkLst>
            <pc:docMk/>
            <pc:sldMk cId="2115522147" sldId="322"/>
            <ac:spMk id="3" creationId="{00000000-0000-0000-0000-000000000000}"/>
          </ac:spMkLst>
        </pc:spChg>
      </pc:sldChg>
    </pc:docChg>
  </pc:docChgLst>
  <pc:docChgLst>
    <pc:chgData name="Songqing Gu" userId="c4d8cb49210192e2" providerId="LiveId" clId="{CD7421EC-922E-44B1-9EF4-090A2C8A8A8B}"/>
    <pc:docChg chg="custSel delSld modSld modSection">
      <pc:chgData name="Songqing Gu" userId="c4d8cb49210192e2" providerId="LiveId" clId="{CD7421EC-922E-44B1-9EF4-090A2C8A8A8B}" dt="2023-07-11T07:56:49.801" v="66" actId="47"/>
      <pc:docMkLst>
        <pc:docMk/>
      </pc:docMkLst>
      <pc:sldChg chg="modSp mod">
        <pc:chgData name="Songqing Gu" userId="c4d8cb49210192e2" providerId="LiveId" clId="{CD7421EC-922E-44B1-9EF4-090A2C8A8A8B}" dt="2023-07-11T07:56:12.956" v="64" actId="1076"/>
        <pc:sldMkLst>
          <pc:docMk/>
          <pc:sldMk cId="3813058601" sldId="256"/>
        </pc:sldMkLst>
        <pc:spChg chg="mod">
          <ac:chgData name="Songqing Gu" userId="c4d8cb49210192e2" providerId="LiveId" clId="{CD7421EC-922E-44B1-9EF4-090A2C8A8A8B}" dt="2023-07-11T07:56:12.956" v="64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113703618" sldId="26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789354427" sldId="28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644665972" sldId="29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030084157" sldId="293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638558092" sldId="295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243758571" sldId="297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3342963659" sldId="299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661429300" sldId="30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939562636" sldId="301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200091612" sldId="302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051393773" sldId="30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304226109" sldId="304"/>
        </pc:sldMkLst>
      </pc:sldChg>
      <pc:sldChg chg="modSp mod">
        <pc:chgData name="Songqing Gu" userId="c4d8cb49210192e2" providerId="LiveId" clId="{CD7421EC-922E-44B1-9EF4-090A2C8A8A8B}" dt="2023-07-11T07:55:30.905" v="15" actId="14100"/>
        <pc:sldMkLst>
          <pc:docMk/>
          <pc:sldMk cId="3692078226" sldId="308"/>
        </pc:sldMkLst>
        <pc:spChg chg="mod">
          <ac:chgData name="Songqing Gu" userId="c4d8cb49210192e2" providerId="LiveId" clId="{CD7421EC-922E-44B1-9EF4-090A2C8A8A8B}" dt="2023-07-11T07:55:30.905" v="15" actId="14100"/>
          <ac:spMkLst>
            <pc:docMk/>
            <pc:sldMk cId="3692078226" sldId="308"/>
            <ac:spMk id="2" creationId="{00000000-0000-0000-0000-000000000000}"/>
          </ac:spMkLst>
        </pc:spChg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733468992" sldId="311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78337687" sldId="313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1897699973" sldId="314"/>
        </pc:sldMkLst>
      </pc:sldChg>
      <pc:sldChg chg="del">
        <pc:chgData name="Songqing Gu" userId="c4d8cb49210192e2" providerId="LiveId" clId="{CD7421EC-922E-44B1-9EF4-090A2C8A8A8B}" dt="2023-07-11T07:56:49.801" v="66" actId="47"/>
        <pc:sldMkLst>
          <pc:docMk/>
          <pc:sldMk cId="834037825" sldId="315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991223764" sldId="317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4180587722" sldId="318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2428458669" sldId="319"/>
        </pc:sldMkLst>
      </pc:sldChg>
      <pc:sldChg chg="del">
        <pc:chgData name="Songqing Gu" userId="c4d8cb49210192e2" providerId="LiveId" clId="{CD7421EC-922E-44B1-9EF4-090A2C8A8A8B}" dt="2023-07-11T07:56:44.205" v="65" actId="47"/>
        <pc:sldMkLst>
          <pc:docMk/>
          <pc:sldMk cId="3330490350" sldId="320"/>
        </pc:sldMkLst>
      </pc:sldChg>
      <pc:sldChg chg="del">
        <pc:chgData name="Songqing Gu" userId="c4d8cb49210192e2" providerId="LiveId" clId="{CD7421EC-922E-44B1-9EF4-090A2C8A8A8B}" dt="2023-07-11T07:55:08.926" v="0" actId="47"/>
        <pc:sldMkLst>
          <pc:docMk/>
          <pc:sldMk cId="1152462360" sldId="321"/>
        </pc:sldMkLst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" userId="c4d8cb49210192e2" providerId="LiveId" clId="{023FA258-4835-4CF2-97FE-4EF55CE361B7}"/>
    <pc:docChg chg="modSld">
      <pc:chgData name="Songqing" userId="c4d8cb49210192e2" providerId="LiveId" clId="{023FA258-4835-4CF2-97FE-4EF55CE361B7}" dt="2023-08-07T15:11:56.105" v="0" actId="14100"/>
      <pc:docMkLst>
        <pc:docMk/>
      </pc:docMkLst>
      <pc:sldChg chg="modSp mod">
        <pc:chgData name="Songqing" userId="c4d8cb49210192e2" providerId="LiveId" clId="{023FA258-4835-4CF2-97FE-4EF55CE361B7}" dt="2023-08-07T15:11:56.105" v="0" actId="14100"/>
        <pc:sldMkLst>
          <pc:docMk/>
          <pc:sldMk cId="1873133719" sldId="325"/>
        </pc:sldMkLst>
        <pc:picChg chg="mod">
          <ac:chgData name="Songqing" userId="c4d8cb49210192e2" providerId="LiveId" clId="{023FA258-4835-4CF2-97FE-4EF55CE361B7}" dt="2023-08-07T15:11:56.105" v="0" actId="14100"/>
          <ac:picMkLst>
            <pc:docMk/>
            <pc:sldMk cId="1873133719" sldId="325"/>
            <ac:picMk id="4" creationId="{98A704EB-7FD3-8C9C-964E-1D7DA4767494}"/>
          </ac:picMkLst>
        </pc:picChg>
      </pc:sldChg>
    </pc:docChg>
  </pc:docChgLst>
  <pc:docChgLst>
    <pc:chgData name="Songqing" userId="c4d8cb49210192e2" providerId="LiveId" clId="{8EE34DD4-313B-4761-AE16-415042FE474D}"/>
    <pc:docChg chg="custSel addSld delSld modSld modSection">
      <pc:chgData name="Songqing" userId="c4d8cb49210192e2" providerId="LiveId" clId="{8EE34DD4-313B-4761-AE16-415042FE474D}" dt="2023-07-19T12:25:06.472" v="126" actId="2696"/>
      <pc:docMkLst>
        <pc:docMk/>
      </pc:docMkLst>
      <pc:sldChg chg="modSp mod">
        <pc:chgData name="Songqing" userId="c4d8cb49210192e2" providerId="LiveId" clId="{8EE34DD4-313B-4761-AE16-415042FE474D}" dt="2023-07-19T12:19:17.752" v="33" actId="1076"/>
        <pc:sldMkLst>
          <pc:docMk/>
          <pc:sldMk cId="3813058601" sldId="256"/>
        </pc:sldMkLst>
        <pc:spChg chg="mod">
          <ac:chgData name="Songqing" userId="c4d8cb49210192e2" providerId="LiveId" clId="{8EE34DD4-313B-4761-AE16-415042FE474D}" dt="2023-07-19T12:19:17.752" v="33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8EE34DD4-313B-4761-AE16-415042FE474D}" dt="2023-07-19T12:25:02.086" v="125" actId="47"/>
        <pc:sldMkLst>
          <pc:docMk/>
          <pc:sldMk cId="1863554075" sldId="306"/>
        </pc:sldMkLst>
      </pc:sldChg>
      <pc:sldChg chg="addSp delSp modSp mod">
        <pc:chgData name="Songqing" userId="c4d8cb49210192e2" providerId="LiveId" clId="{8EE34DD4-313B-4761-AE16-415042FE474D}" dt="2023-07-19T12:20:32.031" v="50" actId="14100"/>
        <pc:sldMkLst>
          <pc:docMk/>
          <pc:sldMk cId="3692078226" sldId="308"/>
        </pc:sldMkLst>
        <pc:spChg chg="mod">
          <ac:chgData name="Songqing" userId="c4d8cb49210192e2" providerId="LiveId" clId="{8EE34DD4-313B-4761-AE16-415042FE474D}" dt="2023-07-19T12:20:32.031" v="50" actId="14100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8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9" creationId="{00000000-0000-0000-0000-000000000000}"/>
          </ac:spMkLst>
        </pc:spChg>
        <pc:spChg chg="del">
          <ac:chgData name="Songqing" userId="c4d8cb49210192e2" providerId="LiveId" clId="{8EE34DD4-313B-4761-AE16-415042FE474D}" dt="2023-07-19T12:19:45.256" v="34" actId="478"/>
          <ac:spMkLst>
            <pc:docMk/>
            <pc:sldMk cId="3692078226" sldId="308"/>
            <ac:spMk id="12" creationId="{00000000-0000-0000-0000-000000000000}"/>
          </ac:spMkLst>
        </pc:spChg>
        <pc:picChg chg="add mod">
          <ac:chgData name="Songqing" userId="c4d8cb49210192e2" providerId="LiveId" clId="{8EE34DD4-313B-4761-AE16-415042FE474D}" dt="2023-07-19T12:19:55.182" v="39" actId="1076"/>
          <ac:picMkLst>
            <pc:docMk/>
            <pc:sldMk cId="3692078226" sldId="308"/>
            <ac:picMk id="3" creationId="{A006138B-8D75-DE35-9439-56251EB74086}"/>
          </ac:picMkLst>
        </pc:picChg>
        <pc:cxnChg chg="del mod">
          <ac:chgData name="Songqing" userId="c4d8cb49210192e2" providerId="LiveId" clId="{8EE34DD4-313B-4761-AE16-415042FE474D}" dt="2023-07-19T12:19:45.256" v="34" actId="478"/>
          <ac:cxnSpMkLst>
            <pc:docMk/>
            <pc:sldMk cId="3692078226" sldId="308"/>
            <ac:cxnSpMk id="4" creationId="{00000000-0000-0000-0000-000000000000}"/>
          </ac:cxnSpMkLst>
        </pc:cxnChg>
        <pc:cxnChg chg="del mod">
          <ac:chgData name="Songqing" userId="c4d8cb49210192e2" providerId="LiveId" clId="{8EE34DD4-313B-4761-AE16-415042FE474D}" dt="2023-07-19T12:19:45.256" v="34" actId="478"/>
          <ac:cxnSpMkLst>
            <pc:docMk/>
            <pc:sldMk cId="3692078226" sldId="308"/>
            <ac:cxnSpMk id="10" creationId="{00000000-0000-0000-0000-000000000000}"/>
          </ac:cxnSpMkLst>
        </pc:cxnChg>
        <pc:cxnChg chg="del mod">
          <ac:chgData name="Songqing" userId="c4d8cb49210192e2" providerId="LiveId" clId="{8EE34DD4-313B-4761-AE16-415042FE474D}" dt="2023-07-19T12:19:45.256" v="34" actId="478"/>
          <ac:cxnSpMkLst>
            <pc:docMk/>
            <pc:sldMk cId="3692078226" sldId="308"/>
            <ac:cxnSpMk id="13" creationId="{00000000-0000-0000-0000-000000000000}"/>
          </ac:cxnSpMkLst>
        </pc:cxnChg>
        <pc:cxnChg chg="del mod">
          <ac:chgData name="Songqing" userId="c4d8cb49210192e2" providerId="LiveId" clId="{8EE34DD4-313B-4761-AE16-415042FE474D}" dt="2023-07-19T12:19:45.256" v="34" actId="478"/>
          <ac:cxnSpMkLst>
            <pc:docMk/>
            <pc:sldMk cId="3692078226" sldId="308"/>
            <ac:cxnSpMk id="16" creationId="{00000000-0000-0000-0000-000000000000}"/>
          </ac:cxnSpMkLst>
        </pc:cxnChg>
      </pc:sldChg>
      <pc:sldChg chg="del">
        <pc:chgData name="Songqing" userId="c4d8cb49210192e2" providerId="LiveId" clId="{8EE34DD4-313B-4761-AE16-415042FE474D}" dt="2023-07-19T12:25:06.472" v="126" actId="2696"/>
        <pc:sldMkLst>
          <pc:docMk/>
          <pc:sldMk cId="3140796614" sldId="310"/>
        </pc:sldMkLst>
      </pc:sldChg>
      <pc:sldChg chg="addSp delSp modSp add mod">
        <pc:chgData name="Songqing" userId="c4d8cb49210192e2" providerId="LiveId" clId="{8EE34DD4-313B-4761-AE16-415042FE474D}" dt="2023-07-19T12:21:51.133" v="71" actId="14100"/>
        <pc:sldMkLst>
          <pc:docMk/>
          <pc:sldMk cId="336157217" sldId="323"/>
        </pc:sldMkLst>
        <pc:spChg chg="mod">
          <ac:chgData name="Songqing" userId="c4d8cb49210192e2" providerId="LiveId" clId="{8EE34DD4-313B-4761-AE16-415042FE474D}" dt="2023-07-19T12:21:30.157" v="68" actId="20577"/>
          <ac:spMkLst>
            <pc:docMk/>
            <pc:sldMk cId="336157217" sldId="323"/>
            <ac:spMk id="2" creationId="{00000000-0000-0000-0000-000000000000}"/>
          </ac:spMkLst>
        </pc:spChg>
        <pc:picChg chg="del">
          <ac:chgData name="Songqing" userId="c4d8cb49210192e2" providerId="LiveId" clId="{8EE34DD4-313B-4761-AE16-415042FE474D}" dt="2023-07-19T12:21:12.654" v="52" actId="478"/>
          <ac:picMkLst>
            <pc:docMk/>
            <pc:sldMk cId="336157217" sldId="323"/>
            <ac:picMk id="3" creationId="{A006138B-8D75-DE35-9439-56251EB74086}"/>
          </ac:picMkLst>
        </pc:picChg>
        <pc:picChg chg="add mod">
          <ac:chgData name="Songqing" userId="c4d8cb49210192e2" providerId="LiveId" clId="{8EE34DD4-313B-4761-AE16-415042FE474D}" dt="2023-07-19T12:21:51.133" v="71" actId="14100"/>
          <ac:picMkLst>
            <pc:docMk/>
            <pc:sldMk cId="336157217" sldId="323"/>
            <ac:picMk id="4" creationId="{26673F58-FC81-A2A5-10AC-7217CE960FAC}"/>
          </ac:picMkLst>
        </pc:picChg>
      </pc:sldChg>
      <pc:sldChg chg="addSp delSp modSp add mod">
        <pc:chgData name="Songqing" userId="c4d8cb49210192e2" providerId="LiveId" clId="{8EE34DD4-313B-4761-AE16-415042FE474D}" dt="2023-07-19T12:22:41.825" v="86" actId="20577"/>
        <pc:sldMkLst>
          <pc:docMk/>
          <pc:sldMk cId="4004119270" sldId="324"/>
        </pc:sldMkLst>
        <pc:spChg chg="mod">
          <ac:chgData name="Songqing" userId="c4d8cb49210192e2" providerId="LiveId" clId="{8EE34DD4-313B-4761-AE16-415042FE474D}" dt="2023-07-19T12:22:41.825" v="86" actId="20577"/>
          <ac:spMkLst>
            <pc:docMk/>
            <pc:sldMk cId="4004119270" sldId="324"/>
            <ac:spMk id="2" creationId="{00000000-0000-0000-0000-000000000000}"/>
          </ac:spMkLst>
        </pc:spChg>
        <pc:picChg chg="add mod">
          <ac:chgData name="Songqing" userId="c4d8cb49210192e2" providerId="LiveId" clId="{8EE34DD4-313B-4761-AE16-415042FE474D}" dt="2023-07-19T12:22:33.561" v="78" actId="1076"/>
          <ac:picMkLst>
            <pc:docMk/>
            <pc:sldMk cId="4004119270" sldId="324"/>
            <ac:picMk id="3" creationId="{298B6BAE-9F20-CE67-F139-28F1F1A86EF4}"/>
          </ac:picMkLst>
        </pc:picChg>
        <pc:picChg chg="del">
          <ac:chgData name="Songqing" userId="c4d8cb49210192e2" providerId="LiveId" clId="{8EE34DD4-313B-4761-AE16-415042FE474D}" dt="2023-07-19T12:22:23.944" v="73" actId="478"/>
          <ac:picMkLst>
            <pc:docMk/>
            <pc:sldMk cId="4004119270" sldId="324"/>
            <ac:picMk id="4" creationId="{26673F58-FC81-A2A5-10AC-7217CE960FAC}"/>
          </ac:picMkLst>
        </pc:picChg>
      </pc:sldChg>
      <pc:sldChg chg="addSp delSp modSp add mod">
        <pc:chgData name="Songqing" userId="c4d8cb49210192e2" providerId="LiveId" clId="{8EE34DD4-313B-4761-AE16-415042FE474D}" dt="2023-07-19T12:24:07.853" v="107" actId="20577"/>
        <pc:sldMkLst>
          <pc:docMk/>
          <pc:sldMk cId="1873133719" sldId="325"/>
        </pc:sldMkLst>
        <pc:spChg chg="mod">
          <ac:chgData name="Songqing" userId="c4d8cb49210192e2" providerId="LiveId" clId="{8EE34DD4-313B-4761-AE16-415042FE474D}" dt="2023-07-19T12:24:07.853" v="107" actId="20577"/>
          <ac:spMkLst>
            <pc:docMk/>
            <pc:sldMk cId="1873133719" sldId="325"/>
            <ac:spMk id="2" creationId="{00000000-0000-0000-0000-000000000000}"/>
          </ac:spMkLst>
        </pc:spChg>
        <pc:picChg chg="del">
          <ac:chgData name="Songqing" userId="c4d8cb49210192e2" providerId="LiveId" clId="{8EE34DD4-313B-4761-AE16-415042FE474D}" dt="2023-07-19T12:23:26.435" v="88" actId="478"/>
          <ac:picMkLst>
            <pc:docMk/>
            <pc:sldMk cId="1873133719" sldId="325"/>
            <ac:picMk id="3" creationId="{298B6BAE-9F20-CE67-F139-28F1F1A86EF4}"/>
          </ac:picMkLst>
        </pc:picChg>
        <pc:picChg chg="add mod">
          <ac:chgData name="Songqing" userId="c4d8cb49210192e2" providerId="LiveId" clId="{8EE34DD4-313B-4761-AE16-415042FE474D}" dt="2023-07-19T12:24:00.641" v="103" actId="14100"/>
          <ac:picMkLst>
            <pc:docMk/>
            <pc:sldMk cId="1873133719" sldId="325"/>
            <ac:picMk id="4" creationId="{98A704EB-7FD3-8C9C-964E-1D7DA4767494}"/>
          </ac:picMkLst>
        </pc:picChg>
      </pc:sldChg>
      <pc:sldChg chg="addSp delSp modSp add mod">
        <pc:chgData name="Songqing" userId="c4d8cb49210192e2" providerId="LiveId" clId="{8EE34DD4-313B-4761-AE16-415042FE474D}" dt="2023-07-19T12:24:52.916" v="124" actId="20577"/>
        <pc:sldMkLst>
          <pc:docMk/>
          <pc:sldMk cId="2713751645" sldId="326"/>
        </pc:sldMkLst>
        <pc:spChg chg="mod">
          <ac:chgData name="Songqing" userId="c4d8cb49210192e2" providerId="LiveId" clId="{8EE34DD4-313B-4761-AE16-415042FE474D}" dt="2023-07-19T12:24:52.916" v="124" actId="20577"/>
          <ac:spMkLst>
            <pc:docMk/>
            <pc:sldMk cId="2713751645" sldId="326"/>
            <ac:spMk id="2" creationId="{00000000-0000-0000-0000-000000000000}"/>
          </ac:spMkLst>
        </pc:spChg>
        <pc:picChg chg="add mod">
          <ac:chgData name="Songqing" userId="c4d8cb49210192e2" providerId="LiveId" clId="{8EE34DD4-313B-4761-AE16-415042FE474D}" dt="2023-07-19T12:24:41.703" v="115" actId="1076"/>
          <ac:picMkLst>
            <pc:docMk/>
            <pc:sldMk cId="2713751645" sldId="326"/>
            <ac:picMk id="3" creationId="{EE670BD2-DECA-4A04-A046-251BEF3A48AC}"/>
          </ac:picMkLst>
        </pc:picChg>
        <pc:picChg chg="del">
          <ac:chgData name="Songqing" userId="c4d8cb49210192e2" providerId="LiveId" clId="{8EE34DD4-313B-4761-AE16-415042FE474D}" dt="2023-07-19T12:24:30.484" v="109" actId="478"/>
          <ac:picMkLst>
            <pc:docMk/>
            <pc:sldMk cId="2713751645" sldId="326"/>
            <ac:picMk id="4" creationId="{98A704EB-7FD3-8C9C-964E-1D7DA47674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8/08/2023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8/08/2023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0565" y="2498474"/>
            <a:ext cx="7390870" cy="762519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Alternatives to Selenium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7B68A-8DED-BBD0-BF44-7BAC8083FA2E}"/>
              </a:ext>
            </a:extLst>
          </p:cNvPr>
          <p:cNvSpPr txBox="1">
            <a:spLocks/>
          </p:cNvSpPr>
          <p:nvPr/>
        </p:nvSpPr>
        <p:spPr>
          <a:xfrm>
            <a:off x="3934691" y="624874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4265888" cy="983563"/>
          </a:xfrm>
          <a:effectLst/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Cypress</a:t>
            </a:r>
          </a:p>
        </p:txBody>
      </p:sp>
      <p:pic>
        <p:nvPicPr>
          <p:cNvPr id="3" name="Picture 2" descr="hosw 1006">
            <a:extLst>
              <a:ext uri="{FF2B5EF4-FFF2-40B4-BE49-F238E27FC236}">
                <a16:creationId xmlns:a16="http://schemas.microsoft.com/office/drawing/2014/main" id="{A006138B-8D75-DE35-9439-56251EB740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86" y="2104222"/>
            <a:ext cx="9818897" cy="40627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4265888" cy="983563"/>
          </a:xfrm>
          <a:effectLst/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WebDriverIO</a:t>
            </a:r>
          </a:p>
        </p:txBody>
      </p:sp>
      <p:pic>
        <p:nvPicPr>
          <p:cNvPr id="4" name="Picture 3" descr="hosw 1009">
            <a:extLst>
              <a:ext uri="{FF2B5EF4-FFF2-40B4-BE49-F238E27FC236}">
                <a16:creationId xmlns:a16="http://schemas.microsoft.com/office/drawing/2014/main" id="{26673F58-FC81-A2A5-10AC-7217CE960F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888" y="2633031"/>
            <a:ext cx="9793995" cy="3236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5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4265888" cy="983563"/>
          </a:xfrm>
          <a:effectLst/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TestCafe</a:t>
            </a:r>
          </a:p>
        </p:txBody>
      </p:sp>
      <p:pic>
        <p:nvPicPr>
          <p:cNvPr id="3" name="Picture 2" descr="hosw 1010">
            <a:extLst>
              <a:ext uri="{FF2B5EF4-FFF2-40B4-BE49-F238E27FC236}">
                <a16:creationId xmlns:a16="http://schemas.microsoft.com/office/drawing/2014/main" id="{298B6BAE-9F20-CE67-F139-28F1F1A86E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18" y="1938969"/>
            <a:ext cx="9729469" cy="4098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11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4265888" cy="983563"/>
          </a:xfrm>
          <a:effectLst/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Puppeteer</a:t>
            </a:r>
          </a:p>
        </p:txBody>
      </p:sp>
      <p:pic>
        <p:nvPicPr>
          <p:cNvPr id="4" name="Picture 3" descr="hosw 1011">
            <a:extLst>
              <a:ext uri="{FF2B5EF4-FFF2-40B4-BE49-F238E27FC236}">
                <a16:creationId xmlns:a16="http://schemas.microsoft.com/office/drawing/2014/main" id="{98A704EB-7FD3-8C9C-964E-1D7DA47674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57" y="2489812"/>
            <a:ext cx="9893147" cy="21262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13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6"/>
            <a:ext cx="4265888" cy="983563"/>
          </a:xfrm>
          <a:effectLst/>
        </p:spPr>
        <p:txBody>
          <a:bodyPr>
            <a:norm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</a:rPr>
              <a:t>Playwright</a:t>
            </a:r>
          </a:p>
        </p:txBody>
      </p:sp>
      <p:pic>
        <p:nvPicPr>
          <p:cNvPr id="3" name="Picture 2" descr="hosw 1012">
            <a:extLst>
              <a:ext uri="{FF2B5EF4-FFF2-40B4-BE49-F238E27FC236}">
                <a16:creationId xmlns:a16="http://schemas.microsoft.com/office/drawing/2014/main" id="{EE670BD2-DECA-4A04-A046-251BEF3A48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639" y="2357610"/>
            <a:ext cx="9618194" cy="2974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375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15879</TotalTime>
  <Words>187</Words>
  <Application>Microsoft Office PowerPoint</Application>
  <PresentationFormat>Widescreen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Century Gothic</vt:lpstr>
      <vt:lpstr>Wingdings 3</vt:lpstr>
      <vt:lpstr>Wisp</vt:lpstr>
      <vt:lpstr>PowerPoint Presentation</vt:lpstr>
      <vt:lpstr>Agenda</vt:lpstr>
      <vt:lpstr>Cypress</vt:lpstr>
      <vt:lpstr>WebDriverIO</vt:lpstr>
      <vt:lpstr>TestCafe</vt:lpstr>
      <vt:lpstr>Puppeteer</vt:lpstr>
      <vt:lpstr>Playwright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</cp:lastModifiedBy>
  <cp:revision>753</cp:revision>
  <dcterms:created xsi:type="dcterms:W3CDTF">2020-08-03T09:43:10Z</dcterms:created>
  <dcterms:modified xsi:type="dcterms:W3CDTF">2023-08-07T15:12:01Z</dcterms:modified>
</cp:coreProperties>
</file>