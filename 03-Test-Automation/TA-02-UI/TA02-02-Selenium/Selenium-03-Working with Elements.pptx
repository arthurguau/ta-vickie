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2049" autoAdjust="0"/>
  </p:normalViewPr>
  <p:slideViewPr>
    <p:cSldViewPr snapToGrid="0">
      <p:cViewPr varScale="1">
        <p:scale>
          <a:sx n="137" d="100"/>
          <a:sy n="137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4479" y="2784913"/>
            <a:ext cx="4167537" cy="644088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Work with Elements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830" y="720915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3372" y="1531344"/>
            <a:ext cx="7549611" cy="508405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368" y="789392"/>
            <a:ext cx="713458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15894</TotalTime>
  <Words>1373</Words>
  <Application>Microsoft Macintosh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Century Gothic</vt:lpstr>
      <vt:lpstr>Consolas</vt:lpstr>
      <vt:lpstr>Courier New</vt:lpstr>
      <vt:lpstr>inherit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756</cp:revision>
  <dcterms:created xsi:type="dcterms:W3CDTF">2020-08-03T09:43:10Z</dcterms:created>
  <dcterms:modified xsi:type="dcterms:W3CDTF">2025-04-30T14:07:45Z</dcterms:modified>
</cp:coreProperties>
</file>