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323" r:id="rId2"/>
    <p:sldId id="340" r:id="rId3"/>
    <p:sldId id="339" r:id="rId4"/>
    <p:sldId id="327" r:id="rId5"/>
    <p:sldId id="264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323"/>
          </p14:sldIdLst>
        </p14:section>
        <p14:section name="Untitled Section" id="{96B2A4F6-E483-46D3-B718-858E0B0CB8CB}">
          <p14:sldIdLst>
            <p14:sldId id="340"/>
            <p14:sldId id="339"/>
            <p14:sldId id="327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488"/>
    <a:srgbClr val="044EA8"/>
    <a:srgbClr val="C9E8FF"/>
    <a:srgbClr val="74B2FC"/>
    <a:srgbClr val="1D3B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D478A8-A14C-4C0B-86C7-32E27CB31161}" v="110" dt="2023-08-05T12:06:32.2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27" autoAdjust="0"/>
    <p:restoredTop sz="87460" autoAdjust="0"/>
  </p:normalViewPr>
  <p:slideViewPr>
    <p:cSldViewPr snapToGrid="0">
      <p:cViewPr varScale="1">
        <p:scale>
          <a:sx n="103" d="100"/>
          <a:sy n="103" d="100"/>
        </p:scale>
        <p:origin x="76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DD95A6FC-DE7F-452D-9185-8055E99293E2}"/>
    <pc:docChg chg="undo custSel addSld delSld modSld modSection">
      <pc:chgData name="Songqing Gu" userId="c4d8cb49210192e2" providerId="LiveId" clId="{DD95A6FC-DE7F-452D-9185-8055E99293E2}" dt="2023-07-02T07:17:39.975" v="330" actId="207"/>
      <pc:docMkLst>
        <pc:docMk/>
      </pc:docMkLst>
      <pc:sldChg chg="modSp mod">
        <pc:chgData name="Songqing Gu" userId="c4d8cb49210192e2" providerId="LiveId" clId="{DD95A6FC-DE7F-452D-9185-8055E99293E2}" dt="2023-07-01T04:21:05.687" v="35" actId="1076"/>
        <pc:sldMkLst>
          <pc:docMk/>
          <pc:sldMk cId="3113703618" sldId="261"/>
        </pc:sldMkLst>
        <pc:spChg chg="mod">
          <ac:chgData name="Songqing Gu" userId="c4d8cb49210192e2" providerId="LiveId" clId="{DD95A6FC-DE7F-452D-9185-8055E99293E2}" dt="2023-07-01T04:21:05.687" v="35" actId="1076"/>
          <ac:spMkLst>
            <pc:docMk/>
            <pc:sldMk cId="3113703618" sldId="261"/>
            <ac:spMk id="5" creationId="{65B80BEA-BD58-4BB1-CD49-B7E8607E15EC}"/>
          </ac:spMkLst>
        </pc:spChg>
        <pc:spChg chg="mod">
          <ac:chgData name="Songqing Gu" userId="c4d8cb49210192e2" providerId="LiveId" clId="{DD95A6FC-DE7F-452D-9185-8055E99293E2}" dt="2023-07-01T04:20:39.380" v="33" actId="1076"/>
          <ac:spMkLst>
            <pc:docMk/>
            <pc:sldMk cId="3113703618" sldId="261"/>
            <ac:spMk id="10" creationId="{A751D98D-28CD-6AA8-E491-63C1E905EAA5}"/>
          </ac:spMkLst>
        </pc:spChg>
        <pc:spChg chg="mod">
          <ac:chgData name="Songqing Gu" userId="c4d8cb49210192e2" providerId="LiveId" clId="{DD95A6FC-DE7F-452D-9185-8055E99293E2}" dt="2023-07-01T04:20:35.873" v="32" actId="1076"/>
          <ac:spMkLst>
            <pc:docMk/>
            <pc:sldMk cId="3113703618" sldId="261"/>
            <ac:spMk id="12" creationId="{568BBE4C-8E40-8C7F-9A64-C076869BEF43}"/>
          </ac:spMkLst>
        </pc:spChg>
        <pc:spChg chg="mod">
          <ac:chgData name="Songqing Gu" userId="c4d8cb49210192e2" providerId="LiveId" clId="{DD95A6FC-DE7F-452D-9185-8055E99293E2}" dt="2023-07-01T04:20:33.318" v="31" actId="1076"/>
          <ac:spMkLst>
            <pc:docMk/>
            <pc:sldMk cId="3113703618" sldId="261"/>
            <ac:spMk id="14" creationId="{FDD2FAB4-4A78-F080-AC67-7FFC39D796DC}"/>
          </ac:spMkLst>
        </pc:spChg>
      </pc:sldChg>
      <pc:sldChg chg="modSp mod">
        <pc:chgData name="Songqing Gu" userId="c4d8cb49210192e2" providerId="LiveId" clId="{DD95A6FC-DE7F-452D-9185-8055E99293E2}" dt="2023-07-01T04:20:12.663" v="29" actId="2711"/>
        <pc:sldMkLst>
          <pc:docMk/>
          <pc:sldMk cId="2216314799" sldId="274"/>
        </pc:sldMkLst>
        <pc:spChg chg="mod">
          <ac:chgData name="Songqing Gu" userId="c4d8cb49210192e2" providerId="LiveId" clId="{DD95A6FC-DE7F-452D-9185-8055E99293E2}" dt="2023-07-01T04:20:12.663" v="29" actId="2711"/>
          <ac:spMkLst>
            <pc:docMk/>
            <pc:sldMk cId="2216314799" sldId="274"/>
            <ac:spMk id="4" creationId="{0F89EA29-F0AD-67A8-910B-517FC39D9D79}"/>
          </ac:spMkLst>
        </pc:spChg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789354427" sldId="285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2686819680" sldId="288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3644665972" sldId="291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1030084157" sldId="293"/>
        </pc:sldMkLst>
      </pc:sldChg>
      <pc:sldChg chg="addSp modSp mod">
        <pc:chgData name="Songqing Gu" userId="c4d8cb49210192e2" providerId="LiveId" clId="{DD95A6FC-DE7F-452D-9185-8055E99293E2}" dt="2023-07-02T07:16:40.448" v="321" actId="14100"/>
        <pc:sldMkLst>
          <pc:docMk/>
          <pc:sldMk cId="1408025446" sldId="294"/>
        </pc:sldMkLst>
        <pc:spChg chg="mod">
          <ac:chgData name="Songqing Gu" userId="c4d8cb49210192e2" providerId="LiveId" clId="{DD95A6FC-DE7F-452D-9185-8055E99293E2}" dt="2023-07-02T07:16:24.752" v="318" actId="14861"/>
          <ac:spMkLst>
            <pc:docMk/>
            <pc:sldMk cId="1408025446" sldId="294"/>
            <ac:spMk id="2" creationId="{00000000-0000-0000-0000-000000000000}"/>
          </ac:spMkLst>
        </pc:spChg>
        <pc:spChg chg="add mod">
          <ac:chgData name="Songqing Gu" userId="c4d8cb49210192e2" providerId="LiveId" clId="{DD95A6FC-DE7F-452D-9185-8055E99293E2}" dt="2023-07-02T07:16:40.448" v="321" actId="14100"/>
          <ac:spMkLst>
            <pc:docMk/>
            <pc:sldMk cId="1408025446" sldId="294"/>
            <ac:spMk id="4" creationId="{6CA3A3DF-0166-EB1D-9437-156FF00610F0}"/>
          </ac:spMkLst>
        </pc:spChg>
        <pc:spChg chg="mod">
          <ac:chgData name="Songqing Gu" userId="c4d8cb49210192e2" providerId="LiveId" clId="{DD95A6FC-DE7F-452D-9185-8055E99293E2}" dt="2023-07-02T07:16:32.278" v="319" actId="1076"/>
          <ac:spMkLst>
            <pc:docMk/>
            <pc:sldMk cId="1408025446" sldId="294"/>
            <ac:spMk id="5" creationId="{00000000-0000-0000-0000-000000000000}"/>
          </ac:spMkLst>
        </pc:spChg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3638558092" sldId="295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3799275039" sldId="296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1243758571" sldId="297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2644837690" sldId="298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3342963659" sldId="299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661429300" sldId="300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1939562636" sldId="301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200091612" sldId="302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4051393773" sldId="303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2304226109" sldId="304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1863554075" sldId="306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3692078226" sldId="308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3140796614" sldId="310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1733468992" sldId="311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478337687" sldId="313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1897699973" sldId="314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834037825" sldId="315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2991223764" sldId="317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4180587722" sldId="318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2428458669" sldId="319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3330490350" sldId="320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1152462360" sldId="321"/>
        </pc:sldMkLst>
      </pc:sldChg>
      <pc:sldChg chg="modSp mod">
        <pc:chgData name="Songqing Gu" userId="c4d8cb49210192e2" providerId="LiveId" clId="{DD95A6FC-DE7F-452D-9185-8055E99293E2}" dt="2023-07-01T04:18:06.366" v="25" actId="20577"/>
        <pc:sldMkLst>
          <pc:docMk/>
          <pc:sldMk cId="2115522147" sldId="322"/>
        </pc:sldMkLst>
        <pc:spChg chg="mod">
          <ac:chgData name="Songqing Gu" userId="c4d8cb49210192e2" providerId="LiveId" clId="{DD95A6FC-DE7F-452D-9185-8055E99293E2}" dt="2023-07-01T04:17:11.378" v="5" actId="108"/>
          <ac:spMkLst>
            <pc:docMk/>
            <pc:sldMk cId="2115522147" sldId="322"/>
            <ac:spMk id="9" creationId="{12FE7EEE-9033-20AB-8C81-1DA854640A13}"/>
          </ac:spMkLst>
        </pc:spChg>
        <pc:spChg chg="mod">
          <ac:chgData name="Songqing Gu" userId="c4d8cb49210192e2" providerId="LiveId" clId="{DD95A6FC-DE7F-452D-9185-8055E99293E2}" dt="2023-07-01T04:18:06.366" v="25" actId="20577"/>
          <ac:spMkLst>
            <pc:docMk/>
            <pc:sldMk cId="2115522147" sldId="322"/>
            <ac:spMk id="11" creationId="{97DB11F4-6E24-13D6-6479-AA84647A6E49}"/>
          </ac:spMkLst>
        </pc:spChg>
      </pc:sldChg>
      <pc:sldChg chg="addSp modSp mod setBg">
        <pc:chgData name="Songqing Gu" userId="c4d8cb49210192e2" providerId="LiveId" clId="{DD95A6FC-DE7F-452D-9185-8055E99293E2}" dt="2023-07-02T07:17:39.975" v="330" actId="207"/>
        <pc:sldMkLst>
          <pc:docMk/>
          <pc:sldMk cId="523495732" sldId="323"/>
        </pc:sldMkLst>
        <pc:spChg chg="add mod">
          <ac:chgData name="Songqing Gu" userId="c4d8cb49210192e2" providerId="LiveId" clId="{DD95A6FC-DE7F-452D-9185-8055E99293E2}" dt="2023-07-02T07:17:39.975" v="330" actId="207"/>
          <ac:spMkLst>
            <pc:docMk/>
            <pc:sldMk cId="523495732" sldId="323"/>
            <ac:spMk id="6" creationId="{C5866E9B-17EC-3B6D-4DA3-56DC79878C74}"/>
          </ac:spMkLst>
        </pc:spChg>
      </pc:sldChg>
      <pc:sldChg chg="addSp delSp modSp add mod">
        <pc:chgData name="Songqing Gu" userId="c4d8cb49210192e2" providerId="LiveId" clId="{DD95A6FC-DE7F-452D-9185-8055E99293E2}" dt="2023-07-02T06:10:09.395" v="226" actId="478"/>
        <pc:sldMkLst>
          <pc:docMk/>
          <pc:sldMk cId="57254538" sldId="324"/>
        </pc:sldMkLst>
        <pc:spChg chg="mod">
          <ac:chgData name="Songqing Gu" userId="c4d8cb49210192e2" providerId="LiveId" clId="{DD95A6FC-DE7F-452D-9185-8055E99293E2}" dt="2023-07-01T04:21:50.607" v="49" actId="20577"/>
          <ac:spMkLst>
            <pc:docMk/>
            <pc:sldMk cId="57254538" sldId="324"/>
            <ac:spMk id="2" creationId="{00000000-0000-0000-0000-000000000000}"/>
          </ac:spMkLst>
        </pc:spChg>
        <pc:spChg chg="add del mod">
          <ac:chgData name="Songqing Gu" userId="c4d8cb49210192e2" providerId="LiveId" clId="{DD95A6FC-DE7F-452D-9185-8055E99293E2}" dt="2023-07-02T06:10:09.395" v="226" actId="478"/>
          <ac:spMkLst>
            <pc:docMk/>
            <pc:sldMk cId="57254538" sldId="324"/>
            <ac:spMk id="4" creationId="{0F89EA29-F0AD-67A8-910B-517FC39D9D79}"/>
          </ac:spMkLst>
        </pc:spChg>
      </pc:sldChg>
      <pc:sldChg chg="addSp delSp modSp add mod modNotesTx">
        <pc:chgData name="Songqing Gu" userId="c4d8cb49210192e2" providerId="LiveId" clId="{DD95A6FC-DE7F-452D-9185-8055E99293E2}" dt="2023-07-02T07:09:51.018" v="304" actId="1076"/>
        <pc:sldMkLst>
          <pc:docMk/>
          <pc:sldMk cId="147964486" sldId="325"/>
        </pc:sldMkLst>
        <pc:spChg chg="mod">
          <ac:chgData name="Songqing Gu" userId="c4d8cb49210192e2" providerId="LiveId" clId="{DD95A6FC-DE7F-452D-9185-8055E99293E2}" dt="2023-07-02T07:09:29.014" v="300" actId="1076"/>
          <ac:spMkLst>
            <pc:docMk/>
            <pc:sldMk cId="147964486" sldId="325"/>
            <ac:spMk id="2" creationId="{00000000-0000-0000-0000-000000000000}"/>
          </ac:spMkLst>
        </pc:spChg>
        <pc:spChg chg="del mod">
          <ac:chgData name="Songqing Gu" userId="c4d8cb49210192e2" providerId="LiveId" clId="{DD95A6FC-DE7F-452D-9185-8055E99293E2}" dt="2023-07-02T06:10:35.457" v="234" actId="478"/>
          <ac:spMkLst>
            <pc:docMk/>
            <pc:sldMk cId="147964486" sldId="325"/>
            <ac:spMk id="4" creationId="{0F89EA29-F0AD-67A8-910B-517FC39D9D79}"/>
          </ac:spMkLst>
        </pc:spChg>
        <pc:spChg chg="add mod">
          <ac:chgData name="Songqing Gu" userId="c4d8cb49210192e2" providerId="LiveId" clId="{DD95A6FC-DE7F-452D-9185-8055E99293E2}" dt="2023-07-02T07:09:51.018" v="304" actId="1076"/>
          <ac:spMkLst>
            <pc:docMk/>
            <pc:sldMk cId="147964486" sldId="325"/>
            <ac:spMk id="5" creationId="{AF740A28-5EFB-B3EA-F219-EFF2ACCF2D66}"/>
          </ac:spMkLst>
        </pc:spChg>
      </pc:sldChg>
      <pc:sldChg chg="addSp delSp modSp add mod">
        <pc:chgData name="Songqing Gu" userId="c4d8cb49210192e2" providerId="LiveId" clId="{DD95A6FC-DE7F-452D-9185-8055E99293E2}" dt="2023-07-02T06:08:44.381" v="224" actId="207"/>
        <pc:sldMkLst>
          <pc:docMk/>
          <pc:sldMk cId="3125459258" sldId="326"/>
        </pc:sldMkLst>
        <pc:spChg chg="mod">
          <ac:chgData name="Songqing Gu" userId="c4d8cb49210192e2" providerId="LiveId" clId="{DD95A6FC-DE7F-452D-9185-8055E99293E2}" dt="2023-07-02T06:02:25.311" v="102" actId="1076"/>
          <ac:spMkLst>
            <pc:docMk/>
            <pc:sldMk cId="3125459258" sldId="326"/>
            <ac:spMk id="2" creationId="{00000000-0000-0000-0000-000000000000}"/>
          </ac:spMkLst>
        </pc:spChg>
        <pc:spChg chg="mod">
          <ac:chgData name="Songqing Gu" userId="c4d8cb49210192e2" providerId="LiveId" clId="{DD95A6FC-DE7F-452D-9185-8055E99293E2}" dt="2023-07-02T06:08:44.381" v="224" actId="207"/>
          <ac:spMkLst>
            <pc:docMk/>
            <pc:sldMk cId="3125459258" sldId="326"/>
            <ac:spMk id="4" creationId="{0F89EA29-F0AD-67A8-910B-517FC39D9D79}"/>
          </ac:spMkLst>
        </pc:spChg>
        <pc:spChg chg="add mod">
          <ac:chgData name="Songqing Gu" userId="c4d8cb49210192e2" providerId="LiveId" clId="{DD95A6FC-DE7F-452D-9185-8055E99293E2}" dt="2023-07-02T06:08:44.381" v="224" actId="207"/>
          <ac:spMkLst>
            <pc:docMk/>
            <pc:sldMk cId="3125459258" sldId="326"/>
            <ac:spMk id="5" creationId="{5798006B-A1D4-3A2D-3939-C3DDD3EC5561}"/>
          </ac:spMkLst>
        </pc:spChg>
        <pc:spChg chg="add mod">
          <ac:chgData name="Songqing Gu" userId="c4d8cb49210192e2" providerId="LiveId" clId="{DD95A6FC-DE7F-452D-9185-8055E99293E2}" dt="2023-07-02T06:08:44.381" v="224" actId="207"/>
          <ac:spMkLst>
            <pc:docMk/>
            <pc:sldMk cId="3125459258" sldId="326"/>
            <ac:spMk id="7" creationId="{5F0BD765-8F2D-857E-FECF-CCD66362990B}"/>
          </ac:spMkLst>
        </pc:spChg>
        <pc:spChg chg="add del mod">
          <ac:chgData name="Songqing Gu" userId="c4d8cb49210192e2" providerId="LiveId" clId="{DD95A6FC-DE7F-452D-9185-8055E99293E2}" dt="2023-07-02T06:08:15.358" v="216" actId="478"/>
          <ac:spMkLst>
            <pc:docMk/>
            <pc:sldMk cId="3125459258" sldId="326"/>
            <ac:spMk id="9" creationId="{CFE15F04-1C9D-BD1D-B2BB-5A6FE34F696B}"/>
          </ac:spMkLst>
        </pc:spChg>
        <pc:spChg chg="add del mod">
          <ac:chgData name="Songqing Gu" userId="c4d8cb49210192e2" providerId="LiveId" clId="{DD95A6FC-DE7F-452D-9185-8055E99293E2}" dt="2023-07-02T06:08:17.094" v="217" actId="478"/>
          <ac:spMkLst>
            <pc:docMk/>
            <pc:sldMk cId="3125459258" sldId="326"/>
            <ac:spMk id="11" creationId="{7B6678DC-43DB-C803-F67A-3CBB4F8C5177}"/>
          </ac:spMkLst>
        </pc:spChg>
        <pc:spChg chg="add del mod">
          <ac:chgData name="Songqing Gu" userId="c4d8cb49210192e2" providerId="LiveId" clId="{DD95A6FC-DE7F-452D-9185-8055E99293E2}" dt="2023-07-02T06:08:18.793" v="218" actId="478"/>
          <ac:spMkLst>
            <pc:docMk/>
            <pc:sldMk cId="3125459258" sldId="326"/>
            <ac:spMk id="13" creationId="{4E0FA3F7-8A3E-47F0-AE79-5801AA62586B}"/>
          </ac:spMkLst>
        </pc:spChg>
      </pc:sldChg>
      <pc:sldChg chg="addSp delSp modSp add mod">
        <pc:chgData name="Songqing Gu" userId="c4d8cb49210192e2" providerId="LiveId" clId="{DD95A6FC-DE7F-452D-9185-8055E99293E2}" dt="2023-07-02T07:12:22.242" v="308" actId="1076"/>
        <pc:sldMkLst>
          <pc:docMk/>
          <pc:sldMk cId="325042336" sldId="327"/>
        </pc:sldMkLst>
        <pc:spChg chg="mod">
          <ac:chgData name="Songqing Gu" userId="c4d8cb49210192e2" providerId="LiveId" clId="{DD95A6FC-DE7F-452D-9185-8055E99293E2}" dt="2023-07-02T06:07:56.853" v="215" actId="20577"/>
          <ac:spMkLst>
            <pc:docMk/>
            <pc:sldMk cId="325042336" sldId="327"/>
            <ac:spMk id="2" creationId="{00000000-0000-0000-0000-000000000000}"/>
          </ac:spMkLst>
        </pc:spChg>
        <pc:spChg chg="del mod">
          <ac:chgData name="Songqing Gu" userId="c4d8cb49210192e2" providerId="LiveId" clId="{DD95A6FC-DE7F-452D-9185-8055E99293E2}" dt="2023-07-02T06:07:40.542" v="207" actId="478"/>
          <ac:spMkLst>
            <pc:docMk/>
            <pc:sldMk cId="325042336" sldId="327"/>
            <ac:spMk id="4" creationId="{0F89EA29-F0AD-67A8-910B-517FC39D9D79}"/>
          </ac:spMkLst>
        </pc:spChg>
        <pc:spChg chg="del">
          <ac:chgData name="Songqing Gu" userId="c4d8cb49210192e2" providerId="LiveId" clId="{DD95A6FC-DE7F-452D-9185-8055E99293E2}" dt="2023-07-02T06:07:37.311" v="205" actId="478"/>
          <ac:spMkLst>
            <pc:docMk/>
            <pc:sldMk cId="325042336" sldId="327"/>
            <ac:spMk id="5" creationId="{5798006B-A1D4-3A2D-3939-C3DDD3EC5561}"/>
          </ac:spMkLst>
        </pc:spChg>
        <pc:spChg chg="add mod">
          <ac:chgData name="Songqing Gu" userId="c4d8cb49210192e2" providerId="LiveId" clId="{DD95A6FC-DE7F-452D-9185-8055E99293E2}" dt="2023-07-02T07:12:22.242" v="308" actId="1076"/>
          <ac:spMkLst>
            <pc:docMk/>
            <pc:sldMk cId="325042336" sldId="327"/>
            <ac:spMk id="6" creationId="{DB305B2A-7D04-4B99-983A-B36E0FD74DE1}"/>
          </ac:spMkLst>
        </pc:spChg>
        <pc:spChg chg="del">
          <ac:chgData name="Songqing Gu" userId="c4d8cb49210192e2" providerId="LiveId" clId="{DD95A6FC-DE7F-452D-9185-8055E99293E2}" dt="2023-07-02T06:07:37.311" v="205" actId="478"/>
          <ac:spMkLst>
            <pc:docMk/>
            <pc:sldMk cId="325042336" sldId="327"/>
            <ac:spMk id="7" creationId="{5F0BD765-8F2D-857E-FECF-CCD66362990B}"/>
          </ac:spMkLst>
        </pc:spChg>
        <pc:spChg chg="mod">
          <ac:chgData name="Songqing Gu" userId="c4d8cb49210192e2" providerId="LiveId" clId="{DD95A6FC-DE7F-452D-9185-8055E99293E2}" dt="2023-07-02T07:02:51.424" v="297" actId="20577"/>
          <ac:spMkLst>
            <pc:docMk/>
            <pc:sldMk cId="325042336" sldId="327"/>
            <ac:spMk id="9" creationId="{CFE15F04-1C9D-BD1D-B2BB-5A6FE34F696B}"/>
          </ac:spMkLst>
        </pc:spChg>
        <pc:spChg chg="del">
          <ac:chgData name="Songqing Gu" userId="c4d8cb49210192e2" providerId="LiveId" clId="{DD95A6FC-DE7F-452D-9185-8055E99293E2}" dt="2023-07-02T06:07:37.311" v="205" actId="478"/>
          <ac:spMkLst>
            <pc:docMk/>
            <pc:sldMk cId="325042336" sldId="327"/>
            <ac:spMk id="11" creationId="{7B6678DC-43DB-C803-F67A-3CBB4F8C5177}"/>
          </ac:spMkLst>
        </pc:spChg>
        <pc:spChg chg="del">
          <ac:chgData name="Songqing Gu" userId="c4d8cb49210192e2" providerId="LiveId" clId="{DD95A6FC-DE7F-452D-9185-8055E99293E2}" dt="2023-07-02T06:07:37.311" v="205" actId="478"/>
          <ac:spMkLst>
            <pc:docMk/>
            <pc:sldMk cId="325042336" sldId="327"/>
            <ac:spMk id="13" creationId="{4E0FA3F7-8A3E-47F0-AE79-5801AA62586B}"/>
          </ac:spMkLst>
        </pc:spChg>
      </pc:sldChg>
      <pc:sldChg chg="delSp modSp add mod">
        <pc:chgData name="Songqing Gu" userId="c4d8cb49210192e2" providerId="LiveId" clId="{DD95A6FC-DE7F-452D-9185-8055E99293E2}" dt="2023-07-02T06:07:29.745" v="204" actId="478"/>
        <pc:sldMkLst>
          <pc:docMk/>
          <pc:sldMk cId="2403503091" sldId="328"/>
        </pc:sldMkLst>
        <pc:spChg chg="mod">
          <ac:chgData name="Songqing Gu" userId="c4d8cb49210192e2" providerId="LiveId" clId="{DD95A6FC-DE7F-452D-9185-8055E99293E2}" dt="2023-07-02T06:06:26.716" v="187" actId="20577"/>
          <ac:spMkLst>
            <pc:docMk/>
            <pc:sldMk cId="2403503091" sldId="328"/>
            <ac:spMk id="2" creationId="{00000000-0000-0000-0000-000000000000}"/>
          </ac:spMkLst>
        </pc:spChg>
        <pc:spChg chg="del">
          <ac:chgData name="Songqing Gu" userId="c4d8cb49210192e2" providerId="LiveId" clId="{DD95A6FC-DE7F-452D-9185-8055E99293E2}" dt="2023-07-02T06:07:17.502" v="200" actId="478"/>
          <ac:spMkLst>
            <pc:docMk/>
            <pc:sldMk cId="2403503091" sldId="328"/>
            <ac:spMk id="4" creationId="{0F89EA29-F0AD-67A8-910B-517FC39D9D79}"/>
          </ac:spMkLst>
        </pc:spChg>
        <pc:spChg chg="del">
          <ac:chgData name="Songqing Gu" userId="c4d8cb49210192e2" providerId="LiveId" clId="{DD95A6FC-DE7F-452D-9185-8055E99293E2}" dt="2023-07-02T06:07:29.745" v="204" actId="478"/>
          <ac:spMkLst>
            <pc:docMk/>
            <pc:sldMk cId="2403503091" sldId="328"/>
            <ac:spMk id="5" creationId="{5798006B-A1D4-3A2D-3939-C3DDD3EC5561}"/>
          </ac:spMkLst>
        </pc:spChg>
        <pc:spChg chg="del">
          <ac:chgData name="Songqing Gu" userId="c4d8cb49210192e2" providerId="LiveId" clId="{DD95A6FC-DE7F-452D-9185-8055E99293E2}" dt="2023-07-02T06:07:29.745" v="204" actId="478"/>
          <ac:spMkLst>
            <pc:docMk/>
            <pc:sldMk cId="2403503091" sldId="328"/>
            <ac:spMk id="7" creationId="{5F0BD765-8F2D-857E-FECF-CCD66362990B}"/>
          </ac:spMkLst>
        </pc:spChg>
        <pc:spChg chg="del">
          <ac:chgData name="Songqing Gu" userId="c4d8cb49210192e2" providerId="LiveId" clId="{DD95A6FC-DE7F-452D-9185-8055E99293E2}" dt="2023-07-02T06:07:20.342" v="201" actId="478"/>
          <ac:spMkLst>
            <pc:docMk/>
            <pc:sldMk cId="2403503091" sldId="328"/>
            <ac:spMk id="9" creationId="{CFE15F04-1C9D-BD1D-B2BB-5A6FE34F696B}"/>
          </ac:spMkLst>
        </pc:spChg>
        <pc:spChg chg="mod">
          <ac:chgData name="Songqing Gu" userId="c4d8cb49210192e2" providerId="LiveId" clId="{DD95A6FC-DE7F-452D-9185-8055E99293E2}" dt="2023-07-02T06:07:26.757" v="203" actId="14100"/>
          <ac:spMkLst>
            <pc:docMk/>
            <pc:sldMk cId="2403503091" sldId="328"/>
            <ac:spMk id="11" creationId="{7B6678DC-43DB-C803-F67A-3CBB4F8C5177}"/>
          </ac:spMkLst>
        </pc:spChg>
        <pc:spChg chg="del">
          <ac:chgData name="Songqing Gu" userId="c4d8cb49210192e2" providerId="LiveId" clId="{DD95A6FC-DE7F-452D-9185-8055E99293E2}" dt="2023-07-02T06:07:29.745" v="204" actId="478"/>
          <ac:spMkLst>
            <pc:docMk/>
            <pc:sldMk cId="2403503091" sldId="328"/>
            <ac:spMk id="13" creationId="{4E0FA3F7-8A3E-47F0-AE79-5801AA62586B}"/>
          </ac:spMkLst>
        </pc:spChg>
      </pc:sldChg>
      <pc:sldChg chg="delSp modSp add mod">
        <pc:chgData name="Songqing Gu" userId="c4d8cb49210192e2" providerId="LiveId" clId="{DD95A6FC-DE7F-452D-9185-8055E99293E2}" dt="2023-07-02T07:01:54.017" v="296" actId="20577"/>
        <pc:sldMkLst>
          <pc:docMk/>
          <pc:sldMk cId="3924187214" sldId="329"/>
        </pc:sldMkLst>
        <pc:spChg chg="mod">
          <ac:chgData name="Songqing Gu" userId="c4d8cb49210192e2" providerId="LiveId" clId="{DD95A6FC-DE7F-452D-9185-8055E99293E2}" dt="2023-07-02T06:57:54.834" v="266" actId="14100"/>
          <ac:spMkLst>
            <pc:docMk/>
            <pc:sldMk cId="3924187214" sldId="329"/>
            <ac:spMk id="2" creationId="{00000000-0000-0000-0000-000000000000}"/>
          </ac:spMkLst>
        </pc:spChg>
        <pc:spChg chg="del">
          <ac:chgData name="Songqing Gu" userId="c4d8cb49210192e2" providerId="LiveId" clId="{DD95A6FC-DE7F-452D-9185-8055E99293E2}" dt="2023-07-02T06:06:56.996" v="195" actId="478"/>
          <ac:spMkLst>
            <pc:docMk/>
            <pc:sldMk cId="3924187214" sldId="329"/>
            <ac:spMk id="4" creationId="{0F89EA29-F0AD-67A8-910B-517FC39D9D79}"/>
          </ac:spMkLst>
        </pc:spChg>
        <pc:spChg chg="del">
          <ac:chgData name="Songqing Gu" userId="c4d8cb49210192e2" providerId="LiveId" clId="{DD95A6FC-DE7F-452D-9185-8055E99293E2}" dt="2023-07-02T06:07:04.367" v="197" actId="478"/>
          <ac:spMkLst>
            <pc:docMk/>
            <pc:sldMk cId="3924187214" sldId="329"/>
            <ac:spMk id="5" creationId="{5798006B-A1D4-3A2D-3939-C3DDD3EC5561}"/>
          </ac:spMkLst>
        </pc:spChg>
        <pc:spChg chg="del">
          <ac:chgData name="Songqing Gu" userId="c4d8cb49210192e2" providerId="LiveId" clId="{DD95A6FC-DE7F-452D-9185-8055E99293E2}" dt="2023-07-02T06:06:56.996" v="195" actId="478"/>
          <ac:spMkLst>
            <pc:docMk/>
            <pc:sldMk cId="3924187214" sldId="329"/>
            <ac:spMk id="7" creationId="{5F0BD765-8F2D-857E-FECF-CCD66362990B}"/>
          </ac:spMkLst>
        </pc:spChg>
        <pc:spChg chg="del">
          <ac:chgData name="Songqing Gu" userId="c4d8cb49210192e2" providerId="LiveId" clId="{DD95A6FC-DE7F-452D-9185-8055E99293E2}" dt="2023-07-02T06:06:56.996" v="195" actId="478"/>
          <ac:spMkLst>
            <pc:docMk/>
            <pc:sldMk cId="3924187214" sldId="329"/>
            <ac:spMk id="9" creationId="{CFE15F04-1C9D-BD1D-B2BB-5A6FE34F696B}"/>
          </ac:spMkLst>
        </pc:spChg>
        <pc:spChg chg="del">
          <ac:chgData name="Songqing Gu" userId="c4d8cb49210192e2" providerId="LiveId" clId="{DD95A6FC-DE7F-452D-9185-8055E99293E2}" dt="2023-07-02T06:06:56.996" v="195" actId="478"/>
          <ac:spMkLst>
            <pc:docMk/>
            <pc:sldMk cId="3924187214" sldId="329"/>
            <ac:spMk id="11" creationId="{7B6678DC-43DB-C803-F67A-3CBB4F8C5177}"/>
          </ac:spMkLst>
        </pc:spChg>
        <pc:spChg chg="mod">
          <ac:chgData name="Songqing Gu" userId="c4d8cb49210192e2" providerId="LiveId" clId="{DD95A6FC-DE7F-452D-9185-8055E99293E2}" dt="2023-07-02T07:01:54.017" v="296" actId="20577"/>
          <ac:spMkLst>
            <pc:docMk/>
            <pc:sldMk cId="3924187214" sldId="329"/>
            <ac:spMk id="13" creationId="{4E0FA3F7-8A3E-47F0-AE79-5801AA62586B}"/>
          </ac:spMkLst>
        </pc:spChg>
      </pc:sldChg>
      <pc:sldChg chg="delSp modSp add mod">
        <pc:chgData name="Songqing Gu" userId="c4d8cb49210192e2" providerId="LiveId" clId="{DD95A6FC-DE7F-452D-9185-8055E99293E2}" dt="2023-07-02T06:48:53.989" v="263" actId="478"/>
        <pc:sldMkLst>
          <pc:docMk/>
          <pc:sldMk cId="1781917904" sldId="330"/>
        </pc:sldMkLst>
        <pc:spChg chg="mod">
          <ac:chgData name="Songqing Gu" userId="c4d8cb49210192e2" providerId="LiveId" clId="{DD95A6FC-DE7F-452D-9185-8055E99293E2}" dt="2023-07-02T06:48:50.374" v="262" actId="20577"/>
          <ac:spMkLst>
            <pc:docMk/>
            <pc:sldMk cId="1781917904" sldId="330"/>
            <ac:spMk id="2" creationId="{00000000-0000-0000-0000-000000000000}"/>
          </ac:spMkLst>
        </pc:spChg>
        <pc:spChg chg="del">
          <ac:chgData name="Songqing Gu" userId="c4d8cb49210192e2" providerId="LiveId" clId="{DD95A6FC-DE7F-452D-9185-8055E99293E2}" dt="2023-07-02T06:48:53.989" v="263" actId="478"/>
          <ac:spMkLst>
            <pc:docMk/>
            <pc:sldMk cId="1781917904" sldId="330"/>
            <ac:spMk id="13" creationId="{4E0FA3F7-8A3E-47F0-AE79-5801AA62586B}"/>
          </ac:spMkLst>
        </pc:spChg>
      </pc:sldChg>
      <pc:sldChg chg="delSp add mod">
        <pc:chgData name="Songqing Gu" userId="c4d8cb49210192e2" providerId="LiveId" clId="{DD95A6FC-DE7F-452D-9185-8055E99293E2}" dt="2023-07-02T07:13:36.016" v="310" actId="478"/>
        <pc:sldMkLst>
          <pc:docMk/>
          <pc:sldMk cId="3278685410" sldId="331"/>
        </pc:sldMkLst>
        <pc:spChg chg="del">
          <ac:chgData name="Songqing Gu" userId="c4d8cb49210192e2" providerId="LiveId" clId="{DD95A6FC-DE7F-452D-9185-8055E99293E2}" dt="2023-07-02T07:13:36.016" v="310" actId="478"/>
          <ac:spMkLst>
            <pc:docMk/>
            <pc:sldMk cId="3278685410" sldId="331"/>
            <ac:spMk id="6" creationId="{DB305B2A-7D04-4B99-983A-B36E0FD74DE1}"/>
          </ac:spMkLst>
        </pc:spChg>
      </pc:sldChg>
    </pc:docChg>
  </pc:docChgLst>
  <pc:docChgLst>
    <pc:chgData name="Songqing Gu" userId="c4d8cb49210192e2" providerId="LiveId" clId="{43D478A8-A14C-4C0B-86C7-32E27CB31161}"/>
    <pc:docChg chg="undo custSel modSld">
      <pc:chgData name="Songqing Gu" userId="c4d8cb49210192e2" providerId="LiveId" clId="{43D478A8-A14C-4C0B-86C7-32E27CB31161}" dt="2023-07-10T13:51:03.040" v="121" actId="1076"/>
      <pc:docMkLst>
        <pc:docMk/>
      </pc:docMkLst>
      <pc:sldChg chg="addSp delSp modSp mod">
        <pc:chgData name="Songqing Gu" userId="c4d8cb49210192e2" providerId="LiveId" clId="{43D478A8-A14C-4C0B-86C7-32E27CB31161}" dt="2023-07-10T13:35:36.552" v="73" actId="1076"/>
        <pc:sldMkLst>
          <pc:docMk/>
          <pc:sldMk cId="2216314799" sldId="274"/>
        </pc:sldMkLst>
        <pc:spChg chg="mod">
          <ac:chgData name="Songqing Gu" userId="c4d8cb49210192e2" providerId="LiveId" clId="{43D478A8-A14C-4C0B-86C7-32E27CB31161}" dt="2023-07-10T13:34:45.112" v="64" actId="1076"/>
          <ac:spMkLst>
            <pc:docMk/>
            <pc:sldMk cId="2216314799" sldId="274"/>
            <ac:spMk id="2" creationId="{00000000-0000-0000-0000-000000000000}"/>
          </ac:spMkLst>
        </pc:spChg>
        <pc:spChg chg="del">
          <ac:chgData name="Songqing Gu" userId="c4d8cb49210192e2" providerId="LiveId" clId="{43D478A8-A14C-4C0B-86C7-32E27CB31161}" dt="2023-07-10T13:33:38.623" v="42" actId="478"/>
          <ac:spMkLst>
            <pc:docMk/>
            <pc:sldMk cId="2216314799" sldId="274"/>
            <ac:spMk id="4" creationId="{0F89EA29-F0AD-67A8-910B-517FC39D9D79}"/>
          </ac:spMkLst>
        </pc:spChg>
        <pc:spChg chg="add mod">
          <ac:chgData name="Songqing Gu" userId="c4d8cb49210192e2" providerId="LiveId" clId="{43D478A8-A14C-4C0B-86C7-32E27CB31161}" dt="2023-07-10T13:35:12.180" v="68" actId="21"/>
          <ac:spMkLst>
            <pc:docMk/>
            <pc:sldMk cId="2216314799" sldId="274"/>
            <ac:spMk id="5" creationId="{229CAEAA-CFBA-A4F2-6860-CBDF70FC1631}"/>
          </ac:spMkLst>
        </pc:spChg>
        <pc:spChg chg="add mod">
          <ac:chgData name="Songqing Gu" userId="c4d8cb49210192e2" providerId="LiveId" clId="{43D478A8-A14C-4C0B-86C7-32E27CB31161}" dt="2023-07-10T13:35:36.552" v="73" actId="1076"/>
          <ac:spMkLst>
            <pc:docMk/>
            <pc:sldMk cId="2216314799" sldId="274"/>
            <ac:spMk id="7" creationId="{65C4C16E-FD48-816E-3589-2056FB75000E}"/>
          </ac:spMkLst>
        </pc:spChg>
      </pc:sldChg>
      <pc:sldChg chg="addSp delSp modSp mod">
        <pc:chgData name="Songqing Gu" userId="c4d8cb49210192e2" providerId="LiveId" clId="{43D478A8-A14C-4C0B-86C7-32E27CB31161}" dt="2023-07-10T13:23:04.684" v="41" actId="1076"/>
        <pc:sldMkLst>
          <pc:docMk/>
          <pc:sldMk cId="2115522147" sldId="322"/>
        </pc:sldMkLst>
        <pc:spChg chg="del">
          <ac:chgData name="Songqing Gu" userId="c4d8cb49210192e2" providerId="LiveId" clId="{43D478A8-A14C-4C0B-86C7-32E27CB31161}" dt="2023-07-10T13:20:13.692" v="10" actId="478"/>
          <ac:spMkLst>
            <pc:docMk/>
            <pc:sldMk cId="2115522147" sldId="322"/>
            <ac:spMk id="3" creationId="{C98BB460-FAD5-B380-DF99-571DB91A8645}"/>
          </ac:spMkLst>
        </pc:spChg>
        <pc:spChg chg="add mod">
          <ac:chgData name="Songqing Gu" userId="c4d8cb49210192e2" providerId="LiveId" clId="{43D478A8-A14C-4C0B-86C7-32E27CB31161}" dt="2023-07-10T13:22:34.533" v="35" actId="1076"/>
          <ac:spMkLst>
            <pc:docMk/>
            <pc:sldMk cId="2115522147" sldId="322"/>
            <ac:spMk id="4" creationId="{F89EBB47-39A0-55B7-4BD5-49E8128A8B6D}"/>
          </ac:spMkLst>
        </pc:spChg>
        <pc:spChg chg="add mod">
          <ac:chgData name="Songqing Gu" userId="c4d8cb49210192e2" providerId="LiveId" clId="{43D478A8-A14C-4C0B-86C7-32E27CB31161}" dt="2023-07-10T13:23:04.684" v="41" actId="1076"/>
          <ac:spMkLst>
            <pc:docMk/>
            <pc:sldMk cId="2115522147" sldId="322"/>
            <ac:spMk id="6" creationId="{2A6A2727-CBFD-599B-4309-53E8DAD31188}"/>
          </ac:spMkLst>
        </pc:spChg>
        <pc:spChg chg="mod">
          <ac:chgData name="Songqing Gu" userId="c4d8cb49210192e2" providerId="LiveId" clId="{43D478A8-A14C-4C0B-86C7-32E27CB31161}" dt="2023-07-10T13:21:43.038" v="28" actId="1076"/>
          <ac:spMkLst>
            <pc:docMk/>
            <pc:sldMk cId="2115522147" sldId="322"/>
            <ac:spMk id="9" creationId="{12FE7EEE-9033-20AB-8C81-1DA854640A13}"/>
          </ac:spMkLst>
        </pc:spChg>
      </pc:sldChg>
      <pc:sldChg chg="addSp delSp modSp mod">
        <pc:chgData name="Songqing Gu" userId="c4d8cb49210192e2" providerId="LiveId" clId="{43D478A8-A14C-4C0B-86C7-32E27CB31161}" dt="2023-07-10T13:37:52.613" v="81" actId="1076"/>
        <pc:sldMkLst>
          <pc:docMk/>
          <pc:sldMk cId="57254538" sldId="324"/>
        </pc:sldMkLst>
        <pc:spChg chg="del">
          <ac:chgData name="Songqing Gu" userId="c4d8cb49210192e2" providerId="LiveId" clId="{43D478A8-A14C-4C0B-86C7-32E27CB31161}" dt="2023-07-10T13:37:30.452" v="75" actId="478"/>
          <ac:spMkLst>
            <pc:docMk/>
            <pc:sldMk cId="57254538" sldId="324"/>
            <ac:spMk id="2" creationId="{00000000-0000-0000-0000-000000000000}"/>
          </ac:spMkLst>
        </pc:spChg>
        <pc:spChg chg="del">
          <ac:chgData name="Songqing Gu" userId="c4d8cb49210192e2" providerId="LiveId" clId="{43D478A8-A14C-4C0B-86C7-32E27CB31161}" dt="2023-07-10T13:37:27.531" v="74" actId="478"/>
          <ac:spMkLst>
            <pc:docMk/>
            <pc:sldMk cId="57254538" sldId="324"/>
            <ac:spMk id="4" creationId="{0F89EA29-F0AD-67A8-910B-517FC39D9D79}"/>
          </ac:spMkLst>
        </pc:spChg>
        <pc:spChg chg="add del mod">
          <ac:chgData name="Songqing Gu" userId="c4d8cb49210192e2" providerId="LiveId" clId="{43D478A8-A14C-4C0B-86C7-32E27CB31161}" dt="2023-07-10T13:37:33.453" v="76" actId="478"/>
          <ac:spMkLst>
            <pc:docMk/>
            <pc:sldMk cId="57254538" sldId="324"/>
            <ac:spMk id="5" creationId="{94ADEBB9-5EC2-C736-483D-F87802E0ACE3}"/>
          </ac:spMkLst>
        </pc:spChg>
        <pc:picChg chg="add mod">
          <ac:chgData name="Songqing Gu" userId="c4d8cb49210192e2" providerId="LiveId" clId="{43D478A8-A14C-4C0B-86C7-32E27CB31161}" dt="2023-07-10T13:37:52.613" v="81" actId="1076"/>
          <ac:picMkLst>
            <pc:docMk/>
            <pc:sldMk cId="57254538" sldId="324"/>
            <ac:picMk id="6" creationId="{025307A9-2D85-4732-FE4D-90E8D1C60979}"/>
          </ac:picMkLst>
        </pc:picChg>
      </pc:sldChg>
      <pc:sldChg chg="addSp delSp modSp mod">
        <pc:chgData name="Songqing Gu" userId="c4d8cb49210192e2" providerId="LiveId" clId="{43D478A8-A14C-4C0B-86C7-32E27CB31161}" dt="2023-07-10T13:51:03.040" v="121" actId="1076"/>
        <pc:sldMkLst>
          <pc:docMk/>
          <pc:sldMk cId="147964486" sldId="325"/>
        </pc:sldMkLst>
        <pc:spChg chg="mod">
          <ac:chgData name="Songqing Gu" userId="c4d8cb49210192e2" providerId="LiveId" clId="{43D478A8-A14C-4C0B-86C7-32E27CB31161}" dt="2023-07-10T13:50:29.437" v="117" actId="14100"/>
          <ac:spMkLst>
            <pc:docMk/>
            <pc:sldMk cId="147964486" sldId="325"/>
            <ac:spMk id="2" creationId="{00000000-0000-0000-0000-000000000000}"/>
          </ac:spMkLst>
        </pc:spChg>
        <pc:spChg chg="add mod">
          <ac:chgData name="Songqing Gu" userId="c4d8cb49210192e2" providerId="LiveId" clId="{43D478A8-A14C-4C0B-86C7-32E27CB31161}" dt="2023-07-10T13:51:03.040" v="121" actId="1076"/>
          <ac:spMkLst>
            <pc:docMk/>
            <pc:sldMk cId="147964486" sldId="325"/>
            <ac:spMk id="4" creationId="{C52E1955-45DC-41F3-BD94-43C115EF1D0C}"/>
          </ac:spMkLst>
        </pc:spChg>
        <pc:spChg chg="del">
          <ac:chgData name="Songqing Gu" userId="c4d8cb49210192e2" providerId="LiveId" clId="{43D478A8-A14C-4C0B-86C7-32E27CB31161}" dt="2023-07-10T13:49:03.445" v="82" actId="478"/>
          <ac:spMkLst>
            <pc:docMk/>
            <pc:sldMk cId="147964486" sldId="325"/>
            <ac:spMk id="5" creationId="{AF740A28-5EFB-B3EA-F219-EFF2ACCF2D66}"/>
          </ac:spMkLst>
        </pc:spChg>
      </pc:sldChg>
    </pc:docChg>
  </pc:docChgLst>
  <pc:docChgLst>
    <pc:chgData name="Songqing Gu" userId="c4d8cb49210192e2" providerId="LiveId" clId="{C191A271-5AB5-4229-AE14-FA6CEE75A23B}"/>
    <pc:docChg chg="custSel modSld">
      <pc:chgData name="Songqing Gu" userId="c4d8cb49210192e2" providerId="LiveId" clId="{C191A271-5AB5-4229-AE14-FA6CEE75A23B}" dt="2023-05-13T08:21:06.980" v="176" actId="167"/>
      <pc:docMkLst>
        <pc:docMk/>
      </pc:docMkLst>
      <pc:sldChg chg="modSp mod">
        <pc:chgData name="Songqing Gu" userId="c4d8cb49210192e2" providerId="LiveId" clId="{C191A271-5AB5-4229-AE14-FA6CEE75A23B}" dt="2023-04-29T07:00:02.742" v="2" actId="207"/>
        <pc:sldMkLst>
          <pc:docMk/>
          <pc:sldMk cId="3813058601" sldId="256"/>
        </pc:sldMkLst>
        <pc:spChg chg="mod">
          <ac:chgData name="Songqing Gu" userId="c4d8cb49210192e2" providerId="LiveId" clId="{C191A271-5AB5-4229-AE14-FA6CEE75A23B}" dt="2023-04-29T07:00:02.742" v="2" actId="207"/>
          <ac:spMkLst>
            <pc:docMk/>
            <pc:sldMk cId="3813058601" sldId="256"/>
            <ac:spMk id="3" creationId="{00000000-0000-0000-0000-000000000000}"/>
          </ac:spMkLst>
        </pc:spChg>
      </pc:sldChg>
      <pc:sldChg chg="addSp delSp modSp mod">
        <pc:chgData name="Songqing Gu" userId="c4d8cb49210192e2" providerId="LiveId" clId="{C191A271-5AB5-4229-AE14-FA6CEE75A23B}" dt="2023-05-13T08:21:06.980" v="176" actId="167"/>
        <pc:sldMkLst>
          <pc:docMk/>
          <pc:sldMk cId="3799275039" sldId="296"/>
        </pc:sldMkLst>
        <pc:spChg chg="add mod">
          <ac:chgData name="Songqing Gu" userId="c4d8cb49210192e2" providerId="LiveId" clId="{C191A271-5AB5-4229-AE14-FA6CEE75A23B}" dt="2023-05-13T08:19:05.805" v="169" actId="1076"/>
          <ac:spMkLst>
            <pc:docMk/>
            <pc:sldMk cId="3799275039" sldId="296"/>
            <ac:spMk id="7" creationId="{85296C8B-FF76-31C5-6FB1-0A3FA8AB756D}"/>
          </ac:spMkLst>
        </pc:spChg>
        <pc:spChg chg="mod">
          <ac:chgData name="Songqing Gu" userId="c4d8cb49210192e2" providerId="LiveId" clId="{C191A271-5AB5-4229-AE14-FA6CEE75A23B}" dt="2023-05-13T08:12:11.654" v="29" actId="1076"/>
          <ac:spMkLst>
            <pc:docMk/>
            <pc:sldMk cId="3799275039" sldId="296"/>
            <ac:spMk id="8" creationId="{00000000-0000-0000-0000-000000000000}"/>
          </ac:spMkLst>
        </pc:spChg>
        <pc:spChg chg="add mod">
          <ac:chgData name="Songqing Gu" userId="c4d8cb49210192e2" providerId="LiveId" clId="{C191A271-5AB5-4229-AE14-FA6CEE75A23B}" dt="2023-05-13T08:16:46.258" v="109" actId="1076"/>
          <ac:spMkLst>
            <pc:docMk/>
            <pc:sldMk cId="3799275039" sldId="296"/>
            <ac:spMk id="12" creationId="{3D20E5C2-0A9E-E3C2-C36A-F19C77806FEF}"/>
          </ac:spMkLst>
        </pc:spChg>
        <pc:spChg chg="mod">
          <ac:chgData name="Songqing Gu" userId="c4d8cb49210192e2" providerId="LiveId" clId="{C191A271-5AB5-4229-AE14-FA6CEE75A23B}" dt="2023-05-13T08:16:32.724" v="107" actId="1037"/>
          <ac:spMkLst>
            <pc:docMk/>
            <pc:sldMk cId="3799275039" sldId="296"/>
            <ac:spMk id="13" creationId="{00000000-0000-0000-0000-000000000000}"/>
          </ac:spMkLst>
        </pc:spChg>
        <pc:spChg chg="add mod">
          <ac:chgData name="Songqing Gu" userId="c4d8cb49210192e2" providerId="LiveId" clId="{C191A271-5AB5-4229-AE14-FA6CEE75A23B}" dt="2023-05-13T08:17:13.820" v="147" actId="14100"/>
          <ac:spMkLst>
            <pc:docMk/>
            <pc:sldMk cId="3799275039" sldId="296"/>
            <ac:spMk id="15" creationId="{3545561A-5DBF-ABB7-C16C-E7EE929E1C12}"/>
          </ac:spMkLst>
        </pc:spChg>
        <pc:spChg chg="add mod">
          <ac:chgData name="Songqing Gu" userId="c4d8cb49210192e2" providerId="LiveId" clId="{C191A271-5AB5-4229-AE14-FA6CEE75A23B}" dt="2023-05-13T08:17:39.067" v="167" actId="20577"/>
          <ac:spMkLst>
            <pc:docMk/>
            <pc:sldMk cId="3799275039" sldId="296"/>
            <ac:spMk id="16" creationId="{62186DF2-A70A-D807-963F-3DB3A3063EEA}"/>
          </ac:spMkLst>
        </pc:spChg>
        <pc:spChg chg="add mod ord">
          <ac:chgData name="Songqing Gu" userId="c4d8cb49210192e2" providerId="LiveId" clId="{C191A271-5AB5-4229-AE14-FA6CEE75A23B}" dt="2023-05-13T08:21:06.980" v="176" actId="167"/>
          <ac:spMkLst>
            <pc:docMk/>
            <pc:sldMk cId="3799275039" sldId="296"/>
            <ac:spMk id="17" creationId="{0758F2B4-9475-B877-FBE9-1244D308D3A1}"/>
          </ac:spMkLst>
        </pc:spChg>
        <pc:spChg chg="mod">
          <ac:chgData name="Songqing Gu" userId="c4d8cb49210192e2" providerId="LiveId" clId="{C191A271-5AB5-4229-AE14-FA6CEE75A23B}" dt="2023-05-13T08:12:11.654" v="29" actId="1076"/>
          <ac:spMkLst>
            <pc:docMk/>
            <pc:sldMk cId="3799275039" sldId="296"/>
            <ac:spMk id="22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6:24.745" v="84" actId="1076"/>
          <ac:spMkLst>
            <pc:docMk/>
            <pc:sldMk cId="3799275039" sldId="296"/>
            <ac:spMk id="35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3:02.411" v="31" actId="1076"/>
          <ac:spMkLst>
            <pc:docMk/>
            <pc:sldMk cId="3799275039" sldId="296"/>
            <ac:spMk id="38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6:32.724" v="107" actId="1037"/>
          <ac:spMkLst>
            <pc:docMk/>
            <pc:sldMk cId="3799275039" sldId="296"/>
            <ac:spMk id="39" creationId="{00000000-0000-0000-0000-000000000000}"/>
          </ac:spMkLst>
        </pc:spChg>
        <pc:grpChg chg="add 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4" creationId="{5E451EEC-27F1-1564-7E56-C440B27B2E17}"/>
          </ac:grpSpMkLst>
        </pc:grpChg>
        <pc:grpChg chg="add mod">
          <ac:chgData name="Songqing Gu" userId="c4d8cb49210192e2" providerId="LiveId" clId="{C191A271-5AB5-4229-AE14-FA6CEE75A23B}" dt="2023-05-13T08:16:20.776" v="83" actId="1076"/>
          <ac:grpSpMkLst>
            <pc:docMk/>
            <pc:sldMk cId="3799275039" sldId="296"/>
            <ac:grpSpMk id="9" creationId="{82078F98-2687-4230-9182-4196B73855CD}"/>
          </ac:grpSpMkLst>
        </pc:grpChg>
        <pc:grpChg chg="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29" creationId="{00000000-0000-0000-0000-000000000000}"/>
          </ac:grpSpMkLst>
        </pc:grpChg>
        <pc:grpChg chg="del mod">
          <ac:chgData name="Songqing Gu" userId="c4d8cb49210192e2" providerId="LiveId" clId="{C191A271-5AB5-4229-AE14-FA6CEE75A23B}" dt="2023-05-13T08:13:07.047" v="32" actId="478"/>
          <ac:grpSpMkLst>
            <pc:docMk/>
            <pc:sldMk cId="3799275039" sldId="296"/>
            <ac:grpSpMk id="40" creationId="{00000000-0000-0000-0000-000000000000}"/>
          </ac:grpSpMkLst>
        </pc:grpChg>
        <pc:grpChg chg="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43" creationId="{00000000-0000-0000-0000-000000000000}"/>
          </ac:grpSpMkLst>
        </pc:grpChg>
        <pc:picChg chg="add mod">
          <ac:chgData name="Songqing Gu" userId="c4d8cb49210192e2" providerId="LiveId" clId="{C191A271-5AB5-4229-AE14-FA6CEE75A23B}" dt="2023-05-13T08:16:32.724" v="107" actId="1037"/>
          <ac:picMkLst>
            <pc:docMk/>
            <pc:sldMk cId="3799275039" sldId="296"/>
            <ac:picMk id="3" creationId="{5E76813F-CE22-FF38-2F53-0E7A201C42D8}"/>
          </ac:picMkLst>
        </pc:picChg>
        <pc:picChg chg="mod">
          <ac:chgData name="Songqing Gu" userId="c4d8cb49210192e2" providerId="LiveId" clId="{C191A271-5AB5-4229-AE14-FA6CEE75A23B}" dt="2023-05-13T08:18:57.577" v="168" actId="1076"/>
          <ac:picMkLst>
            <pc:docMk/>
            <pc:sldMk cId="3799275039" sldId="296"/>
            <ac:picMk id="14" creationId="{00000000-0000-0000-0000-000000000000}"/>
          </ac:picMkLst>
        </pc:picChg>
        <pc:picChg chg="mod">
          <ac:chgData name="Songqing Gu" userId="c4d8cb49210192e2" providerId="LiveId" clId="{C191A271-5AB5-4229-AE14-FA6CEE75A23B}" dt="2023-05-13T08:20:44.059" v="170" actId="1076"/>
          <ac:picMkLst>
            <pc:docMk/>
            <pc:sldMk cId="3799275039" sldId="296"/>
            <ac:picMk id="34" creationId="{00000000-0000-0000-0000-000000000000}"/>
          </ac:picMkLst>
        </pc:picChg>
        <pc:picChg chg="mod">
          <ac:chgData name="Songqing Gu" userId="c4d8cb49210192e2" providerId="LiveId" clId="{C191A271-5AB5-4229-AE14-FA6CEE75A23B}" dt="2023-05-13T08:12:02.079" v="28" actId="1076"/>
          <ac:picMkLst>
            <pc:docMk/>
            <pc:sldMk cId="3799275039" sldId="296"/>
            <ac:picMk id="36" creationId="{00000000-0000-0000-0000-000000000000}"/>
          </ac:picMkLst>
        </pc:picChg>
        <pc:cxnChg chg="mod">
          <ac:chgData name="Songqing Gu" userId="c4d8cb49210192e2" providerId="LiveId" clId="{C191A271-5AB5-4229-AE14-FA6CEE75A23B}" dt="2023-05-13T07:36:59.322" v="17"/>
          <ac:cxnSpMkLst>
            <pc:docMk/>
            <pc:sldMk cId="3799275039" sldId="296"/>
            <ac:cxnSpMk id="5" creationId="{C8911E22-2030-DA9F-19AE-BE7475346AFC}"/>
          </ac:cxnSpMkLst>
        </pc:cxnChg>
        <pc:cxnChg chg="mod">
          <ac:chgData name="Songqing Gu" userId="c4d8cb49210192e2" providerId="LiveId" clId="{C191A271-5AB5-4229-AE14-FA6CEE75A23B}" dt="2023-05-13T07:36:59.322" v="17"/>
          <ac:cxnSpMkLst>
            <pc:docMk/>
            <pc:sldMk cId="3799275039" sldId="296"/>
            <ac:cxnSpMk id="6" creationId="{C277053D-2B2D-4F59-F646-9FFA1D16BDD5}"/>
          </ac:cxnSpMkLst>
        </pc:cxnChg>
        <pc:cxnChg chg="mod">
          <ac:chgData name="Songqing Gu" userId="c4d8cb49210192e2" providerId="LiveId" clId="{C191A271-5AB5-4229-AE14-FA6CEE75A23B}" dt="2023-05-13T08:15:27.835" v="36"/>
          <ac:cxnSpMkLst>
            <pc:docMk/>
            <pc:sldMk cId="3799275039" sldId="296"/>
            <ac:cxnSpMk id="10" creationId="{7782FC9C-FAC3-10FA-3CEB-648A7A5098ED}"/>
          </ac:cxnSpMkLst>
        </pc:cxnChg>
        <pc:cxnChg chg="mod">
          <ac:chgData name="Songqing Gu" userId="c4d8cb49210192e2" providerId="LiveId" clId="{C191A271-5AB5-4229-AE14-FA6CEE75A23B}" dt="2023-05-13T08:15:27.835" v="36"/>
          <ac:cxnSpMkLst>
            <pc:docMk/>
            <pc:sldMk cId="3799275039" sldId="296"/>
            <ac:cxnSpMk id="11" creationId="{47E809AA-24F8-DF3D-14CA-0A7F831FBEF8}"/>
          </ac:cxnSpMkLst>
        </pc:cxnChg>
      </pc:sldChg>
    </pc:docChg>
  </pc:docChgLst>
  <pc:docChgLst>
    <pc:chgData name="Songqing" userId="c4d8cb49210192e2" providerId="LiveId" clId="{43D478A8-A14C-4C0B-86C7-32E27CB31161}"/>
    <pc:docChg chg="undo custSel addSld delSld modSld sldOrd modSection">
      <pc:chgData name="Songqing" userId="c4d8cb49210192e2" providerId="LiveId" clId="{43D478A8-A14C-4C0B-86C7-32E27CB31161}" dt="2023-08-15T07:25:26.413" v="2203" actId="207"/>
      <pc:docMkLst>
        <pc:docMk/>
      </pc:docMkLst>
      <pc:sldChg chg="del">
        <pc:chgData name="Songqing" userId="c4d8cb49210192e2" providerId="LiveId" clId="{43D478A8-A14C-4C0B-86C7-32E27CB31161}" dt="2023-07-17T20:13:37.266" v="120" actId="2696"/>
        <pc:sldMkLst>
          <pc:docMk/>
          <pc:sldMk cId="3113703618" sldId="261"/>
        </pc:sldMkLst>
      </pc:sldChg>
      <pc:sldChg chg="modSp mod">
        <pc:chgData name="Songqing" userId="c4d8cb49210192e2" providerId="LiveId" clId="{43D478A8-A14C-4C0B-86C7-32E27CB31161}" dt="2023-08-15T07:25:26.413" v="2203" actId="207"/>
        <pc:sldMkLst>
          <pc:docMk/>
          <pc:sldMk cId="243240403" sldId="264"/>
        </pc:sldMkLst>
        <pc:spChg chg="mod">
          <ac:chgData name="Songqing" userId="c4d8cb49210192e2" providerId="LiveId" clId="{43D478A8-A14C-4C0B-86C7-32E27CB31161}" dt="2023-08-15T07:25:00.412" v="2198" actId="14861"/>
          <ac:spMkLst>
            <pc:docMk/>
            <pc:sldMk cId="243240403" sldId="264"/>
            <ac:spMk id="2" creationId="{00000000-0000-0000-0000-000000000000}"/>
          </ac:spMkLst>
        </pc:spChg>
        <pc:spChg chg="mod">
          <ac:chgData name="Songqing" userId="c4d8cb49210192e2" providerId="LiveId" clId="{43D478A8-A14C-4C0B-86C7-32E27CB31161}" dt="2023-08-15T07:25:26.413" v="2203" actId="207"/>
          <ac:spMkLst>
            <pc:docMk/>
            <pc:sldMk cId="243240403" sldId="264"/>
            <ac:spMk id="3" creationId="{00000000-0000-0000-0000-000000000000}"/>
          </ac:spMkLst>
        </pc:spChg>
      </pc:sldChg>
      <pc:sldChg chg="addSp delSp modSp mod modNotesTx">
        <pc:chgData name="Songqing" userId="c4d8cb49210192e2" providerId="LiveId" clId="{43D478A8-A14C-4C0B-86C7-32E27CB31161}" dt="2023-08-15T07:23:37.947" v="2197" actId="14100"/>
        <pc:sldMkLst>
          <pc:docMk/>
          <pc:sldMk cId="2216314799" sldId="274"/>
        </pc:sldMkLst>
        <pc:spChg chg="del mod">
          <ac:chgData name="Songqing" userId="c4d8cb49210192e2" providerId="LiveId" clId="{43D478A8-A14C-4C0B-86C7-32E27CB31161}" dt="2023-07-29T04:39:32.021" v="1500" actId="478"/>
          <ac:spMkLst>
            <pc:docMk/>
            <pc:sldMk cId="2216314799" sldId="274"/>
            <ac:spMk id="2" creationId="{00000000-0000-0000-0000-000000000000}"/>
          </ac:spMkLst>
        </pc:spChg>
        <pc:spChg chg="add del mod">
          <ac:chgData name="Songqing" userId="c4d8cb49210192e2" providerId="LiveId" clId="{43D478A8-A14C-4C0B-86C7-32E27CB31161}" dt="2023-07-29T04:38:59.835" v="1496" actId="478"/>
          <ac:spMkLst>
            <pc:docMk/>
            <pc:sldMk cId="2216314799" sldId="274"/>
            <ac:spMk id="3" creationId="{B7CF3D40-4F7F-B4E4-A8FA-35DF33232261}"/>
          </ac:spMkLst>
        </pc:spChg>
        <pc:spChg chg="add del mod">
          <ac:chgData name="Songqing" userId="c4d8cb49210192e2" providerId="LiveId" clId="{43D478A8-A14C-4C0B-86C7-32E27CB31161}" dt="2023-07-29T04:24:51.564" v="1463" actId="478"/>
          <ac:spMkLst>
            <pc:docMk/>
            <pc:sldMk cId="2216314799" sldId="274"/>
            <ac:spMk id="4" creationId="{BD934B1A-096B-6A2D-3B4F-5EDE061BE423}"/>
          </ac:spMkLst>
        </pc:spChg>
        <pc:spChg chg="del mod">
          <ac:chgData name="Songqing" userId="c4d8cb49210192e2" providerId="LiveId" clId="{43D478A8-A14C-4C0B-86C7-32E27CB31161}" dt="2023-07-17T20:17:34.352" v="130" actId="478"/>
          <ac:spMkLst>
            <pc:docMk/>
            <pc:sldMk cId="2216314799" sldId="274"/>
            <ac:spMk id="5" creationId="{229CAEAA-CFBA-A4F2-6860-CBDF70FC1631}"/>
          </ac:spMkLst>
        </pc:spChg>
        <pc:spChg chg="add del mod">
          <ac:chgData name="Songqing" userId="c4d8cb49210192e2" providerId="LiveId" clId="{43D478A8-A14C-4C0B-86C7-32E27CB31161}" dt="2023-07-18T12:28:23.133" v="307" actId="478"/>
          <ac:spMkLst>
            <pc:docMk/>
            <pc:sldMk cId="2216314799" sldId="274"/>
            <ac:spMk id="6" creationId="{3996ECAC-2B11-247D-9AD1-B5C752A05879}"/>
          </ac:spMkLst>
        </pc:spChg>
        <pc:spChg chg="del mod">
          <ac:chgData name="Songqing" userId="c4d8cb49210192e2" providerId="LiveId" clId="{43D478A8-A14C-4C0B-86C7-32E27CB31161}" dt="2023-07-17T20:17:34.352" v="130" actId="478"/>
          <ac:spMkLst>
            <pc:docMk/>
            <pc:sldMk cId="2216314799" sldId="274"/>
            <ac:spMk id="7" creationId="{65C4C16E-FD48-816E-3589-2056FB75000E}"/>
          </ac:spMkLst>
        </pc:spChg>
        <pc:spChg chg="add del mod">
          <ac:chgData name="Songqing" userId="c4d8cb49210192e2" providerId="LiveId" clId="{43D478A8-A14C-4C0B-86C7-32E27CB31161}" dt="2023-07-18T12:28:24.250" v="308" actId="478"/>
          <ac:spMkLst>
            <pc:docMk/>
            <pc:sldMk cId="2216314799" sldId="274"/>
            <ac:spMk id="8" creationId="{1750BA07-2E5E-83EB-FEBF-35C1D5E5323F}"/>
          </ac:spMkLst>
        </pc:spChg>
        <pc:spChg chg="add mod">
          <ac:chgData name="Songqing" userId="c4d8cb49210192e2" providerId="LiveId" clId="{43D478A8-A14C-4C0B-86C7-32E27CB31161}" dt="2023-08-05T11:57:14.913" v="1965" actId="1076"/>
          <ac:spMkLst>
            <pc:docMk/>
            <pc:sldMk cId="2216314799" sldId="274"/>
            <ac:spMk id="9" creationId="{7A6A9906-5751-44CE-37E0-BE40415D3D93}"/>
          </ac:spMkLst>
        </pc:spChg>
        <pc:spChg chg="add del mod">
          <ac:chgData name="Songqing" userId="c4d8cb49210192e2" providerId="LiveId" clId="{43D478A8-A14C-4C0B-86C7-32E27CB31161}" dt="2023-07-29T04:42:13.597" v="1538" actId="478"/>
          <ac:spMkLst>
            <pc:docMk/>
            <pc:sldMk cId="2216314799" sldId="274"/>
            <ac:spMk id="10" creationId="{D3518D2D-B875-0697-44E3-13FA9DC5A684}"/>
          </ac:spMkLst>
        </pc:spChg>
        <pc:spChg chg="add del mod">
          <ac:chgData name="Songqing" userId="c4d8cb49210192e2" providerId="LiveId" clId="{43D478A8-A14C-4C0B-86C7-32E27CB31161}" dt="2023-07-29T04:21:45.340" v="1404" actId="478"/>
          <ac:spMkLst>
            <pc:docMk/>
            <pc:sldMk cId="2216314799" sldId="274"/>
            <ac:spMk id="11" creationId="{EAEC5526-3E31-E355-180C-7443115AA741}"/>
          </ac:spMkLst>
        </pc:spChg>
        <pc:spChg chg="add mod">
          <ac:chgData name="Songqing" userId="c4d8cb49210192e2" providerId="LiveId" clId="{43D478A8-A14C-4C0B-86C7-32E27CB31161}" dt="2023-08-05T11:56:58.046" v="1962" actId="1076"/>
          <ac:spMkLst>
            <pc:docMk/>
            <pc:sldMk cId="2216314799" sldId="274"/>
            <ac:spMk id="12" creationId="{1EDFED13-4CEB-B7E1-F7CD-6C90079D0A61}"/>
          </ac:spMkLst>
        </pc:spChg>
        <pc:spChg chg="add del mod">
          <ac:chgData name="Songqing" userId="c4d8cb49210192e2" providerId="LiveId" clId="{43D478A8-A14C-4C0B-86C7-32E27CB31161}" dt="2023-07-29T04:38:59.835" v="1496" actId="478"/>
          <ac:spMkLst>
            <pc:docMk/>
            <pc:sldMk cId="2216314799" sldId="274"/>
            <ac:spMk id="13" creationId="{DC5D6C4F-2762-3F37-043B-534C53CB59F3}"/>
          </ac:spMkLst>
        </pc:spChg>
        <pc:spChg chg="add del mod">
          <ac:chgData name="Songqing" userId="c4d8cb49210192e2" providerId="LiveId" clId="{43D478A8-A14C-4C0B-86C7-32E27CB31161}" dt="2023-07-29T04:44:51.490" v="1585" actId="478"/>
          <ac:spMkLst>
            <pc:docMk/>
            <pc:sldMk cId="2216314799" sldId="274"/>
            <ac:spMk id="17" creationId="{FDACAEB8-8ED3-ABF0-85CE-2B5FDCFAA7C6}"/>
          </ac:spMkLst>
        </pc:spChg>
        <pc:spChg chg="add del mod">
          <ac:chgData name="Songqing" userId="c4d8cb49210192e2" providerId="LiveId" clId="{43D478A8-A14C-4C0B-86C7-32E27CB31161}" dt="2023-07-29T04:38:59.835" v="1496" actId="478"/>
          <ac:spMkLst>
            <pc:docMk/>
            <pc:sldMk cId="2216314799" sldId="274"/>
            <ac:spMk id="20" creationId="{D35074D0-E503-3857-53C5-1A1FD1DBDCD1}"/>
          </ac:spMkLst>
        </pc:spChg>
        <pc:spChg chg="add del mod">
          <ac:chgData name="Songqing" userId="c4d8cb49210192e2" providerId="LiveId" clId="{43D478A8-A14C-4C0B-86C7-32E27CB31161}" dt="2023-07-29T04:38:59.835" v="1496" actId="478"/>
          <ac:spMkLst>
            <pc:docMk/>
            <pc:sldMk cId="2216314799" sldId="274"/>
            <ac:spMk id="24" creationId="{123CE729-67F1-DDE2-9CD1-194F39B4FB7F}"/>
          </ac:spMkLst>
        </pc:spChg>
        <pc:spChg chg="add mod">
          <ac:chgData name="Songqing" userId="c4d8cb49210192e2" providerId="LiveId" clId="{43D478A8-A14C-4C0B-86C7-32E27CB31161}" dt="2023-08-05T11:56:58.046" v="1962" actId="1076"/>
          <ac:spMkLst>
            <pc:docMk/>
            <pc:sldMk cId="2216314799" sldId="274"/>
            <ac:spMk id="29" creationId="{9D9A0144-A8CB-763E-506F-1038893D45C2}"/>
          </ac:spMkLst>
        </pc:spChg>
        <pc:spChg chg="add mod">
          <ac:chgData name="Songqing" userId="c4d8cb49210192e2" providerId="LiveId" clId="{43D478A8-A14C-4C0B-86C7-32E27CB31161}" dt="2023-08-05T11:56:58.046" v="1962" actId="1076"/>
          <ac:spMkLst>
            <pc:docMk/>
            <pc:sldMk cId="2216314799" sldId="274"/>
            <ac:spMk id="34" creationId="{D1A4237A-FB07-8AD9-3631-171988D2014E}"/>
          </ac:spMkLst>
        </pc:spChg>
        <pc:spChg chg="add del mod">
          <ac:chgData name="Songqing" userId="c4d8cb49210192e2" providerId="LiveId" clId="{43D478A8-A14C-4C0B-86C7-32E27CB31161}" dt="2023-07-29T04:39:34.836" v="1501" actId="478"/>
          <ac:spMkLst>
            <pc:docMk/>
            <pc:sldMk cId="2216314799" sldId="274"/>
            <ac:spMk id="52" creationId="{69C33B8F-20C6-3DF7-3F79-1D3E965F2374}"/>
          </ac:spMkLst>
        </pc:spChg>
        <pc:spChg chg="add mod">
          <ac:chgData name="Songqing" userId="c4d8cb49210192e2" providerId="LiveId" clId="{43D478A8-A14C-4C0B-86C7-32E27CB31161}" dt="2023-08-05T11:57:03.896" v="1963" actId="14100"/>
          <ac:spMkLst>
            <pc:docMk/>
            <pc:sldMk cId="2216314799" sldId="274"/>
            <ac:spMk id="53" creationId="{623DDB0E-DF00-2CF3-C96A-600A5A3522BA}"/>
          </ac:spMkLst>
        </pc:spChg>
        <pc:spChg chg="add mod">
          <ac:chgData name="Songqing" userId="c4d8cb49210192e2" providerId="LiveId" clId="{43D478A8-A14C-4C0B-86C7-32E27CB31161}" dt="2023-08-05T11:56:58.046" v="1962" actId="1076"/>
          <ac:spMkLst>
            <pc:docMk/>
            <pc:sldMk cId="2216314799" sldId="274"/>
            <ac:spMk id="54" creationId="{146B91CC-76EB-01CB-9FE2-D56D8178158A}"/>
          </ac:spMkLst>
        </pc:spChg>
        <pc:spChg chg="add mod">
          <ac:chgData name="Songqing" userId="c4d8cb49210192e2" providerId="LiveId" clId="{43D478A8-A14C-4C0B-86C7-32E27CB31161}" dt="2023-08-05T11:56:58.046" v="1962" actId="1076"/>
          <ac:spMkLst>
            <pc:docMk/>
            <pc:sldMk cId="2216314799" sldId="274"/>
            <ac:spMk id="55" creationId="{2DE1E2B6-0F65-4445-E3C1-978738C4ADF8}"/>
          </ac:spMkLst>
        </pc:spChg>
        <pc:spChg chg="add mod">
          <ac:chgData name="Songqing" userId="c4d8cb49210192e2" providerId="LiveId" clId="{43D478A8-A14C-4C0B-86C7-32E27CB31161}" dt="2023-08-05T11:56:58.046" v="1962" actId="1076"/>
          <ac:spMkLst>
            <pc:docMk/>
            <pc:sldMk cId="2216314799" sldId="274"/>
            <ac:spMk id="56" creationId="{ABA07445-3776-1371-ACF6-A2E222236F35}"/>
          </ac:spMkLst>
        </pc:spChg>
        <pc:spChg chg="add mod ord">
          <ac:chgData name="Songqing" userId="c4d8cb49210192e2" providerId="LiveId" clId="{43D478A8-A14C-4C0B-86C7-32E27CB31161}" dt="2023-08-05T11:56:58.046" v="1962" actId="1076"/>
          <ac:spMkLst>
            <pc:docMk/>
            <pc:sldMk cId="2216314799" sldId="274"/>
            <ac:spMk id="61" creationId="{32674058-6722-E58D-B55F-E25426FE0BE7}"/>
          </ac:spMkLst>
        </pc:spChg>
        <pc:spChg chg="add mod">
          <ac:chgData name="Songqing" userId="c4d8cb49210192e2" providerId="LiveId" clId="{43D478A8-A14C-4C0B-86C7-32E27CB31161}" dt="2023-08-05T11:57:12.793" v="1964" actId="14100"/>
          <ac:spMkLst>
            <pc:docMk/>
            <pc:sldMk cId="2216314799" sldId="274"/>
            <ac:spMk id="62" creationId="{524B208A-B173-FC0A-B618-E043F12D5F0C}"/>
          </ac:spMkLst>
        </pc:spChg>
        <pc:spChg chg="add mod">
          <ac:chgData name="Songqing" userId="c4d8cb49210192e2" providerId="LiveId" clId="{43D478A8-A14C-4C0B-86C7-32E27CB31161}" dt="2023-07-29T04:47:09.066" v="1618" actId="14100"/>
          <ac:spMkLst>
            <pc:docMk/>
            <pc:sldMk cId="2216314799" sldId="274"/>
            <ac:spMk id="63" creationId="{8B4D646C-D8F5-DBB5-F07F-E034C9A8104F}"/>
          </ac:spMkLst>
        </pc:spChg>
        <pc:spChg chg="add mod">
          <ac:chgData name="Songqing" userId="c4d8cb49210192e2" providerId="LiveId" clId="{43D478A8-A14C-4C0B-86C7-32E27CB31161}" dt="2023-08-15T07:23:37.947" v="2197" actId="14100"/>
          <ac:spMkLst>
            <pc:docMk/>
            <pc:sldMk cId="2216314799" sldId="274"/>
            <ac:spMk id="64" creationId="{6E9797F3-10F2-8B54-289F-38FD245B5EED}"/>
          </ac:spMkLst>
        </pc:spChg>
        <pc:spChg chg="add mod">
          <ac:chgData name="Songqing" userId="c4d8cb49210192e2" providerId="LiveId" clId="{43D478A8-A14C-4C0B-86C7-32E27CB31161}" dt="2023-08-05T11:56:58.046" v="1962" actId="1076"/>
          <ac:spMkLst>
            <pc:docMk/>
            <pc:sldMk cId="2216314799" sldId="274"/>
            <ac:spMk id="65" creationId="{F575EDEC-8517-EDB8-1053-934AE9BE6A8B}"/>
          </ac:spMkLst>
        </pc:spChg>
        <pc:spChg chg="add mod">
          <ac:chgData name="Songqing" userId="c4d8cb49210192e2" providerId="LiveId" clId="{43D478A8-A14C-4C0B-86C7-32E27CB31161}" dt="2023-08-05T11:56:58.046" v="1962" actId="1076"/>
          <ac:spMkLst>
            <pc:docMk/>
            <pc:sldMk cId="2216314799" sldId="274"/>
            <ac:spMk id="66" creationId="{977691F7-D2D8-0240-A7E6-F8ADE2CAA51D}"/>
          </ac:spMkLst>
        </pc:spChg>
        <pc:spChg chg="add mod">
          <ac:chgData name="Songqing" userId="c4d8cb49210192e2" providerId="LiveId" clId="{43D478A8-A14C-4C0B-86C7-32E27CB31161}" dt="2023-07-29T04:47:51.521" v="1629" actId="1076"/>
          <ac:spMkLst>
            <pc:docMk/>
            <pc:sldMk cId="2216314799" sldId="274"/>
            <ac:spMk id="68" creationId="{0E63BA6E-CEFE-938B-D530-74ACE4998765}"/>
          </ac:spMkLst>
        </pc:spChg>
        <pc:cxnChg chg="add del mod">
          <ac:chgData name="Songqing" userId="c4d8cb49210192e2" providerId="LiveId" clId="{43D478A8-A14C-4C0B-86C7-32E27CB31161}" dt="2023-07-19T05:33:33.303" v="718" actId="478"/>
          <ac:cxnSpMkLst>
            <pc:docMk/>
            <pc:sldMk cId="2216314799" sldId="274"/>
            <ac:cxnSpMk id="15" creationId="{544423A6-F933-7C6E-98B8-669E8C28F0FE}"/>
          </ac:cxnSpMkLst>
        </pc:cxnChg>
        <pc:cxnChg chg="add del mod">
          <ac:chgData name="Songqing" userId="c4d8cb49210192e2" providerId="LiveId" clId="{43D478A8-A14C-4C0B-86C7-32E27CB31161}" dt="2023-07-29T04:44:52.715" v="1586" actId="478"/>
          <ac:cxnSpMkLst>
            <pc:docMk/>
            <pc:sldMk cId="2216314799" sldId="274"/>
            <ac:cxnSpMk id="19" creationId="{C29AAF98-B1A0-47FA-56B6-07D271D7A0A9}"/>
          </ac:cxnSpMkLst>
        </pc:cxnChg>
        <pc:cxnChg chg="add del mod">
          <ac:chgData name="Songqing" userId="c4d8cb49210192e2" providerId="LiveId" clId="{43D478A8-A14C-4C0B-86C7-32E27CB31161}" dt="2023-07-29T04:38:59.835" v="1496" actId="478"/>
          <ac:cxnSpMkLst>
            <pc:docMk/>
            <pc:sldMk cId="2216314799" sldId="274"/>
            <ac:cxnSpMk id="21" creationId="{737E4DC7-903F-B2D5-4DCA-99EB5028DB0F}"/>
          </ac:cxnSpMkLst>
        </pc:cxnChg>
        <pc:cxnChg chg="add del mod">
          <ac:chgData name="Songqing" userId="c4d8cb49210192e2" providerId="LiveId" clId="{43D478A8-A14C-4C0B-86C7-32E27CB31161}" dt="2023-07-29T04:38:59.835" v="1496" actId="478"/>
          <ac:cxnSpMkLst>
            <pc:docMk/>
            <pc:sldMk cId="2216314799" sldId="274"/>
            <ac:cxnSpMk id="25" creationId="{6AB45BF9-F879-3ABA-D00A-505AAF4EB712}"/>
          </ac:cxnSpMkLst>
        </pc:cxnChg>
        <pc:cxnChg chg="add del mod">
          <ac:chgData name="Songqing" userId="c4d8cb49210192e2" providerId="LiveId" clId="{43D478A8-A14C-4C0B-86C7-32E27CB31161}" dt="2023-07-29T04:40:22.495" v="1511" actId="478"/>
          <ac:cxnSpMkLst>
            <pc:docMk/>
            <pc:sldMk cId="2216314799" sldId="274"/>
            <ac:cxnSpMk id="43" creationId="{40E4FA22-E636-5006-BB39-3C0D2CB66124}"/>
          </ac:cxnSpMkLst>
        </pc:cxnChg>
        <pc:cxnChg chg="add del mod">
          <ac:chgData name="Songqing" userId="c4d8cb49210192e2" providerId="LiveId" clId="{43D478A8-A14C-4C0B-86C7-32E27CB31161}" dt="2023-07-29T04:40:23.713" v="1512" actId="478"/>
          <ac:cxnSpMkLst>
            <pc:docMk/>
            <pc:sldMk cId="2216314799" sldId="274"/>
            <ac:cxnSpMk id="45" creationId="{48448BBD-60DA-AD60-D300-AB762B14C868}"/>
          </ac:cxnSpMkLst>
        </pc:cxnChg>
        <pc:cxnChg chg="add del mod">
          <ac:chgData name="Songqing" userId="c4d8cb49210192e2" providerId="LiveId" clId="{43D478A8-A14C-4C0B-86C7-32E27CB31161}" dt="2023-07-29T04:40:24.475" v="1513" actId="478"/>
          <ac:cxnSpMkLst>
            <pc:docMk/>
            <pc:sldMk cId="2216314799" sldId="274"/>
            <ac:cxnSpMk id="57" creationId="{DE197381-D490-8834-5D55-080E83C4C0CD}"/>
          </ac:cxnSpMkLst>
        </pc:cxnChg>
        <pc:cxnChg chg="add del mod">
          <ac:chgData name="Songqing" userId="c4d8cb49210192e2" providerId="LiveId" clId="{43D478A8-A14C-4C0B-86C7-32E27CB31161}" dt="2023-07-29T04:40:25.896" v="1514" actId="478"/>
          <ac:cxnSpMkLst>
            <pc:docMk/>
            <pc:sldMk cId="2216314799" sldId="274"/>
            <ac:cxnSpMk id="58" creationId="{4D7030FB-4118-1AE5-99B8-D3011C5E3F1C}"/>
          </ac:cxnSpMkLst>
        </pc:cxnChg>
        <pc:cxnChg chg="add mod">
          <ac:chgData name="Songqing" userId="c4d8cb49210192e2" providerId="LiveId" clId="{43D478A8-A14C-4C0B-86C7-32E27CB31161}" dt="2023-08-05T11:56:58.046" v="1962" actId="1076"/>
          <ac:cxnSpMkLst>
            <pc:docMk/>
            <pc:sldMk cId="2216314799" sldId="274"/>
            <ac:cxnSpMk id="70" creationId="{9F4257D6-79DF-2499-F3BE-B23641B1BAE2}"/>
          </ac:cxnSpMkLst>
        </pc:cxnChg>
      </pc:sldChg>
      <pc:sldChg chg="addSp delSp modSp del mod ord modNotesTx">
        <pc:chgData name="Songqing" userId="c4d8cb49210192e2" providerId="LiveId" clId="{43D478A8-A14C-4C0B-86C7-32E27CB31161}" dt="2023-07-29T04:44:59.302" v="1587" actId="2696"/>
        <pc:sldMkLst>
          <pc:docMk/>
          <pc:sldMk cId="1408025446" sldId="294"/>
        </pc:sldMkLst>
        <pc:spChg chg="mod">
          <ac:chgData name="Songqing" userId="c4d8cb49210192e2" providerId="LiveId" clId="{43D478A8-A14C-4C0B-86C7-32E27CB31161}" dt="2023-07-21T20:19:09.860" v="1392" actId="20577"/>
          <ac:spMkLst>
            <pc:docMk/>
            <pc:sldMk cId="1408025446" sldId="294"/>
            <ac:spMk id="2" creationId="{00000000-0000-0000-0000-000000000000}"/>
          </ac:spMkLst>
        </pc:spChg>
        <pc:spChg chg="del mod">
          <ac:chgData name="Songqing" userId="c4d8cb49210192e2" providerId="LiveId" clId="{43D478A8-A14C-4C0B-86C7-32E27CB31161}" dt="2023-07-17T20:02:47.366" v="34" actId="478"/>
          <ac:spMkLst>
            <pc:docMk/>
            <pc:sldMk cId="1408025446" sldId="294"/>
            <ac:spMk id="4" creationId="{6CA3A3DF-0166-EB1D-9437-156FF00610F0}"/>
          </ac:spMkLst>
        </pc:spChg>
        <pc:spChg chg="del mod">
          <ac:chgData name="Songqing" userId="c4d8cb49210192e2" providerId="LiveId" clId="{43D478A8-A14C-4C0B-86C7-32E27CB31161}" dt="2023-07-17T20:01:32.513" v="19" actId="478"/>
          <ac:spMkLst>
            <pc:docMk/>
            <pc:sldMk cId="1408025446" sldId="294"/>
            <ac:spMk id="5" creationId="{00000000-0000-0000-0000-000000000000}"/>
          </ac:spMkLst>
        </pc:spChg>
        <pc:spChg chg="add del mod">
          <ac:chgData name="Songqing" userId="c4d8cb49210192e2" providerId="LiveId" clId="{43D478A8-A14C-4C0B-86C7-32E27CB31161}" dt="2023-07-17T20:01:35.744" v="20" actId="478"/>
          <ac:spMkLst>
            <pc:docMk/>
            <pc:sldMk cId="1408025446" sldId="294"/>
            <ac:spMk id="6" creationId="{0D5516D7-1F78-BA72-E2D7-3309005FB46D}"/>
          </ac:spMkLst>
        </pc:spChg>
        <pc:spChg chg="add mod">
          <ac:chgData name="Songqing" userId="c4d8cb49210192e2" providerId="LiveId" clId="{43D478A8-A14C-4C0B-86C7-32E27CB31161}" dt="2023-07-29T04:43:08.639" v="1565" actId="14100"/>
          <ac:spMkLst>
            <pc:docMk/>
            <pc:sldMk cId="1408025446" sldId="294"/>
            <ac:spMk id="8" creationId="{2DDA7AF5-637B-7E1B-0FC5-EB5C7EA2A9B4}"/>
          </ac:spMkLst>
        </pc:spChg>
      </pc:sldChg>
      <pc:sldChg chg="addSp delSp modSp mod">
        <pc:chgData name="Songqing" userId="c4d8cb49210192e2" providerId="LiveId" clId="{43D478A8-A14C-4C0B-86C7-32E27CB31161}" dt="2023-08-05T12:08:02.309" v="2161" actId="478"/>
        <pc:sldMkLst>
          <pc:docMk/>
          <pc:sldMk cId="2115522147" sldId="322"/>
        </pc:sldMkLst>
        <pc:spChg chg="add mod">
          <ac:chgData name="Songqing" userId="c4d8cb49210192e2" providerId="LiveId" clId="{43D478A8-A14C-4C0B-86C7-32E27CB31161}" dt="2023-07-19T04:37:33.023" v="395" actId="14100"/>
          <ac:spMkLst>
            <pc:docMk/>
            <pc:sldMk cId="2115522147" sldId="322"/>
            <ac:spMk id="2" creationId="{348DB064-091E-82D2-2756-26D34D84AACA}"/>
          </ac:spMkLst>
        </pc:spChg>
        <pc:spChg chg="del mod">
          <ac:chgData name="Songqing" userId="c4d8cb49210192e2" providerId="LiveId" clId="{43D478A8-A14C-4C0B-86C7-32E27CB31161}" dt="2023-08-05T12:08:02.309" v="2161" actId="478"/>
          <ac:spMkLst>
            <pc:docMk/>
            <pc:sldMk cId="2115522147" sldId="322"/>
            <ac:spMk id="4" creationId="{F89EBB47-39A0-55B7-4BD5-49E8128A8B6D}"/>
          </ac:spMkLst>
        </pc:spChg>
        <pc:spChg chg="del mod">
          <ac:chgData name="Songqing" userId="c4d8cb49210192e2" providerId="LiveId" clId="{43D478A8-A14C-4C0B-86C7-32E27CB31161}" dt="2023-08-05T12:08:02.309" v="2161" actId="478"/>
          <ac:spMkLst>
            <pc:docMk/>
            <pc:sldMk cId="2115522147" sldId="322"/>
            <ac:spMk id="6" creationId="{2A6A2727-CBFD-599B-4309-53E8DAD31188}"/>
          </ac:spMkLst>
        </pc:spChg>
        <pc:spChg chg="mod">
          <ac:chgData name="Songqing" userId="c4d8cb49210192e2" providerId="LiveId" clId="{43D478A8-A14C-4C0B-86C7-32E27CB31161}" dt="2023-07-20T02:27:45.670" v="1388" actId="20577"/>
          <ac:spMkLst>
            <pc:docMk/>
            <pc:sldMk cId="2115522147" sldId="322"/>
            <ac:spMk id="9" creationId="{12FE7EEE-9033-20AB-8C81-1DA854640A13}"/>
          </ac:spMkLst>
        </pc:spChg>
      </pc:sldChg>
      <pc:sldChg chg="addSp modSp mod">
        <pc:chgData name="Songqing" userId="c4d8cb49210192e2" providerId="LiveId" clId="{43D478A8-A14C-4C0B-86C7-32E27CB31161}" dt="2023-08-15T07:22:27.398" v="2167" actId="20577"/>
        <pc:sldMkLst>
          <pc:docMk/>
          <pc:sldMk cId="523495732" sldId="323"/>
        </pc:sldMkLst>
        <pc:spChg chg="mod">
          <ac:chgData name="Songqing" userId="c4d8cb49210192e2" providerId="LiveId" clId="{43D478A8-A14C-4C0B-86C7-32E27CB31161}" dt="2023-08-05T12:06:28.160" v="2103" actId="1076"/>
          <ac:spMkLst>
            <pc:docMk/>
            <pc:sldMk cId="523495732" sldId="323"/>
            <ac:spMk id="3" creationId="{00000000-0000-0000-0000-000000000000}"/>
          </ac:spMkLst>
        </pc:spChg>
        <pc:spChg chg="add mod">
          <ac:chgData name="Songqing" userId="c4d8cb49210192e2" providerId="LiveId" clId="{43D478A8-A14C-4C0B-86C7-32E27CB31161}" dt="2023-08-15T07:22:27.398" v="2167" actId="20577"/>
          <ac:spMkLst>
            <pc:docMk/>
            <pc:sldMk cId="523495732" sldId="323"/>
            <ac:spMk id="6" creationId="{A4B60D65-4F88-A47D-06F4-737E7BFB63D8}"/>
          </ac:spMkLst>
        </pc:spChg>
      </pc:sldChg>
      <pc:sldChg chg="del">
        <pc:chgData name="Songqing" userId="c4d8cb49210192e2" providerId="LiveId" clId="{43D478A8-A14C-4C0B-86C7-32E27CB31161}" dt="2023-07-17T19:59:24.503" v="3" actId="47"/>
        <pc:sldMkLst>
          <pc:docMk/>
          <pc:sldMk cId="57254538" sldId="324"/>
        </pc:sldMkLst>
      </pc:sldChg>
      <pc:sldChg chg="addSp delSp modSp add del mod">
        <pc:chgData name="Songqing" userId="c4d8cb49210192e2" providerId="LiveId" clId="{43D478A8-A14C-4C0B-86C7-32E27CB31161}" dt="2023-08-05T12:06:11.748" v="2102" actId="47"/>
        <pc:sldMkLst>
          <pc:docMk/>
          <pc:sldMk cId="2841815986" sldId="324"/>
        </pc:sldMkLst>
        <pc:spChg chg="mod">
          <ac:chgData name="Songqing" userId="c4d8cb49210192e2" providerId="LiveId" clId="{43D478A8-A14C-4C0B-86C7-32E27CB31161}" dt="2023-07-18T11:23:48.936" v="240" actId="14100"/>
          <ac:spMkLst>
            <pc:docMk/>
            <pc:sldMk cId="2841815986" sldId="324"/>
            <ac:spMk id="2" creationId="{00000000-0000-0000-0000-000000000000}"/>
          </ac:spMkLst>
        </pc:spChg>
        <pc:spChg chg="del">
          <ac:chgData name="Songqing" userId="c4d8cb49210192e2" providerId="LiveId" clId="{43D478A8-A14C-4C0B-86C7-32E27CB31161}" dt="2023-07-18T11:19:28.699" v="188" actId="478"/>
          <ac:spMkLst>
            <pc:docMk/>
            <pc:sldMk cId="2841815986" sldId="324"/>
            <ac:spMk id="4" creationId="{6CA3A3DF-0166-EB1D-9437-156FF00610F0}"/>
          </ac:spMkLst>
        </pc:spChg>
        <pc:spChg chg="del">
          <ac:chgData name="Songqing" userId="c4d8cb49210192e2" providerId="LiveId" clId="{43D478A8-A14C-4C0B-86C7-32E27CB31161}" dt="2023-07-18T11:19:30.443" v="189" actId="478"/>
          <ac:spMkLst>
            <pc:docMk/>
            <pc:sldMk cId="2841815986" sldId="324"/>
            <ac:spMk id="5" creationId="{00000000-0000-0000-0000-000000000000}"/>
          </ac:spMkLst>
        </pc:spChg>
        <pc:spChg chg="add del mod">
          <ac:chgData name="Songqing" userId="c4d8cb49210192e2" providerId="LiveId" clId="{43D478A8-A14C-4C0B-86C7-32E27CB31161}" dt="2023-07-18T11:19:32.693" v="190" actId="478"/>
          <ac:spMkLst>
            <pc:docMk/>
            <pc:sldMk cId="2841815986" sldId="324"/>
            <ac:spMk id="6" creationId="{25A4289F-B89B-2E6F-4711-9F5C2DF86EC1}"/>
          </ac:spMkLst>
        </pc:spChg>
        <pc:picChg chg="add mod">
          <ac:chgData name="Songqing" userId="c4d8cb49210192e2" providerId="LiveId" clId="{43D478A8-A14C-4C0B-86C7-32E27CB31161}" dt="2023-07-18T12:30:46.473" v="371" actId="1076"/>
          <ac:picMkLst>
            <pc:docMk/>
            <pc:sldMk cId="2841815986" sldId="324"/>
            <ac:picMk id="7" creationId="{F3F1E291-0682-5368-D0A9-22A3DDFE2F59}"/>
          </ac:picMkLst>
        </pc:picChg>
      </pc:sldChg>
      <pc:sldChg chg="del">
        <pc:chgData name="Songqing" userId="c4d8cb49210192e2" providerId="LiveId" clId="{43D478A8-A14C-4C0B-86C7-32E27CB31161}" dt="2023-07-17T19:59:24.503" v="3" actId="47"/>
        <pc:sldMkLst>
          <pc:docMk/>
          <pc:sldMk cId="147964486" sldId="325"/>
        </pc:sldMkLst>
      </pc:sldChg>
      <pc:sldChg chg="delSp modSp add del mod">
        <pc:chgData name="Songqing" userId="c4d8cb49210192e2" providerId="LiveId" clId="{43D478A8-A14C-4C0B-86C7-32E27CB31161}" dt="2023-07-18T12:30:39.459" v="370" actId="2696"/>
        <pc:sldMkLst>
          <pc:docMk/>
          <pc:sldMk cId="3606868986" sldId="325"/>
        </pc:sldMkLst>
        <pc:spChg chg="del">
          <ac:chgData name="Songqing" userId="c4d8cb49210192e2" providerId="LiveId" clId="{43D478A8-A14C-4C0B-86C7-32E27CB31161}" dt="2023-07-18T12:26:17.291" v="285" actId="478"/>
          <ac:spMkLst>
            <pc:docMk/>
            <pc:sldMk cId="3606868986" sldId="325"/>
            <ac:spMk id="5" creationId="{229CAEAA-CFBA-A4F2-6860-CBDF70FC1631}"/>
          </ac:spMkLst>
        </pc:spChg>
        <pc:spChg chg="mod">
          <ac:chgData name="Songqing" userId="c4d8cb49210192e2" providerId="LiveId" clId="{43D478A8-A14C-4C0B-86C7-32E27CB31161}" dt="2023-07-18T12:26:20.373" v="286" actId="1076"/>
          <ac:spMkLst>
            <pc:docMk/>
            <pc:sldMk cId="3606868986" sldId="325"/>
            <ac:spMk id="7" creationId="{65C4C16E-FD48-816E-3589-2056FB75000E}"/>
          </ac:spMkLst>
        </pc:spChg>
      </pc:sldChg>
      <pc:sldChg chg="addSp delSp modSp add mod">
        <pc:chgData name="Songqing" userId="c4d8cb49210192e2" providerId="LiveId" clId="{43D478A8-A14C-4C0B-86C7-32E27CB31161}" dt="2023-07-29T04:59:21.526" v="1767" actId="1076"/>
        <pc:sldMkLst>
          <pc:docMk/>
          <pc:sldMk cId="957646134" sldId="326"/>
        </pc:sldMkLst>
        <pc:spChg chg="add mod">
          <ac:chgData name="Songqing" userId="c4d8cb49210192e2" providerId="LiveId" clId="{43D478A8-A14C-4C0B-86C7-32E27CB31161}" dt="2023-07-19T04:39:20.670" v="412" actId="27636"/>
          <ac:spMkLst>
            <pc:docMk/>
            <pc:sldMk cId="957646134" sldId="326"/>
            <ac:spMk id="2" creationId="{31E8A9A5-736B-EBA7-4C40-A1761FC4138F}"/>
          </ac:spMkLst>
        </pc:spChg>
        <pc:spChg chg="add mod">
          <ac:chgData name="Songqing" userId="c4d8cb49210192e2" providerId="LiveId" clId="{43D478A8-A14C-4C0B-86C7-32E27CB31161}" dt="2023-07-29T04:59:21.526" v="1767" actId="1076"/>
          <ac:spMkLst>
            <pc:docMk/>
            <pc:sldMk cId="957646134" sldId="326"/>
            <ac:spMk id="3" creationId="{EB8DA9CD-F4D6-5677-F3E6-D6E657334F9C}"/>
          </ac:spMkLst>
        </pc:spChg>
        <pc:spChg chg="del mod">
          <ac:chgData name="Songqing" userId="c4d8cb49210192e2" providerId="LiveId" clId="{43D478A8-A14C-4C0B-86C7-32E27CB31161}" dt="2023-07-19T05:05:48.354" v="582" actId="478"/>
          <ac:spMkLst>
            <pc:docMk/>
            <pc:sldMk cId="957646134" sldId="326"/>
            <ac:spMk id="4" creationId="{F89EBB47-39A0-55B7-4BD5-49E8128A8B6D}"/>
          </ac:spMkLst>
        </pc:spChg>
        <pc:spChg chg="add del mod">
          <ac:chgData name="Songqing" userId="c4d8cb49210192e2" providerId="LiveId" clId="{43D478A8-A14C-4C0B-86C7-32E27CB31161}" dt="2023-07-19T05:31:21.512" v="625" actId="478"/>
          <ac:spMkLst>
            <pc:docMk/>
            <pc:sldMk cId="957646134" sldId="326"/>
            <ac:spMk id="5" creationId="{AB5849F4-7B1E-0EB5-DA33-4237E3D8C4AD}"/>
          </ac:spMkLst>
        </pc:spChg>
        <pc:spChg chg="del mod">
          <ac:chgData name="Songqing" userId="c4d8cb49210192e2" providerId="LiveId" clId="{43D478A8-A14C-4C0B-86C7-32E27CB31161}" dt="2023-07-19T04:45:39.418" v="443" actId="478"/>
          <ac:spMkLst>
            <pc:docMk/>
            <pc:sldMk cId="957646134" sldId="326"/>
            <ac:spMk id="6" creationId="{2A6A2727-CBFD-599B-4309-53E8DAD31188}"/>
          </ac:spMkLst>
        </pc:spChg>
        <pc:spChg chg="add del mod">
          <ac:chgData name="Songqing" userId="c4d8cb49210192e2" providerId="LiveId" clId="{43D478A8-A14C-4C0B-86C7-32E27CB31161}" dt="2023-07-19T05:05:48.354" v="582" actId="478"/>
          <ac:spMkLst>
            <pc:docMk/>
            <pc:sldMk cId="957646134" sldId="326"/>
            <ac:spMk id="8" creationId="{76BA1AC7-593D-D8D0-B5E6-415A3B345044}"/>
          </ac:spMkLst>
        </pc:spChg>
        <pc:spChg chg="mod">
          <ac:chgData name="Songqing" userId="c4d8cb49210192e2" providerId="LiveId" clId="{43D478A8-A14C-4C0B-86C7-32E27CB31161}" dt="2023-07-19T05:30:34.643" v="620" actId="207"/>
          <ac:spMkLst>
            <pc:docMk/>
            <pc:sldMk cId="957646134" sldId="326"/>
            <ac:spMk id="9" creationId="{12FE7EEE-9033-20AB-8C81-1DA854640A13}"/>
          </ac:spMkLst>
        </pc:spChg>
        <pc:spChg chg="add del">
          <ac:chgData name="Songqing" userId="c4d8cb49210192e2" providerId="LiveId" clId="{43D478A8-A14C-4C0B-86C7-32E27CB31161}" dt="2023-07-19T05:02:42.702" v="559"/>
          <ac:spMkLst>
            <pc:docMk/>
            <pc:sldMk cId="957646134" sldId="326"/>
            <ac:spMk id="10" creationId="{145EF139-F24F-5FC3-4821-5BBB022307C7}"/>
          </ac:spMkLst>
        </pc:spChg>
        <pc:spChg chg="add del">
          <ac:chgData name="Songqing" userId="c4d8cb49210192e2" providerId="LiveId" clId="{43D478A8-A14C-4C0B-86C7-32E27CB31161}" dt="2023-07-19T05:02:42.702" v="559"/>
          <ac:spMkLst>
            <pc:docMk/>
            <pc:sldMk cId="957646134" sldId="326"/>
            <ac:spMk id="11" creationId="{03DD445A-CB96-CED0-0911-0D988CCD7A89}"/>
          </ac:spMkLst>
        </pc:spChg>
        <pc:spChg chg="add del">
          <ac:chgData name="Songqing" userId="c4d8cb49210192e2" providerId="LiveId" clId="{43D478A8-A14C-4C0B-86C7-32E27CB31161}" dt="2023-07-19T05:02:42.702" v="559"/>
          <ac:spMkLst>
            <pc:docMk/>
            <pc:sldMk cId="957646134" sldId="326"/>
            <ac:spMk id="12" creationId="{B31648B0-6BB0-2471-67F0-18DA5630194A}"/>
          </ac:spMkLst>
        </pc:spChg>
        <pc:spChg chg="add del">
          <ac:chgData name="Songqing" userId="c4d8cb49210192e2" providerId="LiveId" clId="{43D478A8-A14C-4C0B-86C7-32E27CB31161}" dt="2023-07-19T05:02:42.702" v="559"/>
          <ac:spMkLst>
            <pc:docMk/>
            <pc:sldMk cId="957646134" sldId="326"/>
            <ac:spMk id="13" creationId="{95F0E6E4-E2C4-75B3-103C-6F42702981C4}"/>
          </ac:spMkLst>
        </pc:spChg>
        <pc:spChg chg="add del">
          <ac:chgData name="Songqing" userId="c4d8cb49210192e2" providerId="LiveId" clId="{43D478A8-A14C-4C0B-86C7-32E27CB31161}" dt="2023-07-19T05:02:42.702" v="559"/>
          <ac:spMkLst>
            <pc:docMk/>
            <pc:sldMk cId="957646134" sldId="326"/>
            <ac:spMk id="14" creationId="{CA02FA6A-47E6-3A73-65F8-C7FE3D7377ED}"/>
          </ac:spMkLst>
        </pc:spChg>
        <pc:spChg chg="add mod">
          <ac:chgData name="Songqing" userId="c4d8cb49210192e2" providerId="LiveId" clId="{43D478A8-A14C-4C0B-86C7-32E27CB31161}" dt="2023-07-29T04:59:11.542" v="1765" actId="1076"/>
          <ac:spMkLst>
            <pc:docMk/>
            <pc:sldMk cId="957646134" sldId="326"/>
            <ac:spMk id="16" creationId="{C691B325-0222-7B53-7A98-3AD581A9F076}"/>
          </ac:spMkLst>
        </pc:spChg>
        <pc:spChg chg="add mod">
          <ac:chgData name="Songqing" userId="c4d8cb49210192e2" providerId="LiveId" clId="{43D478A8-A14C-4C0B-86C7-32E27CB31161}" dt="2023-07-29T04:59:08.645" v="1764" actId="1076"/>
          <ac:spMkLst>
            <pc:docMk/>
            <pc:sldMk cId="957646134" sldId="326"/>
            <ac:spMk id="18" creationId="{3E5EEA33-3767-D500-79AB-2DCAAD38B47D}"/>
          </ac:spMkLst>
        </pc:spChg>
        <pc:picChg chg="add del">
          <ac:chgData name="Songqing" userId="c4d8cb49210192e2" providerId="LiveId" clId="{43D478A8-A14C-4C0B-86C7-32E27CB31161}" dt="2023-07-19T05:02:42.702" v="559"/>
          <ac:picMkLst>
            <pc:docMk/>
            <pc:sldMk cId="957646134" sldId="326"/>
            <ac:picMk id="1025" creationId="{1EDEEBE7-3900-1521-88FA-7E4489434137}"/>
          </ac:picMkLst>
        </pc:picChg>
        <pc:picChg chg="add del">
          <ac:chgData name="Songqing" userId="c4d8cb49210192e2" providerId="LiveId" clId="{43D478A8-A14C-4C0B-86C7-32E27CB31161}" dt="2023-07-19T05:02:42.702" v="559"/>
          <ac:picMkLst>
            <pc:docMk/>
            <pc:sldMk cId="957646134" sldId="326"/>
            <ac:picMk id="1026" creationId="{747948B7-C54B-2365-9DEC-89382E1E2027}"/>
          </ac:picMkLst>
        </pc:picChg>
        <pc:picChg chg="add del">
          <ac:chgData name="Songqing" userId="c4d8cb49210192e2" providerId="LiveId" clId="{43D478A8-A14C-4C0B-86C7-32E27CB31161}" dt="2023-07-19T05:02:42.702" v="559"/>
          <ac:picMkLst>
            <pc:docMk/>
            <pc:sldMk cId="957646134" sldId="326"/>
            <ac:picMk id="1027" creationId="{ED4C4441-38B0-A05A-2D3E-D3A84259C4DD}"/>
          </ac:picMkLst>
        </pc:picChg>
        <pc:picChg chg="add del">
          <ac:chgData name="Songqing" userId="c4d8cb49210192e2" providerId="LiveId" clId="{43D478A8-A14C-4C0B-86C7-32E27CB31161}" dt="2023-07-19T05:02:42.702" v="559"/>
          <ac:picMkLst>
            <pc:docMk/>
            <pc:sldMk cId="957646134" sldId="326"/>
            <ac:picMk id="1028" creationId="{582A503B-875F-BA89-2C2E-77F82B1B8FCF}"/>
          </ac:picMkLst>
        </pc:picChg>
        <pc:cxnChg chg="add mod">
          <ac:chgData name="Songqing" userId="c4d8cb49210192e2" providerId="LiveId" clId="{43D478A8-A14C-4C0B-86C7-32E27CB31161}" dt="2023-07-19T05:30:53.381" v="622" actId="14100"/>
          <ac:cxnSpMkLst>
            <pc:docMk/>
            <pc:sldMk cId="957646134" sldId="326"/>
            <ac:cxnSpMk id="20" creationId="{2EBCEE82-F1C9-9065-D2BE-40FC42B294F7}"/>
          </ac:cxnSpMkLst>
        </pc:cxnChg>
      </pc:sldChg>
      <pc:sldChg chg="del">
        <pc:chgData name="Songqing" userId="c4d8cb49210192e2" providerId="LiveId" clId="{43D478A8-A14C-4C0B-86C7-32E27CB31161}" dt="2023-07-17T19:59:24.503" v="3" actId="47"/>
        <pc:sldMkLst>
          <pc:docMk/>
          <pc:sldMk cId="3125459258" sldId="326"/>
        </pc:sldMkLst>
      </pc:sldChg>
      <pc:sldChg chg="del">
        <pc:chgData name="Songqing" userId="c4d8cb49210192e2" providerId="LiveId" clId="{43D478A8-A14C-4C0B-86C7-32E27CB31161}" dt="2023-07-17T19:59:24.503" v="3" actId="47"/>
        <pc:sldMkLst>
          <pc:docMk/>
          <pc:sldMk cId="325042336" sldId="327"/>
        </pc:sldMkLst>
      </pc:sldChg>
      <pc:sldChg chg="addSp delSp modSp add del mod">
        <pc:chgData name="Songqing" userId="c4d8cb49210192e2" providerId="LiveId" clId="{43D478A8-A14C-4C0B-86C7-32E27CB31161}" dt="2023-08-05T12:06:02.542" v="2101" actId="47"/>
        <pc:sldMkLst>
          <pc:docMk/>
          <pc:sldMk cId="2500303338" sldId="327"/>
        </pc:sldMkLst>
        <pc:spChg chg="del">
          <ac:chgData name="Songqing" userId="c4d8cb49210192e2" providerId="LiveId" clId="{43D478A8-A14C-4C0B-86C7-32E27CB31161}" dt="2023-07-19T07:31:11.825" v="1153" actId="478"/>
          <ac:spMkLst>
            <pc:docMk/>
            <pc:sldMk cId="2500303338" sldId="327"/>
            <ac:spMk id="4" creationId="{6CA3A3DF-0166-EB1D-9437-156FF00610F0}"/>
          </ac:spMkLst>
        </pc:spChg>
        <pc:spChg chg="del">
          <ac:chgData name="Songqing" userId="c4d8cb49210192e2" providerId="LiveId" clId="{43D478A8-A14C-4C0B-86C7-32E27CB31161}" dt="2023-07-19T07:31:04.239" v="1152" actId="478"/>
          <ac:spMkLst>
            <pc:docMk/>
            <pc:sldMk cId="2500303338" sldId="327"/>
            <ac:spMk id="5" creationId="{00000000-0000-0000-0000-000000000000}"/>
          </ac:spMkLst>
        </pc:spChg>
        <pc:spChg chg="add del mod">
          <ac:chgData name="Songqing" userId="c4d8cb49210192e2" providerId="LiveId" clId="{43D478A8-A14C-4C0B-86C7-32E27CB31161}" dt="2023-07-19T07:31:15.030" v="1154" actId="478"/>
          <ac:spMkLst>
            <pc:docMk/>
            <pc:sldMk cId="2500303338" sldId="327"/>
            <ac:spMk id="6" creationId="{7E44905A-6144-3686-9B5C-62EC0F76206D}"/>
          </ac:spMkLst>
        </pc:spChg>
        <pc:spChg chg="add mod">
          <ac:chgData name="Songqing" userId="c4d8cb49210192e2" providerId="LiveId" clId="{43D478A8-A14C-4C0B-86C7-32E27CB31161}" dt="2023-07-19T08:16:50.893" v="1218" actId="14100"/>
          <ac:spMkLst>
            <pc:docMk/>
            <pc:sldMk cId="2500303338" sldId="327"/>
            <ac:spMk id="8" creationId="{10C9B060-FCA3-0B29-D200-D998C0371B81}"/>
          </ac:spMkLst>
        </pc:spChg>
        <pc:spChg chg="add mod">
          <ac:chgData name="Songqing" userId="c4d8cb49210192e2" providerId="LiveId" clId="{43D478A8-A14C-4C0B-86C7-32E27CB31161}" dt="2023-07-20T00:15:13.610" v="1348" actId="14100"/>
          <ac:spMkLst>
            <pc:docMk/>
            <pc:sldMk cId="2500303338" sldId="327"/>
            <ac:spMk id="10" creationId="{62789CDB-2C6B-26F0-7551-4530D92A2036}"/>
          </ac:spMkLst>
        </pc:spChg>
      </pc:sldChg>
      <pc:sldChg chg="del">
        <pc:chgData name="Songqing" userId="c4d8cb49210192e2" providerId="LiveId" clId="{43D478A8-A14C-4C0B-86C7-32E27CB31161}" dt="2023-07-17T19:59:24.503" v="3" actId="47"/>
        <pc:sldMkLst>
          <pc:docMk/>
          <pc:sldMk cId="2403503091" sldId="328"/>
        </pc:sldMkLst>
      </pc:sldChg>
      <pc:sldChg chg="addSp delSp modSp add del mod">
        <pc:chgData name="Songqing" userId="c4d8cb49210192e2" providerId="LiveId" clId="{43D478A8-A14C-4C0B-86C7-32E27CB31161}" dt="2023-08-05T12:06:11.748" v="2102" actId="47"/>
        <pc:sldMkLst>
          <pc:docMk/>
          <pc:sldMk cId="4153472792" sldId="328"/>
        </pc:sldMkLst>
        <pc:spChg chg="mod">
          <ac:chgData name="Songqing" userId="c4d8cb49210192e2" providerId="LiveId" clId="{43D478A8-A14C-4C0B-86C7-32E27CB31161}" dt="2023-07-18T11:20:36.013" v="233" actId="14100"/>
          <ac:spMkLst>
            <pc:docMk/>
            <pc:sldMk cId="4153472792" sldId="328"/>
            <ac:spMk id="2" creationId="{00000000-0000-0000-0000-000000000000}"/>
          </ac:spMkLst>
        </pc:spChg>
        <pc:spChg chg="add mod">
          <ac:chgData name="Songqing" userId="c4d8cb49210192e2" providerId="LiveId" clId="{43D478A8-A14C-4C0B-86C7-32E27CB31161}" dt="2023-07-19T07:27:29.093" v="1151" actId="14100"/>
          <ac:spMkLst>
            <pc:docMk/>
            <pc:sldMk cId="4153472792" sldId="328"/>
            <ac:spMk id="4" creationId="{B7B8F850-896E-1B4A-53B2-BE693210CFD1}"/>
          </ac:spMkLst>
        </pc:spChg>
        <pc:picChg chg="del">
          <ac:chgData name="Songqing" userId="c4d8cb49210192e2" providerId="LiveId" clId="{43D478A8-A14C-4C0B-86C7-32E27CB31161}" dt="2023-07-18T11:20:21.830" v="218" actId="478"/>
          <ac:picMkLst>
            <pc:docMk/>
            <pc:sldMk cId="4153472792" sldId="328"/>
            <ac:picMk id="7" creationId="{F3F1E291-0682-5368-D0A9-22A3DDFE2F59}"/>
          </ac:picMkLst>
        </pc:picChg>
      </pc:sldChg>
      <pc:sldChg chg="addSp delSp modSp add mod ord">
        <pc:chgData name="Songqing" userId="c4d8cb49210192e2" providerId="LiveId" clId="{43D478A8-A14C-4C0B-86C7-32E27CB31161}" dt="2023-08-05T12:05:18.037" v="2099" actId="14100"/>
        <pc:sldMkLst>
          <pc:docMk/>
          <pc:sldMk cId="2074270000" sldId="329"/>
        </pc:sldMkLst>
        <pc:spChg chg="mod">
          <ac:chgData name="Songqing" userId="c4d8cb49210192e2" providerId="LiveId" clId="{43D478A8-A14C-4C0B-86C7-32E27CB31161}" dt="2023-08-05T12:02:12.558" v="2023" actId="14100"/>
          <ac:spMkLst>
            <pc:docMk/>
            <pc:sldMk cId="2074270000" sldId="329"/>
            <ac:spMk id="2" creationId="{00000000-0000-0000-0000-000000000000}"/>
          </ac:spMkLst>
        </pc:spChg>
        <pc:spChg chg="add del mod">
          <ac:chgData name="Songqing" userId="c4d8cb49210192e2" providerId="LiveId" clId="{43D478A8-A14C-4C0B-86C7-32E27CB31161}" dt="2023-08-05T12:04:34.636" v="2086" actId="478"/>
          <ac:spMkLst>
            <pc:docMk/>
            <pc:sldMk cId="2074270000" sldId="329"/>
            <ac:spMk id="3" creationId="{95DF8276-DADA-965A-0CA8-905FAA008E63}"/>
          </ac:spMkLst>
        </pc:spChg>
        <pc:spChg chg="add mod ord">
          <ac:chgData name="Songqing" userId="c4d8cb49210192e2" providerId="LiveId" clId="{43D478A8-A14C-4C0B-86C7-32E27CB31161}" dt="2023-08-05T12:05:14.308" v="2098" actId="14100"/>
          <ac:spMkLst>
            <pc:docMk/>
            <pc:sldMk cId="2074270000" sldId="329"/>
            <ac:spMk id="4" creationId="{11631721-B1B4-E5D3-9185-E3E48951E2EE}"/>
          </ac:spMkLst>
        </pc:spChg>
        <pc:spChg chg="del">
          <ac:chgData name="Songqing" userId="c4d8cb49210192e2" providerId="LiveId" clId="{43D478A8-A14C-4C0B-86C7-32E27CB31161}" dt="2023-07-19T04:51:19.448" v="543" actId="478"/>
          <ac:spMkLst>
            <pc:docMk/>
            <pc:sldMk cId="2074270000" sldId="329"/>
            <ac:spMk id="4" creationId="{B7B8F850-896E-1B4A-53B2-BE693210CFD1}"/>
          </ac:spMkLst>
        </pc:spChg>
        <pc:spChg chg="add mod ord">
          <ac:chgData name="Songqing" userId="c4d8cb49210192e2" providerId="LiveId" clId="{43D478A8-A14C-4C0B-86C7-32E27CB31161}" dt="2023-08-05T12:05:18.037" v="2099" actId="14100"/>
          <ac:spMkLst>
            <pc:docMk/>
            <pc:sldMk cId="2074270000" sldId="329"/>
            <ac:spMk id="5" creationId="{5A5B023E-51CF-6502-8154-1DD82D036CB2}"/>
          </ac:spMkLst>
        </pc:spChg>
        <pc:spChg chg="add del mod">
          <ac:chgData name="Songqing" userId="c4d8cb49210192e2" providerId="LiveId" clId="{43D478A8-A14C-4C0B-86C7-32E27CB31161}" dt="2023-08-05T12:04:30.834" v="2085" actId="478"/>
          <ac:spMkLst>
            <pc:docMk/>
            <pc:sldMk cId="2074270000" sldId="329"/>
            <ac:spMk id="6" creationId="{718D0FAF-1FE2-83F3-586C-403A51DB023C}"/>
          </ac:spMkLst>
        </pc:spChg>
        <pc:spChg chg="add mod">
          <ac:chgData name="Songqing" userId="c4d8cb49210192e2" providerId="LiveId" clId="{43D478A8-A14C-4C0B-86C7-32E27CB31161}" dt="2023-08-05T12:05:01.434" v="2096" actId="207"/>
          <ac:spMkLst>
            <pc:docMk/>
            <pc:sldMk cId="2074270000" sldId="329"/>
            <ac:spMk id="7" creationId="{455F3ACE-2246-4CC4-D065-33B86FDF724F}"/>
          </ac:spMkLst>
        </pc:spChg>
        <pc:spChg chg="add mod">
          <ac:chgData name="Songqing" userId="c4d8cb49210192e2" providerId="LiveId" clId="{43D478A8-A14C-4C0B-86C7-32E27CB31161}" dt="2023-08-05T12:00:49.932" v="2013" actId="14100"/>
          <ac:spMkLst>
            <pc:docMk/>
            <pc:sldMk cId="2074270000" sldId="329"/>
            <ac:spMk id="8" creationId="{CCA82DD6-2DFA-4438-EB98-591C788660C3}"/>
          </ac:spMkLst>
        </pc:spChg>
        <pc:spChg chg="add mod">
          <ac:chgData name="Songqing" userId="c4d8cb49210192e2" providerId="LiveId" clId="{43D478A8-A14C-4C0B-86C7-32E27CB31161}" dt="2023-08-05T12:05:05.447" v="2097" actId="207"/>
          <ac:spMkLst>
            <pc:docMk/>
            <pc:sldMk cId="2074270000" sldId="329"/>
            <ac:spMk id="9" creationId="{282C5776-8247-E6B2-1FDD-FE63BFA646AB}"/>
          </ac:spMkLst>
        </pc:spChg>
        <pc:spChg chg="add mod">
          <ac:chgData name="Songqing" userId="c4d8cb49210192e2" providerId="LiveId" clId="{43D478A8-A14C-4C0B-86C7-32E27CB31161}" dt="2023-08-05T12:00:52.912" v="2014" actId="14100"/>
          <ac:spMkLst>
            <pc:docMk/>
            <pc:sldMk cId="2074270000" sldId="329"/>
            <ac:spMk id="10" creationId="{0D26E8D5-9549-C14F-01E1-3F665881FB18}"/>
          </ac:spMkLst>
        </pc:spChg>
        <pc:spChg chg="add mod">
          <ac:chgData name="Songqing" userId="c4d8cb49210192e2" providerId="LiveId" clId="{43D478A8-A14C-4C0B-86C7-32E27CB31161}" dt="2023-08-05T12:03:51.977" v="2082" actId="1036"/>
          <ac:spMkLst>
            <pc:docMk/>
            <pc:sldMk cId="2074270000" sldId="329"/>
            <ac:spMk id="12" creationId="{74636034-D751-4FB3-1097-84DFB1E7C26F}"/>
          </ac:spMkLst>
        </pc:spChg>
        <pc:spChg chg="add mod">
          <ac:chgData name="Songqing" userId="c4d8cb49210192e2" providerId="LiveId" clId="{43D478A8-A14C-4C0B-86C7-32E27CB31161}" dt="2023-08-05T12:03:51.977" v="2082" actId="1036"/>
          <ac:spMkLst>
            <pc:docMk/>
            <pc:sldMk cId="2074270000" sldId="329"/>
            <ac:spMk id="14" creationId="{B03DA7CB-0CA2-1BB7-7912-C0F9EC6002F7}"/>
          </ac:spMkLst>
        </pc:spChg>
        <pc:spChg chg="add mod">
          <ac:chgData name="Songqing" userId="c4d8cb49210192e2" providerId="LiveId" clId="{43D478A8-A14C-4C0B-86C7-32E27CB31161}" dt="2023-08-05T12:03:51.977" v="2082" actId="1036"/>
          <ac:spMkLst>
            <pc:docMk/>
            <pc:sldMk cId="2074270000" sldId="329"/>
            <ac:spMk id="16" creationId="{2B6E2BED-0BFA-CD58-3655-9E2C5974B997}"/>
          </ac:spMkLst>
        </pc:spChg>
        <pc:spChg chg="add mod">
          <ac:chgData name="Songqing" userId="c4d8cb49210192e2" providerId="LiveId" clId="{43D478A8-A14C-4C0B-86C7-32E27CB31161}" dt="2023-08-05T12:03:51.977" v="2082" actId="1036"/>
          <ac:spMkLst>
            <pc:docMk/>
            <pc:sldMk cId="2074270000" sldId="329"/>
            <ac:spMk id="18" creationId="{8FBBB886-C806-3171-F43C-9334E0C507F6}"/>
          </ac:spMkLst>
        </pc:spChg>
        <pc:picChg chg="add del mod">
          <ac:chgData name="Songqing" userId="c4d8cb49210192e2" providerId="LiveId" clId="{43D478A8-A14C-4C0B-86C7-32E27CB31161}" dt="2023-07-19T07:38:29.397" v="1206" actId="478"/>
          <ac:picMkLst>
            <pc:docMk/>
            <pc:sldMk cId="2074270000" sldId="329"/>
            <ac:picMk id="3" creationId="{C834073E-3FB3-3339-14A6-84EAD3F071DD}"/>
          </ac:picMkLst>
        </pc:picChg>
      </pc:sldChg>
      <pc:sldChg chg="del">
        <pc:chgData name="Songqing" userId="c4d8cb49210192e2" providerId="LiveId" clId="{43D478A8-A14C-4C0B-86C7-32E27CB31161}" dt="2023-07-17T19:59:24.503" v="3" actId="47"/>
        <pc:sldMkLst>
          <pc:docMk/>
          <pc:sldMk cId="3924187214" sldId="329"/>
        </pc:sldMkLst>
      </pc:sldChg>
      <pc:sldChg chg="del">
        <pc:chgData name="Songqing" userId="c4d8cb49210192e2" providerId="LiveId" clId="{43D478A8-A14C-4C0B-86C7-32E27CB31161}" dt="2023-07-17T19:59:24.503" v="3" actId="47"/>
        <pc:sldMkLst>
          <pc:docMk/>
          <pc:sldMk cId="1781917904" sldId="330"/>
        </pc:sldMkLst>
      </pc:sldChg>
      <pc:sldChg chg="addSp delSp modSp add mod">
        <pc:chgData name="Songqing" userId="c4d8cb49210192e2" providerId="LiveId" clId="{43D478A8-A14C-4C0B-86C7-32E27CB31161}" dt="2023-07-29T04:53:23.033" v="1762" actId="114"/>
        <pc:sldMkLst>
          <pc:docMk/>
          <pc:sldMk cId="2064521795" sldId="330"/>
        </pc:sldMkLst>
        <pc:spChg chg="mod">
          <ac:chgData name="Songqing" userId="c4d8cb49210192e2" providerId="LiveId" clId="{43D478A8-A14C-4C0B-86C7-32E27CB31161}" dt="2023-07-29T04:53:23.033" v="1762" actId="114"/>
          <ac:spMkLst>
            <pc:docMk/>
            <pc:sldMk cId="2064521795" sldId="330"/>
            <ac:spMk id="2" creationId="{00000000-0000-0000-0000-000000000000}"/>
          </ac:spMkLst>
        </pc:spChg>
        <pc:spChg chg="add mod">
          <ac:chgData name="Songqing" userId="c4d8cb49210192e2" providerId="LiveId" clId="{43D478A8-A14C-4C0B-86C7-32E27CB31161}" dt="2023-07-19T06:34:35.633" v="958" actId="1036"/>
          <ac:spMkLst>
            <pc:docMk/>
            <pc:sldMk cId="2064521795" sldId="330"/>
            <ac:spMk id="3" creationId="{D82B6CC7-2BC4-2C13-0433-E9A74554185C}"/>
          </ac:spMkLst>
        </pc:spChg>
        <pc:spChg chg="del">
          <ac:chgData name="Songqing" userId="c4d8cb49210192e2" providerId="LiveId" clId="{43D478A8-A14C-4C0B-86C7-32E27CB31161}" dt="2023-07-19T06:29:04.006" v="898" actId="478"/>
          <ac:spMkLst>
            <pc:docMk/>
            <pc:sldMk cId="2064521795" sldId="330"/>
            <ac:spMk id="4" creationId="{BD934B1A-096B-6A2D-3B4F-5EDE061BE423}"/>
          </ac:spMkLst>
        </pc:spChg>
        <pc:spChg chg="add mod">
          <ac:chgData name="Songqing" userId="c4d8cb49210192e2" providerId="LiveId" clId="{43D478A8-A14C-4C0B-86C7-32E27CB31161}" dt="2023-07-19T06:34:35.633" v="958" actId="1036"/>
          <ac:spMkLst>
            <pc:docMk/>
            <pc:sldMk cId="2064521795" sldId="330"/>
            <ac:spMk id="5" creationId="{45C9548D-742B-CE33-AFB6-64C43ABB1DFB}"/>
          </ac:spMkLst>
        </pc:spChg>
        <pc:spChg chg="mod">
          <ac:chgData name="Songqing" userId="c4d8cb49210192e2" providerId="LiveId" clId="{43D478A8-A14C-4C0B-86C7-32E27CB31161}" dt="2023-07-19T06:34:35.633" v="958" actId="1036"/>
          <ac:spMkLst>
            <pc:docMk/>
            <pc:sldMk cId="2064521795" sldId="330"/>
            <ac:spMk id="9" creationId="{7A6A9906-5751-44CE-37E0-BE40415D3D93}"/>
          </ac:spMkLst>
        </pc:spChg>
        <pc:spChg chg="del mod">
          <ac:chgData name="Songqing" userId="c4d8cb49210192e2" providerId="LiveId" clId="{43D478A8-A14C-4C0B-86C7-32E27CB31161}" dt="2023-07-19T06:27:53.932" v="887" actId="478"/>
          <ac:spMkLst>
            <pc:docMk/>
            <pc:sldMk cId="2064521795" sldId="330"/>
            <ac:spMk id="10" creationId="{D3518D2D-B875-0697-44E3-13FA9DC5A684}"/>
          </ac:spMkLst>
        </pc:spChg>
        <pc:spChg chg="del mod">
          <ac:chgData name="Songqing" userId="c4d8cb49210192e2" providerId="LiveId" clId="{43D478A8-A14C-4C0B-86C7-32E27CB31161}" dt="2023-07-19T06:27:53.120" v="886" actId="478"/>
          <ac:spMkLst>
            <pc:docMk/>
            <pc:sldMk cId="2064521795" sldId="330"/>
            <ac:spMk id="11" creationId="{EAEC5526-3E31-E355-180C-7443115AA741}"/>
          </ac:spMkLst>
        </pc:spChg>
        <pc:spChg chg="mod">
          <ac:chgData name="Songqing" userId="c4d8cb49210192e2" providerId="LiveId" clId="{43D478A8-A14C-4C0B-86C7-32E27CB31161}" dt="2023-07-19T06:34:35.633" v="958" actId="1036"/>
          <ac:spMkLst>
            <pc:docMk/>
            <pc:sldMk cId="2064521795" sldId="330"/>
            <ac:spMk id="12" creationId="{1EDFED13-4CEB-B7E1-F7CD-6C90079D0A61}"/>
          </ac:spMkLst>
        </pc:spChg>
        <pc:spChg chg="mod">
          <ac:chgData name="Songqing" userId="c4d8cb49210192e2" providerId="LiveId" clId="{43D478A8-A14C-4C0B-86C7-32E27CB31161}" dt="2023-07-19T06:34:35.633" v="958" actId="1036"/>
          <ac:spMkLst>
            <pc:docMk/>
            <pc:sldMk cId="2064521795" sldId="330"/>
            <ac:spMk id="13" creationId="{DC5D6C4F-2762-3F37-043B-534C53CB59F3}"/>
          </ac:spMkLst>
        </pc:spChg>
        <pc:spChg chg="mod">
          <ac:chgData name="Songqing" userId="c4d8cb49210192e2" providerId="LiveId" clId="{43D478A8-A14C-4C0B-86C7-32E27CB31161}" dt="2023-07-19T06:34:42.113" v="959" actId="1076"/>
          <ac:spMkLst>
            <pc:docMk/>
            <pc:sldMk cId="2064521795" sldId="330"/>
            <ac:spMk id="17" creationId="{FDACAEB8-8ED3-ABF0-85CE-2B5FDCFAA7C6}"/>
          </ac:spMkLst>
        </pc:spChg>
        <pc:spChg chg="add mod">
          <ac:chgData name="Songqing" userId="c4d8cb49210192e2" providerId="LiveId" clId="{43D478A8-A14C-4C0B-86C7-32E27CB31161}" dt="2023-07-19T06:34:35.633" v="958" actId="1036"/>
          <ac:spMkLst>
            <pc:docMk/>
            <pc:sldMk cId="2064521795" sldId="330"/>
            <ac:spMk id="22" creationId="{E9CFB9EA-085F-EFEF-984F-54139940CD8A}"/>
          </ac:spMkLst>
        </pc:spChg>
        <pc:spChg chg="add mod ord">
          <ac:chgData name="Songqing" userId="c4d8cb49210192e2" providerId="LiveId" clId="{43D478A8-A14C-4C0B-86C7-32E27CB31161}" dt="2023-07-19T06:34:35.633" v="958" actId="1036"/>
          <ac:spMkLst>
            <pc:docMk/>
            <pc:sldMk cId="2064521795" sldId="330"/>
            <ac:spMk id="27" creationId="{BC3F0563-561D-C765-EE71-26FD32BF0185}"/>
          </ac:spMkLst>
        </pc:spChg>
        <pc:spChg chg="add mod">
          <ac:chgData name="Songqing" userId="c4d8cb49210192e2" providerId="LiveId" clId="{43D478A8-A14C-4C0B-86C7-32E27CB31161}" dt="2023-07-19T06:34:35.633" v="958" actId="1036"/>
          <ac:spMkLst>
            <pc:docMk/>
            <pc:sldMk cId="2064521795" sldId="330"/>
            <ac:spMk id="30" creationId="{E22115CE-2AF0-E0C0-687C-1453B01EBABC}"/>
          </ac:spMkLst>
        </pc:spChg>
        <pc:cxnChg chg="add mod">
          <ac:chgData name="Songqing" userId="c4d8cb49210192e2" providerId="LiveId" clId="{43D478A8-A14C-4C0B-86C7-32E27CB31161}" dt="2023-07-19T06:34:35.633" v="958" actId="1036"/>
          <ac:cxnSpMkLst>
            <pc:docMk/>
            <pc:sldMk cId="2064521795" sldId="330"/>
            <ac:cxnSpMk id="7" creationId="{F4A06DA2-2F3E-62BB-EDBC-7DC2C3B1BFF3}"/>
          </ac:cxnSpMkLst>
        </pc:cxnChg>
        <pc:cxnChg chg="add mod">
          <ac:chgData name="Songqing" userId="c4d8cb49210192e2" providerId="LiveId" clId="{43D478A8-A14C-4C0B-86C7-32E27CB31161}" dt="2023-07-19T06:34:35.633" v="958" actId="1036"/>
          <ac:cxnSpMkLst>
            <pc:docMk/>
            <pc:sldMk cId="2064521795" sldId="330"/>
            <ac:cxnSpMk id="8" creationId="{FD00ACC4-F241-7EF4-AEA9-E17F96802D7A}"/>
          </ac:cxnSpMkLst>
        </pc:cxnChg>
        <pc:cxnChg chg="add mod">
          <ac:chgData name="Songqing" userId="c4d8cb49210192e2" providerId="LiveId" clId="{43D478A8-A14C-4C0B-86C7-32E27CB31161}" dt="2023-07-19T06:34:35.633" v="958" actId="1036"/>
          <ac:cxnSpMkLst>
            <pc:docMk/>
            <pc:sldMk cId="2064521795" sldId="330"/>
            <ac:cxnSpMk id="16" creationId="{D72906BF-FA03-B969-0697-38B188EB03D1}"/>
          </ac:cxnSpMkLst>
        </pc:cxnChg>
        <pc:cxnChg chg="mod">
          <ac:chgData name="Songqing" userId="c4d8cb49210192e2" providerId="LiveId" clId="{43D478A8-A14C-4C0B-86C7-32E27CB31161}" dt="2023-07-19T06:34:35.633" v="958" actId="1036"/>
          <ac:cxnSpMkLst>
            <pc:docMk/>
            <pc:sldMk cId="2064521795" sldId="330"/>
            <ac:cxnSpMk id="19" creationId="{C29AAF98-B1A0-47FA-56B6-07D271D7A0A9}"/>
          </ac:cxnSpMkLst>
        </pc:cxnChg>
        <pc:cxnChg chg="add mod">
          <ac:chgData name="Songqing" userId="c4d8cb49210192e2" providerId="LiveId" clId="{43D478A8-A14C-4C0B-86C7-32E27CB31161}" dt="2023-07-19T06:34:35.633" v="958" actId="1036"/>
          <ac:cxnSpMkLst>
            <pc:docMk/>
            <pc:sldMk cId="2064521795" sldId="330"/>
            <ac:cxnSpMk id="32" creationId="{C135E90A-804B-4AB8-2A22-64D91D19F10B}"/>
          </ac:cxnSpMkLst>
        </pc:cxnChg>
        <pc:cxnChg chg="add mod">
          <ac:chgData name="Songqing" userId="c4d8cb49210192e2" providerId="LiveId" clId="{43D478A8-A14C-4C0B-86C7-32E27CB31161}" dt="2023-07-19T06:34:35.633" v="958" actId="1036"/>
          <ac:cxnSpMkLst>
            <pc:docMk/>
            <pc:sldMk cId="2064521795" sldId="330"/>
            <ac:cxnSpMk id="33" creationId="{2FEBA790-B6CD-AD0A-E5A0-DBB40A0FF187}"/>
          </ac:cxnSpMkLst>
        </pc:cxnChg>
        <pc:cxnChg chg="add mod">
          <ac:chgData name="Songqing" userId="c4d8cb49210192e2" providerId="LiveId" clId="{43D478A8-A14C-4C0B-86C7-32E27CB31161}" dt="2023-07-19T06:34:35.633" v="958" actId="1036"/>
          <ac:cxnSpMkLst>
            <pc:docMk/>
            <pc:sldMk cId="2064521795" sldId="330"/>
            <ac:cxnSpMk id="37" creationId="{A2F301B4-4B9C-13CB-409A-BDF3C31D971F}"/>
          </ac:cxnSpMkLst>
        </pc:cxnChg>
      </pc:sldChg>
      <pc:sldChg chg="addSp delSp modSp add mod">
        <pc:chgData name="Songqing" userId="c4d8cb49210192e2" providerId="LiveId" clId="{43D478A8-A14C-4C0B-86C7-32E27CB31161}" dt="2023-07-20T02:27:04.293" v="1376" actId="1076"/>
        <pc:sldMkLst>
          <pc:docMk/>
          <pc:sldMk cId="1714009922" sldId="331"/>
        </pc:sldMkLst>
        <pc:spChg chg="del mod">
          <ac:chgData name="Songqing" userId="c4d8cb49210192e2" providerId="LiveId" clId="{43D478A8-A14C-4C0B-86C7-32E27CB31161}" dt="2023-07-20T01:25:48.051" v="1373" actId="478"/>
          <ac:spMkLst>
            <pc:docMk/>
            <pc:sldMk cId="1714009922" sldId="331"/>
            <ac:spMk id="2" creationId="{00000000-0000-0000-0000-000000000000}"/>
          </ac:spMkLst>
        </pc:spChg>
        <pc:spChg chg="add del mod">
          <ac:chgData name="Songqing" userId="c4d8cb49210192e2" providerId="LiveId" clId="{43D478A8-A14C-4C0B-86C7-32E27CB31161}" dt="2023-07-19T06:51:08.182" v="1130" actId="478"/>
          <ac:spMkLst>
            <pc:docMk/>
            <pc:sldMk cId="1714009922" sldId="331"/>
            <ac:spMk id="3" creationId="{4A4E647C-5FC5-1F4C-5756-3710498B79C4}"/>
          </ac:spMkLst>
        </pc:spChg>
        <pc:spChg chg="del">
          <ac:chgData name="Songqing" userId="c4d8cb49210192e2" providerId="LiveId" clId="{43D478A8-A14C-4C0B-86C7-32E27CB31161}" dt="2023-07-19T06:37:36.980" v="1013" actId="478"/>
          <ac:spMkLst>
            <pc:docMk/>
            <pc:sldMk cId="1714009922" sldId="331"/>
            <ac:spMk id="4" creationId="{BD934B1A-096B-6A2D-3B4F-5EDE061BE423}"/>
          </ac:spMkLst>
        </pc:spChg>
        <pc:spChg chg="del mod">
          <ac:chgData name="Songqing" userId="c4d8cb49210192e2" providerId="LiveId" clId="{43D478A8-A14C-4C0B-86C7-32E27CB31161}" dt="2023-07-19T06:51:08.182" v="1130" actId="478"/>
          <ac:spMkLst>
            <pc:docMk/>
            <pc:sldMk cId="1714009922" sldId="331"/>
            <ac:spMk id="9" creationId="{7A6A9906-5751-44CE-37E0-BE40415D3D93}"/>
          </ac:spMkLst>
        </pc:spChg>
        <pc:spChg chg="del">
          <ac:chgData name="Songqing" userId="c4d8cb49210192e2" providerId="LiveId" clId="{43D478A8-A14C-4C0B-86C7-32E27CB31161}" dt="2023-07-19T06:39:06.364" v="1021" actId="478"/>
          <ac:spMkLst>
            <pc:docMk/>
            <pc:sldMk cId="1714009922" sldId="331"/>
            <ac:spMk id="10" creationId="{D3518D2D-B875-0697-44E3-13FA9DC5A684}"/>
          </ac:spMkLst>
        </pc:spChg>
        <pc:spChg chg="del mod">
          <ac:chgData name="Songqing" userId="c4d8cb49210192e2" providerId="LiveId" clId="{43D478A8-A14C-4C0B-86C7-32E27CB31161}" dt="2023-07-19T06:39:07.437" v="1022" actId="478"/>
          <ac:spMkLst>
            <pc:docMk/>
            <pc:sldMk cId="1714009922" sldId="331"/>
            <ac:spMk id="11" creationId="{EAEC5526-3E31-E355-180C-7443115AA741}"/>
          </ac:spMkLst>
        </pc:spChg>
        <pc:spChg chg="del mod">
          <ac:chgData name="Songqing" userId="c4d8cb49210192e2" providerId="LiveId" clId="{43D478A8-A14C-4C0B-86C7-32E27CB31161}" dt="2023-07-19T06:51:08.182" v="1130" actId="478"/>
          <ac:spMkLst>
            <pc:docMk/>
            <pc:sldMk cId="1714009922" sldId="331"/>
            <ac:spMk id="12" creationId="{1EDFED13-4CEB-B7E1-F7CD-6C90079D0A61}"/>
          </ac:spMkLst>
        </pc:spChg>
        <pc:spChg chg="del mod">
          <ac:chgData name="Songqing" userId="c4d8cb49210192e2" providerId="LiveId" clId="{43D478A8-A14C-4C0B-86C7-32E27CB31161}" dt="2023-07-19T06:51:08.182" v="1130" actId="478"/>
          <ac:spMkLst>
            <pc:docMk/>
            <pc:sldMk cId="1714009922" sldId="331"/>
            <ac:spMk id="13" creationId="{DC5D6C4F-2762-3F37-043B-534C53CB59F3}"/>
          </ac:spMkLst>
        </pc:spChg>
        <pc:spChg chg="add del mod">
          <ac:chgData name="Songqing" userId="c4d8cb49210192e2" providerId="LiveId" clId="{43D478A8-A14C-4C0B-86C7-32E27CB31161}" dt="2023-07-20T01:25:50.620" v="1374" actId="478"/>
          <ac:spMkLst>
            <pc:docMk/>
            <pc:sldMk cId="1714009922" sldId="331"/>
            <ac:spMk id="14" creationId="{C3E88BF5-D0DE-8BB2-A982-79C5380D8504}"/>
          </ac:spMkLst>
        </pc:spChg>
        <pc:spChg chg="del mod">
          <ac:chgData name="Songqing" userId="c4d8cb49210192e2" providerId="LiveId" clId="{43D478A8-A14C-4C0B-86C7-32E27CB31161}" dt="2023-07-19T06:51:08.182" v="1130" actId="478"/>
          <ac:spMkLst>
            <pc:docMk/>
            <pc:sldMk cId="1714009922" sldId="331"/>
            <ac:spMk id="17" creationId="{FDACAEB8-8ED3-ABF0-85CE-2B5FDCFAA7C6}"/>
          </ac:spMkLst>
        </pc:spChg>
        <pc:graphicFrameChg chg="add del mod">
          <ac:chgData name="Songqing" userId="c4d8cb49210192e2" providerId="LiveId" clId="{43D478A8-A14C-4C0B-86C7-32E27CB31161}" dt="2023-07-20T01:20:19.591" v="1366"/>
          <ac:graphicFrameMkLst>
            <pc:docMk/>
            <pc:sldMk cId="1714009922" sldId="331"/>
            <ac:graphicFrameMk id="5" creationId="{791FADB9-1F03-895E-0A69-FA7471D8F48C}"/>
          </ac:graphicFrameMkLst>
        </pc:graphicFrameChg>
        <pc:picChg chg="add mod">
          <ac:chgData name="Songqing" userId="c4d8cb49210192e2" providerId="LiveId" clId="{43D478A8-A14C-4C0B-86C7-32E27CB31161}" dt="2023-07-20T02:27:04.293" v="1376" actId="1076"/>
          <ac:picMkLst>
            <pc:docMk/>
            <pc:sldMk cId="1714009922" sldId="331"/>
            <ac:picMk id="7" creationId="{335C670E-63B0-40F3-038F-453D065A4BAD}"/>
          </ac:picMkLst>
        </pc:picChg>
        <pc:cxnChg chg="del mod">
          <ac:chgData name="Songqing" userId="c4d8cb49210192e2" providerId="LiveId" clId="{43D478A8-A14C-4C0B-86C7-32E27CB31161}" dt="2023-07-19T06:51:11.078" v="1131" actId="478"/>
          <ac:cxnSpMkLst>
            <pc:docMk/>
            <pc:sldMk cId="1714009922" sldId="331"/>
            <ac:cxnSpMk id="19" creationId="{C29AAF98-B1A0-47FA-56B6-07D271D7A0A9}"/>
          </ac:cxnSpMkLst>
        </pc:cxnChg>
      </pc:sldChg>
      <pc:sldChg chg="del">
        <pc:chgData name="Songqing" userId="c4d8cb49210192e2" providerId="LiveId" clId="{43D478A8-A14C-4C0B-86C7-32E27CB31161}" dt="2023-07-17T19:59:24.503" v="3" actId="47"/>
        <pc:sldMkLst>
          <pc:docMk/>
          <pc:sldMk cId="3278685410" sldId="331"/>
        </pc:sldMkLst>
      </pc:sldChg>
      <pc:sldChg chg="addSp delSp modSp add mod ord">
        <pc:chgData name="Songqing" userId="c4d8cb49210192e2" providerId="LiveId" clId="{43D478A8-A14C-4C0B-86C7-32E27CB31161}" dt="2023-07-19T11:58:13.577" v="1326" actId="14100"/>
        <pc:sldMkLst>
          <pc:docMk/>
          <pc:sldMk cId="2278198371" sldId="332"/>
        </pc:sldMkLst>
        <pc:spChg chg="mod">
          <ac:chgData name="Songqing" userId="c4d8cb49210192e2" providerId="LiveId" clId="{43D478A8-A14C-4C0B-86C7-32E27CB31161}" dt="2023-07-19T06:46:53.066" v="1113" actId="27636"/>
          <ac:spMkLst>
            <pc:docMk/>
            <pc:sldMk cId="2278198371" sldId="332"/>
            <ac:spMk id="2" creationId="{00000000-0000-0000-0000-000000000000}"/>
          </ac:spMkLst>
        </pc:spChg>
        <pc:spChg chg="del">
          <ac:chgData name="Songqing" userId="c4d8cb49210192e2" providerId="LiveId" clId="{43D478A8-A14C-4C0B-86C7-32E27CB31161}" dt="2023-07-19T06:46:32.273" v="1094" actId="478"/>
          <ac:spMkLst>
            <pc:docMk/>
            <pc:sldMk cId="2278198371" sldId="332"/>
            <ac:spMk id="3" creationId="{4A4E647C-5FC5-1F4C-5756-3710498B79C4}"/>
          </ac:spMkLst>
        </pc:spChg>
        <pc:spChg chg="add mod">
          <ac:chgData name="Songqing" userId="c4d8cb49210192e2" providerId="LiveId" clId="{43D478A8-A14C-4C0B-86C7-32E27CB31161}" dt="2023-07-19T07:20:55.345" v="1148" actId="113"/>
          <ac:spMkLst>
            <pc:docMk/>
            <pc:sldMk cId="2278198371" sldId="332"/>
            <ac:spMk id="5" creationId="{6FD1F3A0-B943-E6EB-4711-7EB20D31AD2C}"/>
          </ac:spMkLst>
        </pc:spChg>
        <pc:spChg chg="del">
          <ac:chgData name="Songqing" userId="c4d8cb49210192e2" providerId="LiveId" clId="{43D478A8-A14C-4C0B-86C7-32E27CB31161}" dt="2023-07-19T06:46:32.273" v="1094" actId="478"/>
          <ac:spMkLst>
            <pc:docMk/>
            <pc:sldMk cId="2278198371" sldId="332"/>
            <ac:spMk id="9" creationId="{7A6A9906-5751-44CE-37E0-BE40415D3D93}"/>
          </ac:spMkLst>
        </pc:spChg>
        <pc:spChg chg="del">
          <ac:chgData name="Songqing" userId="c4d8cb49210192e2" providerId="LiveId" clId="{43D478A8-A14C-4C0B-86C7-32E27CB31161}" dt="2023-07-19T06:46:32.273" v="1094" actId="478"/>
          <ac:spMkLst>
            <pc:docMk/>
            <pc:sldMk cId="2278198371" sldId="332"/>
            <ac:spMk id="12" creationId="{1EDFED13-4CEB-B7E1-F7CD-6C90079D0A61}"/>
          </ac:spMkLst>
        </pc:spChg>
        <pc:spChg chg="del">
          <ac:chgData name="Songqing" userId="c4d8cb49210192e2" providerId="LiveId" clId="{43D478A8-A14C-4C0B-86C7-32E27CB31161}" dt="2023-07-19T06:46:32.273" v="1094" actId="478"/>
          <ac:spMkLst>
            <pc:docMk/>
            <pc:sldMk cId="2278198371" sldId="332"/>
            <ac:spMk id="13" creationId="{DC5D6C4F-2762-3F37-043B-534C53CB59F3}"/>
          </ac:spMkLst>
        </pc:spChg>
        <pc:spChg chg="del">
          <ac:chgData name="Songqing" userId="c4d8cb49210192e2" providerId="LiveId" clId="{43D478A8-A14C-4C0B-86C7-32E27CB31161}" dt="2023-07-19T06:46:32.273" v="1094" actId="478"/>
          <ac:spMkLst>
            <pc:docMk/>
            <pc:sldMk cId="2278198371" sldId="332"/>
            <ac:spMk id="17" creationId="{FDACAEB8-8ED3-ABF0-85CE-2B5FDCFAA7C6}"/>
          </ac:spMkLst>
        </pc:spChg>
        <pc:picChg chg="add mod">
          <ac:chgData name="Songqing" userId="c4d8cb49210192e2" providerId="LiveId" clId="{43D478A8-A14C-4C0B-86C7-32E27CB31161}" dt="2023-07-19T11:58:06.606" v="1325" actId="1076"/>
          <ac:picMkLst>
            <pc:docMk/>
            <pc:sldMk cId="2278198371" sldId="332"/>
            <ac:picMk id="2050" creationId="{1620E799-545E-FF9F-5705-677B8108E3DD}"/>
          </ac:picMkLst>
        </pc:picChg>
        <pc:cxnChg chg="add mod">
          <ac:chgData name="Songqing" userId="c4d8cb49210192e2" providerId="LiveId" clId="{43D478A8-A14C-4C0B-86C7-32E27CB31161}" dt="2023-07-19T11:58:13.577" v="1326" actId="14100"/>
          <ac:cxnSpMkLst>
            <pc:docMk/>
            <pc:sldMk cId="2278198371" sldId="332"/>
            <ac:cxnSpMk id="7" creationId="{D202691B-6712-EB97-6804-0FB83A742906}"/>
          </ac:cxnSpMkLst>
        </pc:cxnChg>
        <pc:cxnChg chg="del">
          <ac:chgData name="Songqing" userId="c4d8cb49210192e2" providerId="LiveId" clId="{43D478A8-A14C-4C0B-86C7-32E27CB31161}" dt="2023-07-19T06:46:34.970" v="1095" actId="478"/>
          <ac:cxnSpMkLst>
            <pc:docMk/>
            <pc:sldMk cId="2278198371" sldId="332"/>
            <ac:cxnSpMk id="19" creationId="{C29AAF98-B1A0-47FA-56B6-07D271D7A0A9}"/>
          </ac:cxnSpMkLst>
        </pc:cxnChg>
      </pc:sldChg>
      <pc:sldChg chg="addSp delSp modSp add del mod">
        <pc:chgData name="Songqing" userId="c4d8cb49210192e2" providerId="LiveId" clId="{43D478A8-A14C-4C0B-86C7-32E27CB31161}" dt="2023-08-05T12:06:11.748" v="2102" actId="47"/>
        <pc:sldMkLst>
          <pc:docMk/>
          <pc:sldMk cId="1956207062" sldId="333"/>
        </pc:sldMkLst>
        <pc:spChg chg="del">
          <ac:chgData name="Songqing" userId="c4d8cb49210192e2" providerId="LiveId" clId="{43D478A8-A14C-4C0B-86C7-32E27CB31161}" dt="2023-07-19T07:35:26.141" v="1183" actId="478"/>
          <ac:spMkLst>
            <pc:docMk/>
            <pc:sldMk cId="1956207062" sldId="333"/>
            <ac:spMk id="2" creationId="{00000000-0000-0000-0000-000000000000}"/>
          </ac:spMkLst>
        </pc:spChg>
        <pc:spChg chg="add del mod">
          <ac:chgData name="Songqing" userId="c4d8cb49210192e2" providerId="LiveId" clId="{43D478A8-A14C-4C0B-86C7-32E27CB31161}" dt="2023-07-19T07:35:28.689" v="1184" actId="478"/>
          <ac:spMkLst>
            <pc:docMk/>
            <pc:sldMk cId="1956207062" sldId="333"/>
            <ac:spMk id="4" creationId="{FDCBCF29-7AC6-B1E3-1F31-D23250E9113A}"/>
          </ac:spMkLst>
        </pc:spChg>
        <pc:picChg chg="del mod">
          <ac:chgData name="Songqing" userId="c4d8cb49210192e2" providerId="LiveId" clId="{43D478A8-A14C-4C0B-86C7-32E27CB31161}" dt="2023-07-19T07:33:25.162" v="1160" actId="478"/>
          <ac:picMkLst>
            <pc:docMk/>
            <pc:sldMk cId="1956207062" sldId="333"/>
            <ac:picMk id="7" creationId="{F3F1E291-0682-5368-D0A9-22A3DDFE2F59}"/>
          </ac:picMkLst>
        </pc:picChg>
        <pc:picChg chg="add del mod">
          <ac:chgData name="Songqing" userId="c4d8cb49210192e2" providerId="LiveId" clId="{43D478A8-A14C-4C0B-86C7-32E27CB31161}" dt="2023-07-19T07:35:11.515" v="1177" actId="478"/>
          <ac:picMkLst>
            <pc:docMk/>
            <pc:sldMk cId="1956207062" sldId="333"/>
            <ac:picMk id="3074" creationId="{A6E6A1CC-AE11-09DE-950D-06D7D51CAAE5}"/>
          </ac:picMkLst>
        </pc:picChg>
        <pc:picChg chg="add mod">
          <ac:chgData name="Songqing" userId="c4d8cb49210192e2" providerId="LiveId" clId="{43D478A8-A14C-4C0B-86C7-32E27CB31161}" dt="2023-07-19T07:36:08.740" v="1194" actId="1076"/>
          <ac:picMkLst>
            <pc:docMk/>
            <pc:sldMk cId="1956207062" sldId="333"/>
            <ac:picMk id="3076" creationId="{A5D824E6-5ECA-9F60-6495-15937FFB6BC9}"/>
          </ac:picMkLst>
        </pc:picChg>
      </pc:sldChg>
      <pc:sldChg chg="addSp delSp modSp add del mod">
        <pc:chgData name="Songqing" userId="c4d8cb49210192e2" providerId="LiveId" clId="{43D478A8-A14C-4C0B-86C7-32E27CB31161}" dt="2023-08-05T12:06:11.748" v="2102" actId="47"/>
        <pc:sldMkLst>
          <pc:docMk/>
          <pc:sldMk cId="1443777844" sldId="334"/>
        </pc:sldMkLst>
        <pc:spChg chg="del">
          <ac:chgData name="Songqing" userId="c4d8cb49210192e2" providerId="LiveId" clId="{43D478A8-A14C-4C0B-86C7-32E27CB31161}" dt="2023-07-19T07:35:36.548" v="1187" actId="478"/>
          <ac:spMkLst>
            <pc:docMk/>
            <pc:sldMk cId="1443777844" sldId="334"/>
            <ac:spMk id="2" creationId="{00000000-0000-0000-0000-000000000000}"/>
          </ac:spMkLst>
        </pc:spChg>
        <pc:spChg chg="add del mod">
          <ac:chgData name="Songqing" userId="c4d8cb49210192e2" providerId="LiveId" clId="{43D478A8-A14C-4C0B-86C7-32E27CB31161}" dt="2023-07-19T07:35:38.579" v="1189" actId="478"/>
          <ac:spMkLst>
            <pc:docMk/>
            <pc:sldMk cId="1443777844" sldId="334"/>
            <ac:spMk id="4" creationId="{E53B4D27-2131-8B0C-77C8-645629946965}"/>
          </ac:spMkLst>
        </pc:spChg>
        <pc:picChg chg="mod">
          <ac:chgData name="Songqing" userId="c4d8cb49210192e2" providerId="LiveId" clId="{43D478A8-A14C-4C0B-86C7-32E27CB31161}" dt="2023-07-19T07:36:14.638" v="1196" actId="1076"/>
          <ac:picMkLst>
            <pc:docMk/>
            <pc:sldMk cId="1443777844" sldId="334"/>
            <ac:picMk id="3074" creationId="{A6E6A1CC-AE11-09DE-950D-06D7D51CAAE5}"/>
          </ac:picMkLst>
        </pc:picChg>
        <pc:picChg chg="del">
          <ac:chgData name="Songqing" userId="c4d8cb49210192e2" providerId="LiveId" clId="{43D478A8-A14C-4C0B-86C7-32E27CB31161}" dt="2023-07-19T07:35:32.139" v="1185" actId="478"/>
          <ac:picMkLst>
            <pc:docMk/>
            <pc:sldMk cId="1443777844" sldId="334"/>
            <ac:picMk id="3076" creationId="{A5D824E6-5ECA-9F60-6495-15937FFB6BC9}"/>
          </ac:picMkLst>
        </pc:picChg>
      </pc:sldChg>
      <pc:sldChg chg="add">
        <pc:chgData name="Songqing" userId="c4d8cb49210192e2" providerId="LiveId" clId="{43D478A8-A14C-4C0B-86C7-32E27CB31161}" dt="2023-07-20T01:19:59.841" v="1363" actId="2890"/>
        <pc:sldMkLst>
          <pc:docMk/>
          <pc:sldMk cId="373251459" sldId="335"/>
        </pc:sldMkLst>
      </pc:sldChg>
      <pc:sldChg chg="delSp modSp add del mod">
        <pc:chgData name="Songqing" userId="c4d8cb49210192e2" providerId="LiveId" clId="{43D478A8-A14C-4C0B-86C7-32E27CB31161}" dt="2023-07-19T11:50:43.986" v="1255" actId="2696"/>
        <pc:sldMkLst>
          <pc:docMk/>
          <pc:sldMk cId="1274983096" sldId="335"/>
        </pc:sldMkLst>
        <pc:spChg chg="del mod">
          <ac:chgData name="Songqing" userId="c4d8cb49210192e2" providerId="LiveId" clId="{43D478A8-A14C-4C0B-86C7-32E27CB31161}" dt="2023-07-19T08:44:26.018" v="1235" actId="478"/>
          <ac:spMkLst>
            <pc:docMk/>
            <pc:sldMk cId="1274983096" sldId="335"/>
            <ac:spMk id="2" creationId="{348DB064-091E-82D2-2756-26D34D84AACA}"/>
          </ac:spMkLst>
        </pc:spChg>
        <pc:spChg chg="del">
          <ac:chgData name="Songqing" userId="c4d8cb49210192e2" providerId="LiveId" clId="{43D478A8-A14C-4C0B-86C7-32E27CB31161}" dt="2023-07-19T08:44:28.705" v="1236" actId="478"/>
          <ac:spMkLst>
            <pc:docMk/>
            <pc:sldMk cId="1274983096" sldId="335"/>
            <ac:spMk id="4" creationId="{F89EBB47-39A0-55B7-4BD5-49E8128A8B6D}"/>
          </ac:spMkLst>
        </pc:spChg>
        <pc:spChg chg="del">
          <ac:chgData name="Songqing" userId="c4d8cb49210192e2" providerId="LiveId" clId="{43D478A8-A14C-4C0B-86C7-32E27CB31161}" dt="2023-07-19T08:44:28.705" v="1236" actId="478"/>
          <ac:spMkLst>
            <pc:docMk/>
            <pc:sldMk cId="1274983096" sldId="335"/>
            <ac:spMk id="6" creationId="{2A6A2727-CBFD-599B-4309-53E8DAD31188}"/>
          </ac:spMkLst>
        </pc:spChg>
        <pc:spChg chg="mod">
          <ac:chgData name="Songqing" userId="c4d8cb49210192e2" providerId="LiveId" clId="{43D478A8-A14C-4C0B-86C7-32E27CB31161}" dt="2023-07-19T08:44:35.825" v="1246" actId="20577"/>
          <ac:spMkLst>
            <pc:docMk/>
            <pc:sldMk cId="1274983096" sldId="335"/>
            <ac:spMk id="9" creationId="{12FE7EEE-9033-20AB-8C81-1DA854640A13}"/>
          </ac:spMkLst>
        </pc:spChg>
      </pc:sldChg>
      <pc:sldChg chg="addSp modSp add mod">
        <pc:chgData name="Songqing" userId="c4d8cb49210192e2" providerId="LiveId" clId="{43D478A8-A14C-4C0B-86C7-32E27CB31161}" dt="2023-08-05T11:58:26.036" v="1989" actId="20577"/>
        <pc:sldMkLst>
          <pc:docMk/>
          <pc:sldMk cId="2634739157" sldId="336"/>
        </pc:sldMkLst>
        <pc:spChg chg="mod">
          <ac:chgData name="Songqing" userId="c4d8cb49210192e2" providerId="LiveId" clId="{43D478A8-A14C-4C0B-86C7-32E27CB31161}" dt="2023-08-05T11:58:26.036" v="1989" actId="20577"/>
          <ac:spMkLst>
            <pc:docMk/>
            <pc:sldMk cId="2634739157" sldId="336"/>
            <ac:spMk id="4" creationId="{BD934B1A-096B-6A2D-3B4F-5EDE061BE423}"/>
          </ac:spMkLst>
        </pc:spChg>
        <pc:spChg chg="add mod ord">
          <ac:chgData name="Songqing" userId="c4d8cb49210192e2" providerId="LiveId" clId="{43D478A8-A14C-4C0B-86C7-32E27CB31161}" dt="2023-08-05T06:53:34.243" v="1935" actId="14100"/>
          <ac:spMkLst>
            <pc:docMk/>
            <pc:sldMk cId="2634739157" sldId="336"/>
            <ac:spMk id="6" creationId="{1AEB1435-3693-2DC9-780C-75BE74DD3347}"/>
          </ac:spMkLst>
        </pc:spChg>
        <pc:spChg chg="mod">
          <ac:chgData name="Songqing" userId="c4d8cb49210192e2" providerId="LiveId" clId="{43D478A8-A14C-4C0B-86C7-32E27CB31161}" dt="2023-08-05T06:52:16.324" v="1923" actId="1076"/>
          <ac:spMkLst>
            <pc:docMk/>
            <pc:sldMk cId="2634739157" sldId="336"/>
            <ac:spMk id="9" creationId="{7A6A9906-5751-44CE-37E0-BE40415D3D93}"/>
          </ac:spMkLst>
        </pc:spChg>
        <pc:spChg chg="mod">
          <ac:chgData name="Songqing" userId="c4d8cb49210192e2" providerId="LiveId" clId="{43D478A8-A14C-4C0B-86C7-32E27CB31161}" dt="2023-08-05T06:52:29.779" v="1925" actId="1076"/>
          <ac:spMkLst>
            <pc:docMk/>
            <pc:sldMk cId="2634739157" sldId="336"/>
            <ac:spMk id="10" creationId="{D3518D2D-B875-0697-44E3-13FA9DC5A684}"/>
          </ac:spMkLst>
        </pc:spChg>
        <pc:spChg chg="mod">
          <ac:chgData name="Songqing" userId="c4d8cb49210192e2" providerId="LiveId" clId="{43D478A8-A14C-4C0B-86C7-32E27CB31161}" dt="2023-08-01T07:09:50.481" v="1860" actId="1076"/>
          <ac:spMkLst>
            <pc:docMk/>
            <pc:sldMk cId="2634739157" sldId="336"/>
            <ac:spMk id="11" creationId="{EAEC5526-3E31-E355-180C-7443115AA741}"/>
          </ac:spMkLst>
        </pc:spChg>
        <pc:spChg chg="mod">
          <ac:chgData name="Songqing" userId="c4d8cb49210192e2" providerId="LiveId" clId="{43D478A8-A14C-4C0B-86C7-32E27CB31161}" dt="2023-08-05T06:52:46.899" v="1929" actId="1076"/>
          <ac:spMkLst>
            <pc:docMk/>
            <pc:sldMk cId="2634739157" sldId="336"/>
            <ac:spMk id="12" creationId="{1EDFED13-4CEB-B7E1-F7CD-6C90079D0A61}"/>
          </ac:spMkLst>
        </pc:spChg>
        <pc:spChg chg="mod">
          <ac:chgData name="Songqing" userId="c4d8cb49210192e2" providerId="LiveId" clId="{43D478A8-A14C-4C0B-86C7-32E27CB31161}" dt="2023-08-01T07:09:52.849" v="1861" actId="1076"/>
          <ac:spMkLst>
            <pc:docMk/>
            <pc:sldMk cId="2634739157" sldId="336"/>
            <ac:spMk id="13" creationId="{DC5D6C4F-2762-3F37-043B-534C53CB59F3}"/>
          </ac:spMkLst>
        </pc:spChg>
        <pc:spChg chg="add mod">
          <ac:chgData name="Songqing" userId="c4d8cb49210192e2" providerId="LiveId" clId="{43D478A8-A14C-4C0B-86C7-32E27CB31161}" dt="2023-08-05T06:52:45.292" v="1928" actId="1076"/>
          <ac:spMkLst>
            <pc:docMk/>
            <pc:sldMk cId="2634739157" sldId="336"/>
            <ac:spMk id="15" creationId="{40DF817C-7ABC-9583-E533-651F82C0C718}"/>
          </ac:spMkLst>
        </pc:spChg>
        <pc:spChg chg="mod">
          <ac:chgData name="Songqing" userId="c4d8cb49210192e2" providerId="LiveId" clId="{43D478A8-A14C-4C0B-86C7-32E27CB31161}" dt="2023-08-01T08:28:39.872" v="1919" actId="1076"/>
          <ac:spMkLst>
            <pc:docMk/>
            <pc:sldMk cId="2634739157" sldId="336"/>
            <ac:spMk id="17" creationId="{FDACAEB8-8ED3-ABF0-85CE-2B5FDCFAA7C6}"/>
          </ac:spMkLst>
        </pc:spChg>
        <pc:cxnChg chg="mod">
          <ac:chgData name="Songqing" userId="c4d8cb49210192e2" providerId="LiveId" clId="{43D478A8-A14C-4C0B-86C7-32E27CB31161}" dt="2023-08-01T08:28:22.248" v="1917" actId="14100"/>
          <ac:cxnSpMkLst>
            <pc:docMk/>
            <pc:sldMk cId="2634739157" sldId="336"/>
            <ac:cxnSpMk id="19" creationId="{C29AAF98-B1A0-47FA-56B6-07D271D7A0A9}"/>
          </ac:cxnSpMkLst>
        </pc:cxnChg>
        <pc:cxnChg chg="mod">
          <ac:chgData name="Songqing" userId="c4d8cb49210192e2" providerId="LiveId" clId="{43D478A8-A14C-4C0B-86C7-32E27CB31161}" dt="2023-08-01T08:28:34.006" v="1918" actId="14100"/>
          <ac:cxnSpMkLst>
            <pc:docMk/>
            <pc:sldMk cId="2634739157" sldId="336"/>
            <ac:cxnSpMk id="21" creationId="{737E4DC7-903F-B2D5-4DCA-99EB5028DB0F}"/>
          </ac:cxnSpMkLst>
        </pc:cxnChg>
        <pc:cxnChg chg="mod">
          <ac:chgData name="Songqing" userId="c4d8cb49210192e2" providerId="LiveId" clId="{43D478A8-A14C-4C0B-86C7-32E27CB31161}" dt="2023-08-01T07:09:52.849" v="1861" actId="1076"/>
          <ac:cxnSpMkLst>
            <pc:docMk/>
            <pc:sldMk cId="2634739157" sldId="336"/>
            <ac:cxnSpMk id="25" creationId="{6AB45BF9-F879-3ABA-D00A-505AAF4EB712}"/>
          </ac:cxnSpMkLst>
        </pc:cxnChg>
      </pc:sldChg>
      <pc:sldChg chg="addSp modSp add mod">
        <pc:chgData name="Songqing" userId="c4d8cb49210192e2" providerId="LiveId" clId="{43D478A8-A14C-4C0B-86C7-32E27CB31161}" dt="2023-08-05T11:56:20.954" v="1961" actId="14100"/>
        <pc:sldMkLst>
          <pc:docMk/>
          <pc:sldMk cId="3149094279" sldId="337"/>
        </pc:sldMkLst>
        <pc:spChg chg="mod">
          <ac:chgData name="Songqing" userId="c4d8cb49210192e2" providerId="LiveId" clId="{43D478A8-A14C-4C0B-86C7-32E27CB31161}" dt="2023-08-05T11:56:05.473" v="1958" actId="1076"/>
          <ac:spMkLst>
            <pc:docMk/>
            <pc:sldMk cId="3149094279" sldId="337"/>
            <ac:spMk id="3" creationId="{B7CF3D40-4F7F-B4E4-A8FA-35DF33232261}"/>
          </ac:spMkLst>
        </pc:spChg>
        <pc:spChg chg="add mod">
          <ac:chgData name="Songqing" userId="c4d8cb49210192e2" providerId="LiveId" clId="{43D478A8-A14C-4C0B-86C7-32E27CB31161}" dt="2023-08-05T11:55:51.156" v="1955" actId="1076"/>
          <ac:spMkLst>
            <pc:docMk/>
            <pc:sldMk cId="3149094279" sldId="337"/>
            <ac:spMk id="4" creationId="{0F6B21BD-F08F-4957-1350-332890C71811}"/>
          </ac:spMkLst>
        </pc:spChg>
        <pc:spChg chg="mod">
          <ac:chgData name="Songqing" userId="c4d8cb49210192e2" providerId="LiveId" clId="{43D478A8-A14C-4C0B-86C7-32E27CB31161}" dt="2023-08-05T11:55:51.156" v="1955" actId="1076"/>
          <ac:spMkLst>
            <pc:docMk/>
            <pc:sldMk cId="3149094279" sldId="337"/>
            <ac:spMk id="9" creationId="{7A6A9906-5751-44CE-37E0-BE40415D3D93}"/>
          </ac:spMkLst>
        </pc:spChg>
        <pc:spChg chg="mod">
          <ac:chgData name="Songqing" userId="c4d8cb49210192e2" providerId="LiveId" clId="{43D478A8-A14C-4C0B-86C7-32E27CB31161}" dt="2023-08-05T11:55:51.156" v="1955" actId="1076"/>
          <ac:spMkLst>
            <pc:docMk/>
            <pc:sldMk cId="3149094279" sldId="337"/>
            <ac:spMk id="10" creationId="{D3518D2D-B875-0697-44E3-13FA9DC5A684}"/>
          </ac:spMkLst>
        </pc:spChg>
        <pc:spChg chg="mod">
          <ac:chgData name="Songqing" userId="c4d8cb49210192e2" providerId="LiveId" clId="{43D478A8-A14C-4C0B-86C7-32E27CB31161}" dt="2023-08-05T11:55:51.156" v="1955" actId="1076"/>
          <ac:spMkLst>
            <pc:docMk/>
            <pc:sldMk cId="3149094279" sldId="337"/>
            <ac:spMk id="12" creationId="{1EDFED13-4CEB-B7E1-F7CD-6C90079D0A61}"/>
          </ac:spMkLst>
        </pc:spChg>
        <pc:spChg chg="mod">
          <ac:chgData name="Songqing" userId="c4d8cb49210192e2" providerId="LiveId" clId="{43D478A8-A14C-4C0B-86C7-32E27CB31161}" dt="2023-08-05T11:54:47.643" v="1947" actId="1076"/>
          <ac:spMkLst>
            <pc:docMk/>
            <pc:sldMk cId="3149094279" sldId="337"/>
            <ac:spMk id="13" creationId="{DC5D6C4F-2762-3F37-043B-534C53CB59F3}"/>
          </ac:spMkLst>
        </pc:spChg>
        <pc:spChg chg="mod">
          <ac:chgData name="Songqing" userId="c4d8cb49210192e2" providerId="LiveId" clId="{43D478A8-A14C-4C0B-86C7-32E27CB31161}" dt="2023-08-05T11:55:27.834" v="1952" actId="1076"/>
          <ac:spMkLst>
            <pc:docMk/>
            <pc:sldMk cId="3149094279" sldId="337"/>
            <ac:spMk id="17" creationId="{FDACAEB8-8ED3-ABF0-85CE-2B5FDCFAA7C6}"/>
          </ac:spMkLst>
        </pc:spChg>
        <pc:spChg chg="mod">
          <ac:chgData name="Songqing" userId="c4d8cb49210192e2" providerId="LiveId" clId="{43D478A8-A14C-4C0B-86C7-32E27CB31161}" dt="2023-08-05T11:55:14.769" v="1951" actId="1076"/>
          <ac:spMkLst>
            <pc:docMk/>
            <pc:sldMk cId="3149094279" sldId="337"/>
            <ac:spMk id="20" creationId="{D35074D0-E503-3857-53C5-1A1FD1DBDCD1}"/>
          </ac:spMkLst>
        </pc:spChg>
        <pc:spChg chg="add mod">
          <ac:chgData name="Songqing" userId="c4d8cb49210192e2" providerId="LiveId" clId="{43D478A8-A14C-4C0B-86C7-32E27CB31161}" dt="2023-08-05T11:56:13.735" v="1959" actId="1076"/>
          <ac:spMkLst>
            <pc:docMk/>
            <pc:sldMk cId="3149094279" sldId="337"/>
            <ac:spMk id="22" creationId="{38DA9C50-1A5A-95C7-D327-8DD28EC6653B}"/>
          </ac:spMkLst>
        </pc:spChg>
        <pc:spChg chg="add mod">
          <ac:chgData name="Songqing" userId="c4d8cb49210192e2" providerId="LiveId" clId="{43D478A8-A14C-4C0B-86C7-32E27CB31161}" dt="2023-08-05T11:56:16.633" v="1960" actId="1076"/>
          <ac:spMkLst>
            <pc:docMk/>
            <pc:sldMk cId="3149094279" sldId="337"/>
            <ac:spMk id="23" creationId="{38B421EA-5470-EA0B-9121-9E15F9AAA008}"/>
          </ac:spMkLst>
        </pc:spChg>
        <pc:spChg chg="mod">
          <ac:chgData name="Songqing" userId="c4d8cb49210192e2" providerId="LiveId" clId="{43D478A8-A14C-4C0B-86C7-32E27CB31161}" dt="2023-08-05T11:54:59.183" v="1949" actId="1076"/>
          <ac:spMkLst>
            <pc:docMk/>
            <pc:sldMk cId="3149094279" sldId="337"/>
            <ac:spMk id="24" creationId="{123CE729-67F1-DDE2-9CD1-194F39B4FB7F}"/>
          </ac:spMkLst>
        </pc:spChg>
        <pc:spChg chg="mod">
          <ac:chgData name="Songqing" userId="c4d8cb49210192e2" providerId="LiveId" clId="{43D478A8-A14C-4C0B-86C7-32E27CB31161}" dt="2023-08-05T11:55:51.156" v="1955" actId="1076"/>
          <ac:spMkLst>
            <pc:docMk/>
            <pc:sldMk cId="3149094279" sldId="337"/>
            <ac:spMk id="29" creationId="{9D9A0144-A8CB-763E-506F-1038893D45C2}"/>
          </ac:spMkLst>
        </pc:spChg>
        <pc:spChg chg="mod">
          <ac:chgData name="Songqing" userId="c4d8cb49210192e2" providerId="LiveId" clId="{43D478A8-A14C-4C0B-86C7-32E27CB31161}" dt="2023-08-05T11:55:51.156" v="1955" actId="1076"/>
          <ac:spMkLst>
            <pc:docMk/>
            <pc:sldMk cId="3149094279" sldId="337"/>
            <ac:spMk id="34" creationId="{D1A4237A-FB07-8AD9-3631-171988D2014E}"/>
          </ac:spMkLst>
        </pc:spChg>
        <pc:cxnChg chg="mod">
          <ac:chgData name="Songqing" userId="c4d8cb49210192e2" providerId="LiveId" clId="{43D478A8-A14C-4C0B-86C7-32E27CB31161}" dt="2023-08-05T11:56:20.954" v="1961" actId="14100"/>
          <ac:cxnSpMkLst>
            <pc:docMk/>
            <pc:sldMk cId="3149094279" sldId="337"/>
            <ac:cxnSpMk id="19" creationId="{C29AAF98-B1A0-47FA-56B6-07D271D7A0A9}"/>
          </ac:cxnSpMkLst>
        </pc:cxnChg>
        <pc:cxnChg chg="mod">
          <ac:chgData name="Songqing" userId="c4d8cb49210192e2" providerId="LiveId" clId="{43D478A8-A14C-4C0B-86C7-32E27CB31161}" dt="2023-08-05T11:56:05.473" v="1958" actId="1076"/>
          <ac:cxnSpMkLst>
            <pc:docMk/>
            <pc:sldMk cId="3149094279" sldId="337"/>
            <ac:cxnSpMk id="21" creationId="{737E4DC7-903F-B2D5-4DCA-99EB5028DB0F}"/>
          </ac:cxnSpMkLst>
        </pc:cxnChg>
        <pc:cxnChg chg="mod">
          <ac:chgData name="Songqing" userId="c4d8cb49210192e2" providerId="LiveId" clId="{43D478A8-A14C-4C0B-86C7-32E27CB31161}" dt="2023-08-05T11:55:01.874" v="1950" actId="14100"/>
          <ac:cxnSpMkLst>
            <pc:docMk/>
            <pc:sldMk cId="3149094279" sldId="337"/>
            <ac:cxnSpMk id="25" creationId="{6AB45BF9-F879-3ABA-D00A-505AAF4EB712}"/>
          </ac:cxnSpMkLst>
        </pc:cxnChg>
        <pc:cxnChg chg="add mod">
          <ac:chgData name="Songqing" userId="c4d8cb49210192e2" providerId="LiveId" clId="{43D478A8-A14C-4C0B-86C7-32E27CB31161}" dt="2023-08-05T11:56:13.735" v="1959" actId="1076"/>
          <ac:cxnSpMkLst>
            <pc:docMk/>
            <pc:sldMk cId="3149094279" sldId="337"/>
            <ac:cxnSpMk id="26" creationId="{95359B2E-4647-0381-0482-47083748D4D2}"/>
          </ac:cxnSpMkLst>
        </pc:cxnChg>
        <pc:cxnChg chg="add mod">
          <ac:chgData name="Songqing" userId="c4d8cb49210192e2" providerId="LiveId" clId="{43D478A8-A14C-4C0B-86C7-32E27CB31161}" dt="2023-08-05T11:56:16.633" v="1960" actId="1076"/>
          <ac:cxnSpMkLst>
            <pc:docMk/>
            <pc:sldMk cId="3149094279" sldId="337"/>
            <ac:cxnSpMk id="30" creationId="{52748513-3912-D58B-4A20-9D3A3FB57598}"/>
          </ac:cxnSpMkLst>
        </pc:cxnChg>
        <pc:cxnChg chg="mod">
          <ac:chgData name="Songqing" userId="c4d8cb49210192e2" providerId="LiveId" clId="{43D478A8-A14C-4C0B-86C7-32E27CB31161}" dt="2023-08-05T11:56:05.473" v="1958" actId="1076"/>
          <ac:cxnSpMkLst>
            <pc:docMk/>
            <pc:sldMk cId="3149094279" sldId="337"/>
            <ac:cxnSpMk id="43" creationId="{40E4FA22-E636-5006-BB39-3C0D2CB66124}"/>
          </ac:cxnSpMkLst>
        </pc:cxnChg>
        <pc:cxnChg chg="mod">
          <ac:chgData name="Songqing" userId="c4d8cb49210192e2" providerId="LiveId" clId="{43D478A8-A14C-4C0B-86C7-32E27CB31161}" dt="2023-08-05T11:55:54.785" v="1956" actId="14100"/>
          <ac:cxnSpMkLst>
            <pc:docMk/>
            <pc:sldMk cId="3149094279" sldId="337"/>
            <ac:cxnSpMk id="45" creationId="{48448BBD-60DA-AD60-D300-AB762B14C868}"/>
          </ac:cxnSpMkLst>
        </pc:cxnChg>
      </pc:sldChg>
    </pc:docChg>
  </pc:docChgLst>
  <pc:docChgLst>
    <pc:chgData name="Songqing Gu" userId="c4d8cb49210192e2" providerId="LiveId" clId="{C569E232-A148-40CB-BD6A-A3EEB73E0263}"/>
    <pc:docChg chg="custSel modSld">
      <pc:chgData name="Songqing Gu" userId="c4d8cb49210192e2" providerId="LiveId" clId="{C569E232-A148-40CB-BD6A-A3EEB73E0263}" dt="2023-07-03T11:13:14.996" v="40" actId="14100"/>
      <pc:docMkLst>
        <pc:docMk/>
      </pc:docMkLst>
      <pc:sldChg chg="addSp delSp modSp mod">
        <pc:chgData name="Songqing Gu" userId="c4d8cb49210192e2" providerId="LiveId" clId="{C569E232-A148-40CB-BD6A-A3EEB73E0263}" dt="2023-07-03T11:04:58.139" v="33" actId="1076"/>
        <pc:sldMkLst>
          <pc:docMk/>
          <pc:sldMk cId="3113703618" sldId="261"/>
        </pc:sldMkLst>
        <pc:spChg chg="add mod">
          <ac:chgData name="Songqing Gu" userId="c4d8cb49210192e2" providerId="LiveId" clId="{C569E232-A148-40CB-BD6A-A3EEB73E0263}" dt="2023-07-03T11:04:58.139" v="33" actId="1076"/>
          <ac:spMkLst>
            <pc:docMk/>
            <pc:sldMk cId="3113703618" sldId="261"/>
            <ac:spMk id="3" creationId="{A9862A46-7EDA-2426-B279-65E4C9E3C006}"/>
          </ac:spMkLst>
        </pc:spChg>
        <pc:spChg chg="mod">
          <ac:chgData name="Songqing Gu" userId="c4d8cb49210192e2" providerId="LiveId" clId="{C569E232-A148-40CB-BD6A-A3EEB73E0263}" dt="2023-07-03T11:04:44.822" v="30" actId="207"/>
          <ac:spMkLst>
            <pc:docMk/>
            <pc:sldMk cId="3113703618" sldId="261"/>
            <ac:spMk id="5" creationId="{65B80BEA-BD58-4BB1-CD49-B7E8607E15EC}"/>
          </ac:spMkLst>
        </pc:spChg>
        <pc:spChg chg="del mod">
          <ac:chgData name="Songqing Gu" userId="c4d8cb49210192e2" providerId="LiveId" clId="{C569E232-A148-40CB-BD6A-A3EEB73E0263}" dt="2023-07-03T11:04:54.323" v="32" actId="478"/>
          <ac:spMkLst>
            <pc:docMk/>
            <pc:sldMk cId="3113703618" sldId="261"/>
            <ac:spMk id="8" creationId="{BA26DEAE-5B0E-7092-0CDC-7B1858EBADCD}"/>
          </ac:spMkLst>
        </pc:spChg>
        <pc:spChg chg="del">
          <ac:chgData name="Songqing Gu" userId="c4d8cb49210192e2" providerId="LiveId" clId="{C569E232-A148-40CB-BD6A-A3EEB73E0263}" dt="2023-07-03T11:04:11.862" v="22" actId="478"/>
          <ac:spMkLst>
            <pc:docMk/>
            <pc:sldMk cId="3113703618" sldId="261"/>
            <ac:spMk id="10" creationId="{A751D98D-28CD-6AA8-E491-63C1E905EAA5}"/>
          </ac:spMkLst>
        </pc:spChg>
        <pc:spChg chg="del">
          <ac:chgData name="Songqing Gu" userId="c4d8cb49210192e2" providerId="LiveId" clId="{C569E232-A148-40CB-BD6A-A3EEB73E0263}" dt="2023-07-03T11:04:09.173" v="21" actId="478"/>
          <ac:spMkLst>
            <pc:docMk/>
            <pc:sldMk cId="3113703618" sldId="261"/>
            <ac:spMk id="12" creationId="{568BBE4C-8E40-8C7F-9A64-C076869BEF43}"/>
          </ac:spMkLst>
        </pc:spChg>
        <pc:spChg chg="del">
          <ac:chgData name="Songqing Gu" userId="c4d8cb49210192e2" providerId="LiveId" clId="{C569E232-A148-40CB-BD6A-A3EEB73E0263}" dt="2023-07-03T11:04:05.604" v="20" actId="478"/>
          <ac:spMkLst>
            <pc:docMk/>
            <pc:sldMk cId="3113703618" sldId="261"/>
            <ac:spMk id="14" creationId="{FDD2FAB4-4A78-F080-AC67-7FFC39D796DC}"/>
          </ac:spMkLst>
        </pc:spChg>
      </pc:sldChg>
      <pc:sldChg chg="addSp delSp modSp mod">
        <pc:chgData name="Songqing Gu" userId="c4d8cb49210192e2" providerId="LiveId" clId="{C569E232-A148-40CB-BD6A-A3EEB73E0263}" dt="2023-07-03T11:13:14.996" v="40" actId="14100"/>
        <pc:sldMkLst>
          <pc:docMk/>
          <pc:sldMk cId="2115522147" sldId="322"/>
        </pc:sldMkLst>
        <pc:spChg chg="add mod">
          <ac:chgData name="Songqing Gu" userId="c4d8cb49210192e2" providerId="LiveId" clId="{C569E232-A148-40CB-BD6A-A3EEB73E0263}" dt="2023-07-03T11:13:14.996" v="40" actId="14100"/>
          <ac:spMkLst>
            <pc:docMk/>
            <pc:sldMk cId="2115522147" sldId="322"/>
            <ac:spMk id="3" creationId="{C98BB460-FAD5-B380-DF99-571DB91A8645}"/>
          </ac:spMkLst>
        </pc:spChg>
        <pc:spChg chg="del">
          <ac:chgData name="Songqing Gu" userId="c4d8cb49210192e2" providerId="LiveId" clId="{C569E232-A148-40CB-BD6A-A3EEB73E0263}" dt="2023-07-03T11:13:00.069" v="34" actId="478"/>
          <ac:spMkLst>
            <pc:docMk/>
            <pc:sldMk cId="2115522147" sldId="322"/>
            <ac:spMk id="11" creationId="{97DB11F4-6E24-13D6-6479-AA84647A6E49}"/>
          </ac:spMkLst>
        </pc:spChg>
      </pc:sldChg>
      <pc:sldChg chg="delSp modSp mod">
        <pc:chgData name="Songqing Gu" userId="c4d8cb49210192e2" providerId="LiveId" clId="{C569E232-A148-40CB-BD6A-A3EEB73E0263}" dt="2023-07-03T11:03:53.755" v="19" actId="478"/>
        <pc:sldMkLst>
          <pc:docMk/>
          <pc:sldMk cId="523495732" sldId="323"/>
        </pc:sldMkLst>
        <pc:spChg chg="mod">
          <ac:chgData name="Songqing Gu" userId="c4d8cb49210192e2" providerId="LiveId" clId="{C569E232-A148-40CB-BD6A-A3EEB73E0263}" dt="2023-07-03T11:03:50.894" v="18" actId="1076"/>
          <ac:spMkLst>
            <pc:docMk/>
            <pc:sldMk cId="523495732" sldId="323"/>
            <ac:spMk id="3" creationId="{00000000-0000-0000-0000-000000000000}"/>
          </ac:spMkLst>
        </pc:spChg>
        <pc:spChg chg="del">
          <ac:chgData name="Songqing Gu" userId="c4d8cb49210192e2" providerId="LiveId" clId="{C569E232-A148-40CB-BD6A-A3EEB73E0263}" dt="2023-07-03T11:03:53.755" v="19" actId="478"/>
          <ac:spMkLst>
            <pc:docMk/>
            <pc:sldMk cId="523495732" sldId="323"/>
            <ac:spMk id="6" creationId="{C5866E9B-17EC-3B6D-4DA3-56DC79878C74}"/>
          </ac:spMkLst>
        </pc:spChg>
      </pc:sldChg>
    </pc:docChg>
  </pc:docChgLst>
  <pc:docChgLst>
    <pc:chgData name="Songqing" userId="c4d8cb49210192e2" providerId="LiveId" clId="{097B142E-C6A6-47DE-B0D9-738B43242677}"/>
    <pc:docChg chg="modSld">
      <pc:chgData name="Songqing" userId="c4d8cb49210192e2" providerId="LiveId" clId="{097B142E-C6A6-47DE-B0D9-738B43242677}" dt="2023-03-22T04:23:16.089" v="21" actId="1038"/>
      <pc:docMkLst>
        <pc:docMk/>
      </pc:docMkLst>
      <pc:sldChg chg="modSp mod">
        <pc:chgData name="Songqing" userId="c4d8cb49210192e2" providerId="LiveId" clId="{097B142E-C6A6-47DE-B0D9-738B43242677}" dt="2023-03-22T04:23:16.089" v="21" actId="1038"/>
        <pc:sldMkLst>
          <pc:docMk/>
          <pc:sldMk cId="2644837690" sldId="298"/>
        </pc:sldMkLst>
        <pc:spChg chg="mod">
          <ac:chgData name="Songqing" userId="c4d8cb49210192e2" providerId="LiveId" clId="{097B142E-C6A6-47DE-B0D9-738B43242677}" dt="2023-03-22T04:23:01.530" v="1" actId="1076"/>
          <ac:spMkLst>
            <pc:docMk/>
            <pc:sldMk cId="2644837690" sldId="298"/>
            <ac:spMk id="3" creationId="{00000000-0000-0000-0000-000000000000}"/>
          </ac:spMkLst>
        </pc:spChg>
        <pc:spChg chg="mod">
          <ac:chgData name="Songqing" userId="c4d8cb49210192e2" providerId="LiveId" clId="{097B142E-C6A6-47DE-B0D9-738B43242677}" dt="2023-03-22T04:23:16.089" v="21" actId="1038"/>
          <ac:spMkLst>
            <pc:docMk/>
            <pc:sldMk cId="2644837690" sldId="298"/>
            <ac:spMk id="4" creationId="{00000000-0000-0000-0000-000000000000}"/>
          </ac:spMkLst>
        </pc:spChg>
        <pc:spChg chg="mod">
          <ac:chgData name="Songqing" userId="c4d8cb49210192e2" providerId="LiveId" clId="{097B142E-C6A6-47DE-B0D9-738B43242677}" dt="2023-03-22T04:22:24.710" v="0" actId="1076"/>
          <ac:spMkLst>
            <pc:docMk/>
            <pc:sldMk cId="2644837690" sldId="298"/>
            <ac:spMk id="6" creationId="{00000000-0000-0000-0000-000000000000}"/>
          </ac:spMkLst>
        </pc:spChg>
      </pc:sldChg>
    </pc:docChg>
  </pc:docChgLst>
  <pc:docChgLst>
    <pc:chgData name="Songqing Gu" userId="c4d8cb49210192e2" providerId="LiveId" clId="{262707A5-8401-4E63-9F5C-A73DE64F14C3}"/>
    <pc:docChg chg="custSel addSld delSld modSld modSection">
      <pc:chgData name="Songqing Gu" userId="c4d8cb49210192e2" providerId="LiveId" clId="{262707A5-8401-4E63-9F5C-A73DE64F14C3}" dt="2023-06-16T13:41:32.940" v="126" actId="1076"/>
      <pc:docMkLst>
        <pc:docMk/>
      </pc:docMkLst>
      <pc:sldChg chg="modSp del mod">
        <pc:chgData name="Songqing Gu" userId="c4d8cb49210192e2" providerId="LiveId" clId="{262707A5-8401-4E63-9F5C-A73DE64F14C3}" dt="2023-06-16T12:34:39.527" v="37" actId="2696"/>
        <pc:sldMkLst>
          <pc:docMk/>
          <pc:sldMk cId="3813058601" sldId="256"/>
        </pc:sldMkLst>
        <pc:spChg chg="mod">
          <ac:chgData name="Songqing Gu" userId="c4d8cb49210192e2" providerId="LiveId" clId="{262707A5-8401-4E63-9F5C-A73DE64F14C3}" dt="2023-06-16T12:25:36.764" v="3" actId="1076"/>
          <ac:spMkLst>
            <pc:docMk/>
            <pc:sldMk cId="3813058601" sldId="256"/>
            <ac:spMk id="3" creationId="{00000000-0000-0000-0000-000000000000}"/>
          </ac:spMkLst>
        </pc:spChg>
      </pc:sldChg>
      <pc:sldChg chg="addSp delSp modSp mod">
        <pc:chgData name="Songqing Gu" userId="c4d8cb49210192e2" providerId="LiveId" clId="{262707A5-8401-4E63-9F5C-A73DE64F14C3}" dt="2023-06-16T12:58:48.872" v="84" actId="14100"/>
        <pc:sldMkLst>
          <pc:docMk/>
          <pc:sldMk cId="3113703618" sldId="261"/>
        </pc:sldMkLst>
        <pc:spChg chg="del mod">
          <ac:chgData name="Songqing Gu" userId="c4d8cb49210192e2" providerId="LiveId" clId="{262707A5-8401-4E63-9F5C-A73DE64F14C3}" dt="2023-06-16T12:42:29.605" v="44" actId="478"/>
          <ac:spMkLst>
            <pc:docMk/>
            <pc:sldMk cId="3113703618" sldId="261"/>
            <ac:spMk id="2" creationId="{00000000-0000-0000-0000-000000000000}"/>
          </ac:spMkLst>
        </pc:spChg>
        <pc:spChg chg="del">
          <ac:chgData name="Songqing Gu" userId="c4d8cb49210192e2" providerId="LiveId" clId="{262707A5-8401-4E63-9F5C-A73DE64F14C3}" dt="2023-06-16T12:41:59.291" v="38" actId="478"/>
          <ac:spMkLst>
            <pc:docMk/>
            <pc:sldMk cId="3113703618" sldId="261"/>
            <ac:spMk id="4" creationId="{00000000-0000-0000-0000-000000000000}"/>
          </ac:spMkLst>
        </pc:spChg>
        <pc:spChg chg="add mod">
          <ac:chgData name="Songqing Gu" userId="c4d8cb49210192e2" providerId="LiveId" clId="{262707A5-8401-4E63-9F5C-A73DE64F14C3}" dt="2023-06-16T12:42:57.868" v="52" actId="1076"/>
          <ac:spMkLst>
            <pc:docMk/>
            <pc:sldMk cId="3113703618" sldId="261"/>
            <ac:spMk id="5" creationId="{65B80BEA-BD58-4BB1-CD49-B7E8607E15EC}"/>
          </ac:spMkLst>
        </pc:spChg>
        <pc:spChg chg="add del mod">
          <ac:chgData name="Songqing Gu" userId="c4d8cb49210192e2" providerId="LiveId" clId="{262707A5-8401-4E63-9F5C-A73DE64F14C3}" dt="2023-06-16T12:42:35.726" v="46"/>
          <ac:spMkLst>
            <pc:docMk/>
            <pc:sldMk cId="3113703618" sldId="261"/>
            <ac:spMk id="7" creationId="{143BE242-03B3-A592-0444-85EEB84143F2}"/>
          </ac:spMkLst>
        </pc:spChg>
        <pc:spChg chg="add mod">
          <ac:chgData name="Songqing Gu" userId="c4d8cb49210192e2" providerId="LiveId" clId="{262707A5-8401-4E63-9F5C-A73DE64F14C3}" dt="2023-06-16T12:42:53.209" v="51" actId="14100"/>
          <ac:spMkLst>
            <pc:docMk/>
            <pc:sldMk cId="3113703618" sldId="261"/>
            <ac:spMk id="8" creationId="{BA26DEAE-5B0E-7092-0CDC-7B1858EBADCD}"/>
          </ac:spMkLst>
        </pc:spChg>
        <pc:spChg chg="add mod">
          <ac:chgData name="Songqing Gu" userId="c4d8cb49210192e2" providerId="LiveId" clId="{262707A5-8401-4E63-9F5C-A73DE64F14C3}" dt="2023-06-16T12:56:25.552" v="72" actId="1076"/>
          <ac:spMkLst>
            <pc:docMk/>
            <pc:sldMk cId="3113703618" sldId="261"/>
            <ac:spMk id="10" creationId="{A751D98D-28CD-6AA8-E491-63C1E905EAA5}"/>
          </ac:spMkLst>
        </pc:spChg>
        <pc:spChg chg="add mod">
          <ac:chgData name="Songqing Gu" userId="c4d8cb49210192e2" providerId="LiveId" clId="{262707A5-8401-4E63-9F5C-A73DE64F14C3}" dt="2023-06-16T12:57:19.938" v="77" actId="1076"/>
          <ac:spMkLst>
            <pc:docMk/>
            <pc:sldMk cId="3113703618" sldId="261"/>
            <ac:spMk id="12" creationId="{568BBE4C-8E40-8C7F-9A64-C076869BEF43}"/>
          </ac:spMkLst>
        </pc:spChg>
        <pc:spChg chg="add mod">
          <ac:chgData name="Songqing Gu" userId="c4d8cb49210192e2" providerId="LiveId" clId="{262707A5-8401-4E63-9F5C-A73DE64F14C3}" dt="2023-06-16T12:58:48.872" v="84" actId="14100"/>
          <ac:spMkLst>
            <pc:docMk/>
            <pc:sldMk cId="3113703618" sldId="261"/>
            <ac:spMk id="14" creationId="{FDD2FAB4-4A78-F080-AC67-7FFC39D796DC}"/>
          </ac:spMkLst>
        </pc:spChg>
      </pc:sldChg>
      <pc:sldChg chg="addSp delSp modSp mod">
        <pc:chgData name="Songqing Gu" userId="c4d8cb49210192e2" providerId="LiveId" clId="{262707A5-8401-4E63-9F5C-A73DE64F14C3}" dt="2023-06-16T13:41:32.940" v="126" actId="1076"/>
        <pc:sldMkLst>
          <pc:docMk/>
          <pc:sldMk cId="2216314799" sldId="274"/>
        </pc:sldMkLst>
        <pc:spChg chg="mod">
          <ac:chgData name="Songqing Gu" userId="c4d8cb49210192e2" providerId="LiveId" clId="{262707A5-8401-4E63-9F5C-A73DE64F14C3}" dt="2023-06-16T13:41:05.312" v="122" actId="1076"/>
          <ac:spMkLst>
            <pc:docMk/>
            <pc:sldMk cId="2216314799" sldId="274"/>
            <ac:spMk id="2" creationId="{00000000-0000-0000-0000-000000000000}"/>
          </ac:spMkLst>
        </pc:spChg>
        <pc:spChg chg="add mod">
          <ac:chgData name="Songqing Gu" userId="c4d8cb49210192e2" providerId="LiveId" clId="{262707A5-8401-4E63-9F5C-A73DE64F14C3}" dt="2023-06-16T13:41:32.940" v="126" actId="1076"/>
          <ac:spMkLst>
            <pc:docMk/>
            <pc:sldMk cId="2216314799" sldId="274"/>
            <ac:spMk id="4" creationId="{0F89EA29-F0AD-67A8-910B-517FC39D9D79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6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19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20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28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31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40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42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43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57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58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59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68" creationId="{00000000-0000-0000-0000-000000000000}"/>
          </ac:spMkLst>
        </pc:spChg>
        <pc:picChg chg="del">
          <ac:chgData name="Songqing Gu" userId="c4d8cb49210192e2" providerId="LiveId" clId="{262707A5-8401-4E63-9F5C-A73DE64F14C3}" dt="2023-06-16T13:39:30.927" v="85" actId="478"/>
          <ac:picMkLst>
            <pc:docMk/>
            <pc:sldMk cId="2216314799" sldId="274"/>
            <ac:picMk id="27" creationId="{00000000-0000-0000-0000-000000000000}"/>
          </ac:picMkLst>
        </pc:picChg>
        <pc:picChg chg="del">
          <ac:chgData name="Songqing Gu" userId="c4d8cb49210192e2" providerId="LiveId" clId="{262707A5-8401-4E63-9F5C-A73DE64F14C3}" dt="2023-06-16T13:39:30.927" v="85" actId="478"/>
          <ac:picMkLst>
            <pc:docMk/>
            <pc:sldMk cId="2216314799" sldId="274"/>
            <ac:picMk id="29" creationId="{00000000-0000-0000-0000-000000000000}"/>
          </ac:picMkLst>
        </pc:picChg>
        <pc:cxnChg chg="del">
          <ac:chgData name="Songqing Gu" userId="c4d8cb49210192e2" providerId="LiveId" clId="{262707A5-8401-4E63-9F5C-A73DE64F14C3}" dt="2023-06-16T13:39:30.927" v="85" actId="478"/>
          <ac:cxnSpMkLst>
            <pc:docMk/>
            <pc:sldMk cId="2216314799" sldId="274"/>
            <ac:cxnSpMk id="32" creationId="{00000000-0000-0000-0000-000000000000}"/>
          </ac:cxnSpMkLst>
        </pc:cxnChg>
        <pc:cxnChg chg="del">
          <ac:chgData name="Songqing Gu" userId="c4d8cb49210192e2" providerId="LiveId" clId="{262707A5-8401-4E63-9F5C-A73DE64F14C3}" dt="2023-06-16T13:39:30.927" v="85" actId="478"/>
          <ac:cxnSpMkLst>
            <pc:docMk/>
            <pc:sldMk cId="2216314799" sldId="274"/>
            <ac:cxnSpMk id="44" creationId="{00000000-0000-0000-0000-000000000000}"/>
          </ac:cxnSpMkLst>
        </pc:cxnChg>
        <pc:cxnChg chg="del">
          <ac:chgData name="Songqing Gu" userId="c4d8cb49210192e2" providerId="LiveId" clId="{262707A5-8401-4E63-9F5C-A73DE64F14C3}" dt="2023-06-16T13:39:30.927" v="85" actId="478"/>
          <ac:cxnSpMkLst>
            <pc:docMk/>
            <pc:sldMk cId="2216314799" sldId="274"/>
            <ac:cxnSpMk id="49" creationId="{00000000-0000-0000-0000-000000000000}"/>
          </ac:cxnSpMkLst>
        </pc:cxnChg>
      </pc:sldChg>
      <pc:sldChg chg="addSp delSp modSp mod">
        <pc:chgData name="Songqing Gu" userId="c4d8cb49210192e2" providerId="LiveId" clId="{262707A5-8401-4E63-9F5C-A73DE64F14C3}" dt="2023-06-16T12:55:08.564" v="68" actId="1076"/>
        <pc:sldMkLst>
          <pc:docMk/>
          <pc:sldMk cId="2115522147" sldId="322"/>
        </pc:sldMkLst>
        <pc:spChg chg="del">
          <ac:chgData name="Songqing Gu" userId="c4d8cb49210192e2" providerId="LiveId" clId="{262707A5-8401-4E63-9F5C-A73DE64F14C3}" dt="2023-06-16T12:53:33.274" v="57" actId="478"/>
          <ac:spMkLst>
            <pc:docMk/>
            <pc:sldMk cId="2115522147" sldId="322"/>
            <ac:spMk id="2" creationId="{00000000-0000-0000-0000-000000000000}"/>
          </ac:spMkLst>
        </pc:spChg>
        <pc:spChg chg="del">
          <ac:chgData name="Songqing Gu" userId="c4d8cb49210192e2" providerId="LiveId" clId="{262707A5-8401-4E63-9F5C-A73DE64F14C3}" dt="2023-06-16T12:53:23.749" v="53" actId="478"/>
          <ac:spMkLst>
            <pc:docMk/>
            <pc:sldMk cId="2115522147" sldId="322"/>
            <ac:spMk id="3" creationId="{00000000-0000-0000-0000-000000000000}"/>
          </ac:spMkLst>
        </pc:spChg>
        <pc:spChg chg="add del mod">
          <ac:chgData name="Songqing Gu" userId="c4d8cb49210192e2" providerId="LiveId" clId="{262707A5-8401-4E63-9F5C-A73DE64F14C3}" dt="2023-06-16T12:53:26.120" v="54" actId="478"/>
          <ac:spMkLst>
            <pc:docMk/>
            <pc:sldMk cId="2115522147" sldId="322"/>
            <ac:spMk id="5" creationId="{F93BA9FE-1A7E-59D5-DB0F-33D37B2BC9D6}"/>
          </ac:spMkLst>
        </pc:spChg>
        <pc:spChg chg="add del mod">
          <ac:chgData name="Songqing Gu" userId="c4d8cb49210192e2" providerId="LiveId" clId="{262707A5-8401-4E63-9F5C-A73DE64F14C3}" dt="2023-06-16T12:53:52.787" v="64" actId="478"/>
          <ac:spMkLst>
            <pc:docMk/>
            <pc:sldMk cId="2115522147" sldId="322"/>
            <ac:spMk id="7" creationId="{ABA7DEDB-5263-0945-C275-019A307F7606}"/>
          </ac:spMkLst>
        </pc:spChg>
        <pc:spChg chg="add mod">
          <ac:chgData name="Songqing Gu" userId="c4d8cb49210192e2" providerId="LiveId" clId="{262707A5-8401-4E63-9F5C-A73DE64F14C3}" dt="2023-06-16T12:53:48.183" v="63" actId="1076"/>
          <ac:spMkLst>
            <pc:docMk/>
            <pc:sldMk cId="2115522147" sldId="322"/>
            <ac:spMk id="9" creationId="{12FE7EEE-9033-20AB-8C81-1DA854640A13}"/>
          </ac:spMkLst>
        </pc:spChg>
        <pc:spChg chg="add mod">
          <ac:chgData name="Songqing Gu" userId="c4d8cb49210192e2" providerId="LiveId" clId="{262707A5-8401-4E63-9F5C-A73DE64F14C3}" dt="2023-06-16T12:55:08.564" v="68" actId="1076"/>
          <ac:spMkLst>
            <pc:docMk/>
            <pc:sldMk cId="2115522147" sldId="322"/>
            <ac:spMk id="11" creationId="{97DB11F4-6E24-13D6-6479-AA84647A6E49}"/>
          </ac:spMkLst>
        </pc:spChg>
      </pc:sldChg>
      <pc:sldChg chg="modSp add mod setBg">
        <pc:chgData name="Songqing Gu" userId="c4d8cb49210192e2" providerId="LiveId" clId="{262707A5-8401-4E63-9F5C-A73DE64F14C3}" dt="2023-06-16T12:34:30.885" v="36" actId="313"/>
        <pc:sldMkLst>
          <pc:docMk/>
          <pc:sldMk cId="523495732" sldId="323"/>
        </pc:sldMkLst>
        <pc:spChg chg="mod">
          <ac:chgData name="Songqing Gu" userId="c4d8cb49210192e2" providerId="LiveId" clId="{262707A5-8401-4E63-9F5C-A73DE64F14C3}" dt="2023-06-16T12:34:30.885" v="36" actId="313"/>
          <ac:spMkLst>
            <pc:docMk/>
            <pc:sldMk cId="523495732" sldId="323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17CFB-6EA3-48C9-9755-81A79CF4EC0B}" type="datetimeFigureOut">
              <a:rPr lang="en-AU" smtClean="0"/>
              <a:t>25/05/2025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93708-7FE8-4EF9-B06E-E90DE391BD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384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Utilizing a design pattern like POM can help reduce code duplication and enhance maintainability issues.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Moreover, we can use POM for including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reusable robust locating 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waiting strategies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88696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Utilizing a design pattern like POM can help reduce code duplication and enhance maintainability issues.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Moreover, we can use POM for including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reusable robust locating 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waiting strategies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817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6476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25/05/2025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25/05/2025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25/05/2025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25/05/2025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25/05/2025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25/05/2025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25/05/2025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25/05/2025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25/05/2025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25/05/2025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25/05/2025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25/05/2025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25/05/2025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25/05/2025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25/05/2025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25/05/2025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25/05/2025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t.linkedin.com/in/songqing-gu-2ba9034b/de" TargetMode="External"/><Relationship Id="rId2" Type="http://schemas.openxmlformats.org/officeDocument/2006/relationships/hyperlink" Target="http://www.funnygorilla.com.au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3782" y="6049817"/>
            <a:ext cx="4322618" cy="447373"/>
          </a:xfrm>
          <a:effectLst/>
        </p:spPr>
        <p:txBody>
          <a:bodyPr>
            <a:normAutofit/>
          </a:bodyPr>
          <a:lstStyle/>
          <a:p>
            <a:r>
              <a:rPr lang="en-AU" altLang="zh-CN" sz="2000" b="1" dirty="0">
                <a:solidFill>
                  <a:srgbClr val="00B0F0"/>
                </a:solidFill>
              </a:rPr>
              <a:t>Funny Gorilla</a:t>
            </a:r>
            <a:r>
              <a:rPr lang="zh-CN" altLang="en-US" sz="2000" b="1" i="1" dirty="0">
                <a:solidFill>
                  <a:schemeClr val="accent2"/>
                </a:solidFill>
                <a:cs typeface="幼圆"/>
              </a:rPr>
              <a:t>诙猩猩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2"/>
                </a:solidFill>
              </a:rPr>
              <a:t>IT</a:t>
            </a:r>
            <a:r>
              <a:rPr lang="zh-CN" altLang="en-US" sz="2000" b="1" i="1" dirty="0">
                <a:solidFill>
                  <a:schemeClr val="accent2"/>
                </a:solidFill>
              </a:rPr>
              <a:t>培训</a:t>
            </a:r>
            <a:endParaRPr lang="en-AU" sz="1400" b="1" i="1" dirty="0">
              <a:solidFill>
                <a:schemeClr val="accent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34613" y="3225070"/>
            <a:ext cx="5791787" cy="656465"/>
          </a:xfrm>
          <a:effectLst/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Introduction to Playwright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523495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9657" y="2099872"/>
            <a:ext cx="8306120" cy="646332"/>
          </a:xfrm>
          <a:effectLst/>
        </p:spPr>
        <p:txBody>
          <a:bodyPr>
            <a:normAutofit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To do</a:t>
            </a:r>
            <a:endParaRPr lang="en-AU" sz="2000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143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0664F21-1997-21FD-43B8-70753BEA567B}"/>
              </a:ext>
            </a:extLst>
          </p:cNvPr>
          <p:cNvSpPr txBox="1"/>
          <p:nvPr/>
        </p:nvSpPr>
        <p:spPr>
          <a:xfrm>
            <a:off x="1238639" y="1307414"/>
            <a:ext cx="6097554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50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rgbClr val="11243E"/>
                </a:solidFill>
                <a:effectLst/>
                <a:latin typeface="Inter"/>
              </a:rPr>
              <a:t>Cross-language</a:t>
            </a:r>
            <a:endParaRPr lang="en-AU" b="0" i="0" dirty="0">
              <a:solidFill>
                <a:srgbClr val="11243E"/>
              </a:solidFill>
              <a:effectLst/>
              <a:latin typeface="Inte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C17DAE-3712-8E51-D6E5-802B7273F1B4}"/>
              </a:ext>
            </a:extLst>
          </p:cNvPr>
          <p:cNvSpPr txBox="1"/>
          <p:nvPr/>
        </p:nvSpPr>
        <p:spPr>
          <a:xfrm>
            <a:off x="1238639" y="1669051"/>
            <a:ext cx="6097554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50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rgbClr val="11243E"/>
                </a:solidFill>
                <a:effectLst/>
                <a:latin typeface="Inter"/>
              </a:rPr>
              <a:t>Cross-browser/platform</a:t>
            </a:r>
            <a:endParaRPr lang="en-AU" b="0" i="0" dirty="0">
              <a:solidFill>
                <a:srgbClr val="11243E"/>
              </a:solidFill>
              <a:effectLst/>
              <a:latin typeface="Inter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EC7AFA-3071-ACF5-8B0E-2F16269F0C48}"/>
              </a:ext>
            </a:extLst>
          </p:cNvPr>
          <p:cNvSpPr txBox="1"/>
          <p:nvPr/>
        </p:nvSpPr>
        <p:spPr>
          <a:xfrm>
            <a:off x="1238639" y="2030688"/>
            <a:ext cx="6097554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50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rgbClr val="11243E"/>
                </a:solidFill>
                <a:effectLst/>
                <a:latin typeface="Inter"/>
              </a:rPr>
              <a:t>Auto-wait</a:t>
            </a:r>
            <a:endParaRPr lang="en-AU" b="0" i="0" dirty="0">
              <a:solidFill>
                <a:srgbClr val="11243E"/>
              </a:solidFill>
              <a:effectLst/>
              <a:latin typeface="Inte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D93FB3-46A8-25F9-6C56-9E8DF79C3322}"/>
              </a:ext>
            </a:extLst>
          </p:cNvPr>
          <p:cNvSpPr txBox="1"/>
          <p:nvPr/>
        </p:nvSpPr>
        <p:spPr>
          <a:xfrm>
            <a:off x="1238639" y="2392325"/>
            <a:ext cx="6097554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50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rgbClr val="11243E"/>
                </a:solidFill>
                <a:effectLst/>
                <a:latin typeface="Inter"/>
              </a:rPr>
              <a:t>Intercepting network requests</a:t>
            </a:r>
            <a:endParaRPr lang="en-AU" b="0" i="0" dirty="0">
              <a:solidFill>
                <a:srgbClr val="11243E"/>
              </a:solidFill>
              <a:effectLst/>
              <a:latin typeface="Inte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EF19D1-99DC-A747-C5E4-371E98BF65B4}"/>
              </a:ext>
            </a:extLst>
          </p:cNvPr>
          <p:cNvSpPr txBox="1"/>
          <p:nvPr/>
        </p:nvSpPr>
        <p:spPr>
          <a:xfrm>
            <a:off x="1238639" y="2744767"/>
            <a:ext cx="6097554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50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rgbClr val="11243E"/>
                </a:solidFill>
                <a:effectLst/>
                <a:latin typeface="Inter"/>
              </a:rPr>
              <a:t>Device Emulation</a:t>
            </a:r>
            <a:endParaRPr lang="en-AU" b="0" i="0" dirty="0">
              <a:solidFill>
                <a:srgbClr val="11243E"/>
              </a:solidFill>
              <a:effectLst/>
              <a:latin typeface="Inter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FEFAA1-0820-22EF-1E10-13C0397E1E73}"/>
              </a:ext>
            </a:extLst>
          </p:cNvPr>
          <p:cNvSpPr txBox="1"/>
          <p:nvPr/>
        </p:nvSpPr>
        <p:spPr>
          <a:xfrm>
            <a:off x="1238639" y="3067363"/>
            <a:ext cx="6097554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50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rgbClr val="11243E"/>
                </a:solidFill>
                <a:effectLst/>
                <a:latin typeface="Inter"/>
              </a:rPr>
              <a:t>Screenshot and Video Capture</a:t>
            </a:r>
            <a:endParaRPr lang="en-AU" b="0" i="0" dirty="0">
              <a:solidFill>
                <a:srgbClr val="11243E"/>
              </a:solidFill>
              <a:effectLst/>
              <a:latin typeface="Inte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1B87AE-99CA-F4A9-1CA6-5FB0E3326059}"/>
              </a:ext>
            </a:extLst>
          </p:cNvPr>
          <p:cNvSpPr txBox="1"/>
          <p:nvPr/>
        </p:nvSpPr>
        <p:spPr>
          <a:xfrm>
            <a:off x="1238639" y="3380764"/>
            <a:ext cx="6097554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50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rgbClr val="11243E"/>
                </a:solidFill>
                <a:effectLst/>
                <a:latin typeface="Inter"/>
              </a:rPr>
              <a:t>Assertion</a:t>
            </a:r>
            <a:endParaRPr lang="en-AU" b="0" i="0" dirty="0">
              <a:solidFill>
                <a:srgbClr val="11243E"/>
              </a:solidFill>
              <a:effectLst/>
              <a:latin typeface="Inter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2471DE-D9B4-BECD-23B2-6105377C28BA}"/>
              </a:ext>
            </a:extLst>
          </p:cNvPr>
          <p:cNvSpPr txBox="1"/>
          <p:nvPr/>
        </p:nvSpPr>
        <p:spPr>
          <a:xfrm>
            <a:off x="1238639" y="3701087"/>
            <a:ext cx="6097554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50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AU" b="1" i="0" dirty="0" err="1">
                <a:solidFill>
                  <a:srgbClr val="11243E"/>
                </a:solidFill>
                <a:effectLst/>
                <a:latin typeface="Inter"/>
              </a:rPr>
              <a:t>Codegen</a:t>
            </a:r>
            <a:endParaRPr lang="en-AU" b="0" i="0" dirty="0">
              <a:solidFill>
                <a:srgbClr val="11243E"/>
              </a:solidFill>
              <a:effectLst/>
              <a:latin typeface="Inte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55AAD1-1B7E-227C-2FD9-067C1167926D}"/>
              </a:ext>
            </a:extLst>
          </p:cNvPr>
          <p:cNvSpPr txBox="1"/>
          <p:nvPr/>
        </p:nvSpPr>
        <p:spPr>
          <a:xfrm>
            <a:off x="1238639" y="4007566"/>
            <a:ext cx="6097554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50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rgbClr val="11243E"/>
                </a:solidFill>
                <a:effectLst/>
                <a:latin typeface="Inter"/>
              </a:rPr>
              <a:t>Playwright Inspector</a:t>
            </a:r>
            <a:endParaRPr lang="en-AU" b="0" i="0" dirty="0">
              <a:solidFill>
                <a:srgbClr val="11243E"/>
              </a:solidFill>
              <a:effectLst/>
              <a:latin typeface="Inte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47D7D3-8626-B535-5BED-A45C1AF9F1AC}"/>
              </a:ext>
            </a:extLst>
          </p:cNvPr>
          <p:cNvSpPr txBox="1"/>
          <p:nvPr/>
        </p:nvSpPr>
        <p:spPr>
          <a:xfrm>
            <a:off x="1238639" y="4288984"/>
            <a:ext cx="6097554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50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rgbClr val="11243E"/>
                </a:solidFill>
                <a:effectLst/>
                <a:latin typeface="Inter"/>
              </a:rPr>
              <a:t>Test frames</a:t>
            </a:r>
            <a:endParaRPr lang="en-AU" b="0" i="0" dirty="0">
              <a:solidFill>
                <a:srgbClr val="11243E"/>
              </a:solidFill>
              <a:effectLst/>
              <a:latin typeface="Inte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5EEDBA-3AAF-C515-C236-4F7EBEF2E9E7}"/>
              </a:ext>
            </a:extLst>
          </p:cNvPr>
          <p:cNvSpPr txBox="1"/>
          <p:nvPr/>
        </p:nvSpPr>
        <p:spPr>
          <a:xfrm>
            <a:off x="1238639" y="4540827"/>
            <a:ext cx="6097554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50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rgbClr val="11243E"/>
                </a:solidFill>
                <a:effectLst/>
                <a:latin typeface="Inter"/>
              </a:rPr>
              <a:t>Shadow DOM</a:t>
            </a:r>
            <a:endParaRPr lang="en-AU" b="0" i="0" dirty="0">
              <a:solidFill>
                <a:srgbClr val="11243E"/>
              </a:solidFill>
              <a:effectLst/>
              <a:latin typeface="Inte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C5325E-EE71-AFE4-49B8-1918FC5A3ADA}"/>
              </a:ext>
            </a:extLst>
          </p:cNvPr>
          <p:cNvSpPr txBox="1"/>
          <p:nvPr/>
        </p:nvSpPr>
        <p:spPr>
          <a:xfrm>
            <a:off x="1238639" y="4822245"/>
            <a:ext cx="6097554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50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rgbClr val="11243E"/>
                </a:solidFill>
                <a:effectLst/>
                <a:latin typeface="Inter"/>
              </a:rPr>
              <a:t>Multiple Tabs and Cross-origin</a:t>
            </a:r>
            <a:endParaRPr lang="en-AU" b="0" i="0" dirty="0">
              <a:solidFill>
                <a:srgbClr val="11243E"/>
              </a:solidFill>
              <a:effectLst/>
              <a:latin typeface="Inte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CF051D-C316-EF11-91AB-3F3206349CC7}"/>
              </a:ext>
            </a:extLst>
          </p:cNvPr>
          <p:cNvSpPr txBox="1"/>
          <p:nvPr/>
        </p:nvSpPr>
        <p:spPr>
          <a:xfrm>
            <a:off x="1203648" y="5174687"/>
            <a:ext cx="6097554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50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rgbClr val="11243E"/>
                </a:solidFill>
                <a:effectLst/>
                <a:latin typeface="Inter"/>
              </a:rPr>
              <a:t>Reporting</a:t>
            </a:r>
            <a:endParaRPr lang="en-AU" b="0" i="0" dirty="0">
              <a:solidFill>
                <a:srgbClr val="11243E"/>
              </a:solidFill>
              <a:effectLst/>
              <a:latin typeface="Inte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84FECE-B30A-A779-BCDB-FF78BDC58D36}"/>
              </a:ext>
            </a:extLst>
          </p:cNvPr>
          <p:cNvSpPr txBox="1"/>
          <p:nvPr/>
        </p:nvSpPr>
        <p:spPr>
          <a:xfrm>
            <a:off x="1070689" y="6163126"/>
            <a:ext cx="102753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200" dirty="0"/>
              <a:t>https://www.lambdatest.com/learning-hub/playwright-javascript</a:t>
            </a:r>
          </a:p>
        </p:txBody>
      </p:sp>
    </p:spTree>
    <p:extLst>
      <p:ext uri="{BB962C8B-B14F-4D97-AF65-F5344CB8AC3E}">
        <p14:creationId xmlns:p14="http://schemas.microsoft.com/office/powerpoint/2010/main" val="3342012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1961" y="545581"/>
            <a:ext cx="4100936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References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C9B060-FCA3-0B29-D200-D998C0371B81}"/>
              </a:ext>
            </a:extLst>
          </p:cNvPr>
          <p:cNvSpPr txBox="1"/>
          <p:nvPr/>
        </p:nvSpPr>
        <p:spPr>
          <a:xfrm>
            <a:off x="1584198" y="1661083"/>
            <a:ext cx="77884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https://www.browserstack.com/guide/design-patterns-in-selenium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789CDB-2C6B-26F0-7551-4530D92A2036}"/>
              </a:ext>
            </a:extLst>
          </p:cNvPr>
          <p:cNvSpPr txBox="1"/>
          <p:nvPr/>
        </p:nvSpPr>
        <p:spPr>
          <a:xfrm>
            <a:off x="1584198" y="2449227"/>
            <a:ext cx="9836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https://www.guru99.com/page-object-model-pom-page-factory-in-selenium-ultimate-guide.html</a:t>
            </a:r>
          </a:p>
        </p:txBody>
      </p:sp>
    </p:spTree>
    <p:extLst>
      <p:ext uri="{BB962C8B-B14F-4D97-AF65-F5344CB8AC3E}">
        <p14:creationId xmlns:p14="http://schemas.microsoft.com/office/powerpoint/2010/main" val="2500303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7248" y="863588"/>
            <a:ext cx="2459366" cy="641272"/>
          </a:xfrm>
          <a:effectLst/>
        </p:spPr>
        <p:txBody>
          <a:bodyPr>
            <a:normAutofit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7248" y="2041236"/>
            <a:ext cx="7616970" cy="2086769"/>
          </a:xfrm>
        </p:spPr>
        <p:txBody>
          <a:bodyPr/>
          <a:lstStyle/>
          <a:p>
            <a:pPr marL="0" indent="0">
              <a:buNone/>
            </a:pPr>
            <a:r>
              <a:rPr lang="en-AU" b="1" dirty="0" err="1">
                <a:solidFill>
                  <a:srgbClr val="0070C0"/>
                </a:solidFill>
              </a:rPr>
              <a:t>WebSite</a:t>
            </a:r>
            <a:r>
              <a:rPr lang="en-AU" dirty="0"/>
              <a:t>:  </a:t>
            </a:r>
            <a:r>
              <a:rPr lang="en-AU" dirty="0">
                <a:hlinkClick r:id="rId2"/>
              </a:rPr>
              <a:t>www.funnygorilla.com.au</a:t>
            </a:r>
            <a:endParaRPr lang="en-AU" dirty="0"/>
          </a:p>
          <a:p>
            <a:pPr marL="0" indent="0">
              <a:buNone/>
            </a:pPr>
            <a:r>
              <a:rPr lang="en-AU" b="1" dirty="0">
                <a:solidFill>
                  <a:srgbClr val="0070C0"/>
                </a:solidFill>
              </a:rPr>
              <a:t>Mail</a:t>
            </a:r>
            <a:r>
              <a:rPr lang="en-AU" dirty="0"/>
              <a:t>: info@funnygorilla.com.au</a:t>
            </a:r>
          </a:p>
          <a:p>
            <a:pPr marL="0" indent="0">
              <a:buNone/>
            </a:pPr>
            <a:r>
              <a:rPr lang="en-AU" b="1" dirty="0" err="1">
                <a:solidFill>
                  <a:srgbClr val="0070C0"/>
                </a:solidFill>
              </a:rPr>
              <a:t>Linkedin</a:t>
            </a:r>
            <a:r>
              <a:rPr lang="en-AU" dirty="0"/>
              <a:t>:  </a:t>
            </a:r>
            <a:r>
              <a:rPr lang="en-AU" dirty="0">
                <a:hlinkClick r:id="rId3"/>
              </a:rPr>
              <a:t>https://mt.linkedin.com/in/songqing-gu-2ba9034b/de</a:t>
            </a:r>
            <a:endParaRPr lang="en-AU" dirty="0"/>
          </a:p>
          <a:p>
            <a:pPr marL="0" indent="0">
              <a:buNone/>
            </a:pPr>
            <a:r>
              <a:rPr lang="en-AU" b="1" dirty="0" err="1">
                <a:solidFill>
                  <a:srgbClr val="0070C0"/>
                </a:solidFill>
              </a:rPr>
              <a:t>WebChat</a:t>
            </a:r>
            <a:r>
              <a:rPr lang="en-AU" dirty="0"/>
              <a:t>: Funny Training Gorilla</a:t>
            </a:r>
          </a:p>
          <a:p>
            <a:pPr marL="0" indent="0">
              <a:buNone/>
            </a:pPr>
            <a:r>
              <a:rPr lang="en-AU" b="1" dirty="0">
                <a:solidFill>
                  <a:srgbClr val="0070C0"/>
                </a:solidFill>
              </a:rPr>
              <a:t>Phone</a:t>
            </a:r>
            <a:r>
              <a:rPr lang="en-AU" dirty="0"/>
              <a:t>: 0420891343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4685" y="4128005"/>
            <a:ext cx="2820988" cy="254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040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26056</TotalTime>
  <Words>189</Words>
  <Application>Microsoft Office PowerPoint</Application>
  <PresentationFormat>Widescreen</PresentationFormat>
  <Paragraphs>34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Inter</vt:lpstr>
      <vt:lpstr>幼圆</vt:lpstr>
      <vt:lpstr>Arial</vt:lpstr>
      <vt:lpstr>Arial Black</vt:lpstr>
      <vt:lpstr>Calibri</vt:lpstr>
      <vt:lpstr>Century Gothic</vt:lpstr>
      <vt:lpstr>Times New Roman</vt:lpstr>
      <vt:lpstr>Wingdings 3</vt:lpstr>
      <vt:lpstr>Wisp</vt:lpstr>
      <vt:lpstr>Funny Gorilla诙猩猩-IT培训</vt:lpstr>
      <vt:lpstr>To do</vt:lpstr>
      <vt:lpstr>PowerPoint Presentation</vt:lpstr>
      <vt:lpstr>References  </vt:lpstr>
      <vt:lpstr>Contact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792</cp:revision>
  <dcterms:created xsi:type="dcterms:W3CDTF">2020-08-03T09:43:10Z</dcterms:created>
  <dcterms:modified xsi:type="dcterms:W3CDTF">2025-05-25T03:59:51Z</dcterms:modified>
</cp:coreProperties>
</file>