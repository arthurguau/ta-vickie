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323" r:id="rId2"/>
    <p:sldId id="322" r:id="rId3"/>
    <p:sldId id="326" r:id="rId4"/>
    <p:sldId id="274" r:id="rId5"/>
    <p:sldId id="337" r:id="rId6"/>
    <p:sldId id="336" r:id="rId7"/>
    <p:sldId id="341" r:id="rId8"/>
    <p:sldId id="329" r:id="rId9"/>
    <p:sldId id="332" r:id="rId10"/>
    <p:sldId id="330" r:id="rId11"/>
    <p:sldId id="335" r:id="rId12"/>
    <p:sldId id="340" r:id="rId13"/>
    <p:sldId id="331" r:id="rId14"/>
    <p:sldId id="339" r:id="rId15"/>
    <p:sldId id="327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23"/>
            <p14:sldId id="322"/>
            <p14:sldId id="326"/>
            <p14:sldId id="274"/>
            <p14:sldId id="337"/>
            <p14:sldId id="336"/>
            <p14:sldId id="341"/>
            <p14:sldId id="329"/>
            <p14:sldId id="332"/>
            <p14:sldId id="330"/>
          </p14:sldIdLst>
        </p14:section>
        <p14:section name="Untitled Section" id="{96B2A4F6-E483-46D3-B718-858E0B0CB8CB}">
          <p14:sldIdLst>
            <p14:sldId id="335"/>
            <p14:sldId id="340"/>
            <p14:sldId id="331"/>
            <p14:sldId id="339"/>
            <p14:sldId id="327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044EA8"/>
    <a:srgbClr val="C9E8FF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478A8-A14C-4C0B-86C7-32E27CB31161}" v="110" dt="2023-08-05T12:06:32.2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7" autoAdjust="0"/>
    <p:restoredTop sz="87460" autoAdjust="0"/>
  </p:normalViewPr>
  <p:slideViewPr>
    <p:cSldViewPr snapToGrid="0">
      <p:cViewPr varScale="1">
        <p:scale>
          <a:sx n="146" d="100"/>
          <a:sy n="146" d="100"/>
        </p:scale>
        <p:origin x="2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DD95A6FC-DE7F-452D-9185-8055E99293E2}"/>
    <pc:docChg chg="undo custSel addSld delSld modSld modSection">
      <pc:chgData name="Songqing Gu" userId="c4d8cb49210192e2" providerId="LiveId" clId="{DD95A6FC-DE7F-452D-9185-8055E99293E2}" dt="2023-07-02T07:17:39.975" v="330" actId="207"/>
      <pc:docMkLst>
        <pc:docMk/>
      </pc:docMkLst>
      <pc:sldChg chg="modSp mod">
        <pc:chgData name="Songqing Gu" userId="c4d8cb49210192e2" providerId="LiveId" clId="{DD95A6FC-DE7F-452D-9185-8055E99293E2}" dt="2023-07-01T04:21:05.687" v="35" actId="1076"/>
        <pc:sldMkLst>
          <pc:docMk/>
          <pc:sldMk cId="3113703618" sldId="261"/>
        </pc:sldMkLst>
        <pc:spChg chg="mod">
          <ac:chgData name="Songqing Gu" userId="c4d8cb49210192e2" providerId="LiveId" clId="{DD95A6FC-DE7F-452D-9185-8055E99293E2}" dt="2023-07-01T04:21:05.687" v="35" actId="1076"/>
          <ac:spMkLst>
            <pc:docMk/>
            <pc:sldMk cId="3113703618" sldId="261"/>
            <ac:spMk id="5" creationId="{65B80BEA-BD58-4BB1-CD49-B7E8607E15EC}"/>
          </ac:spMkLst>
        </pc:spChg>
        <pc:spChg chg="mod">
          <ac:chgData name="Songqing Gu" userId="c4d8cb49210192e2" providerId="LiveId" clId="{DD95A6FC-DE7F-452D-9185-8055E99293E2}" dt="2023-07-01T04:20:39.380" v="33" actId="1076"/>
          <ac:spMkLst>
            <pc:docMk/>
            <pc:sldMk cId="3113703618" sldId="261"/>
            <ac:spMk id="10" creationId="{A751D98D-28CD-6AA8-E491-63C1E905EAA5}"/>
          </ac:spMkLst>
        </pc:spChg>
        <pc:spChg chg="mod">
          <ac:chgData name="Songqing Gu" userId="c4d8cb49210192e2" providerId="LiveId" clId="{DD95A6FC-DE7F-452D-9185-8055E99293E2}" dt="2023-07-01T04:20:35.873" v="32" actId="1076"/>
          <ac:spMkLst>
            <pc:docMk/>
            <pc:sldMk cId="3113703618" sldId="261"/>
            <ac:spMk id="12" creationId="{568BBE4C-8E40-8C7F-9A64-C076869BEF43}"/>
          </ac:spMkLst>
        </pc:spChg>
        <pc:spChg chg="mod">
          <ac:chgData name="Songqing Gu" userId="c4d8cb49210192e2" providerId="LiveId" clId="{DD95A6FC-DE7F-452D-9185-8055E99293E2}" dt="2023-07-01T04:20:33.318" v="31" actId="1076"/>
          <ac:spMkLst>
            <pc:docMk/>
            <pc:sldMk cId="3113703618" sldId="261"/>
            <ac:spMk id="14" creationId="{FDD2FAB4-4A78-F080-AC67-7FFC39D796DC}"/>
          </ac:spMkLst>
        </pc:spChg>
      </pc:sldChg>
      <pc:sldChg chg="modSp mod">
        <pc:chgData name="Songqing Gu" userId="c4d8cb49210192e2" providerId="LiveId" clId="{DD95A6FC-DE7F-452D-9185-8055E99293E2}" dt="2023-07-01T04:20:12.663" v="29" actId="2711"/>
        <pc:sldMkLst>
          <pc:docMk/>
          <pc:sldMk cId="2216314799" sldId="274"/>
        </pc:sldMkLst>
        <pc:spChg chg="mod">
          <ac:chgData name="Songqing Gu" userId="c4d8cb49210192e2" providerId="LiveId" clId="{DD95A6FC-DE7F-452D-9185-8055E99293E2}" dt="2023-07-01T04:20:12.663" v="29" actId="2711"/>
          <ac:spMkLst>
            <pc:docMk/>
            <pc:sldMk cId="2216314799" sldId="274"/>
            <ac:spMk id="4" creationId="{0F89EA29-F0AD-67A8-910B-517FC39D9D79}"/>
          </ac:spMkLst>
        </pc:spChg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789354427" sldId="285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686819680" sldId="28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644665972" sldId="291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030084157" sldId="293"/>
        </pc:sldMkLst>
      </pc:sldChg>
      <pc:sldChg chg="addSp modSp mod">
        <pc:chgData name="Songqing Gu" userId="c4d8cb49210192e2" providerId="LiveId" clId="{DD95A6FC-DE7F-452D-9185-8055E99293E2}" dt="2023-07-02T07:16:40.448" v="321" actId="14100"/>
        <pc:sldMkLst>
          <pc:docMk/>
          <pc:sldMk cId="1408025446" sldId="294"/>
        </pc:sldMkLst>
        <pc:spChg chg="mod">
          <ac:chgData name="Songqing Gu" userId="c4d8cb49210192e2" providerId="LiveId" clId="{DD95A6FC-DE7F-452D-9185-8055E99293E2}" dt="2023-07-02T07:16:24.752" v="318" actId="14861"/>
          <ac:spMkLst>
            <pc:docMk/>
            <pc:sldMk cId="1408025446" sldId="294"/>
            <ac:spMk id="2" creationId="{00000000-0000-0000-0000-000000000000}"/>
          </ac:spMkLst>
        </pc:spChg>
        <pc:spChg chg="add mod">
          <ac:chgData name="Songqing Gu" userId="c4d8cb49210192e2" providerId="LiveId" clId="{DD95A6FC-DE7F-452D-9185-8055E99293E2}" dt="2023-07-02T07:16:40.448" v="321" actId="14100"/>
          <ac:spMkLst>
            <pc:docMk/>
            <pc:sldMk cId="1408025446" sldId="294"/>
            <ac:spMk id="4" creationId="{6CA3A3DF-0166-EB1D-9437-156FF00610F0}"/>
          </ac:spMkLst>
        </pc:spChg>
        <pc:spChg chg="mod">
          <ac:chgData name="Songqing Gu" userId="c4d8cb49210192e2" providerId="LiveId" clId="{DD95A6FC-DE7F-452D-9185-8055E99293E2}" dt="2023-07-02T07:16:32.278" v="319" actId="1076"/>
          <ac:spMkLst>
            <pc:docMk/>
            <pc:sldMk cId="1408025446" sldId="294"/>
            <ac:spMk id="5" creationId="{00000000-0000-0000-0000-000000000000}"/>
          </ac:spMkLst>
        </pc:spChg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638558092" sldId="295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799275039" sldId="296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243758571" sldId="297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644837690" sldId="29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342963659" sldId="299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661429300" sldId="300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939562636" sldId="301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00091612" sldId="302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4051393773" sldId="303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304226109" sldId="304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863554075" sldId="306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692078226" sldId="30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140796614" sldId="310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733468992" sldId="311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478337687" sldId="313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897699973" sldId="314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834037825" sldId="315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991223764" sldId="317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4180587722" sldId="318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2428458669" sldId="319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3330490350" sldId="320"/>
        </pc:sldMkLst>
      </pc:sldChg>
      <pc:sldChg chg="del">
        <pc:chgData name="Songqing Gu" userId="c4d8cb49210192e2" providerId="LiveId" clId="{DD95A6FC-DE7F-452D-9185-8055E99293E2}" dt="2023-07-01T04:15:53.671" v="0" actId="47"/>
        <pc:sldMkLst>
          <pc:docMk/>
          <pc:sldMk cId="1152462360" sldId="321"/>
        </pc:sldMkLst>
      </pc:sldChg>
      <pc:sldChg chg="modSp mod">
        <pc:chgData name="Songqing Gu" userId="c4d8cb49210192e2" providerId="LiveId" clId="{DD95A6FC-DE7F-452D-9185-8055E99293E2}" dt="2023-07-01T04:18:06.366" v="25" actId="20577"/>
        <pc:sldMkLst>
          <pc:docMk/>
          <pc:sldMk cId="2115522147" sldId="322"/>
        </pc:sldMkLst>
        <pc:spChg chg="mod">
          <ac:chgData name="Songqing Gu" userId="c4d8cb49210192e2" providerId="LiveId" clId="{DD95A6FC-DE7F-452D-9185-8055E99293E2}" dt="2023-07-01T04:17:11.378" v="5" actId="108"/>
          <ac:spMkLst>
            <pc:docMk/>
            <pc:sldMk cId="2115522147" sldId="322"/>
            <ac:spMk id="9" creationId="{12FE7EEE-9033-20AB-8C81-1DA854640A13}"/>
          </ac:spMkLst>
        </pc:spChg>
        <pc:spChg chg="mod">
          <ac:chgData name="Songqing Gu" userId="c4d8cb49210192e2" providerId="LiveId" clId="{DD95A6FC-DE7F-452D-9185-8055E99293E2}" dt="2023-07-01T04:18:06.366" v="25" actId="20577"/>
          <ac:spMkLst>
            <pc:docMk/>
            <pc:sldMk cId="2115522147" sldId="322"/>
            <ac:spMk id="11" creationId="{97DB11F4-6E24-13D6-6479-AA84647A6E49}"/>
          </ac:spMkLst>
        </pc:spChg>
      </pc:sldChg>
      <pc:sldChg chg="addSp modSp mod setBg">
        <pc:chgData name="Songqing Gu" userId="c4d8cb49210192e2" providerId="LiveId" clId="{DD95A6FC-DE7F-452D-9185-8055E99293E2}" dt="2023-07-02T07:17:39.975" v="330" actId="207"/>
        <pc:sldMkLst>
          <pc:docMk/>
          <pc:sldMk cId="523495732" sldId="323"/>
        </pc:sldMkLst>
        <pc:spChg chg="add mod">
          <ac:chgData name="Songqing Gu" userId="c4d8cb49210192e2" providerId="LiveId" clId="{DD95A6FC-DE7F-452D-9185-8055E99293E2}" dt="2023-07-02T07:17:39.975" v="330" actId="207"/>
          <ac:spMkLst>
            <pc:docMk/>
            <pc:sldMk cId="523495732" sldId="323"/>
            <ac:spMk id="6" creationId="{C5866E9B-17EC-3B6D-4DA3-56DC79878C74}"/>
          </ac:spMkLst>
        </pc:spChg>
      </pc:sldChg>
      <pc:sldChg chg="addSp delSp modSp add mod">
        <pc:chgData name="Songqing Gu" userId="c4d8cb49210192e2" providerId="LiveId" clId="{DD95A6FC-DE7F-452D-9185-8055E99293E2}" dt="2023-07-02T06:10:09.395" v="226" actId="478"/>
        <pc:sldMkLst>
          <pc:docMk/>
          <pc:sldMk cId="57254538" sldId="324"/>
        </pc:sldMkLst>
        <pc:spChg chg="mod">
          <ac:chgData name="Songqing Gu" userId="c4d8cb49210192e2" providerId="LiveId" clId="{DD95A6FC-DE7F-452D-9185-8055E99293E2}" dt="2023-07-01T04:21:50.607" v="49" actId="20577"/>
          <ac:spMkLst>
            <pc:docMk/>
            <pc:sldMk cId="57254538" sldId="324"/>
            <ac:spMk id="2" creationId="{00000000-0000-0000-0000-000000000000}"/>
          </ac:spMkLst>
        </pc:spChg>
        <pc:spChg chg="add del mod">
          <ac:chgData name="Songqing Gu" userId="c4d8cb49210192e2" providerId="LiveId" clId="{DD95A6FC-DE7F-452D-9185-8055E99293E2}" dt="2023-07-02T06:10:09.395" v="226" actId="478"/>
          <ac:spMkLst>
            <pc:docMk/>
            <pc:sldMk cId="57254538" sldId="324"/>
            <ac:spMk id="4" creationId="{0F89EA29-F0AD-67A8-910B-517FC39D9D79}"/>
          </ac:spMkLst>
        </pc:spChg>
      </pc:sldChg>
      <pc:sldChg chg="addSp delSp modSp add mod modNotesTx">
        <pc:chgData name="Songqing Gu" userId="c4d8cb49210192e2" providerId="LiveId" clId="{DD95A6FC-DE7F-452D-9185-8055E99293E2}" dt="2023-07-02T07:09:51.018" v="304" actId="1076"/>
        <pc:sldMkLst>
          <pc:docMk/>
          <pc:sldMk cId="147964486" sldId="325"/>
        </pc:sldMkLst>
        <pc:spChg chg="mod">
          <ac:chgData name="Songqing Gu" userId="c4d8cb49210192e2" providerId="LiveId" clId="{DD95A6FC-DE7F-452D-9185-8055E99293E2}" dt="2023-07-02T07:09:29.014" v="300" actId="1076"/>
          <ac:spMkLst>
            <pc:docMk/>
            <pc:sldMk cId="147964486" sldId="325"/>
            <ac:spMk id="2" creationId="{00000000-0000-0000-0000-000000000000}"/>
          </ac:spMkLst>
        </pc:spChg>
        <pc:spChg chg="del mod">
          <ac:chgData name="Songqing Gu" userId="c4d8cb49210192e2" providerId="LiveId" clId="{DD95A6FC-DE7F-452D-9185-8055E99293E2}" dt="2023-07-02T06:10:35.457" v="234" actId="478"/>
          <ac:spMkLst>
            <pc:docMk/>
            <pc:sldMk cId="147964486" sldId="325"/>
            <ac:spMk id="4" creationId="{0F89EA29-F0AD-67A8-910B-517FC39D9D79}"/>
          </ac:spMkLst>
        </pc:spChg>
        <pc:spChg chg="add mod">
          <ac:chgData name="Songqing Gu" userId="c4d8cb49210192e2" providerId="LiveId" clId="{DD95A6FC-DE7F-452D-9185-8055E99293E2}" dt="2023-07-02T07:09:51.018" v="304" actId="1076"/>
          <ac:spMkLst>
            <pc:docMk/>
            <pc:sldMk cId="147964486" sldId="325"/>
            <ac:spMk id="5" creationId="{AF740A28-5EFB-B3EA-F219-EFF2ACCF2D66}"/>
          </ac:spMkLst>
        </pc:spChg>
      </pc:sldChg>
      <pc:sldChg chg="addSp delSp modSp add mod">
        <pc:chgData name="Songqing Gu" userId="c4d8cb49210192e2" providerId="LiveId" clId="{DD95A6FC-DE7F-452D-9185-8055E99293E2}" dt="2023-07-02T06:08:44.381" v="224" actId="207"/>
        <pc:sldMkLst>
          <pc:docMk/>
          <pc:sldMk cId="3125459258" sldId="326"/>
        </pc:sldMkLst>
        <pc:spChg chg="mod">
          <ac:chgData name="Songqing Gu" userId="c4d8cb49210192e2" providerId="LiveId" clId="{DD95A6FC-DE7F-452D-9185-8055E99293E2}" dt="2023-07-02T06:02:25.311" v="102" actId="1076"/>
          <ac:spMkLst>
            <pc:docMk/>
            <pc:sldMk cId="3125459258" sldId="326"/>
            <ac:spMk id="2" creationId="{00000000-0000-0000-0000-000000000000}"/>
          </ac:spMkLst>
        </pc:spChg>
        <pc:spChg chg="mod">
          <ac:chgData name="Songqing Gu" userId="c4d8cb49210192e2" providerId="LiveId" clId="{DD95A6FC-DE7F-452D-9185-8055E99293E2}" dt="2023-07-02T06:08:44.381" v="224" actId="207"/>
          <ac:spMkLst>
            <pc:docMk/>
            <pc:sldMk cId="3125459258" sldId="326"/>
            <ac:spMk id="4" creationId="{0F89EA29-F0AD-67A8-910B-517FC39D9D79}"/>
          </ac:spMkLst>
        </pc:spChg>
        <pc:spChg chg="add mod">
          <ac:chgData name="Songqing Gu" userId="c4d8cb49210192e2" providerId="LiveId" clId="{DD95A6FC-DE7F-452D-9185-8055E99293E2}" dt="2023-07-02T06:08:44.381" v="224" actId="207"/>
          <ac:spMkLst>
            <pc:docMk/>
            <pc:sldMk cId="3125459258" sldId="326"/>
            <ac:spMk id="5" creationId="{5798006B-A1D4-3A2D-3939-C3DDD3EC5561}"/>
          </ac:spMkLst>
        </pc:spChg>
        <pc:spChg chg="add mod">
          <ac:chgData name="Songqing Gu" userId="c4d8cb49210192e2" providerId="LiveId" clId="{DD95A6FC-DE7F-452D-9185-8055E99293E2}" dt="2023-07-02T06:08:44.381" v="224" actId="207"/>
          <ac:spMkLst>
            <pc:docMk/>
            <pc:sldMk cId="3125459258" sldId="326"/>
            <ac:spMk id="7" creationId="{5F0BD765-8F2D-857E-FECF-CCD66362990B}"/>
          </ac:spMkLst>
        </pc:spChg>
        <pc:spChg chg="add del mod">
          <ac:chgData name="Songqing Gu" userId="c4d8cb49210192e2" providerId="LiveId" clId="{DD95A6FC-DE7F-452D-9185-8055E99293E2}" dt="2023-07-02T06:08:15.358" v="216" actId="478"/>
          <ac:spMkLst>
            <pc:docMk/>
            <pc:sldMk cId="3125459258" sldId="326"/>
            <ac:spMk id="9" creationId="{CFE15F04-1C9D-BD1D-B2BB-5A6FE34F696B}"/>
          </ac:spMkLst>
        </pc:spChg>
        <pc:spChg chg="add del mod">
          <ac:chgData name="Songqing Gu" userId="c4d8cb49210192e2" providerId="LiveId" clId="{DD95A6FC-DE7F-452D-9185-8055E99293E2}" dt="2023-07-02T06:08:17.094" v="217" actId="478"/>
          <ac:spMkLst>
            <pc:docMk/>
            <pc:sldMk cId="3125459258" sldId="326"/>
            <ac:spMk id="11" creationId="{7B6678DC-43DB-C803-F67A-3CBB4F8C5177}"/>
          </ac:spMkLst>
        </pc:spChg>
        <pc:spChg chg="add del mod">
          <ac:chgData name="Songqing Gu" userId="c4d8cb49210192e2" providerId="LiveId" clId="{DD95A6FC-DE7F-452D-9185-8055E99293E2}" dt="2023-07-02T06:08:18.793" v="218" actId="478"/>
          <ac:spMkLst>
            <pc:docMk/>
            <pc:sldMk cId="3125459258" sldId="326"/>
            <ac:spMk id="13" creationId="{4E0FA3F7-8A3E-47F0-AE79-5801AA62586B}"/>
          </ac:spMkLst>
        </pc:spChg>
      </pc:sldChg>
      <pc:sldChg chg="addSp delSp modSp add mod">
        <pc:chgData name="Songqing Gu" userId="c4d8cb49210192e2" providerId="LiveId" clId="{DD95A6FC-DE7F-452D-9185-8055E99293E2}" dt="2023-07-02T07:12:22.242" v="308" actId="1076"/>
        <pc:sldMkLst>
          <pc:docMk/>
          <pc:sldMk cId="325042336" sldId="327"/>
        </pc:sldMkLst>
        <pc:spChg chg="mod">
          <ac:chgData name="Songqing Gu" userId="c4d8cb49210192e2" providerId="LiveId" clId="{DD95A6FC-DE7F-452D-9185-8055E99293E2}" dt="2023-07-02T06:07:56.853" v="215" actId="20577"/>
          <ac:spMkLst>
            <pc:docMk/>
            <pc:sldMk cId="325042336" sldId="327"/>
            <ac:spMk id="2" creationId="{00000000-0000-0000-0000-000000000000}"/>
          </ac:spMkLst>
        </pc:spChg>
        <pc:spChg chg="del mod">
          <ac:chgData name="Songqing Gu" userId="c4d8cb49210192e2" providerId="LiveId" clId="{DD95A6FC-DE7F-452D-9185-8055E99293E2}" dt="2023-07-02T06:07:40.542" v="207" actId="478"/>
          <ac:spMkLst>
            <pc:docMk/>
            <pc:sldMk cId="325042336" sldId="327"/>
            <ac:spMk id="4" creationId="{0F89EA29-F0AD-67A8-910B-517FC39D9D79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5" creationId="{5798006B-A1D4-3A2D-3939-C3DDD3EC5561}"/>
          </ac:spMkLst>
        </pc:spChg>
        <pc:spChg chg="add mod">
          <ac:chgData name="Songqing Gu" userId="c4d8cb49210192e2" providerId="LiveId" clId="{DD95A6FC-DE7F-452D-9185-8055E99293E2}" dt="2023-07-02T07:12:22.242" v="308" actId="1076"/>
          <ac:spMkLst>
            <pc:docMk/>
            <pc:sldMk cId="325042336" sldId="327"/>
            <ac:spMk id="6" creationId="{DB305B2A-7D04-4B99-983A-B36E0FD74DE1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7" creationId="{5F0BD765-8F2D-857E-FECF-CCD66362990B}"/>
          </ac:spMkLst>
        </pc:spChg>
        <pc:spChg chg="mod">
          <ac:chgData name="Songqing Gu" userId="c4d8cb49210192e2" providerId="LiveId" clId="{DD95A6FC-DE7F-452D-9185-8055E99293E2}" dt="2023-07-02T07:02:51.424" v="297" actId="20577"/>
          <ac:spMkLst>
            <pc:docMk/>
            <pc:sldMk cId="325042336" sldId="327"/>
            <ac:spMk id="9" creationId="{CFE15F04-1C9D-BD1D-B2BB-5A6FE34F696B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11" creationId="{7B6678DC-43DB-C803-F67A-3CBB4F8C5177}"/>
          </ac:spMkLst>
        </pc:spChg>
        <pc:spChg chg="del">
          <ac:chgData name="Songqing Gu" userId="c4d8cb49210192e2" providerId="LiveId" clId="{DD95A6FC-DE7F-452D-9185-8055E99293E2}" dt="2023-07-02T06:07:37.311" v="205" actId="478"/>
          <ac:spMkLst>
            <pc:docMk/>
            <pc:sldMk cId="325042336" sldId="327"/>
            <ac:spMk id="13" creationId="{4E0FA3F7-8A3E-47F0-AE79-5801AA62586B}"/>
          </ac:spMkLst>
        </pc:spChg>
      </pc:sldChg>
      <pc:sldChg chg="delSp modSp add mod">
        <pc:chgData name="Songqing Gu" userId="c4d8cb49210192e2" providerId="LiveId" clId="{DD95A6FC-DE7F-452D-9185-8055E99293E2}" dt="2023-07-02T06:07:29.745" v="204" actId="478"/>
        <pc:sldMkLst>
          <pc:docMk/>
          <pc:sldMk cId="2403503091" sldId="328"/>
        </pc:sldMkLst>
        <pc:spChg chg="mod">
          <ac:chgData name="Songqing Gu" userId="c4d8cb49210192e2" providerId="LiveId" clId="{DD95A6FC-DE7F-452D-9185-8055E99293E2}" dt="2023-07-02T06:06:26.716" v="187" actId="20577"/>
          <ac:spMkLst>
            <pc:docMk/>
            <pc:sldMk cId="2403503091" sldId="328"/>
            <ac:spMk id="2" creationId="{00000000-0000-0000-0000-000000000000}"/>
          </ac:spMkLst>
        </pc:spChg>
        <pc:spChg chg="del">
          <ac:chgData name="Songqing Gu" userId="c4d8cb49210192e2" providerId="LiveId" clId="{DD95A6FC-DE7F-452D-9185-8055E99293E2}" dt="2023-07-02T06:07:17.502" v="200" actId="478"/>
          <ac:spMkLst>
            <pc:docMk/>
            <pc:sldMk cId="2403503091" sldId="328"/>
            <ac:spMk id="4" creationId="{0F89EA29-F0AD-67A8-910B-517FC39D9D79}"/>
          </ac:spMkLst>
        </pc:spChg>
        <pc:spChg chg="del">
          <ac:chgData name="Songqing Gu" userId="c4d8cb49210192e2" providerId="LiveId" clId="{DD95A6FC-DE7F-452D-9185-8055E99293E2}" dt="2023-07-02T06:07:29.745" v="204" actId="478"/>
          <ac:spMkLst>
            <pc:docMk/>
            <pc:sldMk cId="2403503091" sldId="328"/>
            <ac:spMk id="5" creationId="{5798006B-A1D4-3A2D-3939-C3DDD3EC5561}"/>
          </ac:spMkLst>
        </pc:spChg>
        <pc:spChg chg="del">
          <ac:chgData name="Songqing Gu" userId="c4d8cb49210192e2" providerId="LiveId" clId="{DD95A6FC-DE7F-452D-9185-8055E99293E2}" dt="2023-07-02T06:07:29.745" v="204" actId="478"/>
          <ac:spMkLst>
            <pc:docMk/>
            <pc:sldMk cId="2403503091" sldId="328"/>
            <ac:spMk id="7" creationId="{5F0BD765-8F2D-857E-FECF-CCD66362990B}"/>
          </ac:spMkLst>
        </pc:spChg>
        <pc:spChg chg="del">
          <ac:chgData name="Songqing Gu" userId="c4d8cb49210192e2" providerId="LiveId" clId="{DD95A6FC-DE7F-452D-9185-8055E99293E2}" dt="2023-07-02T06:07:20.342" v="201" actId="478"/>
          <ac:spMkLst>
            <pc:docMk/>
            <pc:sldMk cId="2403503091" sldId="328"/>
            <ac:spMk id="9" creationId="{CFE15F04-1C9D-BD1D-B2BB-5A6FE34F696B}"/>
          </ac:spMkLst>
        </pc:spChg>
        <pc:spChg chg="mod">
          <ac:chgData name="Songqing Gu" userId="c4d8cb49210192e2" providerId="LiveId" clId="{DD95A6FC-DE7F-452D-9185-8055E99293E2}" dt="2023-07-02T06:07:26.757" v="203" actId="14100"/>
          <ac:spMkLst>
            <pc:docMk/>
            <pc:sldMk cId="2403503091" sldId="328"/>
            <ac:spMk id="11" creationId="{7B6678DC-43DB-C803-F67A-3CBB4F8C5177}"/>
          </ac:spMkLst>
        </pc:spChg>
        <pc:spChg chg="del">
          <ac:chgData name="Songqing Gu" userId="c4d8cb49210192e2" providerId="LiveId" clId="{DD95A6FC-DE7F-452D-9185-8055E99293E2}" dt="2023-07-02T06:07:29.745" v="204" actId="478"/>
          <ac:spMkLst>
            <pc:docMk/>
            <pc:sldMk cId="2403503091" sldId="328"/>
            <ac:spMk id="13" creationId="{4E0FA3F7-8A3E-47F0-AE79-5801AA62586B}"/>
          </ac:spMkLst>
        </pc:spChg>
      </pc:sldChg>
      <pc:sldChg chg="delSp modSp add mod">
        <pc:chgData name="Songqing Gu" userId="c4d8cb49210192e2" providerId="LiveId" clId="{DD95A6FC-DE7F-452D-9185-8055E99293E2}" dt="2023-07-02T07:01:54.017" v="296" actId="20577"/>
        <pc:sldMkLst>
          <pc:docMk/>
          <pc:sldMk cId="3924187214" sldId="329"/>
        </pc:sldMkLst>
        <pc:spChg chg="mod">
          <ac:chgData name="Songqing Gu" userId="c4d8cb49210192e2" providerId="LiveId" clId="{DD95A6FC-DE7F-452D-9185-8055E99293E2}" dt="2023-07-02T06:57:54.834" v="266" actId="14100"/>
          <ac:spMkLst>
            <pc:docMk/>
            <pc:sldMk cId="3924187214" sldId="329"/>
            <ac:spMk id="2" creationId="{00000000-0000-0000-0000-000000000000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4" creationId="{0F89EA29-F0AD-67A8-910B-517FC39D9D79}"/>
          </ac:spMkLst>
        </pc:spChg>
        <pc:spChg chg="del">
          <ac:chgData name="Songqing Gu" userId="c4d8cb49210192e2" providerId="LiveId" clId="{DD95A6FC-DE7F-452D-9185-8055E99293E2}" dt="2023-07-02T06:07:04.367" v="197" actId="478"/>
          <ac:spMkLst>
            <pc:docMk/>
            <pc:sldMk cId="3924187214" sldId="329"/>
            <ac:spMk id="5" creationId="{5798006B-A1D4-3A2D-3939-C3DDD3EC5561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7" creationId="{5F0BD765-8F2D-857E-FECF-CCD66362990B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9" creationId="{CFE15F04-1C9D-BD1D-B2BB-5A6FE34F696B}"/>
          </ac:spMkLst>
        </pc:spChg>
        <pc:spChg chg="del">
          <ac:chgData name="Songqing Gu" userId="c4d8cb49210192e2" providerId="LiveId" clId="{DD95A6FC-DE7F-452D-9185-8055E99293E2}" dt="2023-07-02T06:06:56.996" v="195" actId="478"/>
          <ac:spMkLst>
            <pc:docMk/>
            <pc:sldMk cId="3924187214" sldId="329"/>
            <ac:spMk id="11" creationId="{7B6678DC-43DB-C803-F67A-3CBB4F8C5177}"/>
          </ac:spMkLst>
        </pc:spChg>
        <pc:spChg chg="mod">
          <ac:chgData name="Songqing Gu" userId="c4d8cb49210192e2" providerId="LiveId" clId="{DD95A6FC-DE7F-452D-9185-8055E99293E2}" dt="2023-07-02T07:01:54.017" v="296" actId="20577"/>
          <ac:spMkLst>
            <pc:docMk/>
            <pc:sldMk cId="3924187214" sldId="329"/>
            <ac:spMk id="13" creationId="{4E0FA3F7-8A3E-47F0-AE79-5801AA62586B}"/>
          </ac:spMkLst>
        </pc:spChg>
      </pc:sldChg>
      <pc:sldChg chg="delSp modSp add mod">
        <pc:chgData name="Songqing Gu" userId="c4d8cb49210192e2" providerId="LiveId" clId="{DD95A6FC-DE7F-452D-9185-8055E99293E2}" dt="2023-07-02T06:48:53.989" v="263" actId="478"/>
        <pc:sldMkLst>
          <pc:docMk/>
          <pc:sldMk cId="1781917904" sldId="330"/>
        </pc:sldMkLst>
        <pc:spChg chg="mod">
          <ac:chgData name="Songqing Gu" userId="c4d8cb49210192e2" providerId="LiveId" clId="{DD95A6FC-DE7F-452D-9185-8055E99293E2}" dt="2023-07-02T06:48:50.374" v="262" actId="20577"/>
          <ac:spMkLst>
            <pc:docMk/>
            <pc:sldMk cId="1781917904" sldId="330"/>
            <ac:spMk id="2" creationId="{00000000-0000-0000-0000-000000000000}"/>
          </ac:spMkLst>
        </pc:spChg>
        <pc:spChg chg="del">
          <ac:chgData name="Songqing Gu" userId="c4d8cb49210192e2" providerId="LiveId" clId="{DD95A6FC-DE7F-452D-9185-8055E99293E2}" dt="2023-07-02T06:48:53.989" v="263" actId="478"/>
          <ac:spMkLst>
            <pc:docMk/>
            <pc:sldMk cId="1781917904" sldId="330"/>
            <ac:spMk id="13" creationId="{4E0FA3F7-8A3E-47F0-AE79-5801AA62586B}"/>
          </ac:spMkLst>
        </pc:spChg>
      </pc:sldChg>
      <pc:sldChg chg="delSp add mod">
        <pc:chgData name="Songqing Gu" userId="c4d8cb49210192e2" providerId="LiveId" clId="{DD95A6FC-DE7F-452D-9185-8055E99293E2}" dt="2023-07-02T07:13:36.016" v="310" actId="478"/>
        <pc:sldMkLst>
          <pc:docMk/>
          <pc:sldMk cId="3278685410" sldId="331"/>
        </pc:sldMkLst>
        <pc:spChg chg="del">
          <ac:chgData name="Songqing Gu" userId="c4d8cb49210192e2" providerId="LiveId" clId="{DD95A6FC-DE7F-452D-9185-8055E99293E2}" dt="2023-07-02T07:13:36.016" v="310" actId="478"/>
          <ac:spMkLst>
            <pc:docMk/>
            <pc:sldMk cId="3278685410" sldId="331"/>
            <ac:spMk id="6" creationId="{DB305B2A-7D04-4B99-983A-B36E0FD74DE1}"/>
          </ac:spMkLst>
        </pc:spChg>
      </pc:sldChg>
    </pc:docChg>
  </pc:docChgLst>
  <pc:docChgLst>
    <pc:chgData name="Songqing Gu" userId="c4d8cb49210192e2" providerId="LiveId" clId="{43D478A8-A14C-4C0B-86C7-32E27CB31161}"/>
    <pc:docChg chg="undo custSel modSld">
      <pc:chgData name="Songqing Gu" userId="c4d8cb49210192e2" providerId="LiveId" clId="{43D478A8-A14C-4C0B-86C7-32E27CB31161}" dt="2023-07-10T13:51:03.040" v="121" actId="1076"/>
      <pc:docMkLst>
        <pc:docMk/>
      </pc:docMkLst>
      <pc:sldChg chg="addSp delSp modSp mod">
        <pc:chgData name="Songqing Gu" userId="c4d8cb49210192e2" providerId="LiveId" clId="{43D478A8-A14C-4C0B-86C7-32E27CB31161}" dt="2023-07-10T13:35:36.552" v="73" actId="1076"/>
        <pc:sldMkLst>
          <pc:docMk/>
          <pc:sldMk cId="2216314799" sldId="274"/>
        </pc:sldMkLst>
        <pc:spChg chg="mod">
          <ac:chgData name="Songqing Gu" userId="c4d8cb49210192e2" providerId="LiveId" clId="{43D478A8-A14C-4C0B-86C7-32E27CB31161}" dt="2023-07-10T13:34:45.112" v="64" actId="1076"/>
          <ac:spMkLst>
            <pc:docMk/>
            <pc:sldMk cId="2216314799" sldId="274"/>
            <ac:spMk id="2" creationId="{00000000-0000-0000-0000-000000000000}"/>
          </ac:spMkLst>
        </pc:spChg>
        <pc:spChg chg="del">
          <ac:chgData name="Songqing Gu" userId="c4d8cb49210192e2" providerId="LiveId" clId="{43D478A8-A14C-4C0B-86C7-32E27CB31161}" dt="2023-07-10T13:33:38.623" v="42" actId="478"/>
          <ac:spMkLst>
            <pc:docMk/>
            <pc:sldMk cId="2216314799" sldId="274"/>
            <ac:spMk id="4" creationId="{0F89EA29-F0AD-67A8-910B-517FC39D9D79}"/>
          </ac:spMkLst>
        </pc:spChg>
        <pc:spChg chg="add mod">
          <ac:chgData name="Songqing Gu" userId="c4d8cb49210192e2" providerId="LiveId" clId="{43D478A8-A14C-4C0B-86C7-32E27CB31161}" dt="2023-07-10T13:35:12.180" v="68" actId="21"/>
          <ac:spMkLst>
            <pc:docMk/>
            <pc:sldMk cId="2216314799" sldId="274"/>
            <ac:spMk id="5" creationId="{229CAEAA-CFBA-A4F2-6860-CBDF70FC1631}"/>
          </ac:spMkLst>
        </pc:spChg>
        <pc:spChg chg="add mod">
          <ac:chgData name="Songqing Gu" userId="c4d8cb49210192e2" providerId="LiveId" clId="{43D478A8-A14C-4C0B-86C7-32E27CB31161}" dt="2023-07-10T13:35:36.552" v="73" actId="1076"/>
          <ac:spMkLst>
            <pc:docMk/>
            <pc:sldMk cId="2216314799" sldId="274"/>
            <ac:spMk id="7" creationId="{65C4C16E-FD48-816E-3589-2056FB75000E}"/>
          </ac:spMkLst>
        </pc:spChg>
      </pc:sldChg>
      <pc:sldChg chg="addSp delSp modSp mod">
        <pc:chgData name="Songqing Gu" userId="c4d8cb49210192e2" providerId="LiveId" clId="{43D478A8-A14C-4C0B-86C7-32E27CB31161}" dt="2023-07-10T13:23:04.684" v="41" actId="1076"/>
        <pc:sldMkLst>
          <pc:docMk/>
          <pc:sldMk cId="2115522147" sldId="322"/>
        </pc:sldMkLst>
        <pc:spChg chg="del">
          <ac:chgData name="Songqing Gu" userId="c4d8cb49210192e2" providerId="LiveId" clId="{43D478A8-A14C-4C0B-86C7-32E27CB31161}" dt="2023-07-10T13:20:13.692" v="10" actId="478"/>
          <ac:spMkLst>
            <pc:docMk/>
            <pc:sldMk cId="2115522147" sldId="322"/>
            <ac:spMk id="3" creationId="{C98BB460-FAD5-B380-DF99-571DB91A8645}"/>
          </ac:spMkLst>
        </pc:spChg>
        <pc:spChg chg="add mod">
          <ac:chgData name="Songqing Gu" userId="c4d8cb49210192e2" providerId="LiveId" clId="{43D478A8-A14C-4C0B-86C7-32E27CB31161}" dt="2023-07-10T13:22:34.533" v="35" actId="1076"/>
          <ac:spMkLst>
            <pc:docMk/>
            <pc:sldMk cId="2115522147" sldId="322"/>
            <ac:spMk id="4" creationId="{F89EBB47-39A0-55B7-4BD5-49E8128A8B6D}"/>
          </ac:spMkLst>
        </pc:spChg>
        <pc:spChg chg="add mod">
          <ac:chgData name="Songqing Gu" userId="c4d8cb49210192e2" providerId="LiveId" clId="{43D478A8-A14C-4C0B-86C7-32E27CB31161}" dt="2023-07-10T13:23:04.684" v="41" actId="1076"/>
          <ac:spMkLst>
            <pc:docMk/>
            <pc:sldMk cId="2115522147" sldId="322"/>
            <ac:spMk id="6" creationId="{2A6A2727-CBFD-599B-4309-53E8DAD31188}"/>
          </ac:spMkLst>
        </pc:spChg>
        <pc:spChg chg="mod">
          <ac:chgData name="Songqing Gu" userId="c4d8cb49210192e2" providerId="LiveId" clId="{43D478A8-A14C-4C0B-86C7-32E27CB31161}" dt="2023-07-10T13:21:43.038" v="28" actId="1076"/>
          <ac:spMkLst>
            <pc:docMk/>
            <pc:sldMk cId="2115522147" sldId="322"/>
            <ac:spMk id="9" creationId="{12FE7EEE-9033-20AB-8C81-1DA854640A13}"/>
          </ac:spMkLst>
        </pc:spChg>
      </pc:sldChg>
      <pc:sldChg chg="addSp delSp modSp mod">
        <pc:chgData name="Songqing Gu" userId="c4d8cb49210192e2" providerId="LiveId" clId="{43D478A8-A14C-4C0B-86C7-32E27CB31161}" dt="2023-07-10T13:37:52.613" v="81" actId="1076"/>
        <pc:sldMkLst>
          <pc:docMk/>
          <pc:sldMk cId="57254538" sldId="324"/>
        </pc:sldMkLst>
        <pc:spChg chg="del">
          <ac:chgData name="Songqing Gu" userId="c4d8cb49210192e2" providerId="LiveId" clId="{43D478A8-A14C-4C0B-86C7-32E27CB31161}" dt="2023-07-10T13:37:30.452" v="75" actId="478"/>
          <ac:spMkLst>
            <pc:docMk/>
            <pc:sldMk cId="57254538" sldId="324"/>
            <ac:spMk id="2" creationId="{00000000-0000-0000-0000-000000000000}"/>
          </ac:spMkLst>
        </pc:spChg>
        <pc:spChg chg="del">
          <ac:chgData name="Songqing Gu" userId="c4d8cb49210192e2" providerId="LiveId" clId="{43D478A8-A14C-4C0B-86C7-32E27CB31161}" dt="2023-07-10T13:37:27.531" v="74" actId="478"/>
          <ac:spMkLst>
            <pc:docMk/>
            <pc:sldMk cId="57254538" sldId="324"/>
            <ac:spMk id="4" creationId="{0F89EA29-F0AD-67A8-910B-517FC39D9D79}"/>
          </ac:spMkLst>
        </pc:spChg>
        <pc:spChg chg="add del mod">
          <ac:chgData name="Songqing Gu" userId="c4d8cb49210192e2" providerId="LiveId" clId="{43D478A8-A14C-4C0B-86C7-32E27CB31161}" dt="2023-07-10T13:37:33.453" v="76" actId="478"/>
          <ac:spMkLst>
            <pc:docMk/>
            <pc:sldMk cId="57254538" sldId="324"/>
            <ac:spMk id="5" creationId="{94ADEBB9-5EC2-C736-483D-F87802E0ACE3}"/>
          </ac:spMkLst>
        </pc:spChg>
        <pc:picChg chg="add mod">
          <ac:chgData name="Songqing Gu" userId="c4d8cb49210192e2" providerId="LiveId" clId="{43D478A8-A14C-4C0B-86C7-32E27CB31161}" dt="2023-07-10T13:37:52.613" v="81" actId="1076"/>
          <ac:picMkLst>
            <pc:docMk/>
            <pc:sldMk cId="57254538" sldId="324"/>
            <ac:picMk id="6" creationId="{025307A9-2D85-4732-FE4D-90E8D1C60979}"/>
          </ac:picMkLst>
        </pc:picChg>
      </pc:sldChg>
      <pc:sldChg chg="addSp delSp modSp mod">
        <pc:chgData name="Songqing Gu" userId="c4d8cb49210192e2" providerId="LiveId" clId="{43D478A8-A14C-4C0B-86C7-32E27CB31161}" dt="2023-07-10T13:51:03.040" v="121" actId="1076"/>
        <pc:sldMkLst>
          <pc:docMk/>
          <pc:sldMk cId="147964486" sldId="325"/>
        </pc:sldMkLst>
        <pc:spChg chg="mod">
          <ac:chgData name="Songqing Gu" userId="c4d8cb49210192e2" providerId="LiveId" clId="{43D478A8-A14C-4C0B-86C7-32E27CB31161}" dt="2023-07-10T13:50:29.437" v="117" actId="14100"/>
          <ac:spMkLst>
            <pc:docMk/>
            <pc:sldMk cId="147964486" sldId="325"/>
            <ac:spMk id="2" creationId="{00000000-0000-0000-0000-000000000000}"/>
          </ac:spMkLst>
        </pc:spChg>
        <pc:spChg chg="add mod">
          <ac:chgData name="Songqing Gu" userId="c4d8cb49210192e2" providerId="LiveId" clId="{43D478A8-A14C-4C0B-86C7-32E27CB31161}" dt="2023-07-10T13:51:03.040" v="121" actId="1076"/>
          <ac:spMkLst>
            <pc:docMk/>
            <pc:sldMk cId="147964486" sldId="325"/>
            <ac:spMk id="4" creationId="{C52E1955-45DC-41F3-BD94-43C115EF1D0C}"/>
          </ac:spMkLst>
        </pc:spChg>
        <pc:spChg chg="del">
          <ac:chgData name="Songqing Gu" userId="c4d8cb49210192e2" providerId="LiveId" clId="{43D478A8-A14C-4C0B-86C7-32E27CB31161}" dt="2023-07-10T13:49:03.445" v="82" actId="478"/>
          <ac:spMkLst>
            <pc:docMk/>
            <pc:sldMk cId="147964486" sldId="325"/>
            <ac:spMk id="5" creationId="{AF740A28-5EFB-B3EA-F219-EFF2ACCF2D66}"/>
          </ac:spMkLst>
        </pc:spChg>
      </pc:sldChg>
    </pc:docChg>
  </pc:docChgLst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13T08:21:06.980" v="176" actId="167"/>
      <pc:docMkLst>
        <pc:docMk/>
      </pc:docMkLst>
      <pc:sldChg chg="modSp mod">
        <pc:chgData name="Songqing Gu" userId="c4d8cb49210192e2" providerId="LiveId" clId="{C191A271-5AB5-4229-AE14-FA6CEE75A23B}" dt="2023-04-29T07:00:02.742" v="2" actId="207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4-29T07:00:02.742" v="2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 Gu" userId="c4d8cb49210192e2" providerId="LiveId" clId="{C569E232-A148-40CB-BD6A-A3EEB73E0263}"/>
    <pc:docChg chg="custSel modSld">
      <pc:chgData name="Songqing Gu" userId="c4d8cb49210192e2" providerId="LiveId" clId="{C569E232-A148-40CB-BD6A-A3EEB73E0263}" dt="2023-07-03T11:13:14.996" v="40" actId="14100"/>
      <pc:docMkLst>
        <pc:docMk/>
      </pc:docMkLst>
      <pc:sldChg chg="addSp delSp modSp mod">
        <pc:chgData name="Songqing Gu" userId="c4d8cb49210192e2" providerId="LiveId" clId="{C569E232-A148-40CB-BD6A-A3EEB73E0263}" dt="2023-07-03T11:04:58.139" v="33" actId="1076"/>
        <pc:sldMkLst>
          <pc:docMk/>
          <pc:sldMk cId="3113703618" sldId="261"/>
        </pc:sldMkLst>
        <pc:spChg chg="add mod">
          <ac:chgData name="Songqing Gu" userId="c4d8cb49210192e2" providerId="LiveId" clId="{C569E232-A148-40CB-BD6A-A3EEB73E0263}" dt="2023-07-03T11:04:58.139" v="33" actId="1076"/>
          <ac:spMkLst>
            <pc:docMk/>
            <pc:sldMk cId="3113703618" sldId="261"/>
            <ac:spMk id="3" creationId="{A9862A46-7EDA-2426-B279-65E4C9E3C006}"/>
          </ac:spMkLst>
        </pc:spChg>
        <pc:spChg chg="mod">
          <ac:chgData name="Songqing Gu" userId="c4d8cb49210192e2" providerId="LiveId" clId="{C569E232-A148-40CB-BD6A-A3EEB73E0263}" dt="2023-07-03T11:04:44.822" v="30" actId="207"/>
          <ac:spMkLst>
            <pc:docMk/>
            <pc:sldMk cId="3113703618" sldId="261"/>
            <ac:spMk id="5" creationId="{65B80BEA-BD58-4BB1-CD49-B7E8607E15EC}"/>
          </ac:spMkLst>
        </pc:spChg>
        <pc:spChg chg="del mod">
          <ac:chgData name="Songqing Gu" userId="c4d8cb49210192e2" providerId="LiveId" clId="{C569E232-A148-40CB-BD6A-A3EEB73E0263}" dt="2023-07-03T11:04:54.323" v="32" actId="478"/>
          <ac:spMkLst>
            <pc:docMk/>
            <pc:sldMk cId="3113703618" sldId="261"/>
            <ac:spMk id="8" creationId="{BA26DEAE-5B0E-7092-0CDC-7B1858EBADCD}"/>
          </ac:spMkLst>
        </pc:spChg>
        <pc:spChg chg="del">
          <ac:chgData name="Songqing Gu" userId="c4d8cb49210192e2" providerId="LiveId" clId="{C569E232-A148-40CB-BD6A-A3EEB73E0263}" dt="2023-07-03T11:04:11.862" v="22" actId="478"/>
          <ac:spMkLst>
            <pc:docMk/>
            <pc:sldMk cId="3113703618" sldId="261"/>
            <ac:spMk id="10" creationId="{A751D98D-28CD-6AA8-E491-63C1E905EAA5}"/>
          </ac:spMkLst>
        </pc:spChg>
        <pc:spChg chg="del">
          <ac:chgData name="Songqing Gu" userId="c4d8cb49210192e2" providerId="LiveId" clId="{C569E232-A148-40CB-BD6A-A3EEB73E0263}" dt="2023-07-03T11:04:09.173" v="21" actId="478"/>
          <ac:spMkLst>
            <pc:docMk/>
            <pc:sldMk cId="3113703618" sldId="261"/>
            <ac:spMk id="12" creationId="{568BBE4C-8E40-8C7F-9A64-C076869BEF43}"/>
          </ac:spMkLst>
        </pc:spChg>
        <pc:spChg chg="del">
          <ac:chgData name="Songqing Gu" userId="c4d8cb49210192e2" providerId="LiveId" clId="{C569E232-A148-40CB-BD6A-A3EEB73E0263}" dt="2023-07-03T11:04:05.604" v="20" actId="478"/>
          <ac:spMkLst>
            <pc:docMk/>
            <pc:sldMk cId="3113703618" sldId="261"/>
            <ac:spMk id="14" creationId="{FDD2FAB4-4A78-F080-AC67-7FFC39D796DC}"/>
          </ac:spMkLst>
        </pc:spChg>
      </pc:sldChg>
      <pc:sldChg chg="addSp delSp modSp mod">
        <pc:chgData name="Songqing Gu" userId="c4d8cb49210192e2" providerId="LiveId" clId="{C569E232-A148-40CB-BD6A-A3EEB73E0263}" dt="2023-07-03T11:13:14.996" v="40" actId="14100"/>
        <pc:sldMkLst>
          <pc:docMk/>
          <pc:sldMk cId="2115522147" sldId="322"/>
        </pc:sldMkLst>
        <pc:spChg chg="add mod">
          <ac:chgData name="Songqing Gu" userId="c4d8cb49210192e2" providerId="LiveId" clId="{C569E232-A148-40CB-BD6A-A3EEB73E0263}" dt="2023-07-03T11:13:14.996" v="40" actId="14100"/>
          <ac:spMkLst>
            <pc:docMk/>
            <pc:sldMk cId="2115522147" sldId="322"/>
            <ac:spMk id="3" creationId="{C98BB460-FAD5-B380-DF99-571DB91A8645}"/>
          </ac:spMkLst>
        </pc:spChg>
        <pc:spChg chg="del">
          <ac:chgData name="Songqing Gu" userId="c4d8cb49210192e2" providerId="LiveId" clId="{C569E232-A148-40CB-BD6A-A3EEB73E0263}" dt="2023-07-03T11:13:00.069" v="34" actId="478"/>
          <ac:spMkLst>
            <pc:docMk/>
            <pc:sldMk cId="2115522147" sldId="322"/>
            <ac:spMk id="11" creationId="{97DB11F4-6E24-13D6-6479-AA84647A6E49}"/>
          </ac:spMkLst>
        </pc:spChg>
      </pc:sldChg>
      <pc:sldChg chg="delSp modSp mod">
        <pc:chgData name="Songqing Gu" userId="c4d8cb49210192e2" providerId="LiveId" clId="{C569E232-A148-40CB-BD6A-A3EEB73E0263}" dt="2023-07-03T11:03:53.755" v="19" actId="478"/>
        <pc:sldMkLst>
          <pc:docMk/>
          <pc:sldMk cId="523495732" sldId="323"/>
        </pc:sldMkLst>
        <pc:spChg chg="mod">
          <ac:chgData name="Songqing Gu" userId="c4d8cb49210192e2" providerId="LiveId" clId="{C569E232-A148-40CB-BD6A-A3EEB73E0263}" dt="2023-07-03T11:03:50.894" v="18" actId="1076"/>
          <ac:spMkLst>
            <pc:docMk/>
            <pc:sldMk cId="523495732" sldId="323"/>
            <ac:spMk id="3" creationId="{00000000-0000-0000-0000-000000000000}"/>
          </ac:spMkLst>
        </pc:spChg>
        <pc:spChg chg="del">
          <ac:chgData name="Songqing Gu" userId="c4d8cb49210192e2" providerId="LiveId" clId="{C569E232-A148-40CB-BD6A-A3EEB73E0263}" dt="2023-07-03T11:03:53.755" v="19" actId="478"/>
          <ac:spMkLst>
            <pc:docMk/>
            <pc:sldMk cId="523495732" sldId="323"/>
            <ac:spMk id="6" creationId="{C5866E9B-17EC-3B6D-4DA3-56DC79878C74}"/>
          </ac:spMkLst>
        </pc:spChg>
      </pc:sldChg>
    </pc:docChg>
  </pc:docChgLst>
  <pc:docChgLst>
    <pc:chgData name="Songqing" userId="c4d8cb49210192e2" providerId="LiveId" clId="{43D478A8-A14C-4C0B-86C7-32E27CB31161}"/>
    <pc:docChg chg="undo custSel addSld delSld modSld sldOrd modSection">
      <pc:chgData name="Songqing" userId="c4d8cb49210192e2" providerId="LiveId" clId="{43D478A8-A14C-4C0B-86C7-32E27CB31161}" dt="2023-08-15T07:25:26.413" v="2203" actId="207"/>
      <pc:docMkLst>
        <pc:docMk/>
      </pc:docMkLst>
      <pc:sldChg chg="del">
        <pc:chgData name="Songqing" userId="c4d8cb49210192e2" providerId="LiveId" clId="{43D478A8-A14C-4C0B-86C7-32E27CB31161}" dt="2023-07-17T20:13:37.266" v="120" actId="2696"/>
        <pc:sldMkLst>
          <pc:docMk/>
          <pc:sldMk cId="3113703618" sldId="261"/>
        </pc:sldMkLst>
      </pc:sldChg>
      <pc:sldChg chg="modSp mod">
        <pc:chgData name="Songqing" userId="c4d8cb49210192e2" providerId="LiveId" clId="{43D478A8-A14C-4C0B-86C7-32E27CB31161}" dt="2023-08-15T07:25:26.413" v="2203" actId="207"/>
        <pc:sldMkLst>
          <pc:docMk/>
          <pc:sldMk cId="243240403" sldId="264"/>
        </pc:sldMkLst>
        <pc:spChg chg="mod">
          <ac:chgData name="Songqing" userId="c4d8cb49210192e2" providerId="LiveId" clId="{43D478A8-A14C-4C0B-86C7-32E27CB31161}" dt="2023-08-15T07:25:00.412" v="2198" actId="14861"/>
          <ac:spMkLst>
            <pc:docMk/>
            <pc:sldMk cId="243240403" sldId="264"/>
            <ac:spMk id="2" creationId="{00000000-0000-0000-0000-000000000000}"/>
          </ac:spMkLst>
        </pc:spChg>
        <pc:spChg chg="mod">
          <ac:chgData name="Songqing" userId="c4d8cb49210192e2" providerId="LiveId" clId="{43D478A8-A14C-4C0B-86C7-32E27CB31161}" dt="2023-08-15T07:25:26.413" v="2203" actId="207"/>
          <ac:spMkLst>
            <pc:docMk/>
            <pc:sldMk cId="243240403" sldId="264"/>
            <ac:spMk id="3" creationId="{00000000-0000-0000-0000-000000000000}"/>
          </ac:spMkLst>
        </pc:spChg>
      </pc:sldChg>
      <pc:sldChg chg="addSp delSp modSp mod modNotesTx">
        <pc:chgData name="Songqing" userId="c4d8cb49210192e2" providerId="LiveId" clId="{43D478A8-A14C-4C0B-86C7-32E27CB31161}" dt="2023-08-15T07:23:37.947" v="2197" actId="14100"/>
        <pc:sldMkLst>
          <pc:docMk/>
          <pc:sldMk cId="2216314799" sldId="274"/>
        </pc:sldMkLst>
        <pc:spChg chg="del mod">
          <ac:chgData name="Songqing" userId="c4d8cb49210192e2" providerId="LiveId" clId="{43D478A8-A14C-4C0B-86C7-32E27CB31161}" dt="2023-07-29T04:39:32.021" v="1500" actId="478"/>
          <ac:spMkLst>
            <pc:docMk/>
            <pc:sldMk cId="2216314799" sldId="274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3" creationId="{B7CF3D40-4F7F-B4E4-A8FA-35DF33232261}"/>
          </ac:spMkLst>
        </pc:spChg>
        <pc:spChg chg="add del mod">
          <ac:chgData name="Songqing" userId="c4d8cb49210192e2" providerId="LiveId" clId="{43D478A8-A14C-4C0B-86C7-32E27CB31161}" dt="2023-07-29T04:24:51.564" v="1463" actId="478"/>
          <ac:spMkLst>
            <pc:docMk/>
            <pc:sldMk cId="2216314799" sldId="274"/>
            <ac:spMk id="4" creationId="{BD934B1A-096B-6A2D-3B4F-5EDE061BE423}"/>
          </ac:spMkLst>
        </pc:spChg>
        <pc:spChg chg="del mod">
          <ac:chgData name="Songqing" userId="c4d8cb49210192e2" providerId="LiveId" clId="{43D478A8-A14C-4C0B-86C7-32E27CB31161}" dt="2023-07-17T20:17:34.352" v="130" actId="478"/>
          <ac:spMkLst>
            <pc:docMk/>
            <pc:sldMk cId="2216314799" sldId="274"/>
            <ac:spMk id="5" creationId="{229CAEAA-CFBA-A4F2-6860-CBDF70FC1631}"/>
          </ac:spMkLst>
        </pc:spChg>
        <pc:spChg chg="add del mod">
          <ac:chgData name="Songqing" userId="c4d8cb49210192e2" providerId="LiveId" clId="{43D478A8-A14C-4C0B-86C7-32E27CB31161}" dt="2023-07-18T12:28:23.133" v="307" actId="478"/>
          <ac:spMkLst>
            <pc:docMk/>
            <pc:sldMk cId="2216314799" sldId="274"/>
            <ac:spMk id="6" creationId="{3996ECAC-2B11-247D-9AD1-B5C752A05879}"/>
          </ac:spMkLst>
        </pc:spChg>
        <pc:spChg chg="del mod">
          <ac:chgData name="Songqing" userId="c4d8cb49210192e2" providerId="LiveId" clId="{43D478A8-A14C-4C0B-86C7-32E27CB31161}" dt="2023-07-17T20:17:34.352" v="130" actId="478"/>
          <ac:spMkLst>
            <pc:docMk/>
            <pc:sldMk cId="2216314799" sldId="274"/>
            <ac:spMk id="7" creationId="{65C4C16E-FD48-816E-3589-2056FB75000E}"/>
          </ac:spMkLst>
        </pc:spChg>
        <pc:spChg chg="add del mod">
          <ac:chgData name="Songqing" userId="c4d8cb49210192e2" providerId="LiveId" clId="{43D478A8-A14C-4C0B-86C7-32E27CB31161}" dt="2023-07-18T12:28:24.250" v="308" actId="478"/>
          <ac:spMkLst>
            <pc:docMk/>
            <pc:sldMk cId="2216314799" sldId="274"/>
            <ac:spMk id="8" creationId="{1750BA07-2E5E-83EB-FEBF-35C1D5E5323F}"/>
          </ac:spMkLst>
        </pc:spChg>
        <pc:spChg chg="add mod">
          <ac:chgData name="Songqing" userId="c4d8cb49210192e2" providerId="LiveId" clId="{43D478A8-A14C-4C0B-86C7-32E27CB31161}" dt="2023-08-05T11:57:14.913" v="1965" actId="1076"/>
          <ac:spMkLst>
            <pc:docMk/>
            <pc:sldMk cId="2216314799" sldId="274"/>
            <ac:spMk id="9" creationId="{7A6A9906-5751-44CE-37E0-BE40415D3D93}"/>
          </ac:spMkLst>
        </pc:spChg>
        <pc:spChg chg="add del mod">
          <ac:chgData name="Songqing" userId="c4d8cb49210192e2" providerId="LiveId" clId="{43D478A8-A14C-4C0B-86C7-32E27CB31161}" dt="2023-07-29T04:42:13.597" v="1538" actId="478"/>
          <ac:spMkLst>
            <pc:docMk/>
            <pc:sldMk cId="2216314799" sldId="274"/>
            <ac:spMk id="10" creationId="{D3518D2D-B875-0697-44E3-13FA9DC5A684}"/>
          </ac:spMkLst>
        </pc:spChg>
        <pc:spChg chg="add del mod">
          <ac:chgData name="Songqing" userId="c4d8cb49210192e2" providerId="LiveId" clId="{43D478A8-A14C-4C0B-86C7-32E27CB31161}" dt="2023-07-29T04:21:45.340" v="1404" actId="478"/>
          <ac:spMkLst>
            <pc:docMk/>
            <pc:sldMk cId="2216314799" sldId="274"/>
            <ac:spMk id="11" creationId="{EAEC5526-3E31-E355-180C-7443115AA741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12" creationId="{1EDFED13-4CEB-B7E1-F7CD-6C90079D0A61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13" creationId="{DC5D6C4F-2762-3F37-043B-534C53CB59F3}"/>
          </ac:spMkLst>
        </pc:spChg>
        <pc:spChg chg="add del mod">
          <ac:chgData name="Songqing" userId="c4d8cb49210192e2" providerId="LiveId" clId="{43D478A8-A14C-4C0B-86C7-32E27CB31161}" dt="2023-07-29T04:44:51.490" v="1585" actId="478"/>
          <ac:spMkLst>
            <pc:docMk/>
            <pc:sldMk cId="2216314799" sldId="274"/>
            <ac:spMk id="17" creationId="{FDACAEB8-8ED3-ABF0-85CE-2B5FDCFAA7C6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20" creationId="{D35074D0-E503-3857-53C5-1A1FD1DBDCD1}"/>
          </ac:spMkLst>
        </pc:spChg>
        <pc:spChg chg="add del mod">
          <ac:chgData name="Songqing" userId="c4d8cb49210192e2" providerId="LiveId" clId="{43D478A8-A14C-4C0B-86C7-32E27CB31161}" dt="2023-07-29T04:38:59.835" v="1496" actId="478"/>
          <ac:spMkLst>
            <pc:docMk/>
            <pc:sldMk cId="2216314799" sldId="274"/>
            <ac:spMk id="24" creationId="{123CE729-67F1-DDE2-9CD1-194F39B4FB7F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29" creationId="{9D9A0144-A8CB-763E-506F-1038893D45C2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34" creationId="{D1A4237A-FB07-8AD9-3631-171988D2014E}"/>
          </ac:spMkLst>
        </pc:spChg>
        <pc:spChg chg="add del mod">
          <ac:chgData name="Songqing" userId="c4d8cb49210192e2" providerId="LiveId" clId="{43D478A8-A14C-4C0B-86C7-32E27CB31161}" dt="2023-07-29T04:39:34.836" v="1501" actId="478"/>
          <ac:spMkLst>
            <pc:docMk/>
            <pc:sldMk cId="2216314799" sldId="274"/>
            <ac:spMk id="52" creationId="{69C33B8F-20C6-3DF7-3F79-1D3E965F2374}"/>
          </ac:spMkLst>
        </pc:spChg>
        <pc:spChg chg="add mod">
          <ac:chgData name="Songqing" userId="c4d8cb49210192e2" providerId="LiveId" clId="{43D478A8-A14C-4C0B-86C7-32E27CB31161}" dt="2023-08-05T11:57:03.896" v="1963" actId="14100"/>
          <ac:spMkLst>
            <pc:docMk/>
            <pc:sldMk cId="2216314799" sldId="274"/>
            <ac:spMk id="53" creationId="{623DDB0E-DF00-2CF3-C96A-600A5A3522BA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54" creationId="{146B91CC-76EB-01CB-9FE2-D56D8178158A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55" creationId="{2DE1E2B6-0F65-4445-E3C1-978738C4ADF8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56" creationId="{ABA07445-3776-1371-ACF6-A2E222236F35}"/>
          </ac:spMkLst>
        </pc:spChg>
        <pc:spChg chg="add mod or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61" creationId="{32674058-6722-E58D-B55F-E25426FE0BE7}"/>
          </ac:spMkLst>
        </pc:spChg>
        <pc:spChg chg="add mod">
          <ac:chgData name="Songqing" userId="c4d8cb49210192e2" providerId="LiveId" clId="{43D478A8-A14C-4C0B-86C7-32E27CB31161}" dt="2023-08-05T11:57:12.793" v="1964" actId="14100"/>
          <ac:spMkLst>
            <pc:docMk/>
            <pc:sldMk cId="2216314799" sldId="274"/>
            <ac:spMk id="62" creationId="{524B208A-B173-FC0A-B618-E043F12D5F0C}"/>
          </ac:spMkLst>
        </pc:spChg>
        <pc:spChg chg="add mod">
          <ac:chgData name="Songqing" userId="c4d8cb49210192e2" providerId="LiveId" clId="{43D478A8-A14C-4C0B-86C7-32E27CB31161}" dt="2023-07-29T04:47:09.066" v="1618" actId="14100"/>
          <ac:spMkLst>
            <pc:docMk/>
            <pc:sldMk cId="2216314799" sldId="274"/>
            <ac:spMk id="63" creationId="{8B4D646C-D8F5-DBB5-F07F-E034C9A8104F}"/>
          </ac:spMkLst>
        </pc:spChg>
        <pc:spChg chg="add mod">
          <ac:chgData name="Songqing" userId="c4d8cb49210192e2" providerId="LiveId" clId="{43D478A8-A14C-4C0B-86C7-32E27CB31161}" dt="2023-08-15T07:23:37.947" v="2197" actId="14100"/>
          <ac:spMkLst>
            <pc:docMk/>
            <pc:sldMk cId="2216314799" sldId="274"/>
            <ac:spMk id="64" creationId="{6E9797F3-10F2-8B54-289F-38FD245B5EED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65" creationId="{F575EDEC-8517-EDB8-1053-934AE9BE6A8B}"/>
          </ac:spMkLst>
        </pc:spChg>
        <pc:spChg chg="add mod">
          <ac:chgData name="Songqing" userId="c4d8cb49210192e2" providerId="LiveId" clId="{43D478A8-A14C-4C0B-86C7-32E27CB31161}" dt="2023-08-05T11:56:58.046" v="1962" actId="1076"/>
          <ac:spMkLst>
            <pc:docMk/>
            <pc:sldMk cId="2216314799" sldId="274"/>
            <ac:spMk id="66" creationId="{977691F7-D2D8-0240-A7E6-F8ADE2CAA51D}"/>
          </ac:spMkLst>
        </pc:spChg>
        <pc:spChg chg="add mod">
          <ac:chgData name="Songqing" userId="c4d8cb49210192e2" providerId="LiveId" clId="{43D478A8-A14C-4C0B-86C7-32E27CB31161}" dt="2023-07-29T04:47:51.521" v="1629" actId="1076"/>
          <ac:spMkLst>
            <pc:docMk/>
            <pc:sldMk cId="2216314799" sldId="274"/>
            <ac:spMk id="68" creationId="{0E63BA6E-CEFE-938B-D530-74ACE4998765}"/>
          </ac:spMkLst>
        </pc:spChg>
        <pc:cxnChg chg="add del mod">
          <ac:chgData name="Songqing" userId="c4d8cb49210192e2" providerId="LiveId" clId="{43D478A8-A14C-4C0B-86C7-32E27CB31161}" dt="2023-07-19T05:33:33.303" v="718" actId="478"/>
          <ac:cxnSpMkLst>
            <pc:docMk/>
            <pc:sldMk cId="2216314799" sldId="274"/>
            <ac:cxnSpMk id="15" creationId="{544423A6-F933-7C6E-98B8-669E8C28F0FE}"/>
          </ac:cxnSpMkLst>
        </pc:cxnChg>
        <pc:cxnChg chg="add del mod">
          <ac:chgData name="Songqing" userId="c4d8cb49210192e2" providerId="LiveId" clId="{43D478A8-A14C-4C0B-86C7-32E27CB31161}" dt="2023-07-29T04:44:52.715" v="1586" actId="478"/>
          <ac:cxnSpMkLst>
            <pc:docMk/>
            <pc:sldMk cId="2216314799" sldId="274"/>
            <ac:cxnSpMk id="19" creationId="{C29AAF98-B1A0-47FA-56B6-07D271D7A0A9}"/>
          </ac:cxnSpMkLst>
        </pc:cxnChg>
        <pc:cxnChg chg="add del mod">
          <ac:chgData name="Songqing" userId="c4d8cb49210192e2" providerId="LiveId" clId="{43D478A8-A14C-4C0B-86C7-32E27CB31161}" dt="2023-07-29T04:38:59.835" v="1496" actId="478"/>
          <ac:cxnSpMkLst>
            <pc:docMk/>
            <pc:sldMk cId="2216314799" sldId="274"/>
            <ac:cxnSpMk id="21" creationId="{737E4DC7-903F-B2D5-4DCA-99EB5028DB0F}"/>
          </ac:cxnSpMkLst>
        </pc:cxnChg>
        <pc:cxnChg chg="add del mod">
          <ac:chgData name="Songqing" userId="c4d8cb49210192e2" providerId="LiveId" clId="{43D478A8-A14C-4C0B-86C7-32E27CB31161}" dt="2023-07-29T04:38:59.835" v="1496" actId="478"/>
          <ac:cxnSpMkLst>
            <pc:docMk/>
            <pc:sldMk cId="2216314799" sldId="274"/>
            <ac:cxnSpMk id="25" creationId="{6AB45BF9-F879-3ABA-D00A-505AAF4EB712}"/>
          </ac:cxnSpMkLst>
        </pc:cxnChg>
        <pc:cxnChg chg="add del mod">
          <ac:chgData name="Songqing" userId="c4d8cb49210192e2" providerId="LiveId" clId="{43D478A8-A14C-4C0B-86C7-32E27CB31161}" dt="2023-07-29T04:40:22.495" v="1511" actId="478"/>
          <ac:cxnSpMkLst>
            <pc:docMk/>
            <pc:sldMk cId="2216314799" sldId="274"/>
            <ac:cxnSpMk id="43" creationId="{40E4FA22-E636-5006-BB39-3C0D2CB66124}"/>
          </ac:cxnSpMkLst>
        </pc:cxnChg>
        <pc:cxnChg chg="add del mod">
          <ac:chgData name="Songqing" userId="c4d8cb49210192e2" providerId="LiveId" clId="{43D478A8-A14C-4C0B-86C7-32E27CB31161}" dt="2023-07-29T04:40:23.713" v="1512" actId="478"/>
          <ac:cxnSpMkLst>
            <pc:docMk/>
            <pc:sldMk cId="2216314799" sldId="274"/>
            <ac:cxnSpMk id="45" creationId="{48448BBD-60DA-AD60-D300-AB762B14C868}"/>
          </ac:cxnSpMkLst>
        </pc:cxnChg>
        <pc:cxnChg chg="add del mod">
          <ac:chgData name="Songqing" userId="c4d8cb49210192e2" providerId="LiveId" clId="{43D478A8-A14C-4C0B-86C7-32E27CB31161}" dt="2023-07-29T04:40:24.475" v="1513" actId="478"/>
          <ac:cxnSpMkLst>
            <pc:docMk/>
            <pc:sldMk cId="2216314799" sldId="274"/>
            <ac:cxnSpMk id="57" creationId="{DE197381-D490-8834-5D55-080E83C4C0CD}"/>
          </ac:cxnSpMkLst>
        </pc:cxnChg>
        <pc:cxnChg chg="add del mod">
          <ac:chgData name="Songqing" userId="c4d8cb49210192e2" providerId="LiveId" clId="{43D478A8-A14C-4C0B-86C7-32E27CB31161}" dt="2023-07-29T04:40:25.896" v="1514" actId="478"/>
          <ac:cxnSpMkLst>
            <pc:docMk/>
            <pc:sldMk cId="2216314799" sldId="274"/>
            <ac:cxnSpMk id="58" creationId="{4D7030FB-4118-1AE5-99B8-D3011C5E3F1C}"/>
          </ac:cxnSpMkLst>
        </pc:cxnChg>
        <pc:cxnChg chg="add mod">
          <ac:chgData name="Songqing" userId="c4d8cb49210192e2" providerId="LiveId" clId="{43D478A8-A14C-4C0B-86C7-32E27CB31161}" dt="2023-08-05T11:56:58.046" v="1962" actId="1076"/>
          <ac:cxnSpMkLst>
            <pc:docMk/>
            <pc:sldMk cId="2216314799" sldId="274"/>
            <ac:cxnSpMk id="70" creationId="{9F4257D6-79DF-2499-F3BE-B23641B1BAE2}"/>
          </ac:cxnSpMkLst>
        </pc:cxnChg>
      </pc:sldChg>
      <pc:sldChg chg="addSp delSp modSp del mod ord modNotesTx">
        <pc:chgData name="Songqing" userId="c4d8cb49210192e2" providerId="LiveId" clId="{43D478A8-A14C-4C0B-86C7-32E27CB31161}" dt="2023-07-29T04:44:59.302" v="1587" actId="2696"/>
        <pc:sldMkLst>
          <pc:docMk/>
          <pc:sldMk cId="1408025446" sldId="294"/>
        </pc:sldMkLst>
        <pc:spChg chg="mod">
          <ac:chgData name="Songqing" userId="c4d8cb49210192e2" providerId="LiveId" clId="{43D478A8-A14C-4C0B-86C7-32E27CB31161}" dt="2023-07-21T20:19:09.860" v="1392" actId="20577"/>
          <ac:spMkLst>
            <pc:docMk/>
            <pc:sldMk cId="1408025446" sldId="294"/>
            <ac:spMk id="2" creationId="{00000000-0000-0000-0000-000000000000}"/>
          </ac:spMkLst>
        </pc:spChg>
        <pc:spChg chg="del mod">
          <ac:chgData name="Songqing" userId="c4d8cb49210192e2" providerId="LiveId" clId="{43D478A8-A14C-4C0B-86C7-32E27CB31161}" dt="2023-07-17T20:02:47.366" v="34" actId="478"/>
          <ac:spMkLst>
            <pc:docMk/>
            <pc:sldMk cId="1408025446" sldId="294"/>
            <ac:spMk id="4" creationId="{6CA3A3DF-0166-EB1D-9437-156FF00610F0}"/>
          </ac:spMkLst>
        </pc:spChg>
        <pc:spChg chg="del mod">
          <ac:chgData name="Songqing" userId="c4d8cb49210192e2" providerId="LiveId" clId="{43D478A8-A14C-4C0B-86C7-32E27CB31161}" dt="2023-07-17T20:01:32.513" v="19" actId="478"/>
          <ac:spMkLst>
            <pc:docMk/>
            <pc:sldMk cId="1408025446" sldId="294"/>
            <ac:spMk id="5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7T20:01:35.744" v="20" actId="478"/>
          <ac:spMkLst>
            <pc:docMk/>
            <pc:sldMk cId="1408025446" sldId="294"/>
            <ac:spMk id="6" creationId="{0D5516D7-1F78-BA72-E2D7-3309005FB46D}"/>
          </ac:spMkLst>
        </pc:spChg>
        <pc:spChg chg="add mod">
          <ac:chgData name="Songqing" userId="c4d8cb49210192e2" providerId="LiveId" clId="{43D478A8-A14C-4C0B-86C7-32E27CB31161}" dt="2023-07-29T04:43:08.639" v="1565" actId="14100"/>
          <ac:spMkLst>
            <pc:docMk/>
            <pc:sldMk cId="1408025446" sldId="294"/>
            <ac:spMk id="8" creationId="{2DDA7AF5-637B-7E1B-0FC5-EB5C7EA2A9B4}"/>
          </ac:spMkLst>
        </pc:spChg>
      </pc:sldChg>
      <pc:sldChg chg="addSp delSp modSp mod">
        <pc:chgData name="Songqing" userId="c4d8cb49210192e2" providerId="LiveId" clId="{43D478A8-A14C-4C0B-86C7-32E27CB31161}" dt="2023-08-05T12:08:02.309" v="2161" actId="478"/>
        <pc:sldMkLst>
          <pc:docMk/>
          <pc:sldMk cId="2115522147" sldId="322"/>
        </pc:sldMkLst>
        <pc:spChg chg="add mod">
          <ac:chgData name="Songqing" userId="c4d8cb49210192e2" providerId="LiveId" clId="{43D478A8-A14C-4C0B-86C7-32E27CB31161}" dt="2023-07-19T04:37:33.023" v="395" actId="14100"/>
          <ac:spMkLst>
            <pc:docMk/>
            <pc:sldMk cId="2115522147" sldId="322"/>
            <ac:spMk id="2" creationId="{348DB064-091E-82D2-2756-26D34D84AACA}"/>
          </ac:spMkLst>
        </pc:spChg>
        <pc:spChg chg="del mod">
          <ac:chgData name="Songqing" userId="c4d8cb49210192e2" providerId="LiveId" clId="{43D478A8-A14C-4C0B-86C7-32E27CB31161}" dt="2023-08-05T12:08:02.309" v="2161" actId="478"/>
          <ac:spMkLst>
            <pc:docMk/>
            <pc:sldMk cId="2115522147" sldId="322"/>
            <ac:spMk id="4" creationId="{F89EBB47-39A0-55B7-4BD5-49E8128A8B6D}"/>
          </ac:spMkLst>
        </pc:spChg>
        <pc:spChg chg="del mod">
          <ac:chgData name="Songqing" userId="c4d8cb49210192e2" providerId="LiveId" clId="{43D478A8-A14C-4C0B-86C7-32E27CB31161}" dt="2023-08-05T12:08:02.309" v="2161" actId="478"/>
          <ac:spMkLst>
            <pc:docMk/>
            <pc:sldMk cId="2115522147" sldId="322"/>
            <ac:spMk id="6" creationId="{2A6A2727-CBFD-599B-4309-53E8DAD31188}"/>
          </ac:spMkLst>
        </pc:spChg>
        <pc:spChg chg="mod">
          <ac:chgData name="Songqing" userId="c4d8cb49210192e2" providerId="LiveId" clId="{43D478A8-A14C-4C0B-86C7-32E27CB31161}" dt="2023-07-20T02:27:45.670" v="1388" actId="20577"/>
          <ac:spMkLst>
            <pc:docMk/>
            <pc:sldMk cId="2115522147" sldId="322"/>
            <ac:spMk id="9" creationId="{12FE7EEE-9033-20AB-8C81-1DA854640A13}"/>
          </ac:spMkLst>
        </pc:spChg>
      </pc:sldChg>
      <pc:sldChg chg="addSp modSp mod">
        <pc:chgData name="Songqing" userId="c4d8cb49210192e2" providerId="LiveId" clId="{43D478A8-A14C-4C0B-86C7-32E27CB31161}" dt="2023-08-15T07:22:27.398" v="2167" actId="20577"/>
        <pc:sldMkLst>
          <pc:docMk/>
          <pc:sldMk cId="523495732" sldId="323"/>
        </pc:sldMkLst>
        <pc:spChg chg="mod">
          <ac:chgData name="Songqing" userId="c4d8cb49210192e2" providerId="LiveId" clId="{43D478A8-A14C-4C0B-86C7-32E27CB31161}" dt="2023-08-05T12:06:28.160" v="2103" actId="1076"/>
          <ac:spMkLst>
            <pc:docMk/>
            <pc:sldMk cId="523495732" sldId="323"/>
            <ac:spMk id="3" creationId="{00000000-0000-0000-0000-000000000000}"/>
          </ac:spMkLst>
        </pc:spChg>
        <pc:spChg chg="add mod">
          <ac:chgData name="Songqing" userId="c4d8cb49210192e2" providerId="LiveId" clId="{43D478A8-A14C-4C0B-86C7-32E27CB31161}" dt="2023-08-15T07:22:27.398" v="2167" actId="20577"/>
          <ac:spMkLst>
            <pc:docMk/>
            <pc:sldMk cId="523495732" sldId="323"/>
            <ac:spMk id="6" creationId="{A4B60D65-4F88-A47D-06F4-737E7BFB63D8}"/>
          </ac:spMkLst>
        </pc:sp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57254538" sldId="324"/>
        </pc:sldMkLst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2841815986" sldId="324"/>
        </pc:sldMkLst>
        <pc:spChg chg="mod">
          <ac:chgData name="Songqing" userId="c4d8cb49210192e2" providerId="LiveId" clId="{43D478A8-A14C-4C0B-86C7-32E27CB31161}" dt="2023-07-18T11:23:48.936" v="240" actId="14100"/>
          <ac:spMkLst>
            <pc:docMk/>
            <pc:sldMk cId="2841815986" sldId="324"/>
            <ac:spMk id="2" creationId="{00000000-0000-0000-0000-000000000000}"/>
          </ac:spMkLst>
        </pc:spChg>
        <pc:spChg chg="del">
          <ac:chgData name="Songqing" userId="c4d8cb49210192e2" providerId="LiveId" clId="{43D478A8-A14C-4C0B-86C7-32E27CB31161}" dt="2023-07-18T11:19:28.699" v="188" actId="478"/>
          <ac:spMkLst>
            <pc:docMk/>
            <pc:sldMk cId="2841815986" sldId="324"/>
            <ac:spMk id="4" creationId="{6CA3A3DF-0166-EB1D-9437-156FF00610F0}"/>
          </ac:spMkLst>
        </pc:spChg>
        <pc:spChg chg="del">
          <ac:chgData name="Songqing" userId="c4d8cb49210192e2" providerId="LiveId" clId="{43D478A8-A14C-4C0B-86C7-32E27CB31161}" dt="2023-07-18T11:19:30.443" v="189" actId="478"/>
          <ac:spMkLst>
            <pc:docMk/>
            <pc:sldMk cId="2841815986" sldId="324"/>
            <ac:spMk id="5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8T11:19:32.693" v="190" actId="478"/>
          <ac:spMkLst>
            <pc:docMk/>
            <pc:sldMk cId="2841815986" sldId="324"/>
            <ac:spMk id="6" creationId="{25A4289F-B89B-2E6F-4711-9F5C2DF86EC1}"/>
          </ac:spMkLst>
        </pc:spChg>
        <pc:picChg chg="add mod">
          <ac:chgData name="Songqing" userId="c4d8cb49210192e2" providerId="LiveId" clId="{43D478A8-A14C-4C0B-86C7-32E27CB31161}" dt="2023-07-18T12:30:46.473" v="371" actId="1076"/>
          <ac:picMkLst>
            <pc:docMk/>
            <pc:sldMk cId="2841815986" sldId="324"/>
            <ac:picMk id="7" creationId="{F3F1E291-0682-5368-D0A9-22A3DDFE2F59}"/>
          </ac:picMkLst>
        </pc:pic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147964486" sldId="325"/>
        </pc:sldMkLst>
      </pc:sldChg>
      <pc:sldChg chg="delSp modSp add del mod">
        <pc:chgData name="Songqing" userId="c4d8cb49210192e2" providerId="LiveId" clId="{43D478A8-A14C-4C0B-86C7-32E27CB31161}" dt="2023-07-18T12:30:39.459" v="370" actId="2696"/>
        <pc:sldMkLst>
          <pc:docMk/>
          <pc:sldMk cId="3606868986" sldId="325"/>
        </pc:sldMkLst>
        <pc:spChg chg="del">
          <ac:chgData name="Songqing" userId="c4d8cb49210192e2" providerId="LiveId" clId="{43D478A8-A14C-4C0B-86C7-32E27CB31161}" dt="2023-07-18T12:26:17.291" v="285" actId="478"/>
          <ac:spMkLst>
            <pc:docMk/>
            <pc:sldMk cId="3606868986" sldId="325"/>
            <ac:spMk id="5" creationId="{229CAEAA-CFBA-A4F2-6860-CBDF70FC1631}"/>
          </ac:spMkLst>
        </pc:spChg>
        <pc:spChg chg="mod">
          <ac:chgData name="Songqing" userId="c4d8cb49210192e2" providerId="LiveId" clId="{43D478A8-A14C-4C0B-86C7-32E27CB31161}" dt="2023-07-18T12:26:20.373" v="286" actId="1076"/>
          <ac:spMkLst>
            <pc:docMk/>
            <pc:sldMk cId="3606868986" sldId="325"/>
            <ac:spMk id="7" creationId="{65C4C16E-FD48-816E-3589-2056FB75000E}"/>
          </ac:spMkLst>
        </pc:spChg>
      </pc:sldChg>
      <pc:sldChg chg="addSp delSp modSp add mod">
        <pc:chgData name="Songqing" userId="c4d8cb49210192e2" providerId="LiveId" clId="{43D478A8-A14C-4C0B-86C7-32E27CB31161}" dt="2023-07-29T04:59:21.526" v="1767" actId="1076"/>
        <pc:sldMkLst>
          <pc:docMk/>
          <pc:sldMk cId="957646134" sldId="326"/>
        </pc:sldMkLst>
        <pc:spChg chg="add mod">
          <ac:chgData name="Songqing" userId="c4d8cb49210192e2" providerId="LiveId" clId="{43D478A8-A14C-4C0B-86C7-32E27CB31161}" dt="2023-07-19T04:39:20.670" v="412" actId="27636"/>
          <ac:spMkLst>
            <pc:docMk/>
            <pc:sldMk cId="957646134" sldId="326"/>
            <ac:spMk id="2" creationId="{31E8A9A5-736B-EBA7-4C40-A1761FC4138F}"/>
          </ac:spMkLst>
        </pc:spChg>
        <pc:spChg chg="add mod">
          <ac:chgData name="Songqing" userId="c4d8cb49210192e2" providerId="LiveId" clId="{43D478A8-A14C-4C0B-86C7-32E27CB31161}" dt="2023-07-29T04:59:21.526" v="1767" actId="1076"/>
          <ac:spMkLst>
            <pc:docMk/>
            <pc:sldMk cId="957646134" sldId="326"/>
            <ac:spMk id="3" creationId="{EB8DA9CD-F4D6-5677-F3E6-D6E657334F9C}"/>
          </ac:spMkLst>
        </pc:spChg>
        <pc:spChg chg="del mod">
          <ac:chgData name="Songqing" userId="c4d8cb49210192e2" providerId="LiveId" clId="{43D478A8-A14C-4C0B-86C7-32E27CB31161}" dt="2023-07-19T05:05:48.354" v="582" actId="478"/>
          <ac:spMkLst>
            <pc:docMk/>
            <pc:sldMk cId="957646134" sldId="326"/>
            <ac:spMk id="4" creationId="{F89EBB47-39A0-55B7-4BD5-49E8128A8B6D}"/>
          </ac:spMkLst>
        </pc:spChg>
        <pc:spChg chg="add del mod">
          <ac:chgData name="Songqing" userId="c4d8cb49210192e2" providerId="LiveId" clId="{43D478A8-A14C-4C0B-86C7-32E27CB31161}" dt="2023-07-19T05:31:21.512" v="625" actId="478"/>
          <ac:spMkLst>
            <pc:docMk/>
            <pc:sldMk cId="957646134" sldId="326"/>
            <ac:spMk id="5" creationId="{AB5849F4-7B1E-0EB5-DA33-4237E3D8C4AD}"/>
          </ac:spMkLst>
        </pc:spChg>
        <pc:spChg chg="del mod">
          <ac:chgData name="Songqing" userId="c4d8cb49210192e2" providerId="LiveId" clId="{43D478A8-A14C-4C0B-86C7-32E27CB31161}" dt="2023-07-19T04:45:39.418" v="443" actId="478"/>
          <ac:spMkLst>
            <pc:docMk/>
            <pc:sldMk cId="957646134" sldId="326"/>
            <ac:spMk id="6" creationId="{2A6A2727-CBFD-599B-4309-53E8DAD31188}"/>
          </ac:spMkLst>
        </pc:spChg>
        <pc:spChg chg="add del mod">
          <ac:chgData name="Songqing" userId="c4d8cb49210192e2" providerId="LiveId" clId="{43D478A8-A14C-4C0B-86C7-32E27CB31161}" dt="2023-07-19T05:05:48.354" v="582" actId="478"/>
          <ac:spMkLst>
            <pc:docMk/>
            <pc:sldMk cId="957646134" sldId="326"/>
            <ac:spMk id="8" creationId="{76BA1AC7-593D-D8D0-B5E6-415A3B345044}"/>
          </ac:spMkLst>
        </pc:spChg>
        <pc:spChg chg="mod">
          <ac:chgData name="Songqing" userId="c4d8cb49210192e2" providerId="LiveId" clId="{43D478A8-A14C-4C0B-86C7-32E27CB31161}" dt="2023-07-19T05:30:34.643" v="620" actId="207"/>
          <ac:spMkLst>
            <pc:docMk/>
            <pc:sldMk cId="957646134" sldId="326"/>
            <ac:spMk id="9" creationId="{12FE7EEE-9033-20AB-8C81-1DA854640A13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0" creationId="{145EF139-F24F-5FC3-4821-5BBB022307C7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1" creationId="{03DD445A-CB96-CED0-0911-0D988CCD7A89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2" creationId="{B31648B0-6BB0-2471-67F0-18DA5630194A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3" creationId="{95F0E6E4-E2C4-75B3-103C-6F42702981C4}"/>
          </ac:spMkLst>
        </pc:spChg>
        <pc:spChg chg="add del">
          <ac:chgData name="Songqing" userId="c4d8cb49210192e2" providerId="LiveId" clId="{43D478A8-A14C-4C0B-86C7-32E27CB31161}" dt="2023-07-19T05:02:42.702" v="559"/>
          <ac:spMkLst>
            <pc:docMk/>
            <pc:sldMk cId="957646134" sldId="326"/>
            <ac:spMk id="14" creationId="{CA02FA6A-47E6-3A73-65F8-C7FE3D7377ED}"/>
          </ac:spMkLst>
        </pc:spChg>
        <pc:spChg chg="add mod">
          <ac:chgData name="Songqing" userId="c4d8cb49210192e2" providerId="LiveId" clId="{43D478A8-A14C-4C0B-86C7-32E27CB31161}" dt="2023-07-29T04:59:11.542" v="1765" actId="1076"/>
          <ac:spMkLst>
            <pc:docMk/>
            <pc:sldMk cId="957646134" sldId="326"/>
            <ac:spMk id="16" creationId="{C691B325-0222-7B53-7A98-3AD581A9F076}"/>
          </ac:spMkLst>
        </pc:spChg>
        <pc:spChg chg="add mod">
          <ac:chgData name="Songqing" userId="c4d8cb49210192e2" providerId="LiveId" clId="{43D478A8-A14C-4C0B-86C7-32E27CB31161}" dt="2023-07-29T04:59:08.645" v="1764" actId="1076"/>
          <ac:spMkLst>
            <pc:docMk/>
            <pc:sldMk cId="957646134" sldId="326"/>
            <ac:spMk id="18" creationId="{3E5EEA33-3767-D500-79AB-2DCAAD38B47D}"/>
          </ac:spMkLst>
        </pc:sp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5" creationId="{1EDEEBE7-3900-1521-88FA-7E4489434137}"/>
          </ac:picMkLst>
        </pc:pic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6" creationId="{747948B7-C54B-2365-9DEC-89382E1E2027}"/>
          </ac:picMkLst>
        </pc:pic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7" creationId="{ED4C4441-38B0-A05A-2D3E-D3A84259C4DD}"/>
          </ac:picMkLst>
        </pc:picChg>
        <pc:picChg chg="add del">
          <ac:chgData name="Songqing" userId="c4d8cb49210192e2" providerId="LiveId" clId="{43D478A8-A14C-4C0B-86C7-32E27CB31161}" dt="2023-07-19T05:02:42.702" v="559"/>
          <ac:picMkLst>
            <pc:docMk/>
            <pc:sldMk cId="957646134" sldId="326"/>
            <ac:picMk id="1028" creationId="{582A503B-875F-BA89-2C2E-77F82B1B8FCF}"/>
          </ac:picMkLst>
        </pc:picChg>
        <pc:cxnChg chg="add mod">
          <ac:chgData name="Songqing" userId="c4d8cb49210192e2" providerId="LiveId" clId="{43D478A8-A14C-4C0B-86C7-32E27CB31161}" dt="2023-07-19T05:30:53.381" v="622" actId="14100"/>
          <ac:cxnSpMkLst>
            <pc:docMk/>
            <pc:sldMk cId="957646134" sldId="326"/>
            <ac:cxnSpMk id="20" creationId="{2EBCEE82-F1C9-9065-D2BE-40FC42B294F7}"/>
          </ac:cxnSpMkLst>
        </pc:cxn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125459258" sldId="326"/>
        </pc:sldMkLst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25042336" sldId="327"/>
        </pc:sldMkLst>
      </pc:sldChg>
      <pc:sldChg chg="addSp delSp modSp add del mod">
        <pc:chgData name="Songqing" userId="c4d8cb49210192e2" providerId="LiveId" clId="{43D478A8-A14C-4C0B-86C7-32E27CB31161}" dt="2023-08-05T12:06:02.542" v="2101" actId="47"/>
        <pc:sldMkLst>
          <pc:docMk/>
          <pc:sldMk cId="2500303338" sldId="327"/>
        </pc:sldMkLst>
        <pc:spChg chg="del">
          <ac:chgData name="Songqing" userId="c4d8cb49210192e2" providerId="LiveId" clId="{43D478A8-A14C-4C0B-86C7-32E27CB31161}" dt="2023-07-19T07:31:11.825" v="1153" actId="478"/>
          <ac:spMkLst>
            <pc:docMk/>
            <pc:sldMk cId="2500303338" sldId="327"/>
            <ac:spMk id="4" creationId="{6CA3A3DF-0166-EB1D-9437-156FF00610F0}"/>
          </ac:spMkLst>
        </pc:spChg>
        <pc:spChg chg="del">
          <ac:chgData name="Songqing" userId="c4d8cb49210192e2" providerId="LiveId" clId="{43D478A8-A14C-4C0B-86C7-32E27CB31161}" dt="2023-07-19T07:31:04.239" v="1152" actId="478"/>
          <ac:spMkLst>
            <pc:docMk/>
            <pc:sldMk cId="2500303338" sldId="327"/>
            <ac:spMk id="5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7:31:15.030" v="1154" actId="478"/>
          <ac:spMkLst>
            <pc:docMk/>
            <pc:sldMk cId="2500303338" sldId="327"/>
            <ac:spMk id="6" creationId="{7E44905A-6144-3686-9B5C-62EC0F76206D}"/>
          </ac:spMkLst>
        </pc:spChg>
        <pc:spChg chg="add mod">
          <ac:chgData name="Songqing" userId="c4d8cb49210192e2" providerId="LiveId" clId="{43D478A8-A14C-4C0B-86C7-32E27CB31161}" dt="2023-07-19T08:16:50.893" v="1218" actId="14100"/>
          <ac:spMkLst>
            <pc:docMk/>
            <pc:sldMk cId="2500303338" sldId="327"/>
            <ac:spMk id="8" creationId="{10C9B060-FCA3-0B29-D200-D998C0371B81}"/>
          </ac:spMkLst>
        </pc:spChg>
        <pc:spChg chg="add mod">
          <ac:chgData name="Songqing" userId="c4d8cb49210192e2" providerId="LiveId" clId="{43D478A8-A14C-4C0B-86C7-32E27CB31161}" dt="2023-07-20T00:15:13.610" v="1348" actId="14100"/>
          <ac:spMkLst>
            <pc:docMk/>
            <pc:sldMk cId="2500303338" sldId="327"/>
            <ac:spMk id="10" creationId="{62789CDB-2C6B-26F0-7551-4530D92A2036}"/>
          </ac:spMkLst>
        </pc:sp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2403503091" sldId="328"/>
        </pc:sldMkLst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4153472792" sldId="328"/>
        </pc:sldMkLst>
        <pc:spChg chg="mod">
          <ac:chgData name="Songqing" userId="c4d8cb49210192e2" providerId="LiveId" clId="{43D478A8-A14C-4C0B-86C7-32E27CB31161}" dt="2023-07-18T11:20:36.013" v="233" actId="14100"/>
          <ac:spMkLst>
            <pc:docMk/>
            <pc:sldMk cId="4153472792" sldId="328"/>
            <ac:spMk id="2" creationId="{00000000-0000-0000-0000-000000000000}"/>
          </ac:spMkLst>
        </pc:spChg>
        <pc:spChg chg="add mod">
          <ac:chgData name="Songqing" userId="c4d8cb49210192e2" providerId="LiveId" clId="{43D478A8-A14C-4C0B-86C7-32E27CB31161}" dt="2023-07-19T07:27:29.093" v="1151" actId="14100"/>
          <ac:spMkLst>
            <pc:docMk/>
            <pc:sldMk cId="4153472792" sldId="328"/>
            <ac:spMk id="4" creationId="{B7B8F850-896E-1B4A-53B2-BE693210CFD1}"/>
          </ac:spMkLst>
        </pc:spChg>
        <pc:picChg chg="del">
          <ac:chgData name="Songqing" userId="c4d8cb49210192e2" providerId="LiveId" clId="{43D478A8-A14C-4C0B-86C7-32E27CB31161}" dt="2023-07-18T11:20:21.830" v="218" actId="478"/>
          <ac:picMkLst>
            <pc:docMk/>
            <pc:sldMk cId="4153472792" sldId="328"/>
            <ac:picMk id="7" creationId="{F3F1E291-0682-5368-D0A9-22A3DDFE2F59}"/>
          </ac:picMkLst>
        </pc:picChg>
      </pc:sldChg>
      <pc:sldChg chg="addSp delSp modSp add mod ord">
        <pc:chgData name="Songqing" userId="c4d8cb49210192e2" providerId="LiveId" clId="{43D478A8-A14C-4C0B-86C7-32E27CB31161}" dt="2023-08-05T12:05:18.037" v="2099" actId="14100"/>
        <pc:sldMkLst>
          <pc:docMk/>
          <pc:sldMk cId="2074270000" sldId="329"/>
        </pc:sldMkLst>
        <pc:spChg chg="mod">
          <ac:chgData name="Songqing" userId="c4d8cb49210192e2" providerId="LiveId" clId="{43D478A8-A14C-4C0B-86C7-32E27CB31161}" dt="2023-08-05T12:02:12.558" v="2023" actId="14100"/>
          <ac:spMkLst>
            <pc:docMk/>
            <pc:sldMk cId="2074270000" sldId="329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8-05T12:04:34.636" v="2086" actId="478"/>
          <ac:spMkLst>
            <pc:docMk/>
            <pc:sldMk cId="2074270000" sldId="329"/>
            <ac:spMk id="3" creationId="{95DF8276-DADA-965A-0CA8-905FAA008E63}"/>
          </ac:spMkLst>
        </pc:spChg>
        <pc:spChg chg="add mod ord">
          <ac:chgData name="Songqing" userId="c4d8cb49210192e2" providerId="LiveId" clId="{43D478A8-A14C-4C0B-86C7-32E27CB31161}" dt="2023-08-05T12:05:14.308" v="2098" actId="14100"/>
          <ac:spMkLst>
            <pc:docMk/>
            <pc:sldMk cId="2074270000" sldId="329"/>
            <ac:spMk id="4" creationId="{11631721-B1B4-E5D3-9185-E3E48951E2EE}"/>
          </ac:spMkLst>
        </pc:spChg>
        <pc:spChg chg="del">
          <ac:chgData name="Songqing" userId="c4d8cb49210192e2" providerId="LiveId" clId="{43D478A8-A14C-4C0B-86C7-32E27CB31161}" dt="2023-07-19T04:51:19.448" v="543" actId="478"/>
          <ac:spMkLst>
            <pc:docMk/>
            <pc:sldMk cId="2074270000" sldId="329"/>
            <ac:spMk id="4" creationId="{B7B8F850-896E-1B4A-53B2-BE693210CFD1}"/>
          </ac:spMkLst>
        </pc:spChg>
        <pc:spChg chg="add mod ord">
          <ac:chgData name="Songqing" userId="c4d8cb49210192e2" providerId="LiveId" clId="{43D478A8-A14C-4C0B-86C7-32E27CB31161}" dt="2023-08-05T12:05:18.037" v="2099" actId="14100"/>
          <ac:spMkLst>
            <pc:docMk/>
            <pc:sldMk cId="2074270000" sldId="329"/>
            <ac:spMk id="5" creationId="{5A5B023E-51CF-6502-8154-1DD82D036CB2}"/>
          </ac:spMkLst>
        </pc:spChg>
        <pc:spChg chg="add del mod">
          <ac:chgData name="Songqing" userId="c4d8cb49210192e2" providerId="LiveId" clId="{43D478A8-A14C-4C0B-86C7-32E27CB31161}" dt="2023-08-05T12:04:30.834" v="2085" actId="478"/>
          <ac:spMkLst>
            <pc:docMk/>
            <pc:sldMk cId="2074270000" sldId="329"/>
            <ac:spMk id="6" creationId="{718D0FAF-1FE2-83F3-586C-403A51DB023C}"/>
          </ac:spMkLst>
        </pc:spChg>
        <pc:spChg chg="add mod">
          <ac:chgData name="Songqing" userId="c4d8cb49210192e2" providerId="LiveId" clId="{43D478A8-A14C-4C0B-86C7-32E27CB31161}" dt="2023-08-05T12:05:01.434" v="2096" actId="207"/>
          <ac:spMkLst>
            <pc:docMk/>
            <pc:sldMk cId="2074270000" sldId="329"/>
            <ac:spMk id="7" creationId="{455F3ACE-2246-4CC4-D065-33B86FDF724F}"/>
          </ac:spMkLst>
        </pc:spChg>
        <pc:spChg chg="add mod">
          <ac:chgData name="Songqing" userId="c4d8cb49210192e2" providerId="LiveId" clId="{43D478A8-A14C-4C0B-86C7-32E27CB31161}" dt="2023-08-05T12:00:49.932" v="2013" actId="14100"/>
          <ac:spMkLst>
            <pc:docMk/>
            <pc:sldMk cId="2074270000" sldId="329"/>
            <ac:spMk id="8" creationId="{CCA82DD6-2DFA-4438-EB98-591C788660C3}"/>
          </ac:spMkLst>
        </pc:spChg>
        <pc:spChg chg="add mod">
          <ac:chgData name="Songqing" userId="c4d8cb49210192e2" providerId="LiveId" clId="{43D478A8-A14C-4C0B-86C7-32E27CB31161}" dt="2023-08-05T12:05:05.447" v="2097" actId="207"/>
          <ac:spMkLst>
            <pc:docMk/>
            <pc:sldMk cId="2074270000" sldId="329"/>
            <ac:spMk id="9" creationId="{282C5776-8247-E6B2-1FDD-FE63BFA646AB}"/>
          </ac:spMkLst>
        </pc:spChg>
        <pc:spChg chg="add mod">
          <ac:chgData name="Songqing" userId="c4d8cb49210192e2" providerId="LiveId" clId="{43D478A8-A14C-4C0B-86C7-32E27CB31161}" dt="2023-08-05T12:00:52.912" v="2014" actId="14100"/>
          <ac:spMkLst>
            <pc:docMk/>
            <pc:sldMk cId="2074270000" sldId="329"/>
            <ac:spMk id="10" creationId="{0D26E8D5-9549-C14F-01E1-3F665881FB18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2" creationId="{74636034-D751-4FB3-1097-84DFB1E7C26F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4" creationId="{B03DA7CB-0CA2-1BB7-7912-C0F9EC6002F7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6" creationId="{2B6E2BED-0BFA-CD58-3655-9E2C5974B997}"/>
          </ac:spMkLst>
        </pc:spChg>
        <pc:spChg chg="add mod">
          <ac:chgData name="Songqing" userId="c4d8cb49210192e2" providerId="LiveId" clId="{43D478A8-A14C-4C0B-86C7-32E27CB31161}" dt="2023-08-05T12:03:51.977" v="2082" actId="1036"/>
          <ac:spMkLst>
            <pc:docMk/>
            <pc:sldMk cId="2074270000" sldId="329"/>
            <ac:spMk id="18" creationId="{8FBBB886-C806-3171-F43C-9334E0C507F6}"/>
          </ac:spMkLst>
        </pc:spChg>
        <pc:picChg chg="add del mod">
          <ac:chgData name="Songqing" userId="c4d8cb49210192e2" providerId="LiveId" clId="{43D478A8-A14C-4C0B-86C7-32E27CB31161}" dt="2023-07-19T07:38:29.397" v="1206" actId="478"/>
          <ac:picMkLst>
            <pc:docMk/>
            <pc:sldMk cId="2074270000" sldId="329"/>
            <ac:picMk id="3" creationId="{C834073E-3FB3-3339-14A6-84EAD3F071DD}"/>
          </ac:picMkLst>
        </pc:pic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924187214" sldId="329"/>
        </pc:sldMkLst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1781917904" sldId="330"/>
        </pc:sldMkLst>
      </pc:sldChg>
      <pc:sldChg chg="addSp delSp modSp add mod">
        <pc:chgData name="Songqing" userId="c4d8cb49210192e2" providerId="LiveId" clId="{43D478A8-A14C-4C0B-86C7-32E27CB31161}" dt="2023-07-29T04:53:23.033" v="1762" actId="114"/>
        <pc:sldMkLst>
          <pc:docMk/>
          <pc:sldMk cId="2064521795" sldId="330"/>
        </pc:sldMkLst>
        <pc:spChg chg="mod">
          <ac:chgData name="Songqing" userId="c4d8cb49210192e2" providerId="LiveId" clId="{43D478A8-A14C-4C0B-86C7-32E27CB31161}" dt="2023-07-29T04:53:23.033" v="1762" actId="114"/>
          <ac:spMkLst>
            <pc:docMk/>
            <pc:sldMk cId="2064521795" sldId="330"/>
            <ac:spMk id="2" creationId="{00000000-0000-0000-0000-000000000000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3" creationId="{D82B6CC7-2BC4-2C13-0433-E9A74554185C}"/>
          </ac:spMkLst>
        </pc:spChg>
        <pc:spChg chg="del">
          <ac:chgData name="Songqing" userId="c4d8cb49210192e2" providerId="LiveId" clId="{43D478A8-A14C-4C0B-86C7-32E27CB31161}" dt="2023-07-19T06:29:04.006" v="898" actId="478"/>
          <ac:spMkLst>
            <pc:docMk/>
            <pc:sldMk cId="2064521795" sldId="330"/>
            <ac:spMk id="4" creationId="{BD934B1A-096B-6A2D-3B4F-5EDE061BE423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5" creationId="{45C9548D-742B-CE33-AFB6-64C43ABB1DFB}"/>
          </ac:spMkLst>
        </pc:spChg>
        <pc:spChg chg="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9" creationId="{7A6A9906-5751-44CE-37E0-BE40415D3D93}"/>
          </ac:spMkLst>
        </pc:spChg>
        <pc:spChg chg="del mod">
          <ac:chgData name="Songqing" userId="c4d8cb49210192e2" providerId="LiveId" clId="{43D478A8-A14C-4C0B-86C7-32E27CB31161}" dt="2023-07-19T06:27:53.932" v="887" actId="478"/>
          <ac:spMkLst>
            <pc:docMk/>
            <pc:sldMk cId="2064521795" sldId="330"/>
            <ac:spMk id="10" creationId="{D3518D2D-B875-0697-44E3-13FA9DC5A684}"/>
          </ac:spMkLst>
        </pc:spChg>
        <pc:spChg chg="del mod">
          <ac:chgData name="Songqing" userId="c4d8cb49210192e2" providerId="LiveId" clId="{43D478A8-A14C-4C0B-86C7-32E27CB31161}" dt="2023-07-19T06:27:53.120" v="886" actId="478"/>
          <ac:spMkLst>
            <pc:docMk/>
            <pc:sldMk cId="2064521795" sldId="330"/>
            <ac:spMk id="11" creationId="{EAEC5526-3E31-E355-180C-7443115AA741}"/>
          </ac:spMkLst>
        </pc:spChg>
        <pc:spChg chg="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12" creationId="{1EDFED13-4CEB-B7E1-F7CD-6C90079D0A61}"/>
          </ac:spMkLst>
        </pc:spChg>
        <pc:spChg chg="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13" creationId="{DC5D6C4F-2762-3F37-043B-534C53CB59F3}"/>
          </ac:spMkLst>
        </pc:spChg>
        <pc:spChg chg="mod">
          <ac:chgData name="Songqing" userId="c4d8cb49210192e2" providerId="LiveId" clId="{43D478A8-A14C-4C0B-86C7-32E27CB31161}" dt="2023-07-19T06:34:42.113" v="959" actId="1076"/>
          <ac:spMkLst>
            <pc:docMk/>
            <pc:sldMk cId="2064521795" sldId="330"/>
            <ac:spMk id="17" creationId="{FDACAEB8-8ED3-ABF0-85CE-2B5FDCFAA7C6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22" creationId="{E9CFB9EA-085F-EFEF-984F-54139940CD8A}"/>
          </ac:spMkLst>
        </pc:spChg>
        <pc:spChg chg="add mod or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27" creationId="{BC3F0563-561D-C765-EE71-26FD32BF0185}"/>
          </ac:spMkLst>
        </pc:spChg>
        <pc:spChg chg="add mod">
          <ac:chgData name="Songqing" userId="c4d8cb49210192e2" providerId="LiveId" clId="{43D478A8-A14C-4C0B-86C7-32E27CB31161}" dt="2023-07-19T06:34:35.633" v="958" actId="1036"/>
          <ac:spMkLst>
            <pc:docMk/>
            <pc:sldMk cId="2064521795" sldId="330"/>
            <ac:spMk id="30" creationId="{E22115CE-2AF0-E0C0-687C-1453B01EBABC}"/>
          </ac:spMkLst>
        </pc:sp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7" creationId="{F4A06DA2-2F3E-62BB-EDBC-7DC2C3B1BFF3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8" creationId="{FD00ACC4-F241-7EF4-AEA9-E17F96802D7A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16" creationId="{D72906BF-FA03-B969-0697-38B188EB03D1}"/>
          </ac:cxnSpMkLst>
        </pc:cxnChg>
        <pc:cxnChg chg="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19" creationId="{C29AAF98-B1A0-47FA-56B6-07D271D7A0A9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32" creationId="{C135E90A-804B-4AB8-2A22-64D91D19F10B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33" creationId="{2FEBA790-B6CD-AD0A-E5A0-DBB40A0FF187}"/>
          </ac:cxnSpMkLst>
        </pc:cxnChg>
        <pc:cxnChg chg="add mod">
          <ac:chgData name="Songqing" userId="c4d8cb49210192e2" providerId="LiveId" clId="{43D478A8-A14C-4C0B-86C7-32E27CB31161}" dt="2023-07-19T06:34:35.633" v="958" actId="1036"/>
          <ac:cxnSpMkLst>
            <pc:docMk/>
            <pc:sldMk cId="2064521795" sldId="330"/>
            <ac:cxnSpMk id="37" creationId="{A2F301B4-4B9C-13CB-409A-BDF3C31D971F}"/>
          </ac:cxnSpMkLst>
        </pc:cxnChg>
      </pc:sldChg>
      <pc:sldChg chg="addSp delSp modSp add mod">
        <pc:chgData name="Songqing" userId="c4d8cb49210192e2" providerId="LiveId" clId="{43D478A8-A14C-4C0B-86C7-32E27CB31161}" dt="2023-07-20T02:27:04.293" v="1376" actId="1076"/>
        <pc:sldMkLst>
          <pc:docMk/>
          <pc:sldMk cId="1714009922" sldId="331"/>
        </pc:sldMkLst>
        <pc:spChg chg="del mod">
          <ac:chgData name="Songqing" userId="c4d8cb49210192e2" providerId="LiveId" clId="{43D478A8-A14C-4C0B-86C7-32E27CB31161}" dt="2023-07-20T01:25:48.051" v="1373" actId="478"/>
          <ac:spMkLst>
            <pc:docMk/>
            <pc:sldMk cId="1714009922" sldId="331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3" creationId="{4A4E647C-5FC5-1F4C-5756-3710498B79C4}"/>
          </ac:spMkLst>
        </pc:spChg>
        <pc:spChg chg="del">
          <ac:chgData name="Songqing" userId="c4d8cb49210192e2" providerId="LiveId" clId="{43D478A8-A14C-4C0B-86C7-32E27CB31161}" dt="2023-07-19T06:37:36.980" v="1013" actId="478"/>
          <ac:spMkLst>
            <pc:docMk/>
            <pc:sldMk cId="1714009922" sldId="331"/>
            <ac:spMk id="4" creationId="{BD934B1A-096B-6A2D-3B4F-5EDE061BE423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9" creationId="{7A6A9906-5751-44CE-37E0-BE40415D3D93}"/>
          </ac:spMkLst>
        </pc:spChg>
        <pc:spChg chg="del">
          <ac:chgData name="Songqing" userId="c4d8cb49210192e2" providerId="LiveId" clId="{43D478A8-A14C-4C0B-86C7-32E27CB31161}" dt="2023-07-19T06:39:06.364" v="1021" actId="478"/>
          <ac:spMkLst>
            <pc:docMk/>
            <pc:sldMk cId="1714009922" sldId="331"/>
            <ac:spMk id="10" creationId="{D3518D2D-B875-0697-44E3-13FA9DC5A684}"/>
          </ac:spMkLst>
        </pc:spChg>
        <pc:spChg chg="del mod">
          <ac:chgData name="Songqing" userId="c4d8cb49210192e2" providerId="LiveId" clId="{43D478A8-A14C-4C0B-86C7-32E27CB31161}" dt="2023-07-19T06:39:07.437" v="1022" actId="478"/>
          <ac:spMkLst>
            <pc:docMk/>
            <pc:sldMk cId="1714009922" sldId="331"/>
            <ac:spMk id="11" creationId="{EAEC5526-3E31-E355-180C-7443115AA741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12" creationId="{1EDFED13-4CEB-B7E1-F7CD-6C90079D0A61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13" creationId="{DC5D6C4F-2762-3F37-043B-534C53CB59F3}"/>
          </ac:spMkLst>
        </pc:spChg>
        <pc:spChg chg="add del mod">
          <ac:chgData name="Songqing" userId="c4d8cb49210192e2" providerId="LiveId" clId="{43D478A8-A14C-4C0B-86C7-32E27CB31161}" dt="2023-07-20T01:25:50.620" v="1374" actId="478"/>
          <ac:spMkLst>
            <pc:docMk/>
            <pc:sldMk cId="1714009922" sldId="331"/>
            <ac:spMk id="14" creationId="{C3E88BF5-D0DE-8BB2-A982-79C5380D8504}"/>
          </ac:spMkLst>
        </pc:spChg>
        <pc:spChg chg="del mod">
          <ac:chgData name="Songqing" userId="c4d8cb49210192e2" providerId="LiveId" clId="{43D478A8-A14C-4C0B-86C7-32E27CB31161}" dt="2023-07-19T06:51:08.182" v="1130" actId="478"/>
          <ac:spMkLst>
            <pc:docMk/>
            <pc:sldMk cId="1714009922" sldId="331"/>
            <ac:spMk id="17" creationId="{FDACAEB8-8ED3-ABF0-85CE-2B5FDCFAA7C6}"/>
          </ac:spMkLst>
        </pc:spChg>
        <pc:graphicFrameChg chg="add del mod">
          <ac:chgData name="Songqing" userId="c4d8cb49210192e2" providerId="LiveId" clId="{43D478A8-A14C-4C0B-86C7-32E27CB31161}" dt="2023-07-20T01:20:19.591" v="1366"/>
          <ac:graphicFrameMkLst>
            <pc:docMk/>
            <pc:sldMk cId="1714009922" sldId="331"/>
            <ac:graphicFrameMk id="5" creationId="{791FADB9-1F03-895E-0A69-FA7471D8F48C}"/>
          </ac:graphicFrameMkLst>
        </pc:graphicFrameChg>
        <pc:picChg chg="add mod">
          <ac:chgData name="Songqing" userId="c4d8cb49210192e2" providerId="LiveId" clId="{43D478A8-A14C-4C0B-86C7-32E27CB31161}" dt="2023-07-20T02:27:04.293" v="1376" actId="1076"/>
          <ac:picMkLst>
            <pc:docMk/>
            <pc:sldMk cId="1714009922" sldId="331"/>
            <ac:picMk id="7" creationId="{335C670E-63B0-40F3-038F-453D065A4BAD}"/>
          </ac:picMkLst>
        </pc:picChg>
        <pc:cxnChg chg="del mod">
          <ac:chgData name="Songqing" userId="c4d8cb49210192e2" providerId="LiveId" clId="{43D478A8-A14C-4C0B-86C7-32E27CB31161}" dt="2023-07-19T06:51:11.078" v="1131" actId="478"/>
          <ac:cxnSpMkLst>
            <pc:docMk/>
            <pc:sldMk cId="1714009922" sldId="331"/>
            <ac:cxnSpMk id="19" creationId="{C29AAF98-B1A0-47FA-56B6-07D271D7A0A9}"/>
          </ac:cxnSpMkLst>
        </pc:cxnChg>
      </pc:sldChg>
      <pc:sldChg chg="del">
        <pc:chgData name="Songqing" userId="c4d8cb49210192e2" providerId="LiveId" clId="{43D478A8-A14C-4C0B-86C7-32E27CB31161}" dt="2023-07-17T19:59:24.503" v="3" actId="47"/>
        <pc:sldMkLst>
          <pc:docMk/>
          <pc:sldMk cId="3278685410" sldId="331"/>
        </pc:sldMkLst>
      </pc:sldChg>
      <pc:sldChg chg="addSp delSp modSp add mod ord">
        <pc:chgData name="Songqing" userId="c4d8cb49210192e2" providerId="LiveId" clId="{43D478A8-A14C-4C0B-86C7-32E27CB31161}" dt="2023-07-19T11:58:13.577" v="1326" actId="14100"/>
        <pc:sldMkLst>
          <pc:docMk/>
          <pc:sldMk cId="2278198371" sldId="332"/>
        </pc:sldMkLst>
        <pc:spChg chg="mod">
          <ac:chgData name="Songqing" userId="c4d8cb49210192e2" providerId="LiveId" clId="{43D478A8-A14C-4C0B-86C7-32E27CB31161}" dt="2023-07-19T06:46:53.066" v="1113" actId="27636"/>
          <ac:spMkLst>
            <pc:docMk/>
            <pc:sldMk cId="2278198371" sldId="332"/>
            <ac:spMk id="2" creationId="{00000000-0000-0000-0000-000000000000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3" creationId="{4A4E647C-5FC5-1F4C-5756-3710498B79C4}"/>
          </ac:spMkLst>
        </pc:spChg>
        <pc:spChg chg="add mod">
          <ac:chgData name="Songqing" userId="c4d8cb49210192e2" providerId="LiveId" clId="{43D478A8-A14C-4C0B-86C7-32E27CB31161}" dt="2023-07-19T07:20:55.345" v="1148" actId="113"/>
          <ac:spMkLst>
            <pc:docMk/>
            <pc:sldMk cId="2278198371" sldId="332"/>
            <ac:spMk id="5" creationId="{6FD1F3A0-B943-E6EB-4711-7EB20D31AD2C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9" creationId="{7A6A9906-5751-44CE-37E0-BE40415D3D93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12" creationId="{1EDFED13-4CEB-B7E1-F7CD-6C90079D0A61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13" creationId="{DC5D6C4F-2762-3F37-043B-534C53CB59F3}"/>
          </ac:spMkLst>
        </pc:spChg>
        <pc:spChg chg="del">
          <ac:chgData name="Songqing" userId="c4d8cb49210192e2" providerId="LiveId" clId="{43D478A8-A14C-4C0B-86C7-32E27CB31161}" dt="2023-07-19T06:46:32.273" v="1094" actId="478"/>
          <ac:spMkLst>
            <pc:docMk/>
            <pc:sldMk cId="2278198371" sldId="332"/>
            <ac:spMk id="17" creationId="{FDACAEB8-8ED3-ABF0-85CE-2B5FDCFAA7C6}"/>
          </ac:spMkLst>
        </pc:spChg>
        <pc:picChg chg="add mod">
          <ac:chgData name="Songqing" userId="c4d8cb49210192e2" providerId="LiveId" clId="{43D478A8-A14C-4C0B-86C7-32E27CB31161}" dt="2023-07-19T11:58:06.606" v="1325" actId="1076"/>
          <ac:picMkLst>
            <pc:docMk/>
            <pc:sldMk cId="2278198371" sldId="332"/>
            <ac:picMk id="2050" creationId="{1620E799-545E-FF9F-5705-677B8108E3DD}"/>
          </ac:picMkLst>
        </pc:picChg>
        <pc:cxnChg chg="add mod">
          <ac:chgData name="Songqing" userId="c4d8cb49210192e2" providerId="LiveId" clId="{43D478A8-A14C-4C0B-86C7-32E27CB31161}" dt="2023-07-19T11:58:13.577" v="1326" actId="14100"/>
          <ac:cxnSpMkLst>
            <pc:docMk/>
            <pc:sldMk cId="2278198371" sldId="332"/>
            <ac:cxnSpMk id="7" creationId="{D202691B-6712-EB97-6804-0FB83A742906}"/>
          </ac:cxnSpMkLst>
        </pc:cxnChg>
        <pc:cxnChg chg="del">
          <ac:chgData name="Songqing" userId="c4d8cb49210192e2" providerId="LiveId" clId="{43D478A8-A14C-4C0B-86C7-32E27CB31161}" dt="2023-07-19T06:46:34.970" v="1095" actId="478"/>
          <ac:cxnSpMkLst>
            <pc:docMk/>
            <pc:sldMk cId="2278198371" sldId="332"/>
            <ac:cxnSpMk id="19" creationId="{C29AAF98-B1A0-47FA-56B6-07D271D7A0A9}"/>
          </ac:cxnSpMkLst>
        </pc:cxnChg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1956207062" sldId="333"/>
        </pc:sldMkLst>
        <pc:spChg chg="del">
          <ac:chgData name="Songqing" userId="c4d8cb49210192e2" providerId="LiveId" clId="{43D478A8-A14C-4C0B-86C7-32E27CB31161}" dt="2023-07-19T07:35:26.141" v="1183" actId="478"/>
          <ac:spMkLst>
            <pc:docMk/>
            <pc:sldMk cId="1956207062" sldId="333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7:35:28.689" v="1184" actId="478"/>
          <ac:spMkLst>
            <pc:docMk/>
            <pc:sldMk cId="1956207062" sldId="333"/>
            <ac:spMk id="4" creationId="{FDCBCF29-7AC6-B1E3-1F31-D23250E9113A}"/>
          </ac:spMkLst>
        </pc:spChg>
        <pc:picChg chg="del mod">
          <ac:chgData name="Songqing" userId="c4d8cb49210192e2" providerId="LiveId" clId="{43D478A8-A14C-4C0B-86C7-32E27CB31161}" dt="2023-07-19T07:33:25.162" v="1160" actId="478"/>
          <ac:picMkLst>
            <pc:docMk/>
            <pc:sldMk cId="1956207062" sldId="333"/>
            <ac:picMk id="7" creationId="{F3F1E291-0682-5368-D0A9-22A3DDFE2F59}"/>
          </ac:picMkLst>
        </pc:picChg>
        <pc:picChg chg="add del mod">
          <ac:chgData name="Songqing" userId="c4d8cb49210192e2" providerId="LiveId" clId="{43D478A8-A14C-4C0B-86C7-32E27CB31161}" dt="2023-07-19T07:35:11.515" v="1177" actId="478"/>
          <ac:picMkLst>
            <pc:docMk/>
            <pc:sldMk cId="1956207062" sldId="333"/>
            <ac:picMk id="3074" creationId="{A6E6A1CC-AE11-09DE-950D-06D7D51CAAE5}"/>
          </ac:picMkLst>
        </pc:picChg>
        <pc:picChg chg="add mod">
          <ac:chgData name="Songqing" userId="c4d8cb49210192e2" providerId="LiveId" clId="{43D478A8-A14C-4C0B-86C7-32E27CB31161}" dt="2023-07-19T07:36:08.740" v="1194" actId="1076"/>
          <ac:picMkLst>
            <pc:docMk/>
            <pc:sldMk cId="1956207062" sldId="333"/>
            <ac:picMk id="3076" creationId="{A5D824E6-5ECA-9F60-6495-15937FFB6BC9}"/>
          </ac:picMkLst>
        </pc:picChg>
      </pc:sldChg>
      <pc:sldChg chg="addSp delSp modSp add del mod">
        <pc:chgData name="Songqing" userId="c4d8cb49210192e2" providerId="LiveId" clId="{43D478A8-A14C-4C0B-86C7-32E27CB31161}" dt="2023-08-05T12:06:11.748" v="2102" actId="47"/>
        <pc:sldMkLst>
          <pc:docMk/>
          <pc:sldMk cId="1443777844" sldId="334"/>
        </pc:sldMkLst>
        <pc:spChg chg="del">
          <ac:chgData name="Songqing" userId="c4d8cb49210192e2" providerId="LiveId" clId="{43D478A8-A14C-4C0B-86C7-32E27CB31161}" dt="2023-07-19T07:35:36.548" v="1187" actId="478"/>
          <ac:spMkLst>
            <pc:docMk/>
            <pc:sldMk cId="1443777844" sldId="334"/>
            <ac:spMk id="2" creationId="{00000000-0000-0000-0000-000000000000}"/>
          </ac:spMkLst>
        </pc:spChg>
        <pc:spChg chg="add del mod">
          <ac:chgData name="Songqing" userId="c4d8cb49210192e2" providerId="LiveId" clId="{43D478A8-A14C-4C0B-86C7-32E27CB31161}" dt="2023-07-19T07:35:38.579" v="1189" actId="478"/>
          <ac:spMkLst>
            <pc:docMk/>
            <pc:sldMk cId="1443777844" sldId="334"/>
            <ac:spMk id="4" creationId="{E53B4D27-2131-8B0C-77C8-645629946965}"/>
          </ac:spMkLst>
        </pc:spChg>
        <pc:picChg chg="mod">
          <ac:chgData name="Songqing" userId="c4d8cb49210192e2" providerId="LiveId" clId="{43D478A8-A14C-4C0B-86C7-32E27CB31161}" dt="2023-07-19T07:36:14.638" v="1196" actId="1076"/>
          <ac:picMkLst>
            <pc:docMk/>
            <pc:sldMk cId="1443777844" sldId="334"/>
            <ac:picMk id="3074" creationId="{A6E6A1CC-AE11-09DE-950D-06D7D51CAAE5}"/>
          </ac:picMkLst>
        </pc:picChg>
        <pc:picChg chg="del">
          <ac:chgData name="Songqing" userId="c4d8cb49210192e2" providerId="LiveId" clId="{43D478A8-A14C-4C0B-86C7-32E27CB31161}" dt="2023-07-19T07:35:32.139" v="1185" actId="478"/>
          <ac:picMkLst>
            <pc:docMk/>
            <pc:sldMk cId="1443777844" sldId="334"/>
            <ac:picMk id="3076" creationId="{A5D824E6-5ECA-9F60-6495-15937FFB6BC9}"/>
          </ac:picMkLst>
        </pc:picChg>
      </pc:sldChg>
      <pc:sldChg chg="add">
        <pc:chgData name="Songqing" userId="c4d8cb49210192e2" providerId="LiveId" clId="{43D478A8-A14C-4C0B-86C7-32E27CB31161}" dt="2023-07-20T01:19:59.841" v="1363" actId="2890"/>
        <pc:sldMkLst>
          <pc:docMk/>
          <pc:sldMk cId="373251459" sldId="335"/>
        </pc:sldMkLst>
      </pc:sldChg>
      <pc:sldChg chg="delSp modSp add del mod">
        <pc:chgData name="Songqing" userId="c4d8cb49210192e2" providerId="LiveId" clId="{43D478A8-A14C-4C0B-86C7-32E27CB31161}" dt="2023-07-19T11:50:43.986" v="1255" actId="2696"/>
        <pc:sldMkLst>
          <pc:docMk/>
          <pc:sldMk cId="1274983096" sldId="335"/>
        </pc:sldMkLst>
        <pc:spChg chg="del mod">
          <ac:chgData name="Songqing" userId="c4d8cb49210192e2" providerId="LiveId" clId="{43D478A8-A14C-4C0B-86C7-32E27CB31161}" dt="2023-07-19T08:44:26.018" v="1235" actId="478"/>
          <ac:spMkLst>
            <pc:docMk/>
            <pc:sldMk cId="1274983096" sldId="335"/>
            <ac:spMk id="2" creationId="{348DB064-091E-82D2-2756-26D34D84AACA}"/>
          </ac:spMkLst>
        </pc:spChg>
        <pc:spChg chg="del">
          <ac:chgData name="Songqing" userId="c4d8cb49210192e2" providerId="LiveId" clId="{43D478A8-A14C-4C0B-86C7-32E27CB31161}" dt="2023-07-19T08:44:28.705" v="1236" actId="478"/>
          <ac:spMkLst>
            <pc:docMk/>
            <pc:sldMk cId="1274983096" sldId="335"/>
            <ac:spMk id="4" creationId="{F89EBB47-39A0-55B7-4BD5-49E8128A8B6D}"/>
          </ac:spMkLst>
        </pc:spChg>
        <pc:spChg chg="del">
          <ac:chgData name="Songqing" userId="c4d8cb49210192e2" providerId="LiveId" clId="{43D478A8-A14C-4C0B-86C7-32E27CB31161}" dt="2023-07-19T08:44:28.705" v="1236" actId="478"/>
          <ac:spMkLst>
            <pc:docMk/>
            <pc:sldMk cId="1274983096" sldId="335"/>
            <ac:spMk id="6" creationId="{2A6A2727-CBFD-599B-4309-53E8DAD31188}"/>
          </ac:spMkLst>
        </pc:spChg>
        <pc:spChg chg="mod">
          <ac:chgData name="Songqing" userId="c4d8cb49210192e2" providerId="LiveId" clId="{43D478A8-A14C-4C0B-86C7-32E27CB31161}" dt="2023-07-19T08:44:35.825" v="1246" actId="20577"/>
          <ac:spMkLst>
            <pc:docMk/>
            <pc:sldMk cId="1274983096" sldId="335"/>
            <ac:spMk id="9" creationId="{12FE7EEE-9033-20AB-8C81-1DA854640A13}"/>
          </ac:spMkLst>
        </pc:spChg>
      </pc:sldChg>
      <pc:sldChg chg="addSp modSp add mod">
        <pc:chgData name="Songqing" userId="c4d8cb49210192e2" providerId="LiveId" clId="{43D478A8-A14C-4C0B-86C7-32E27CB31161}" dt="2023-08-05T11:58:26.036" v="1989" actId="20577"/>
        <pc:sldMkLst>
          <pc:docMk/>
          <pc:sldMk cId="2634739157" sldId="336"/>
        </pc:sldMkLst>
        <pc:spChg chg="mod">
          <ac:chgData name="Songqing" userId="c4d8cb49210192e2" providerId="LiveId" clId="{43D478A8-A14C-4C0B-86C7-32E27CB31161}" dt="2023-08-05T11:58:26.036" v="1989" actId="20577"/>
          <ac:spMkLst>
            <pc:docMk/>
            <pc:sldMk cId="2634739157" sldId="336"/>
            <ac:spMk id="4" creationId="{BD934B1A-096B-6A2D-3B4F-5EDE061BE423}"/>
          </ac:spMkLst>
        </pc:spChg>
        <pc:spChg chg="add mod ord">
          <ac:chgData name="Songqing" userId="c4d8cb49210192e2" providerId="LiveId" clId="{43D478A8-A14C-4C0B-86C7-32E27CB31161}" dt="2023-08-05T06:53:34.243" v="1935" actId="14100"/>
          <ac:spMkLst>
            <pc:docMk/>
            <pc:sldMk cId="2634739157" sldId="336"/>
            <ac:spMk id="6" creationId="{1AEB1435-3693-2DC9-780C-75BE74DD3347}"/>
          </ac:spMkLst>
        </pc:spChg>
        <pc:spChg chg="mod">
          <ac:chgData name="Songqing" userId="c4d8cb49210192e2" providerId="LiveId" clId="{43D478A8-A14C-4C0B-86C7-32E27CB31161}" dt="2023-08-05T06:52:16.324" v="1923" actId="1076"/>
          <ac:spMkLst>
            <pc:docMk/>
            <pc:sldMk cId="2634739157" sldId="336"/>
            <ac:spMk id="9" creationId="{7A6A9906-5751-44CE-37E0-BE40415D3D93}"/>
          </ac:spMkLst>
        </pc:spChg>
        <pc:spChg chg="mod">
          <ac:chgData name="Songqing" userId="c4d8cb49210192e2" providerId="LiveId" clId="{43D478A8-A14C-4C0B-86C7-32E27CB31161}" dt="2023-08-05T06:52:29.779" v="1925" actId="1076"/>
          <ac:spMkLst>
            <pc:docMk/>
            <pc:sldMk cId="2634739157" sldId="336"/>
            <ac:spMk id="10" creationId="{D3518D2D-B875-0697-44E3-13FA9DC5A684}"/>
          </ac:spMkLst>
        </pc:spChg>
        <pc:spChg chg="mod">
          <ac:chgData name="Songqing" userId="c4d8cb49210192e2" providerId="LiveId" clId="{43D478A8-A14C-4C0B-86C7-32E27CB31161}" dt="2023-08-01T07:09:50.481" v="1860" actId="1076"/>
          <ac:spMkLst>
            <pc:docMk/>
            <pc:sldMk cId="2634739157" sldId="336"/>
            <ac:spMk id="11" creationId="{EAEC5526-3E31-E355-180C-7443115AA741}"/>
          </ac:spMkLst>
        </pc:spChg>
        <pc:spChg chg="mod">
          <ac:chgData name="Songqing" userId="c4d8cb49210192e2" providerId="LiveId" clId="{43D478A8-A14C-4C0B-86C7-32E27CB31161}" dt="2023-08-05T06:52:46.899" v="1929" actId="1076"/>
          <ac:spMkLst>
            <pc:docMk/>
            <pc:sldMk cId="2634739157" sldId="336"/>
            <ac:spMk id="12" creationId="{1EDFED13-4CEB-B7E1-F7CD-6C90079D0A61}"/>
          </ac:spMkLst>
        </pc:spChg>
        <pc:spChg chg="mod">
          <ac:chgData name="Songqing" userId="c4d8cb49210192e2" providerId="LiveId" clId="{43D478A8-A14C-4C0B-86C7-32E27CB31161}" dt="2023-08-01T07:09:52.849" v="1861" actId="1076"/>
          <ac:spMkLst>
            <pc:docMk/>
            <pc:sldMk cId="2634739157" sldId="336"/>
            <ac:spMk id="13" creationId="{DC5D6C4F-2762-3F37-043B-534C53CB59F3}"/>
          </ac:spMkLst>
        </pc:spChg>
        <pc:spChg chg="add mod">
          <ac:chgData name="Songqing" userId="c4d8cb49210192e2" providerId="LiveId" clId="{43D478A8-A14C-4C0B-86C7-32E27CB31161}" dt="2023-08-05T06:52:45.292" v="1928" actId="1076"/>
          <ac:spMkLst>
            <pc:docMk/>
            <pc:sldMk cId="2634739157" sldId="336"/>
            <ac:spMk id="15" creationId="{40DF817C-7ABC-9583-E533-651F82C0C718}"/>
          </ac:spMkLst>
        </pc:spChg>
        <pc:spChg chg="mod">
          <ac:chgData name="Songqing" userId="c4d8cb49210192e2" providerId="LiveId" clId="{43D478A8-A14C-4C0B-86C7-32E27CB31161}" dt="2023-08-01T08:28:39.872" v="1919" actId="1076"/>
          <ac:spMkLst>
            <pc:docMk/>
            <pc:sldMk cId="2634739157" sldId="336"/>
            <ac:spMk id="17" creationId="{FDACAEB8-8ED3-ABF0-85CE-2B5FDCFAA7C6}"/>
          </ac:spMkLst>
        </pc:spChg>
        <pc:cxnChg chg="mod">
          <ac:chgData name="Songqing" userId="c4d8cb49210192e2" providerId="LiveId" clId="{43D478A8-A14C-4C0B-86C7-32E27CB31161}" dt="2023-08-01T08:28:22.248" v="1917" actId="14100"/>
          <ac:cxnSpMkLst>
            <pc:docMk/>
            <pc:sldMk cId="2634739157" sldId="336"/>
            <ac:cxnSpMk id="19" creationId="{C29AAF98-B1A0-47FA-56B6-07D271D7A0A9}"/>
          </ac:cxnSpMkLst>
        </pc:cxnChg>
        <pc:cxnChg chg="mod">
          <ac:chgData name="Songqing" userId="c4d8cb49210192e2" providerId="LiveId" clId="{43D478A8-A14C-4C0B-86C7-32E27CB31161}" dt="2023-08-01T08:28:34.006" v="1918" actId="14100"/>
          <ac:cxnSpMkLst>
            <pc:docMk/>
            <pc:sldMk cId="2634739157" sldId="336"/>
            <ac:cxnSpMk id="21" creationId="{737E4DC7-903F-B2D5-4DCA-99EB5028DB0F}"/>
          </ac:cxnSpMkLst>
        </pc:cxnChg>
        <pc:cxnChg chg="mod">
          <ac:chgData name="Songqing" userId="c4d8cb49210192e2" providerId="LiveId" clId="{43D478A8-A14C-4C0B-86C7-32E27CB31161}" dt="2023-08-01T07:09:52.849" v="1861" actId="1076"/>
          <ac:cxnSpMkLst>
            <pc:docMk/>
            <pc:sldMk cId="2634739157" sldId="336"/>
            <ac:cxnSpMk id="25" creationId="{6AB45BF9-F879-3ABA-D00A-505AAF4EB712}"/>
          </ac:cxnSpMkLst>
        </pc:cxnChg>
      </pc:sldChg>
      <pc:sldChg chg="addSp modSp add mod">
        <pc:chgData name="Songqing" userId="c4d8cb49210192e2" providerId="LiveId" clId="{43D478A8-A14C-4C0B-86C7-32E27CB31161}" dt="2023-08-05T11:56:20.954" v="1961" actId="14100"/>
        <pc:sldMkLst>
          <pc:docMk/>
          <pc:sldMk cId="3149094279" sldId="337"/>
        </pc:sldMkLst>
        <pc:spChg chg="mod">
          <ac:chgData name="Songqing" userId="c4d8cb49210192e2" providerId="LiveId" clId="{43D478A8-A14C-4C0B-86C7-32E27CB31161}" dt="2023-08-05T11:56:05.473" v="1958" actId="1076"/>
          <ac:spMkLst>
            <pc:docMk/>
            <pc:sldMk cId="3149094279" sldId="337"/>
            <ac:spMk id="3" creationId="{B7CF3D40-4F7F-B4E4-A8FA-35DF33232261}"/>
          </ac:spMkLst>
        </pc:spChg>
        <pc:spChg chg="add 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4" creationId="{0F6B21BD-F08F-4957-1350-332890C71811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9" creationId="{7A6A9906-5751-44CE-37E0-BE40415D3D93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10" creationId="{D3518D2D-B875-0697-44E3-13FA9DC5A684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12" creationId="{1EDFED13-4CEB-B7E1-F7CD-6C90079D0A61}"/>
          </ac:spMkLst>
        </pc:spChg>
        <pc:spChg chg="mod">
          <ac:chgData name="Songqing" userId="c4d8cb49210192e2" providerId="LiveId" clId="{43D478A8-A14C-4C0B-86C7-32E27CB31161}" dt="2023-08-05T11:54:47.643" v="1947" actId="1076"/>
          <ac:spMkLst>
            <pc:docMk/>
            <pc:sldMk cId="3149094279" sldId="337"/>
            <ac:spMk id="13" creationId="{DC5D6C4F-2762-3F37-043B-534C53CB59F3}"/>
          </ac:spMkLst>
        </pc:spChg>
        <pc:spChg chg="mod">
          <ac:chgData name="Songqing" userId="c4d8cb49210192e2" providerId="LiveId" clId="{43D478A8-A14C-4C0B-86C7-32E27CB31161}" dt="2023-08-05T11:55:27.834" v="1952" actId="1076"/>
          <ac:spMkLst>
            <pc:docMk/>
            <pc:sldMk cId="3149094279" sldId="337"/>
            <ac:spMk id="17" creationId="{FDACAEB8-8ED3-ABF0-85CE-2B5FDCFAA7C6}"/>
          </ac:spMkLst>
        </pc:spChg>
        <pc:spChg chg="mod">
          <ac:chgData name="Songqing" userId="c4d8cb49210192e2" providerId="LiveId" clId="{43D478A8-A14C-4C0B-86C7-32E27CB31161}" dt="2023-08-05T11:55:14.769" v="1951" actId="1076"/>
          <ac:spMkLst>
            <pc:docMk/>
            <pc:sldMk cId="3149094279" sldId="337"/>
            <ac:spMk id="20" creationId="{D35074D0-E503-3857-53C5-1A1FD1DBDCD1}"/>
          </ac:spMkLst>
        </pc:spChg>
        <pc:spChg chg="add mod">
          <ac:chgData name="Songqing" userId="c4d8cb49210192e2" providerId="LiveId" clId="{43D478A8-A14C-4C0B-86C7-32E27CB31161}" dt="2023-08-05T11:56:13.735" v="1959" actId="1076"/>
          <ac:spMkLst>
            <pc:docMk/>
            <pc:sldMk cId="3149094279" sldId="337"/>
            <ac:spMk id="22" creationId="{38DA9C50-1A5A-95C7-D327-8DD28EC6653B}"/>
          </ac:spMkLst>
        </pc:spChg>
        <pc:spChg chg="add mod">
          <ac:chgData name="Songqing" userId="c4d8cb49210192e2" providerId="LiveId" clId="{43D478A8-A14C-4C0B-86C7-32E27CB31161}" dt="2023-08-05T11:56:16.633" v="1960" actId="1076"/>
          <ac:spMkLst>
            <pc:docMk/>
            <pc:sldMk cId="3149094279" sldId="337"/>
            <ac:spMk id="23" creationId="{38B421EA-5470-EA0B-9121-9E15F9AAA008}"/>
          </ac:spMkLst>
        </pc:spChg>
        <pc:spChg chg="mod">
          <ac:chgData name="Songqing" userId="c4d8cb49210192e2" providerId="LiveId" clId="{43D478A8-A14C-4C0B-86C7-32E27CB31161}" dt="2023-08-05T11:54:59.183" v="1949" actId="1076"/>
          <ac:spMkLst>
            <pc:docMk/>
            <pc:sldMk cId="3149094279" sldId="337"/>
            <ac:spMk id="24" creationId="{123CE729-67F1-DDE2-9CD1-194F39B4FB7F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29" creationId="{9D9A0144-A8CB-763E-506F-1038893D45C2}"/>
          </ac:spMkLst>
        </pc:spChg>
        <pc:spChg chg="mod">
          <ac:chgData name="Songqing" userId="c4d8cb49210192e2" providerId="LiveId" clId="{43D478A8-A14C-4C0B-86C7-32E27CB31161}" dt="2023-08-05T11:55:51.156" v="1955" actId="1076"/>
          <ac:spMkLst>
            <pc:docMk/>
            <pc:sldMk cId="3149094279" sldId="337"/>
            <ac:spMk id="34" creationId="{D1A4237A-FB07-8AD9-3631-171988D2014E}"/>
          </ac:spMkLst>
        </pc:spChg>
        <pc:cxnChg chg="mod">
          <ac:chgData name="Songqing" userId="c4d8cb49210192e2" providerId="LiveId" clId="{43D478A8-A14C-4C0B-86C7-32E27CB31161}" dt="2023-08-05T11:56:20.954" v="1961" actId="14100"/>
          <ac:cxnSpMkLst>
            <pc:docMk/>
            <pc:sldMk cId="3149094279" sldId="337"/>
            <ac:cxnSpMk id="19" creationId="{C29AAF98-B1A0-47FA-56B6-07D271D7A0A9}"/>
          </ac:cxnSpMkLst>
        </pc:cxnChg>
        <pc:cxnChg chg="mod">
          <ac:chgData name="Songqing" userId="c4d8cb49210192e2" providerId="LiveId" clId="{43D478A8-A14C-4C0B-86C7-32E27CB31161}" dt="2023-08-05T11:56:05.473" v="1958" actId="1076"/>
          <ac:cxnSpMkLst>
            <pc:docMk/>
            <pc:sldMk cId="3149094279" sldId="337"/>
            <ac:cxnSpMk id="21" creationId="{737E4DC7-903F-B2D5-4DCA-99EB5028DB0F}"/>
          </ac:cxnSpMkLst>
        </pc:cxnChg>
        <pc:cxnChg chg="mod">
          <ac:chgData name="Songqing" userId="c4d8cb49210192e2" providerId="LiveId" clId="{43D478A8-A14C-4C0B-86C7-32E27CB31161}" dt="2023-08-05T11:55:01.874" v="1950" actId="14100"/>
          <ac:cxnSpMkLst>
            <pc:docMk/>
            <pc:sldMk cId="3149094279" sldId="337"/>
            <ac:cxnSpMk id="25" creationId="{6AB45BF9-F879-3ABA-D00A-505AAF4EB712}"/>
          </ac:cxnSpMkLst>
        </pc:cxnChg>
        <pc:cxnChg chg="add mod">
          <ac:chgData name="Songqing" userId="c4d8cb49210192e2" providerId="LiveId" clId="{43D478A8-A14C-4C0B-86C7-32E27CB31161}" dt="2023-08-05T11:56:13.735" v="1959" actId="1076"/>
          <ac:cxnSpMkLst>
            <pc:docMk/>
            <pc:sldMk cId="3149094279" sldId="337"/>
            <ac:cxnSpMk id="26" creationId="{95359B2E-4647-0381-0482-47083748D4D2}"/>
          </ac:cxnSpMkLst>
        </pc:cxnChg>
        <pc:cxnChg chg="add mod">
          <ac:chgData name="Songqing" userId="c4d8cb49210192e2" providerId="LiveId" clId="{43D478A8-A14C-4C0B-86C7-32E27CB31161}" dt="2023-08-05T11:56:16.633" v="1960" actId="1076"/>
          <ac:cxnSpMkLst>
            <pc:docMk/>
            <pc:sldMk cId="3149094279" sldId="337"/>
            <ac:cxnSpMk id="30" creationId="{52748513-3912-D58B-4A20-9D3A3FB57598}"/>
          </ac:cxnSpMkLst>
        </pc:cxnChg>
        <pc:cxnChg chg="mod">
          <ac:chgData name="Songqing" userId="c4d8cb49210192e2" providerId="LiveId" clId="{43D478A8-A14C-4C0B-86C7-32E27CB31161}" dt="2023-08-05T11:56:05.473" v="1958" actId="1076"/>
          <ac:cxnSpMkLst>
            <pc:docMk/>
            <pc:sldMk cId="3149094279" sldId="337"/>
            <ac:cxnSpMk id="43" creationId="{40E4FA22-E636-5006-BB39-3C0D2CB66124}"/>
          </ac:cxnSpMkLst>
        </pc:cxnChg>
        <pc:cxnChg chg="mod">
          <ac:chgData name="Songqing" userId="c4d8cb49210192e2" providerId="LiveId" clId="{43D478A8-A14C-4C0B-86C7-32E27CB31161}" dt="2023-08-05T11:55:54.785" v="1956" actId="14100"/>
          <ac:cxnSpMkLst>
            <pc:docMk/>
            <pc:sldMk cId="3149094279" sldId="337"/>
            <ac:cxnSpMk id="45" creationId="{48448BBD-60DA-AD60-D300-AB762B14C868}"/>
          </ac:cxnSpMkLst>
        </pc:cxn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  <pc:docChgLst>
    <pc:chgData name="Songqing Gu" userId="c4d8cb49210192e2" providerId="LiveId" clId="{262707A5-8401-4E63-9F5C-A73DE64F14C3}"/>
    <pc:docChg chg="custSel addSld delSld modSld modSection">
      <pc:chgData name="Songqing Gu" userId="c4d8cb49210192e2" providerId="LiveId" clId="{262707A5-8401-4E63-9F5C-A73DE64F14C3}" dt="2023-06-16T13:41:32.940" v="126" actId="1076"/>
      <pc:docMkLst>
        <pc:docMk/>
      </pc:docMkLst>
      <pc:sldChg chg="modSp del mod">
        <pc:chgData name="Songqing Gu" userId="c4d8cb49210192e2" providerId="LiveId" clId="{262707A5-8401-4E63-9F5C-A73DE64F14C3}" dt="2023-06-16T12:34:39.527" v="37" actId="2696"/>
        <pc:sldMkLst>
          <pc:docMk/>
          <pc:sldMk cId="3813058601" sldId="256"/>
        </pc:sldMkLst>
        <pc:spChg chg="mod">
          <ac:chgData name="Songqing Gu" userId="c4d8cb49210192e2" providerId="LiveId" clId="{262707A5-8401-4E63-9F5C-A73DE64F14C3}" dt="2023-06-16T12:25:36.764" v="3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262707A5-8401-4E63-9F5C-A73DE64F14C3}" dt="2023-06-16T12:58:48.872" v="84" actId="14100"/>
        <pc:sldMkLst>
          <pc:docMk/>
          <pc:sldMk cId="3113703618" sldId="261"/>
        </pc:sldMkLst>
        <pc:spChg chg="del mod">
          <ac:chgData name="Songqing Gu" userId="c4d8cb49210192e2" providerId="LiveId" clId="{262707A5-8401-4E63-9F5C-A73DE64F14C3}" dt="2023-06-16T12:42:29.605" v="44" actId="478"/>
          <ac:spMkLst>
            <pc:docMk/>
            <pc:sldMk cId="3113703618" sldId="261"/>
            <ac:spMk id="2" creationId="{00000000-0000-0000-0000-000000000000}"/>
          </ac:spMkLst>
        </pc:spChg>
        <pc:spChg chg="del">
          <ac:chgData name="Songqing Gu" userId="c4d8cb49210192e2" providerId="LiveId" clId="{262707A5-8401-4E63-9F5C-A73DE64F14C3}" dt="2023-06-16T12:41:59.291" v="38" actId="478"/>
          <ac:spMkLst>
            <pc:docMk/>
            <pc:sldMk cId="3113703618" sldId="261"/>
            <ac:spMk id="4" creationId="{00000000-0000-0000-0000-000000000000}"/>
          </ac:spMkLst>
        </pc:spChg>
        <pc:spChg chg="add mod">
          <ac:chgData name="Songqing Gu" userId="c4d8cb49210192e2" providerId="LiveId" clId="{262707A5-8401-4E63-9F5C-A73DE64F14C3}" dt="2023-06-16T12:42:57.868" v="52" actId="1076"/>
          <ac:spMkLst>
            <pc:docMk/>
            <pc:sldMk cId="3113703618" sldId="261"/>
            <ac:spMk id="5" creationId="{65B80BEA-BD58-4BB1-CD49-B7E8607E15EC}"/>
          </ac:spMkLst>
        </pc:spChg>
        <pc:spChg chg="add del mod">
          <ac:chgData name="Songqing Gu" userId="c4d8cb49210192e2" providerId="LiveId" clId="{262707A5-8401-4E63-9F5C-A73DE64F14C3}" dt="2023-06-16T12:42:35.726" v="46"/>
          <ac:spMkLst>
            <pc:docMk/>
            <pc:sldMk cId="3113703618" sldId="261"/>
            <ac:spMk id="7" creationId="{143BE242-03B3-A592-0444-85EEB84143F2}"/>
          </ac:spMkLst>
        </pc:spChg>
        <pc:spChg chg="add mod">
          <ac:chgData name="Songqing Gu" userId="c4d8cb49210192e2" providerId="LiveId" clId="{262707A5-8401-4E63-9F5C-A73DE64F14C3}" dt="2023-06-16T12:42:53.209" v="51" actId="14100"/>
          <ac:spMkLst>
            <pc:docMk/>
            <pc:sldMk cId="3113703618" sldId="261"/>
            <ac:spMk id="8" creationId="{BA26DEAE-5B0E-7092-0CDC-7B1858EBADCD}"/>
          </ac:spMkLst>
        </pc:spChg>
        <pc:spChg chg="add mod">
          <ac:chgData name="Songqing Gu" userId="c4d8cb49210192e2" providerId="LiveId" clId="{262707A5-8401-4E63-9F5C-A73DE64F14C3}" dt="2023-06-16T12:56:25.552" v="72" actId="1076"/>
          <ac:spMkLst>
            <pc:docMk/>
            <pc:sldMk cId="3113703618" sldId="261"/>
            <ac:spMk id="10" creationId="{A751D98D-28CD-6AA8-E491-63C1E905EAA5}"/>
          </ac:spMkLst>
        </pc:spChg>
        <pc:spChg chg="add mod">
          <ac:chgData name="Songqing Gu" userId="c4d8cb49210192e2" providerId="LiveId" clId="{262707A5-8401-4E63-9F5C-A73DE64F14C3}" dt="2023-06-16T12:57:19.938" v="77" actId="1076"/>
          <ac:spMkLst>
            <pc:docMk/>
            <pc:sldMk cId="3113703618" sldId="261"/>
            <ac:spMk id="12" creationId="{568BBE4C-8E40-8C7F-9A64-C076869BEF43}"/>
          </ac:spMkLst>
        </pc:spChg>
        <pc:spChg chg="add mod">
          <ac:chgData name="Songqing Gu" userId="c4d8cb49210192e2" providerId="LiveId" clId="{262707A5-8401-4E63-9F5C-A73DE64F14C3}" dt="2023-06-16T12:58:48.872" v="84" actId="14100"/>
          <ac:spMkLst>
            <pc:docMk/>
            <pc:sldMk cId="3113703618" sldId="261"/>
            <ac:spMk id="14" creationId="{FDD2FAB4-4A78-F080-AC67-7FFC39D796DC}"/>
          </ac:spMkLst>
        </pc:spChg>
      </pc:sldChg>
      <pc:sldChg chg="addSp delSp modSp mod">
        <pc:chgData name="Songqing Gu" userId="c4d8cb49210192e2" providerId="LiveId" clId="{262707A5-8401-4E63-9F5C-A73DE64F14C3}" dt="2023-06-16T13:41:32.940" v="126" actId="1076"/>
        <pc:sldMkLst>
          <pc:docMk/>
          <pc:sldMk cId="2216314799" sldId="274"/>
        </pc:sldMkLst>
        <pc:spChg chg="mod">
          <ac:chgData name="Songqing Gu" userId="c4d8cb49210192e2" providerId="LiveId" clId="{262707A5-8401-4E63-9F5C-A73DE64F14C3}" dt="2023-06-16T13:41:05.312" v="122" actId="1076"/>
          <ac:spMkLst>
            <pc:docMk/>
            <pc:sldMk cId="2216314799" sldId="274"/>
            <ac:spMk id="2" creationId="{00000000-0000-0000-0000-000000000000}"/>
          </ac:spMkLst>
        </pc:spChg>
        <pc:spChg chg="add mod">
          <ac:chgData name="Songqing Gu" userId="c4d8cb49210192e2" providerId="LiveId" clId="{262707A5-8401-4E63-9F5C-A73DE64F14C3}" dt="2023-06-16T13:41:32.940" v="126" actId="1076"/>
          <ac:spMkLst>
            <pc:docMk/>
            <pc:sldMk cId="2216314799" sldId="274"/>
            <ac:spMk id="4" creationId="{0F89EA29-F0AD-67A8-910B-517FC39D9D79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6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19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20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28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31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40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42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43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57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58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59" creationId="{00000000-0000-0000-0000-000000000000}"/>
          </ac:spMkLst>
        </pc:spChg>
        <pc:spChg chg="del">
          <ac:chgData name="Songqing Gu" userId="c4d8cb49210192e2" providerId="LiveId" clId="{262707A5-8401-4E63-9F5C-A73DE64F14C3}" dt="2023-06-16T13:39:30.927" v="85" actId="478"/>
          <ac:spMkLst>
            <pc:docMk/>
            <pc:sldMk cId="2216314799" sldId="274"/>
            <ac:spMk id="68" creationId="{00000000-0000-0000-0000-000000000000}"/>
          </ac:spMkLst>
        </pc:spChg>
        <pc:picChg chg="del">
          <ac:chgData name="Songqing Gu" userId="c4d8cb49210192e2" providerId="LiveId" clId="{262707A5-8401-4E63-9F5C-A73DE64F14C3}" dt="2023-06-16T13:39:30.927" v="85" actId="478"/>
          <ac:picMkLst>
            <pc:docMk/>
            <pc:sldMk cId="2216314799" sldId="274"/>
            <ac:picMk id="27" creationId="{00000000-0000-0000-0000-000000000000}"/>
          </ac:picMkLst>
        </pc:picChg>
        <pc:picChg chg="del">
          <ac:chgData name="Songqing Gu" userId="c4d8cb49210192e2" providerId="LiveId" clId="{262707A5-8401-4E63-9F5C-A73DE64F14C3}" dt="2023-06-16T13:39:30.927" v="85" actId="478"/>
          <ac:picMkLst>
            <pc:docMk/>
            <pc:sldMk cId="2216314799" sldId="274"/>
            <ac:picMk id="29" creationId="{00000000-0000-0000-0000-000000000000}"/>
          </ac:picMkLst>
        </pc:picChg>
        <pc:cxnChg chg="del">
          <ac:chgData name="Songqing Gu" userId="c4d8cb49210192e2" providerId="LiveId" clId="{262707A5-8401-4E63-9F5C-A73DE64F14C3}" dt="2023-06-16T13:39:30.927" v="85" actId="478"/>
          <ac:cxnSpMkLst>
            <pc:docMk/>
            <pc:sldMk cId="2216314799" sldId="274"/>
            <ac:cxnSpMk id="32" creationId="{00000000-0000-0000-0000-000000000000}"/>
          </ac:cxnSpMkLst>
        </pc:cxnChg>
        <pc:cxnChg chg="del">
          <ac:chgData name="Songqing Gu" userId="c4d8cb49210192e2" providerId="LiveId" clId="{262707A5-8401-4E63-9F5C-A73DE64F14C3}" dt="2023-06-16T13:39:30.927" v="85" actId="478"/>
          <ac:cxnSpMkLst>
            <pc:docMk/>
            <pc:sldMk cId="2216314799" sldId="274"/>
            <ac:cxnSpMk id="44" creationId="{00000000-0000-0000-0000-000000000000}"/>
          </ac:cxnSpMkLst>
        </pc:cxnChg>
        <pc:cxnChg chg="del">
          <ac:chgData name="Songqing Gu" userId="c4d8cb49210192e2" providerId="LiveId" clId="{262707A5-8401-4E63-9F5C-A73DE64F14C3}" dt="2023-06-16T13:39:30.927" v="85" actId="478"/>
          <ac:cxnSpMkLst>
            <pc:docMk/>
            <pc:sldMk cId="2216314799" sldId="274"/>
            <ac:cxnSpMk id="49" creationId="{00000000-0000-0000-0000-000000000000}"/>
          </ac:cxnSpMkLst>
        </pc:cxnChg>
      </pc:sldChg>
      <pc:sldChg chg="addSp delSp modSp mod">
        <pc:chgData name="Songqing Gu" userId="c4d8cb49210192e2" providerId="LiveId" clId="{262707A5-8401-4E63-9F5C-A73DE64F14C3}" dt="2023-06-16T12:55:08.564" v="68" actId="1076"/>
        <pc:sldMkLst>
          <pc:docMk/>
          <pc:sldMk cId="2115522147" sldId="322"/>
        </pc:sldMkLst>
        <pc:spChg chg="del">
          <ac:chgData name="Songqing Gu" userId="c4d8cb49210192e2" providerId="LiveId" clId="{262707A5-8401-4E63-9F5C-A73DE64F14C3}" dt="2023-06-16T12:53:33.274" v="57" actId="478"/>
          <ac:spMkLst>
            <pc:docMk/>
            <pc:sldMk cId="2115522147" sldId="322"/>
            <ac:spMk id="2" creationId="{00000000-0000-0000-0000-000000000000}"/>
          </ac:spMkLst>
        </pc:spChg>
        <pc:spChg chg="del">
          <ac:chgData name="Songqing Gu" userId="c4d8cb49210192e2" providerId="LiveId" clId="{262707A5-8401-4E63-9F5C-A73DE64F14C3}" dt="2023-06-16T12:53:23.749" v="53" actId="478"/>
          <ac:spMkLst>
            <pc:docMk/>
            <pc:sldMk cId="2115522147" sldId="322"/>
            <ac:spMk id="3" creationId="{00000000-0000-0000-0000-000000000000}"/>
          </ac:spMkLst>
        </pc:spChg>
        <pc:spChg chg="add del mod">
          <ac:chgData name="Songqing Gu" userId="c4d8cb49210192e2" providerId="LiveId" clId="{262707A5-8401-4E63-9F5C-A73DE64F14C3}" dt="2023-06-16T12:53:26.120" v="54" actId="478"/>
          <ac:spMkLst>
            <pc:docMk/>
            <pc:sldMk cId="2115522147" sldId="322"/>
            <ac:spMk id="5" creationId="{F93BA9FE-1A7E-59D5-DB0F-33D37B2BC9D6}"/>
          </ac:spMkLst>
        </pc:spChg>
        <pc:spChg chg="add del mod">
          <ac:chgData name="Songqing Gu" userId="c4d8cb49210192e2" providerId="LiveId" clId="{262707A5-8401-4E63-9F5C-A73DE64F14C3}" dt="2023-06-16T12:53:52.787" v="64" actId="478"/>
          <ac:spMkLst>
            <pc:docMk/>
            <pc:sldMk cId="2115522147" sldId="322"/>
            <ac:spMk id="7" creationId="{ABA7DEDB-5263-0945-C275-019A307F7606}"/>
          </ac:spMkLst>
        </pc:spChg>
        <pc:spChg chg="add mod">
          <ac:chgData name="Songqing Gu" userId="c4d8cb49210192e2" providerId="LiveId" clId="{262707A5-8401-4E63-9F5C-A73DE64F14C3}" dt="2023-06-16T12:53:48.183" v="63" actId="1076"/>
          <ac:spMkLst>
            <pc:docMk/>
            <pc:sldMk cId="2115522147" sldId="322"/>
            <ac:spMk id="9" creationId="{12FE7EEE-9033-20AB-8C81-1DA854640A13}"/>
          </ac:spMkLst>
        </pc:spChg>
        <pc:spChg chg="add mod">
          <ac:chgData name="Songqing Gu" userId="c4d8cb49210192e2" providerId="LiveId" clId="{262707A5-8401-4E63-9F5C-A73DE64F14C3}" dt="2023-06-16T12:55:08.564" v="68" actId="1076"/>
          <ac:spMkLst>
            <pc:docMk/>
            <pc:sldMk cId="2115522147" sldId="322"/>
            <ac:spMk id="11" creationId="{97DB11F4-6E24-13D6-6479-AA84647A6E49}"/>
          </ac:spMkLst>
        </pc:spChg>
      </pc:sldChg>
      <pc:sldChg chg="modSp add mod setBg">
        <pc:chgData name="Songqing Gu" userId="c4d8cb49210192e2" providerId="LiveId" clId="{262707A5-8401-4E63-9F5C-A73DE64F14C3}" dt="2023-06-16T12:34:30.885" v="36" actId="313"/>
        <pc:sldMkLst>
          <pc:docMk/>
          <pc:sldMk cId="523495732" sldId="323"/>
        </pc:sldMkLst>
        <pc:spChg chg="mod">
          <ac:chgData name="Songqing Gu" userId="c4d8cb49210192e2" providerId="LiveId" clId="{262707A5-8401-4E63-9F5C-A73DE64F14C3}" dt="2023-06-16T12:34:30.885" v="36" actId="313"/>
          <ac:spMkLst>
            <pc:docMk/>
            <pc:sldMk cId="523495732" sldId="32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12/10/2024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31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776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4337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699F-5B34-E917-401E-E7ED08621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EE0BC-D5F7-7821-FA05-7B87602B3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59B10-F1F0-C9BF-F539-03006B862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D46F2-B136-E044-01A6-B15D6553F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2350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4337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3547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9535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162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8869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750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Utilizing a design pattern like POM can help reduce code duplication and enhance maintainability 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Moreover, we can use POM for including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reusable robust locating 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A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waiting strategies</a:t>
            </a:r>
            <a:r>
              <a:rPr lang="en-AU" sz="180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817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6476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12/10/2024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t.linkedin.com/in/songqing-gu-2ba9034b/de" TargetMode="External"/><Relationship Id="rId2" Type="http://schemas.openxmlformats.org/officeDocument/2006/relationships/hyperlink" Target="http://www.funnygorilla.com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99328" y="1638865"/>
            <a:ext cx="4976870" cy="919092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Design Patterns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4B60D65-4F88-A47D-06F4-737E7BFB63D8}"/>
              </a:ext>
            </a:extLst>
          </p:cNvPr>
          <p:cNvSpPr txBox="1">
            <a:spLocks/>
          </p:cNvSpPr>
          <p:nvPr/>
        </p:nvSpPr>
        <p:spPr>
          <a:xfrm>
            <a:off x="3184884" y="2797222"/>
            <a:ext cx="4569228" cy="838201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i="1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Page Object Model</a:t>
            </a:r>
          </a:p>
        </p:txBody>
      </p:sp>
    </p:spTree>
    <p:extLst>
      <p:ext uri="{BB962C8B-B14F-4D97-AF65-F5344CB8AC3E}">
        <p14:creationId xmlns:p14="http://schemas.microsoft.com/office/powerpoint/2010/main" val="523495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2FE7EEE-9033-20AB-8C81-1DA854640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6596" y="1457780"/>
            <a:ext cx="4930900" cy="4001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Page Object Model Pattern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8DB064-091E-82D2-2756-26D34D84AACA}"/>
              </a:ext>
            </a:extLst>
          </p:cNvPr>
          <p:cNvSpPr txBox="1">
            <a:spLocks/>
          </p:cNvSpPr>
          <p:nvPr/>
        </p:nvSpPr>
        <p:spPr>
          <a:xfrm>
            <a:off x="2264727" y="585091"/>
            <a:ext cx="4254945" cy="71516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211552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2FE7EEE-9033-20AB-8C81-1DA854640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0773" y="1380280"/>
            <a:ext cx="2300507" cy="402800"/>
          </a:xfrm>
        </p:spPr>
        <p:txBody>
          <a:bodyPr>
            <a:normAutofit fontScale="90000"/>
          </a:bodyPr>
          <a:lstStyle/>
          <a:p>
            <a:r>
              <a:rPr lang="en-AU" sz="2000" dirty="0">
                <a:solidFill>
                  <a:schemeClr val="accent2"/>
                </a:solidFill>
                <a:latin typeface="Arial Black" panose="020B0A04020102020204" pitchFamily="34" charset="0"/>
              </a:rPr>
              <a:t>the limitations?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E8A9A5-736B-EBA7-4C40-A1761FC4138F}"/>
              </a:ext>
            </a:extLst>
          </p:cNvPr>
          <p:cNvSpPr txBox="1">
            <a:spLocks/>
          </p:cNvSpPr>
          <p:nvPr/>
        </p:nvSpPr>
        <p:spPr>
          <a:xfrm>
            <a:off x="1313751" y="375911"/>
            <a:ext cx="5361369" cy="71516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Why Design Patterns?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91B325-0222-7B53-7A98-3AD581A9F076}"/>
              </a:ext>
            </a:extLst>
          </p:cNvPr>
          <p:cNvSpPr txBox="1"/>
          <p:nvPr/>
        </p:nvSpPr>
        <p:spPr>
          <a:xfrm>
            <a:off x="839296" y="1911560"/>
            <a:ext cx="76816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AU" sz="1200" dirty="0">
                <a:solidFill>
                  <a:srgbClr val="646464"/>
                </a:solidFill>
                <a:latin typeface="Consolas" panose="020B0609020204030204" pitchFamily="49" charset="0"/>
              </a:rPr>
              <a:t>@Test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AU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A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testVanillaBasicLogin() {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AU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.get(</a:t>
            </a:r>
            <a:r>
              <a:rPr lang="en-AU" sz="1200" dirty="0">
                <a:solidFill>
                  <a:srgbClr val="2A00FF"/>
                </a:solidFill>
                <a:latin typeface="Consolas" panose="020B0609020204030204" pitchFamily="49" charset="0"/>
              </a:rPr>
              <a:t>“someURL"</a:t>
            </a:r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endParaRPr lang="en-AU" sz="1200" dirty="0">
              <a:latin typeface="Consolas" panose="020B0609020204030204" pitchFamily="49" charset="0"/>
            </a:endParaRP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AU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By.id(</a:t>
            </a:r>
            <a:r>
              <a:rPr lang="en-AU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"username"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)).sendKeys(</a:t>
            </a:r>
            <a:r>
              <a:rPr lang="en-AU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"user"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);  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AU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By.id(</a:t>
            </a:r>
            <a:r>
              <a:rPr lang="en-AU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"password"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)).sendKeys(</a:t>
            </a:r>
            <a:r>
              <a:rPr lang="en-AU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"user"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);  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By.cssSelector(</a:t>
            </a:r>
            <a:r>
              <a:rPr lang="en-US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"button"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)).click();  </a:t>
            </a:r>
          </a:p>
          <a:p>
            <a:pPr algn="l"/>
            <a:endParaRPr lang="en-AU" sz="1200" dirty="0">
              <a:latin typeface="Consolas" panose="020B0609020204030204" pitchFamily="49" charset="0"/>
            </a:endParaRP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Assertions.</a:t>
            </a:r>
            <a:r>
              <a:rPr lang="en-US" sz="1200" i="1" dirty="0">
                <a:solidFill>
                  <a:srgbClr val="000000"/>
                </a:solidFill>
                <a:latin typeface="Consolas" panose="020B0609020204030204" pitchFamily="49" charset="0"/>
              </a:rPr>
              <a:t>assertTrue(</a:t>
            </a:r>
            <a:r>
              <a:rPr lang="en-US" sz="1200" i="1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US" sz="1200" i="1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en-US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By.id(</a:t>
            </a:r>
            <a:r>
              <a:rPr lang="en-US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"success"</a:t>
            </a:r>
            <a:r>
              <a:rPr lang="en-US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)).isDisplayed());  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en-AU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5EEA33-3767-D500-79AB-2DCAAD38B47D}"/>
              </a:ext>
            </a:extLst>
          </p:cNvPr>
          <p:cNvSpPr txBox="1"/>
          <p:nvPr/>
        </p:nvSpPr>
        <p:spPr>
          <a:xfrm>
            <a:off x="850804" y="4202757"/>
            <a:ext cx="73605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AU" sz="1200" dirty="0">
                <a:solidFill>
                  <a:srgbClr val="646464"/>
                </a:solidFill>
                <a:latin typeface="Consolas" panose="020B0609020204030204" pitchFamily="49" charset="0"/>
              </a:rPr>
              <a:t>@Test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AU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A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testVanillaBasicLoginFailure() {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AU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.get(</a:t>
            </a:r>
            <a:r>
              <a:rPr lang="en-AU" sz="1200" dirty="0">
                <a:solidFill>
                  <a:srgbClr val="2A00FF"/>
                </a:solidFill>
                <a:latin typeface="Consolas" panose="020B0609020204030204" pitchFamily="49" charset="0"/>
              </a:rPr>
              <a:t>“someURL"</a:t>
            </a:r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endParaRPr lang="en-AU" sz="1200" dirty="0">
              <a:latin typeface="Consolas" panose="020B0609020204030204" pitchFamily="49" charset="0"/>
            </a:endParaRPr>
          </a:p>
          <a:p>
            <a:pPr algn="l"/>
            <a:r>
              <a:rPr lang="da-DK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a-DK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da-DK" sz="1200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da-DK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By.id(</a:t>
            </a:r>
            <a:r>
              <a:rPr lang="da-DK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"username"</a:t>
            </a:r>
            <a:r>
              <a:rPr lang="da-DK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)).sendKeys(</a:t>
            </a:r>
            <a:r>
              <a:rPr lang="da-DK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"bad-user"</a:t>
            </a:r>
            <a:r>
              <a:rPr lang="da-DK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AU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By.id(</a:t>
            </a:r>
            <a:r>
              <a:rPr lang="en-AU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"password"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)).sendKeys(</a:t>
            </a:r>
            <a:r>
              <a:rPr lang="en-AU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"bad-password"</a:t>
            </a:r>
            <a:r>
              <a:rPr lang="en-AU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By.cssSelector(</a:t>
            </a:r>
            <a:r>
              <a:rPr lang="en-US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"button"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)).click();</a:t>
            </a:r>
          </a:p>
          <a:p>
            <a:pPr algn="l"/>
            <a:endParaRPr lang="en-AU" sz="1200" dirty="0">
              <a:latin typeface="Consolas" panose="020B0609020204030204" pitchFamily="49" charset="0"/>
            </a:endParaRP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Assertions.</a:t>
            </a:r>
            <a:r>
              <a:rPr lang="en-AU" sz="1200" i="1" dirty="0">
                <a:solidFill>
                  <a:srgbClr val="000000"/>
                </a:solidFill>
                <a:latin typeface="Consolas" panose="020B0609020204030204" pitchFamily="49" charset="0"/>
              </a:rPr>
              <a:t>assertTrue(</a:t>
            </a:r>
            <a:r>
              <a:rPr lang="en-AU" sz="1200" i="1" dirty="0">
                <a:solidFill>
                  <a:srgbClr val="0000C0"/>
                </a:solidFill>
                <a:latin typeface="Consolas" panose="020B0609020204030204" pitchFamily="49" charset="0"/>
              </a:rPr>
              <a:t>driver</a:t>
            </a:r>
            <a:r>
              <a:rPr lang="en-AU" sz="1200" i="1" dirty="0">
                <a:solidFill>
                  <a:srgbClr val="000000"/>
                </a:solidFill>
                <a:latin typeface="Consolas" panose="020B0609020204030204" pitchFamily="49" charset="0"/>
              </a:rPr>
              <a:t>.findElement(</a:t>
            </a:r>
            <a:r>
              <a:rPr lang="en-AU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By.id(</a:t>
            </a:r>
            <a:r>
              <a:rPr lang="en-AU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"invalid"</a:t>
            </a:r>
            <a:r>
              <a:rPr lang="en-AU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)).isDisplayed());</a:t>
            </a:r>
          </a:p>
          <a:p>
            <a:pPr algn="l"/>
            <a:r>
              <a:rPr lang="en-AU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AU" sz="1200" dirty="0"/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2EBCEE82-F1C9-9065-D2BE-40FC42B294F7}"/>
              </a:ext>
            </a:extLst>
          </p:cNvPr>
          <p:cNvCxnSpPr>
            <a:cxnSpLocks/>
          </p:cNvCxnSpPr>
          <p:nvPr/>
        </p:nvCxnSpPr>
        <p:spPr>
          <a:xfrm flipV="1">
            <a:off x="6675120" y="1508760"/>
            <a:ext cx="1265653" cy="1078929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B8DA9CD-F4D6-5677-F3E6-D6E657334F9C}"/>
              </a:ext>
            </a:extLst>
          </p:cNvPr>
          <p:cNvSpPr txBox="1"/>
          <p:nvPr/>
        </p:nvSpPr>
        <p:spPr>
          <a:xfrm>
            <a:off x="7926999" y="809438"/>
            <a:ext cx="2181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Vanilla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95764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CE979C-C61D-A96A-3D24-B6EAC6ECF7B9}"/>
              </a:ext>
            </a:extLst>
          </p:cNvPr>
          <p:cNvSpPr/>
          <p:nvPr/>
        </p:nvSpPr>
        <p:spPr>
          <a:xfrm>
            <a:off x="4629873" y="1747777"/>
            <a:ext cx="3264237" cy="44331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A9906-5751-44CE-37E0-BE40415D3D93}"/>
              </a:ext>
            </a:extLst>
          </p:cNvPr>
          <p:cNvSpPr/>
          <p:nvPr/>
        </p:nvSpPr>
        <p:spPr>
          <a:xfrm>
            <a:off x="10076412" y="3298913"/>
            <a:ext cx="1081650" cy="17493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HTML </a:t>
            </a:r>
          </a:p>
          <a:p>
            <a:pPr algn="ctr"/>
            <a:r>
              <a:rPr lang="en-A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DFED13-4CEB-B7E1-F7CD-6C90079D0A61}"/>
              </a:ext>
            </a:extLst>
          </p:cNvPr>
          <p:cNvSpPr/>
          <p:nvPr/>
        </p:nvSpPr>
        <p:spPr>
          <a:xfrm>
            <a:off x="4789715" y="2234672"/>
            <a:ext cx="2906485" cy="151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A0144-A8CB-763E-506F-1038893D45C2}"/>
              </a:ext>
            </a:extLst>
          </p:cNvPr>
          <p:cNvSpPr/>
          <p:nvPr/>
        </p:nvSpPr>
        <p:spPr>
          <a:xfrm>
            <a:off x="4895905" y="2690151"/>
            <a:ext cx="2632493" cy="389383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UI handling logic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A4237A-FB07-8AD9-3631-171988D2014E}"/>
              </a:ext>
            </a:extLst>
          </p:cNvPr>
          <p:cNvSpPr/>
          <p:nvPr/>
        </p:nvSpPr>
        <p:spPr>
          <a:xfrm>
            <a:off x="4895905" y="3214385"/>
            <a:ext cx="2632493" cy="35283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Testing handling logic</a:t>
            </a:r>
          </a:p>
        </p:txBody>
      </p:sp>
      <p:sp>
        <p:nvSpPr>
          <p:cNvPr id="53" name="Arrow: Chevron 52">
            <a:extLst>
              <a:ext uri="{FF2B5EF4-FFF2-40B4-BE49-F238E27FC236}">
                <a16:creationId xmlns:a16="http://schemas.microsoft.com/office/drawing/2014/main" id="{623DDB0E-DF00-2CF3-C96A-600A5A3522BA}"/>
              </a:ext>
            </a:extLst>
          </p:cNvPr>
          <p:cNvSpPr/>
          <p:nvPr/>
        </p:nvSpPr>
        <p:spPr>
          <a:xfrm rot="12104077">
            <a:off x="8535579" y="2998299"/>
            <a:ext cx="899364" cy="458019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46B91CC-76EB-01CB-9FE2-D56D8178158A}"/>
              </a:ext>
            </a:extLst>
          </p:cNvPr>
          <p:cNvSpPr/>
          <p:nvPr/>
        </p:nvSpPr>
        <p:spPr>
          <a:xfrm>
            <a:off x="4789715" y="4322207"/>
            <a:ext cx="2906485" cy="151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DE1E2B6-0F65-4445-E3C1-978738C4ADF8}"/>
              </a:ext>
            </a:extLst>
          </p:cNvPr>
          <p:cNvSpPr/>
          <p:nvPr/>
        </p:nvSpPr>
        <p:spPr>
          <a:xfrm>
            <a:off x="4895905" y="4777686"/>
            <a:ext cx="2632493" cy="389383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UI handling logic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BA07445-3776-1371-ACF6-A2E222236F35}"/>
              </a:ext>
            </a:extLst>
          </p:cNvPr>
          <p:cNvSpPr/>
          <p:nvPr/>
        </p:nvSpPr>
        <p:spPr>
          <a:xfrm>
            <a:off x="4895905" y="5301920"/>
            <a:ext cx="2632493" cy="35283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Testing handling logic</a:t>
            </a:r>
          </a:p>
        </p:txBody>
      </p:sp>
      <p:sp>
        <p:nvSpPr>
          <p:cNvPr id="62" name="Arrow: Chevron 61">
            <a:extLst>
              <a:ext uri="{FF2B5EF4-FFF2-40B4-BE49-F238E27FC236}">
                <a16:creationId xmlns:a16="http://schemas.microsoft.com/office/drawing/2014/main" id="{524B208A-B173-FC0A-B618-E043F12D5F0C}"/>
              </a:ext>
            </a:extLst>
          </p:cNvPr>
          <p:cNvSpPr/>
          <p:nvPr/>
        </p:nvSpPr>
        <p:spPr>
          <a:xfrm rot="9548483">
            <a:off x="8606801" y="4703162"/>
            <a:ext cx="973648" cy="482532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8B4D646C-D8F5-DBB5-F07F-E034C9A81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41" y="338206"/>
            <a:ext cx="4024774" cy="707886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The limitations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9797F3-10F2-8B54-289F-38FD245B5EED}"/>
              </a:ext>
            </a:extLst>
          </p:cNvPr>
          <p:cNvSpPr txBox="1"/>
          <p:nvPr/>
        </p:nvSpPr>
        <p:spPr>
          <a:xfrm>
            <a:off x="764941" y="2234672"/>
            <a:ext cx="43731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Repeated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UI can be changed</a:t>
            </a:r>
            <a:endParaRPr lang="en-AU" sz="20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AU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flakiness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75EDEC-8517-EDB8-1053-934AE9BE6A8B}"/>
              </a:ext>
            </a:extLst>
          </p:cNvPr>
          <p:cNvSpPr txBox="1"/>
          <p:nvPr/>
        </p:nvSpPr>
        <p:spPr>
          <a:xfrm>
            <a:off x="4789715" y="2234672"/>
            <a:ext cx="1745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C00000"/>
                </a:solidFill>
              </a:rPr>
              <a:t>Test Case 01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7691F7-D2D8-0240-A7E6-F8ADE2CAA51D}"/>
              </a:ext>
            </a:extLst>
          </p:cNvPr>
          <p:cNvSpPr txBox="1"/>
          <p:nvPr/>
        </p:nvSpPr>
        <p:spPr>
          <a:xfrm>
            <a:off x="4850136" y="4349892"/>
            <a:ext cx="1745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C00000"/>
                </a:solidFill>
              </a:rPr>
              <a:t>Test Case 02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E63BA6E-CEFE-938B-D530-74ACE4998765}"/>
              </a:ext>
            </a:extLst>
          </p:cNvPr>
          <p:cNvSpPr txBox="1"/>
          <p:nvPr/>
        </p:nvSpPr>
        <p:spPr>
          <a:xfrm>
            <a:off x="8256677" y="1033150"/>
            <a:ext cx="2181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Vanilla</a:t>
            </a:r>
            <a:endParaRPr lang="en-AU" sz="2800" dirty="0"/>
          </a:p>
        </p:txBody>
      </p:sp>
      <p:cxnSp>
        <p:nvCxnSpPr>
          <p:cNvPr id="70" name="Connector: Curved 69">
            <a:extLst>
              <a:ext uri="{FF2B5EF4-FFF2-40B4-BE49-F238E27FC236}">
                <a16:creationId xmlns:a16="http://schemas.microsoft.com/office/drawing/2014/main" id="{9F4257D6-79DF-2499-F3BE-B23641B1BAE2}"/>
              </a:ext>
            </a:extLst>
          </p:cNvPr>
          <p:cNvCxnSpPr>
            <a:cxnSpLocks/>
          </p:cNvCxnSpPr>
          <p:nvPr/>
        </p:nvCxnSpPr>
        <p:spPr>
          <a:xfrm flipV="1">
            <a:off x="7800104" y="1350683"/>
            <a:ext cx="1072735" cy="985467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31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566" y="463096"/>
            <a:ext cx="7638225" cy="870842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Page Object Model Pattern</a:t>
            </a:r>
            <a:endParaRPr lang="en-AU" sz="2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D3518D2D-B875-0697-44E3-13FA9DC5A684}"/>
              </a:ext>
            </a:extLst>
          </p:cNvPr>
          <p:cNvSpPr/>
          <p:nvPr/>
        </p:nvSpPr>
        <p:spPr>
          <a:xfrm rot="10800000">
            <a:off x="9411977" y="3826364"/>
            <a:ext cx="704088" cy="368885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DFED13-4CEB-B7E1-F7CD-6C90079D0A61}"/>
              </a:ext>
            </a:extLst>
          </p:cNvPr>
          <p:cNvSpPr/>
          <p:nvPr/>
        </p:nvSpPr>
        <p:spPr>
          <a:xfrm>
            <a:off x="6167405" y="3192111"/>
            <a:ext cx="2906485" cy="15404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D6C4F-2762-3F37-043B-534C53CB59F3}"/>
              </a:ext>
            </a:extLst>
          </p:cNvPr>
          <p:cNvSpPr/>
          <p:nvPr/>
        </p:nvSpPr>
        <p:spPr>
          <a:xfrm>
            <a:off x="3680462" y="4490216"/>
            <a:ext cx="1694688" cy="48059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Test Logic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ACAEB8-8ED3-ABF0-85CE-2B5FDCFAA7C6}"/>
              </a:ext>
            </a:extLst>
          </p:cNvPr>
          <p:cNvSpPr txBox="1"/>
          <p:nvPr/>
        </p:nvSpPr>
        <p:spPr>
          <a:xfrm>
            <a:off x="684881" y="1593274"/>
            <a:ext cx="3243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 single place to change in case of UI changes</a:t>
            </a:r>
            <a:endParaRPr lang="en-AU" dirty="0"/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C29AAF98-B1A0-47FA-56B6-07D271D7A0A9}"/>
              </a:ext>
            </a:extLst>
          </p:cNvPr>
          <p:cNvCxnSpPr>
            <a:cxnSpLocks/>
            <a:stCxn id="22" idx="0"/>
            <a:endCxn id="17" idx="2"/>
          </p:cNvCxnSpPr>
          <p:nvPr/>
        </p:nvCxnSpPr>
        <p:spPr>
          <a:xfrm rot="5400000" flipH="1" flipV="1">
            <a:off x="1823614" y="2351013"/>
            <a:ext cx="594592" cy="371776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35074D0-E503-3857-53C5-1A1FD1DBDCD1}"/>
              </a:ext>
            </a:extLst>
          </p:cNvPr>
          <p:cNvSpPr txBox="1"/>
          <p:nvPr/>
        </p:nvSpPr>
        <p:spPr>
          <a:xfrm>
            <a:off x="4625604" y="1743648"/>
            <a:ext cx="2234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UI handling logic</a:t>
            </a:r>
            <a:endParaRPr lang="en-AU" dirty="0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737E4DC7-903F-B2D5-4DCA-99EB5028DB0F}"/>
              </a:ext>
            </a:extLst>
          </p:cNvPr>
          <p:cNvCxnSpPr>
            <a:cxnSpLocks/>
            <a:stCxn id="3" idx="0"/>
            <a:endCxn id="20" idx="2"/>
          </p:cNvCxnSpPr>
          <p:nvPr/>
        </p:nvCxnSpPr>
        <p:spPr>
          <a:xfrm rot="5400000" flipH="1" flipV="1">
            <a:off x="4576452" y="2064335"/>
            <a:ext cx="1117597" cy="1214889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23CE729-67F1-DDE2-9CD1-194F39B4FB7F}"/>
              </a:ext>
            </a:extLst>
          </p:cNvPr>
          <p:cNvSpPr txBox="1"/>
          <p:nvPr/>
        </p:nvSpPr>
        <p:spPr>
          <a:xfrm>
            <a:off x="4796110" y="5791731"/>
            <a:ext cx="1821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Testing logic</a:t>
            </a:r>
            <a:endParaRPr lang="en-AU" dirty="0"/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6AB45BF9-F879-3ABA-D00A-505AAF4EB712}"/>
              </a:ext>
            </a:extLst>
          </p:cNvPr>
          <p:cNvCxnSpPr>
            <a:cxnSpLocks/>
            <a:stCxn id="13" idx="2"/>
            <a:endCxn id="24" idx="0"/>
          </p:cNvCxnSpPr>
          <p:nvPr/>
        </p:nvCxnSpPr>
        <p:spPr>
          <a:xfrm rot="16200000" flipH="1">
            <a:off x="4706998" y="4791621"/>
            <a:ext cx="820918" cy="1179302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7CF3D40-4F7F-B4E4-A8FA-35DF33232261}"/>
              </a:ext>
            </a:extLst>
          </p:cNvPr>
          <p:cNvSpPr/>
          <p:nvPr/>
        </p:nvSpPr>
        <p:spPr>
          <a:xfrm>
            <a:off x="3680462" y="3230577"/>
            <a:ext cx="1694688" cy="48059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Page Object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A0144-A8CB-763E-506F-1038893D45C2}"/>
              </a:ext>
            </a:extLst>
          </p:cNvPr>
          <p:cNvSpPr/>
          <p:nvPr/>
        </p:nvSpPr>
        <p:spPr>
          <a:xfrm>
            <a:off x="6268978" y="3561442"/>
            <a:ext cx="2632493" cy="389383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UI handling logic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A4237A-FB07-8AD9-3631-171988D2014E}"/>
              </a:ext>
            </a:extLst>
          </p:cNvPr>
          <p:cNvSpPr/>
          <p:nvPr/>
        </p:nvSpPr>
        <p:spPr>
          <a:xfrm>
            <a:off x="6273595" y="4195249"/>
            <a:ext cx="2632493" cy="35283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Testing handling logic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0E4FA22-E636-5006-BB39-3C0D2CB66124}"/>
              </a:ext>
            </a:extLst>
          </p:cNvPr>
          <p:cNvCxnSpPr>
            <a:cxnSpLocks/>
            <a:stCxn id="29" idx="1"/>
            <a:endCxn id="3" idx="3"/>
          </p:cNvCxnSpPr>
          <p:nvPr/>
        </p:nvCxnSpPr>
        <p:spPr>
          <a:xfrm flipH="1" flipV="1">
            <a:off x="5375150" y="3470876"/>
            <a:ext cx="893828" cy="285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8448BBD-60DA-AD60-D300-AB762B14C868}"/>
              </a:ext>
            </a:extLst>
          </p:cNvPr>
          <p:cNvCxnSpPr>
            <a:cxnSpLocks/>
            <a:stCxn id="34" idx="1"/>
            <a:endCxn id="13" idx="3"/>
          </p:cNvCxnSpPr>
          <p:nvPr/>
        </p:nvCxnSpPr>
        <p:spPr>
          <a:xfrm flipH="1">
            <a:off x="5375150" y="4371668"/>
            <a:ext cx="898445" cy="358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F6B21BD-F08F-4957-1350-332890C71811}"/>
              </a:ext>
            </a:extLst>
          </p:cNvPr>
          <p:cNvSpPr txBox="1"/>
          <p:nvPr/>
        </p:nvSpPr>
        <p:spPr>
          <a:xfrm>
            <a:off x="6222494" y="3200416"/>
            <a:ext cx="1745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C00000"/>
                </a:solidFill>
              </a:rPr>
              <a:t>Test Case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DA9C50-1A5A-95C7-D327-8DD28EC6653B}"/>
              </a:ext>
            </a:extLst>
          </p:cNvPr>
          <p:cNvSpPr/>
          <p:nvPr/>
        </p:nvSpPr>
        <p:spPr>
          <a:xfrm>
            <a:off x="1087678" y="2834197"/>
            <a:ext cx="1694688" cy="48059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Locators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B421EA-5470-EA0B-9121-9E15F9AAA008}"/>
              </a:ext>
            </a:extLst>
          </p:cNvPr>
          <p:cNvSpPr/>
          <p:nvPr/>
        </p:nvSpPr>
        <p:spPr>
          <a:xfrm>
            <a:off x="1085335" y="3790002"/>
            <a:ext cx="1694688" cy="48059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Actions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5359B2E-4647-0381-0482-47083748D4D2}"/>
              </a:ext>
            </a:extLst>
          </p:cNvPr>
          <p:cNvCxnSpPr>
            <a:cxnSpLocks/>
            <a:stCxn id="3" idx="1"/>
            <a:endCxn id="22" idx="3"/>
          </p:cNvCxnSpPr>
          <p:nvPr/>
        </p:nvCxnSpPr>
        <p:spPr>
          <a:xfrm flipH="1" flipV="1">
            <a:off x="2782366" y="3074496"/>
            <a:ext cx="898096" cy="396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2748513-3912-D58B-4A20-9D3A3FB57598}"/>
              </a:ext>
            </a:extLst>
          </p:cNvPr>
          <p:cNvCxnSpPr>
            <a:cxnSpLocks/>
            <a:stCxn id="3" idx="1"/>
            <a:endCxn id="23" idx="3"/>
          </p:cNvCxnSpPr>
          <p:nvPr/>
        </p:nvCxnSpPr>
        <p:spPr>
          <a:xfrm flipH="1">
            <a:off x="2780023" y="3470876"/>
            <a:ext cx="900439" cy="559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3B6373C-E4FE-F1D9-0D39-356336503F26}"/>
              </a:ext>
            </a:extLst>
          </p:cNvPr>
          <p:cNvSpPr/>
          <p:nvPr/>
        </p:nvSpPr>
        <p:spPr>
          <a:xfrm>
            <a:off x="10563497" y="3050886"/>
            <a:ext cx="1081650" cy="17493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HTML </a:t>
            </a:r>
          </a:p>
          <a:p>
            <a:pPr algn="ctr"/>
            <a:r>
              <a:rPr lang="en-A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Page</a:t>
            </a:r>
          </a:p>
        </p:txBody>
      </p:sp>
    </p:spTree>
    <p:extLst>
      <p:ext uri="{BB962C8B-B14F-4D97-AF65-F5344CB8AC3E}">
        <p14:creationId xmlns:p14="http://schemas.microsoft.com/office/powerpoint/2010/main" val="314909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EB1435-3693-2DC9-780C-75BE74DD3347}"/>
              </a:ext>
            </a:extLst>
          </p:cNvPr>
          <p:cNvSpPr/>
          <p:nvPr/>
        </p:nvSpPr>
        <p:spPr>
          <a:xfrm>
            <a:off x="4386128" y="2506941"/>
            <a:ext cx="3084574" cy="1974398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566" y="463095"/>
            <a:ext cx="7638225" cy="1205199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Page Object Model Pattern</a:t>
            </a:r>
            <a:b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r>
              <a:rPr lang="en-AU" sz="2000" dirty="0">
                <a:solidFill>
                  <a:schemeClr val="accent2"/>
                </a:solidFill>
                <a:latin typeface="Arial Black" panose="020B0A04020102020204" pitchFamily="34" charset="0"/>
              </a:rPr>
              <a:t>Separation of UI handling logic from test logic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A9906-5751-44CE-37E0-BE40415D3D93}"/>
              </a:ext>
            </a:extLst>
          </p:cNvPr>
          <p:cNvSpPr/>
          <p:nvPr/>
        </p:nvSpPr>
        <p:spPr>
          <a:xfrm>
            <a:off x="9412398" y="2718436"/>
            <a:ext cx="1216223" cy="168649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HTML </a:t>
            </a:r>
          </a:p>
          <a:p>
            <a:pPr algn="ctr"/>
            <a:r>
              <a:rPr lang="en-AU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Page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D3518D2D-B875-0697-44E3-13FA9DC5A684}"/>
              </a:ext>
            </a:extLst>
          </p:cNvPr>
          <p:cNvSpPr/>
          <p:nvPr/>
        </p:nvSpPr>
        <p:spPr>
          <a:xfrm>
            <a:off x="8270747" y="3331606"/>
            <a:ext cx="704088" cy="368885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ACAEB8-8ED3-ABF0-85CE-2B5FDCFAA7C6}"/>
              </a:ext>
            </a:extLst>
          </p:cNvPr>
          <p:cNvSpPr txBox="1"/>
          <p:nvPr/>
        </p:nvSpPr>
        <p:spPr>
          <a:xfrm>
            <a:off x="6594699" y="1513943"/>
            <a:ext cx="25948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dirty="0"/>
              <a:t> single place to change</a:t>
            </a:r>
          </a:p>
          <a:p>
            <a:r>
              <a:rPr lang="en-AU" sz="1400" b="1" dirty="0"/>
              <a:t>in case of UI changes</a:t>
            </a:r>
            <a:endParaRPr lang="en-AU" sz="1400" dirty="0"/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C29AAF98-B1A0-47FA-56B6-07D271D7A0A9}"/>
              </a:ext>
            </a:extLst>
          </p:cNvPr>
          <p:cNvCxnSpPr>
            <a:cxnSpLocks/>
            <a:stCxn id="6" idx="0"/>
            <a:endCxn id="17" idx="2"/>
          </p:cNvCxnSpPr>
          <p:nvPr/>
        </p:nvCxnSpPr>
        <p:spPr>
          <a:xfrm rot="5400000" flipH="1" flipV="1">
            <a:off x="6675382" y="1290196"/>
            <a:ext cx="469778" cy="1963713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35074D0-E503-3857-53C5-1A1FD1DBDCD1}"/>
              </a:ext>
            </a:extLst>
          </p:cNvPr>
          <p:cNvSpPr txBox="1"/>
          <p:nvPr/>
        </p:nvSpPr>
        <p:spPr>
          <a:xfrm>
            <a:off x="5642751" y="2617210"/>
            <a:ext cx="2034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/>
              <a:t>Page Object</a:t>
            </a:r>
            <a:endParaRPr lang="en-AU" sz="2000" dirty="0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737E4DC7-903F-B2D5-4DCA-99EB5028DB0F}"/>
              </a:ext>
            </a:extLst>
          </p:cNvPr>
          <p:cNvCxnSpPr>
            <a:cxnSpLocks/>
            <a:stCxn id="6" idx="2"/>
            <a:endCxn id="3" idx="0"/>
          </p:cNvCxnSpPr>
          <p:nvPr/>
        </p:nvCxnSpPr>
        <p:spPr>
          <a:xfrm rot="16200000" flipH="1">
            <a:off x="6875019" y="3534735"/>
            <a:ext cx="728374" cy="2621582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23CE729-67F1-DDE2-9CD1-194F39B4FB7F}"/>
              </a:ext>
            </a:extLst>
          </p:cNvPr>
          <p:cNvSpPr txBox="1"/>
          <p:nvPr/>
        </p:nvSpPr>
        <p:spPr>
          <a:xfrm>
            <a:off x="420646" y="5049485"/>
            <a:ext cx="1645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dirty="0"/>
              <a:t>Testing logic</a:t>
            </a:r>
            <a:endParaRPr lang="en-AU" sz="1400" dirty="0"/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6AB45BF9-F879-3ABA-D00A-505AAF4EB712}"/>
              </a:ext>
            </a:extLst>
          </p:cNvPr>
          <p:cNvCxnSpPr>
            <a:cxnSpLocks/>
            <a:stCxn id="44" idx="2"/>
            <a:endCxn id="24" idx="0"/>
          </p:cNvCxnSpPr>
          <p:nvPr/>
        </p:nvCxnSpPr>
        <p:spPr>
          <a:xfrm rot="5400000">
            <a:off x="955609" y="4383646"/>
            <a:ext cx="953861" cy="377816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8EDF72B-BE15-7647-FE69-8385815E9590}"/>
              </a:ext>
            </a:extLst>
          </p:cNvPr>
          <p:cNvSpPr/>
          <p:nvPr/>
        </p:nvSpPr>
        <p:spPr>
          <a:xfrm>
            <a:off x="3885844" y="3022156"/>
            <a:ext cx="1645970" cy="36888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Action - 1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30CF7A0-3675-D0EF-D94F-CB8FD68A9C20}"/>
              </a:ext>
            </a:extLst>
          </p:cNvPr>
          <p:cNvSpPr/>
          <p:nvPr/>
        </p:nvSpPr>
        <p:spPr>
          <a:xfrm>
            <a:off x="3900507" y="3700491"/>
            <a:ext cx="1645970" cy="36888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Action - 2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58C6583-1599-5CA7-0A63-E04F5F1A59B3}"/>
              </a:ext>
            </a:extLst>
          </p:cNvPr>
          <p:cNvSpPr/>
          <p:nvPr/>
        </p:nvSpPr>
        <p:spPr>
          <a:xfrm>
            <a:off x="6039114" y="3323387"/>
            <a:ext cx="1645970" cy="36888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Locator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0652A98-8D2B-73BE-7EDC-8BE0075D2DEC}"/>
              </a:ext>
            </a:extLst>
          </p:cNvPr>
          <p:cNvCxnSpPr>
            <a:stCxn id="26" idx="3"/>
            <a:endCxn id="30" idx="1"/>
          </p:cNvCxnSpPr>
          <p:nvPr/>
        </p:nvCxnSpPr>
        <p:spPr>
          <a:xfrm>
            <a:off x="5531814" y="3206599"/>
            <a:ext cx="507300" cy="30123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FC52F84-6D46-B58C-5AF9-27837F22B860}"/>
              </a:ext>
            </a:extLst>
          </p:cNvPr>
          <p:cNvCxnSpPr>
            <a:stCxn id="14" idx="3"/>
            <a:endCxn id="30" idx="1"/>
          </p:cNvCxnSpPr>
          <p:nvPr/>
        </p:nvCxnSpPr>
        <p:spPr>
          <a:xfrm flipV="1">
            <a:off x="5546477" y="3507830"/>
            <a:ext cx="492637" cy="37710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D97A34F-EC48-1F3A-EA09-C73A06BA8F82}"/>
              </a:ext>
            </a:extLst>
          </p:cNvPr>
          <p:cNvSpPr/>
          <p:nvPr/>
        </p:nvSpPr>
        <p:spPr>
          <a:xfrm>
            <a:off x="790586" y="3022156"/>
            <a:ext cx="1645970" cy="36888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Test Case - 1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26682C6-504E-2840-52C0-0F99EAFFA783}"/>
              </a:ext>
            </a:extLst>
          </p:cNvPr>
          <p:cNvSpPr/>
          <p:nvPr/>
        </p:nvSpPr>
        <p:spPr>
          <a:xfrm>
            <a:off x="798462" y="3726739"/>
            <a:ext cx="1645970" cy="36888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Test Case - 2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91B3AD2-8984-03E2-1F40-3F9A5B5EF98A}"/>
              </a:ext>
            </a:extLst>
          </p:cNvPr>
          <p:cNvCxnSpPr>
            <a:stCxn id="43" idx="3"/>
            <a:endCxn id="26" idx="1"/>
          </p:cNvCxnSpPr>
          <p:nvPr/>
        </p:nvCxnSpPr>
        <p:spPr>
          <a:xfrm>
            <a:off x="2436556" y="3206599"/>
            <a:ext cx="144928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5DDA666-76FF-F9EA-E5AB-41DCB7519C36}"/>
              </a:ext>
            </a:extLst>
          </p:cNvPr>
          <p:cNvCxnSpPr>
            <a:stCxn id="44" idx="3"/>
            <a:endCxn id="26" idx="1"/>
          </p:cNvCxnSpPr>
          <p:nvPr/>
        </p:nvCxnSpPr>
        <p:spPr>
          <a:xfrm flipV="1">
            <a:off x="2444432" y="3206599"/>
            <a:ext cx="1441412" cy="70458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CDA7488-FB85-B3C9-6A5D-673D4C551B92}"/>
              </a:ext>
            </a:extLst>
          </p:cNvPr>
          <p:cNvCxnSpPr>
            <a:stCxn id="44" idx="3"/>
            <a:endCxn id="14" idx="1"/>
          </p:cNvCxnSpPr>
          <p:nvPr/>
        </p:nvCxnSpPr>
        <p:spPr>
          <a:xfrm flipV="1">
            <a:off x="2444432" y="3884934"/>
            <a:ext cx="1456075" cy="2624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A061FEC-8530-62D6-C551-5D2F22EAAAAF}"/>
              </a:ext>
            </a:extLst>
          </p:cNvPr>
          <p:cNvSpPr txBox="1"/>
          <p:nvPr/>
        </p:nvSpPr>
        <p:spPr>
          <a:xfrm>
            <a:off x="6740652" y="5209713"/>
            <a:ext cx="3618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dirty="0"/>
              <a:t>Wrap UI handling logic into an object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63473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08127-B0C7-72AF-0959-B47DEF6E4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B03C-31ED-9669-FB6E-A4A150538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566" y="463095"/>
            <a:ext cx="7638225" cy="1205199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Page Object Model Pattern</a:t>
            </a:r>
            <a:b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sz="2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D327F-3BB6-2CAA-478E-A5466013EB73}"/>
              </a:ext>
            </a:extLst>
          </p:cNvPr>
          <p:cNvSpPr txBox="1"/>
          <p:nvPr/>
        </p:nvSpPr>
        <p:spPr>
          <a:xfrm>
            <a:off x="6191794" y="2828834"/>
            <a:ext cx="35705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entury Gothic" panose="020B0502020202020204" pitchFamily="34" charset="0"/>
              </a:rPr>
              <a:t>Better code organization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entury Gothic" panose="020B0502020202020204" pitchFamily="34" charset="0"/>
              </a:rPr>
              <a:t>Improved test stability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entury Gothic" panose="020B0502020202020204" pitchFamily="34" charset="0"/>
              </a:rPr>
              <a:t>Increased reusability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entury Gothic" panose="020B0502020202020204" pitchFamily="34" charset="0"/>
              </a:rPr>
              <a:t>Easier collaboration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7827D0-DA1B-DA82-2CA9-4C42BAE44BF1}"/>
              </a:ext>
            </a:extLst>
          </p:cNvPr>
          <p:cNvSpPr txBox="1"/>
          <p:nvPr/>
        </p:nvSpPr>
        <p:spPr>
          <a:xfrm>
            <a:off x="1698173" y="2967333"/>
            <a:ext cx="24732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>
                <a:solidFill>
                  <a:schemeClr val="accent2"/>
                </a:solidFill>
                <a:latin typeface="Arial Black" panose="020B0A04020102020204" pitchFamily="34" charset="0"/>
              </a:rPr>
              <a:t>Separation of </a:t>
            </a:r>
          </a:p>
          <a:p>
            <a:r>
              <a:rPr lang="en-AU" sz="1800" dirty="0">
                <a:solidFill>
                  <a:schemeClr val="accent2"/>
                </a:solidFill>
                <a:latin typeface="Arial Black" panose="020B0A04020102020204" pitchFamily="34" charset="0"/>
              </a:rPr>
              <a:t>UI handling logic </a:t>
            </a:r>
          </a:p>
          <a:p>
            <a:r>
              <a:rPr lang="en-AU" sz="1800" dirty="0">
                <a:solidFill>
                  <a:schemeClr val="accent2"/>
                </a:solidFill>
                <a:latin typeface="Arial Black" panose="020B0A04020102020204" pitchFamily="34" charset="0"/>
              </a:rPr>
              <a:t>from test logic</a:t>
            </a:r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B3A366DB-8A7C-30D9-944F-52C2708022B6}"/>
              </a:ext>
            </a:extLst>
          </p:cNvPr>
          <p:cNvSpPr/>
          <p:nvPr/>
        </p:nvSpPr>
        <p:spPr>
          <a:xfrm>
            <a:off x="4781006" y="3178629"/>
            <a:ext cx="801189" cy="64443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58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569C1F-ADBE-B613-4C42-A0AFAFB0743B}"/>
              </a:ext>
            </a:extLst>
          </p:cNvPr>
          <p:cNvSpPr/>
          <p:nvPr/>
        </p:nvSpPr>
        <p:spPr>
          <a:xfrm>
            <a:off x="1730320" y="3550036"/>
            <a:ext cx="2116241" cy="40892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5928" y="509005"/>
            <a:ext cx="4203095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Page Object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A82DD6-2DFA-4438-EB98-591C788660C3}"/>
              </a:ext>
            </a:extLst>
          </p:cNvPr>
          <p:cNvSpPr txBox="1"/>
          <p:nvPr/>
        </p:nvSpPr>
        <p:spPr>
          <a:xfrm>
            <a:off x="1048231" y="2027088"/>
            <a:ext cx="6648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responsible for locating elements on a page</a:t>
            </a:r>
            <a:endParaRPr lang="en-A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26E8D5-9549-C14F-01E1-3F665881FB18}"/>
              </a:ext>
            </a:extLst>
          </p:cNvPr>
          <p:cNvSpPr txBox="1"/>
          <p:nvPr/>
        </p:nvSpPr>
        <p:spPr>
          <a:xfrm>
            <a:off x="1048231" y="2396420"/>
            <a:ext cx="6486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represent objects on a page, not an entire page</a:t>
            </a:r>
            <a:endParaRPr lang="en-AU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36034-D751-4FB3-1097-84DFB1E7C26F}"/>
              </a:ext>
            </a:extLst>
          </p:cNvPr>
          <p:cNvSpPr txBox="1"/>
          <p:nvPr/>
        </p:nvSpPr>
        <p:spPr>
          <a:xfrm>
            <a:off x="3760543" y="4828865"/>
            <a:ext cx="55165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tell you about the state of a page</a:t>
            </a:r>
            <a:endParaRPr lang="en-AU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3DA7CB-0CA2-1BB7-7912-C0F9EC6002F7}"/>
              </a:ext>
            </a:extLst>
          </p:cNvPr>
          <p:cNvSpPr txBox="1"/>
          <p:nvPr/>
        </p:nvSpPr>
        <p:spPr>
          <a:xfrm>
            <a:off x="3760543" y="5218205"/>
            <a:ext cx="66508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perform business tasks or simulate user </a:t>
            </a:r>
            <a:r>
              <a:rPr lang="en-AU" sz="24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behavior</a:t>
            </a:r>
            <a:endParaRPr lang="en-AU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6E2BED-0BFA-CD58-3655-9E2C5974B997}"/>
              </a:ext>
            </a:extLst>
          </p:cNvPr>
          <p:cNvSpPr txBox="1"/>
          <p:nvPr/>
        </p:nvSpPr>
        <p:spPr>
          <a:xfrm>
            <a:off x="3760543" y="557684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present state in business terms</a:t>
            </a:r>
            <a:endParaRPr lang="en-AU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BBB886-C806-3171-F43C-9334E0C507F6}"/>
              </a:ext>
            </a:extLst>
          </p:cNvPr>
          <p:cNvSpPr txBox="1"/>
          <p:nvPr/>
        </p:nvSpPr>
        <p:spPr>
          <a:xfrm>
            <a:off x="3760543" y="5955923"/>
            <a:ext cx="8907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hide wait conditions and other incidental implementation details</a:t>
            </a:r>
            <a:endParaRPr lang="en-AU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5F3ACE-2246-4CC4-D065-33B86FDF724F}"/>
              </a:ext>
            </a:extLst>
          </p:cNvPr>
          <p:cNvSpPr txBox="1">
            <a:spLocks/>
          </p:cNvSpPr>
          <p:nvPr/>
        </p:nvSpPr>
        <p:spPr>
          <a:xfrm>
            <a:off x="1751025" y="3613933"/>
            <a:ext cx="2116241" cy="35624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85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Web locators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EB55E6B-2581-F7FB-F3E7-90EA1C4D809F}"/>
              </a:ext>
            </a:extLst>
          </p:cNvPr>
          <p:cNvCxnSpPr>
            <a:cxnSpLocks/>
            <a:stCxn id="3" idx="3"/>
            <a:endCxn id="17" idx="1"/>
          </p:cNvCxnSpPr>
          <p:nvPr/>
        </p:nvCxnSpPr>
        <p:spPr>
          <a:xfrm flipV="1">
            <a:off x="3846561" y="3738057"/>
            <a:ext cx="2027911" cy="16443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89E44A8-A3B1-806E-2329-0D6264476EE1}"/>
              </a:ext>
            </a:extLst>
          </p:cNvPr>
          <p:cNvSpPr/>
          <p:nvPr/>
        </p:nvSpPr>
        <p:spPr>
          <a:xfrm>
            <a:off x="6518825" y="4364434"/>
            <a:ext cx="520861" cy="35624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2A5252E-BC9A-D223-D47A-35FE0E2A9132}"/>
              </a:ext>
            </a:extLst>
          </p:cNvPr>
          <p:cNvSpPr/>
          <p:nvPr/>
        </p:nvSpPr>
        <p:spPr>
          <a:xfrm>
            <a:off x="5874472" y="3533593"/>
            <a:ext cx="2116241" cy="40892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82C5776-8247-E6B2-1FDD-FE63BFA646AB}"/>
              </a:ext>
            </a:extLst>
          </p:cNvPr>
          <p:cNvSpPr txBox="1">
            <a:spLocks/>
          </p:cNvSpPr>
          <p:nvPr/>
        </p:nvSpPr>
        <p:spPr>
          <a:xfrm>
            <a:off x="5985131" y="3574323"/>
            <a:ext cx="1984877" cy="35624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85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Web actions</a:t>
            </a:r>
            <a:br>
              <a:rPr lang="en-AU" b="1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n-AU" b="1" dirty="0">
                <a:solidFill>
                  <a:schemeClr val="bg1">
                    <a:lumMod val="95000"/>
                  </a:schemeClr>
                </a:solidFill>
              </a:rPr>
            </a:br>
            <a:endParaRPr lang="en-AU" sz="2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E018F692-A34D-59EF-E1FA-0BAE7CF53BE7}"/>
              </a:ext>
            </a:extLst>
          </p:cNvPr>
          <p:cNvSpPr/>
          <p:nvPr/>
        </p:nvSpPr>
        <p:spPr>
          <a:xfrm rot="10800000">
            <a:off x="2267579" y="2951722"/>
            <a:ext cx="520861" cy="35624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4270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567" y="463096"/>
            <a:ext cx="5618364" cy="646332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Conceptual Model</a:t>
            </a:r>
            <a:endParaRPr lang="en-AU" sz="2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681225-B431-04C6-41F3-A3F96B70C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468" y="1109428"/>
            <a:ext cx="9827533" cy="444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98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C3F0563-561D-C765-EE71-26FD32BF0185}"/>
              </a:ext>
            </a:extLst>
          </p:cNvPr>
          <p:cNvSpPr/>
          <p:nvPr/>
        </p:nvSpPr>
        <p:spPr>
          <a:xfrm>
            <a:off x="658367" y="3328595"/>
            <a:ext cx="8454771" cy="786734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567" y="463096"/>
            <a:ext cx="7804340" cy="715164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Implementation Model</a:t>
            </a:r>
            <a:b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sz="2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A9906-5751-44CE-37E0-BE40415D3D93}"/>
              </a:ext>
            </a:extLst>
          </p:cNvPr>
          <p:cNvSpPr/>
          <p:nvPr/>
        </p:nvSpPr>
        <p:spPr>
          <a:xfrm>
            <a:off x="984567" y="3513262"/>
            <a:ext cx="220675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Login Page class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DFED13-4CEB-B7E1-F7CD-6C90079D0A61}"/>
              </a:ext>
            </a:extLst>
          </p:cNvPr>
          <p:cNvSpPr/>
          <p:nvPr/>
        </p:nvSpPr>
        <p:spPr>
          <a:xfrm>
            <a:off x="3799331" y="2299150"/>
            <a:ext cx="2068036" cy="42737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Base Page Class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5D6C4F-2762-3F37-043B-534C53CB59F3}"/>
              </a:ext>
            </a:extLst>
          </p:cNvPr>
          <p:cNvSpPr/>
          <p:nvPr/>
        </p:nvSpPr>
        <p:spPr>
          <a:xfrm>
            <a:off x="1058068" y="4802277"/>
            <a:ext cx="2059749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Login Test Logic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ACAEB8-8ED3-ABF0-85CE-2B5FDCFAA7C6}"/>
              </a:ext>
            </a:extLst>
          </p:cNvPr>
          <p:cNvSpPr txBox="1"/>
          <p:nvPr/>
        </p:nvSpPr>
        <p:spPr>
          <a:xfrm>
            <a:off x="8948166" y="1959364"/>
            <a:ext cx="3243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 single place to change in case of UI changes</a:t>
            </a:r>
            <a:endParaRPr lang="en-AU" dirty="0"/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C29AAF98-B1A0-47FA-56B6-07D271D7A0A9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9113138" y="2704384"/>
            <a:ext cx="1198562" cy="1017578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82B6CC7-2BC4-2C13-0433-E9A74554185C}"/>
              </a:ext>
            </a:extLst>
          </p:cNvPr>
          <p:cNvSpPr/>
          <p:nvPr/>
        </p:nvSpPr>
        <p:spPr>
          <a:xfrm>
            <a:off x="3286506" y="3513262"/>
            <a:ext cx="220675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display Page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C9548D-742B-CE33-AFB6-64C43ABB1DFB}"/>
              </a:ext>
            </a:extLst>
          </p:cNvPr>
          <p:cNvSpPr/>
          <p:nvPr/>
        </p:nvSpPr>
        <p:spPr>
          <a:xfrm>
            <a:off x="6582155" y="3517607"/>
            <a:ext cx="220675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Cart Page class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F4A06DA2-2F3E-62BB-EDBC-7DC2C3B1BFF3}"/>
              </a:ext>
            </a:extLst>
          </p:cNvPr>
          <p:cNvCxnSpPr>
            <a:stCxn id="9" idx="0"/>
            <a:endCxn id="12" idx="2"/>
          </p:cNvCxnSpPr>
          <p:nvPr/>
        </p:nvCxnSpPr>
        <p:spPr>
          <a:xfrm rot="5400000" flipH="1" flipV="1">
            <a:off x="3067279" y="1747192"/>
            <a:ext cx="786734" cy="2745406"/>
          </a:xfrm>
          <a:prstGeom prst="curvedConnector3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FD00ACC4-F241-7EF4-AEA9-E17F96802D7A}"/>
              </a:ext>
            </a:extLst>
          </p:cNvPr>
          <p:cNvCxnSpPr>
            <a:cxnSpLocks/>
            <a:stCxn id="3" idx="0"/>
            <a:endCxn id="12" idx="2"/>
          </p:cNvCxnSpPr>
          <p:nvPr/>
        </p:nvCxnSpPr>
        <p:spPr>
          <a:xfrm rot="5400000" flipH="1" flipV="1">
            <a:off x="4218248" y="2898162"/>
            <a:ext cx="786734" cy="443467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D72906BF-FA03-B969-0697-38B188EB03D1}"/>
              </a:ext>
            </a:extLst>
          </p:cNvPr>
          <p:cNvCxnSpPr>
            <a:cxnSpLocks/>
            <a:stCxn id="5" idx="0"/>
            <a:endCxn id="12" idx="2"/>
          </p:cNvCxnSpPr>
          <p:nvPr/>
        </p:nvCxnSpPr>
        <p:spPr>
          <a:xfrm rot="16200000" flipV="1">
            <a:off x="5863901" y="1695977"/>
            <a:ext cx="791079" cy="2852182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9CFB9EA-085F-EFEF-984F-54139940CD8A}"/>
              </a:ext>
            </a:extLst>
          </p:cNvPr>
          <p:cNvSpPr/>
          <p:nvPr/>
        </p:nvSpPr>
        <p:spPr>
          <a:xfrm>
            <a:off x="3286506" y="4802276"/>
            <a:ext cx="220675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Display Test Logic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2115CE-2AF0-E0C0-687C-1453B01EBABC}"/>
              </a:ext>
            </a:extLst>
          </p:cNvPr>
          <p:cNvSpPr/>
          <p:nvPr/>
        </p:nvSpPr>
        <p:spPr>
          <a:xfrm>
            <a:off x="6582155" y="4838229"/>
            <a:ext cx="2206752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Cart Test Logic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135E90A-804B-4AB8-2A22-64D91D19F10B}"/>
              </a:ext>
            </a:extLst>
          </p:cNvPr>
          <p:cNvCxnSpPr>
            <a:stCxn id="13" idx="0"/>
            <a:endCxn id="9" idx="2"/>
          </p:cNvCxnSpPr>
          <p:nvPr/>
        </p:nvCxnSpPr>
        <p:spPr>
          <a:xfrm flipV="1">
            <a:off x="2087943" y="3882594"/>
            <a:ext cx="0" cy="919683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FEBA790-B6CD-AD0A-E5A0-DBB40A0FF187}"/>
              </a:ext>
            </a:extLst>
          </p:cNvPr>
          <p:cNvCxnSpPr>
            <a:cxnSpLocks/>
            <a:stCxn id="22" idx="0"/>
            <a:endCxn id="3" idx="2"/>
          </p:cNvCxnSpPr>
          <p:nvPr/>
        </p:nvCxnSpPr>
        <p:spPr>
          <a:xfrm flipV="1">
            <a:off x="4389882" y="3882594"/>
            <a:ext cx="0" cy="91968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2F301B4-4B9C-13CB-409A-BDF3C31D971F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7685530" y="3869219"/>
            <a:ext cx="1" cy="96901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521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9657" y="2099872"/>
            <a:ext cx="8306120" cy="646332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Playwright POM Implementation</a:t>
            </a:r>
            <a:endParaRPr lang="en-AU" sz="2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51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9657" y="2099872"/>
            <a:ext cx="8306120" cy="646332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To do</a:t>
            </a:r>
            <a:endParaRPr lang="en-AU" sz="2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143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35C670E-63B0-40F3-038F-453D065A4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39" y="1042416"/>
            <a:ext cx="10641521" cy="28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09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9657" y="2099872"/>
            <a:ext cx="6931152" cy="646332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POM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Demo</a:t>
            </a:r>
            <a:endParaRPr lang="en-AU" sz="2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012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4100936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9B060-FCA3-0B29-D200-D998C0371B81}"/>
              </a:ext>
            </a:extLst>
          </p:cNvPr>
          <p:cNvSpPr txBox="1"/>
          <p:nvPr/>
        </p:nvSpPr>
        <p:spPr>
          <a:xfrm>
            <a:off x="1584198" y="1661083"/>
            <a:ext cx="7788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https://www.browserstack.com/guide/design-patterns-in-selenium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89CDB-2C6B-26F0-7551-4530D92A2036}"/>
              </a:ext>
            </a:extLst>
          </p:cNvPr>
          <p:cNvSpPr txBox="1"/>
          <p:nvPr/>
        </p:nvSpPr>
        <p:spPr>
          <a:xfrm>
            <a:off x="1584198" y="2449227"/>
            <a:ext cx="9836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https://www.guru99.com/page-object-model-pom-page-factory-in-selenium-ultimate-guide.html</a:t>
            </a:r>
          </a:p>
        </p:txBody>
      </p:sp>
    </p:spTree>
    <p:extLst>
      <p:ext uri="{BB962C8B-B14F-4D97-AF65-F5344CB8AC3E}">
        <p14:creationId xmlns:p14="http://schemas.microsoft.com/office/powerpoint/2010/main" val="2500303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48" y="863588"/>
            <a:ext cx="2459366" cy="641272"/>
          </a:xfrm>
          <a:effectLst/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7248" y="2041236"/>
            <a:ext cx="7616970" cy="2086769"/>
          </a:xfrm>
        </p:spPr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0070C0"/>
                </a:solidFill>
              </a:rPr>
              <a:t>WebSite</a:t>
            </a:r>
            <a:r>
              <a:rPr lang="en-AU" dirty="0"/>
              <a:t>:  </a:t>
            </a:r>
            <a:r>
              <a:rPr lang="en-AU" dirty="0">
                <a:hlinkClick r:id="rId2"/>
              </a:rPr>
              <a:t>www.funnygorilla.com.au</a:t>
            </a: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70C0"/>
                </a:solidFill>
              </a:rPr>
              <a:t>Mail</a:t>
            </a:r>
            <a:r>
              <a:rPr lang="en-AU" dirty="0"/>
              <a:t>: info@funnygorilla.com.au</a:t>
            </a:r>
          </a:p>
          <a:p>
            <a:pPr marL="0" indent="0">
              <a:buNone/>
            </a:pPr>
            <a:r>
              <a:rPr lang="en-AU" b="1" dirty="0" err="1">
                <a:solidFill>
                  <a:srgbClr val="0070C0"/>
                </a:solidFill>
              </a:rPr>
              <a:t>Linkedin</a:t>
            </a:r>
            <a:r>
              <a:rPr lang="en-AU" dirty="0"/>
              <a:t>:  </a:t>
            </a:r>
            <a:r>
              <a:rPr lang="en-AU" dirty="0">
                <a:hlinkClick r:id="rId3"/>
              </a:rPr>
              <a:t>https://mt.linkedin.com/in/songqing-gu-2ba9034b/de</a:t>
            </a:r>
            <a:endParaRPr lang="en-AU" dirty="0"/>
          </a:p>
          <a:p>
            <a:pPr marL="0" indent="0">
              <a:buNone/>
            </a:pPr>
            <a:r>
              <a:rPr lang="en-AU" b="1" dirty="0" err="1">
                <a:solidFill>
                  <a:srgbClr val="0070C0"/>
                </a:solidFill>
              </a:rPr>
              <a:t>WebChat</a:t>
            </a:r>
            <a:r>
              <a:rPr lang="en-AU" dirty="0"/>
              <a:t>: Funny Training Gorilla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70C0"/>
                </a:solidFill>
              </a:rPr>
              <a:t>Phone</a:t>
            </a:r>
            <a:r>
              <a:rPr lang="en-AU" dirty="0"/>
              <a:t>: 0420891343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85" y="4128005"/>
            <a:ext cx="2820988" cy="2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26049</TotalTime>
  <Words>817</Words>
  <Application>Microsoft Macintosh PowerPoint</Application>
  <PresentationFormat>Widescreen</PresentationFormat>
  <Paragraphs>139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Black</vt:lpstr>
      <vt:lpstr>Calibri</vt:lpstr>
      <vt:lpstr>Century Gothic</vt:lpstr>
      <vt:lpstr>Consolas</vt:lpstr>
      <vt:lpstr>Times New Roman</vt:lpstr>
      <vt:lpstr>Wingdings 3</vt:lpstr>
      <vt:lpstr>幼圆</vt:lpstr>
      <vt:lpstr>Wisp</vt:lpstr>
      <vt:lpstr>Funny Gorilla诙猩猩-IT培训</vt:lpstr>
      <vt:lpstr>Page Object Model Pattern </vt:lpstr>
      <vt:lpstr>the limitations?</vt:lpstr>
      <vt:lpstr>The limitations  </vt:lpstr>
      <vt:lpstr>Page Object Model Pattern</vt:lpstr>
      <vt:lpstr>Page Object Model Pattern Separation of UI handling logic from test logic</vt:lpstr>
      <vt:lpstr>Page Object Model Pattern </vt:lpstr>
      <vt:lpstr>Page Object  </vt:lpstr>
      <vt:lpstr>Conceptual Model</vt:lpstr>
      <vt:lpstr>Implementation Model </vt:lpstr>
      <vt:lpstr>Playwright POM Implementation</vt:lpstr>
      <vt:lpstr>To do</vt:lpstr>
      <vt:lpstr>PowerPoint Presentation</vt:lpstr>
      <vt:lpstr>POM Demo</vt:lpstr>
      <vt:lpstr>References  </vt:lpstr>
      <vt:lpstr>Contact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786</cp:revision>
  <dcterms:created xsi:type="dcterms:W3CDTF">2020-08-03T09:43:10Z</dcterms:created>
  <dcterms:modified xsi:type="dcterms:W3CDTF">2024-10-12T10:18:52Z</dcterms:modified>
</cp:coreProperties>
</file>