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23" r:id="rId2"/>
    <p:sldId id="261" r:id="rId3"/>
    <p:sldId id="331" r:id="rId4"/>
    <p:sldId id="330" r:id="rId5"/>
    <p:sldId id="324" r:id="rId6"/>
    <p:sldId id="325" r:id="rId7"/>
    <p:sldId id="326" r:id="rId8"/>
    <p:sldId id="327" r:id="rId9"/>
    <p:sldId id="328" r:id="rId10"/>
    <p:sldId id="329" r:id="rId11"/>
    <p:sldId id="332" r:id="rId12"/>
    <p:sldId id="333" r:id="rId13"/>
    <p:sldId id="31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261"/>
            <p14:sldId id="331"/>
            <p14:sldId id="330"/>
            <p14:sldId id="324"/>
            <p14:sldId id="325"/>
            <p14:sldId id="326"/>
            <p14:sldId id="327"/>
            <p14:sldId id="328"/>
            <p14:sldId id="329"/>
            <p14:sldId id="332"/>
            <p14:sldId id="333"/>
          </p14:sldIdLst>
        </p14:section>
        <p14:section name="Untitled Section" id="{96B2A4F6-E483-46D3-B718-858E0B0CB8CB}">
          <p14:sldIdLst>
            <p14:sldId id="31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EA8"/>
    <a:srgbClr val="C9E8FF"/>
    <a:srgbClr val="2E8488"/>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18AEE-43A5-4340-B88F-CA1145F8ACBD}" v="3" dt="2023-08-30T02:06:06.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33" autoAdjust="0"/>
  </p:normalViewPr>
  <p:slideViewPr>
    <p:cSldViewPr snapToGrid="0">
      <p:cViewPr varScale="1">
        <p:scale>
          <a:sx n="52" d="100"/>
          <a:sy n="52" d="100"/>
        </p:scale>
        <p:origin x="12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C191A271-5AB5-4229-AE14-FA6CEE75A23B}"/>
    <pc:docChg chg="custSel modSld">
      <pc:chgData name="Songqing Gu" userId="c4d8cb49210192e2" providerId="LiveId" clId="{C191A271-5AB5-4229-AE14-FA6CEE75A23B}" dt="2023-05-27T05:07:04.162" v="182" actId="14861"/>
      <pc:docMkLst>
        <pc:docMk/>
      </pc:docMkLst>
      <pc:sldChg chg="modSp mod">
        <pc:chgData name="Songqing Gu" userId="c4d8cb49210192e2" providerId="LiveId" clId="{C191A271-5AB5-4229-AE14-FA6CEE75A23B}" dt="2023-05-27T05:07:04.162" v="182" actId="14861"/>
        <pc:sldMkLst>
          <pc:docMk/>
          <pc:sldMk cId="3813058601" sldId="256"/>
        </pc:sldMkLst>
        <pc:spChg chg="mod">
          <ac:chgData name="Songqing Gu" userId="c4d8cb49210192e2" providerId="LiveId" clId="{C191A271-5AB5-4229-AE14-FA6CEE75A23B}" dt="2023-05-27T05:07:04.162" v="182" actId="14861"/>
          <ac:spMkLst>
            <pc:docMk/>
            <pc:sldMk cId="3813058601" sldId="256"/>
            <ac:spMk id="2" creationId="{00000000-0000-0000-0000-000000000000}"/>
          </ac:spMkLst>
        </pc:spChg>
        <pc:spChg chg="mod">
          <ac:chgData name="Songqing Gu" userId="c4d8cb49210192e2" providerId="LiveId" clId="{C191A271-5AB5-4229-AE14-FA6CEE75A23B}" dt="2023-05-27T05:06:50.989" v="181" actId="108"/>
          <ac:spMkLst>
            <pc:docMk/>
            <pc:sldMk cId="3813058601" sldId="256"/>
            <ac:spMk id="3" creationId="{00000000-0000-0000-0000-000000000000}"/>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docChg>
  </pc:docChgLst>
  <pc:docChgLst>
    <pc:chgData name="Songqing Gu" userId="c4d8cb49210192e2" providerId="LiveId" clId="{2F6101EC-ECD8-43FA-8019-9E3C204AE447}"/>
    <pc:docChg chg="custSel addSld delSld modSld sldOrd modSection">
      <pc:chgData name="Songqing Gu" userId="c4d8cb49210192e2" providerId="LiveId" clId="{2F6101EC-ECD8-43FA-8019-9E3C204AE447}" dt="2023-06-17T02:57:28.594" v="124" actId="1076"/>
      <pc:docMkLst>
        <pc:docMk/>
      </pc:docMkLst>
      <pc:sldChg chg="modSp del mod">
        <pc:chgData name="Songqing Gu" userId="c4d8cb49210192e2" providerId="LiveId" clId="{2F6101EC-ECD8-43FA-8019-9E3C204AE447}" dt="2023-06-16T12:28:24.588" v="33" actId="2696"/>
        <pc:sldMkLst>
          <pc:docMk/>
          <pc:sldMk cId="3813058601" sldId="256"/>
        </pc:sldMkLst>
        <pc:spChg chg="mod">
          <ac:chgData name="Songqing Gu" userId="c4d8cb49210192e2" providerId="LiveId" clId="{2F6101EC-ECD8-43FA-8019-9E3C204AE447}" dt="2023-06-12T04:12:00.026" v="28" actId="14100"/>
          <ac:spMkLst>
            <pc:docMk/>
            <pc:sldMk cId="3813058601" sldId="256"/>
            <ac:spMk id="3" creationId="{00000000-0000-0000-0000-000000000000}"/>
          </ac:spMkLst>
        </pc:spChg>
      </pc:sldChg>
      <pc:sldChg chg="del">
        <pc:chgData name="Songqing Gu" userId="c4d8cb49210192e2" providerId="LiveId" clId="{2F6101EC-ECD8-43FA-8019-9E3C204AE447}" dt="2023-06-16T12:32:42.622" v="35" actId="47"/>
        <pc:sldMkLst>
          <pc:docMk/>
          <pc:sldMk cId="243240403" sldId="264"/>
        </pc:sldMkLst>
      </pc:sldChg>
      <pc:sldChg chg="setBg">
        <pc:chgData name="Songqing Gu" userId="c4d8cb49210192e2" providerId="LiveId" clId="{2F6101EC-ECD8-43FA-8019-9E3C204AE447}" dt="2023-06-16T12:32:32.221" v="34"/>
        <pc:sldMkLst>
          <pc:docMk/>
          <pc:sldMk cId="687835828" sldId="312"/>
        </pc:sldMkLst>
      </pc:sldChg>
      <pc:sldChg chg="modSp mod setBg">
        <pc:chgData name="Songqing Gu" userId="c4d8cb49210192e2" providerId="LiveId" clId="{2F6101EC-ECD8-43FA-8019-9E3C204AE447}" dt="2023-06-16T12:28:19.973" v="32" actId="1076"/>
        <pc:sldMkLst>
          <pc:docMk/>
          <pc:sldMk cId="523495732" sldId="323"/>
        </pc:sldMkLst>
        <pc:spChg chg="mod">
          <ac:chgData name="Songqing Gu" userId="c4d8cb49210192e2" providerId="LiveId" clId="{2F6101EC-ECD8-43FA-8019-9E3C204AE447}" dt="2023-06-16T12:28:19.973" v="32" actId="1076"/>
          <ac:spMkLst>
            <pc:docMk/>
            <pc:sldMk cId="523495732" sldId="323"/>
            <ac:spMk id="3" creationId="{00000000-0000-0000-0000-000000000000}"/>
          </ac:spMkLst>
        </pc:spChg>
      </pc:sldChg>
      <pc:sldChg chg="addSp delSp modSp add mod ord">
        <pc:chgData name="Songqing Gu" userId="c4d8cb49210192e2" providerId="LiveId" clId="{2F6101EC-ECD8-43FA-8019-9E3C204AE447}" dt="2023-06-17T02:54:56.252" v="62"/>
        <pc:sldMkLst>
          <pc:docMk/>
          <pc:sldMk cId="3501980466" sldId="324"/>
        </pc:sldMkLst>
        <pc:spChg chg="del">
          <ac:chgData name="Songqing Gu" userId="c4d8cb49210192e2" providerId="LiveId" clId="{2F6101EC-ECD8-43FA-8019-9E3C204AE447}" dt="2023-06-17T02:54:28.556" v="37" actId="478"/>
          <ac:spMkLst>
            <pc:docMk/>
            <pc:sldMk cId="3501980466" sldId="324"/>
            <ac:spMk id="2" creationId="{00000000-0000-0000-0000-000000000000}"/>
          </ac:spMkLst>
        </pc:spChg>
        <pc:spChg chg="mod">
          <ac:chgData name="Songqing Gu" userId="c4d8cb49210192e2" providerId="LiveId" clId="{2F6101EC-ECD8-43FA-8019-9E3C204AE447}" dt="2023-06-17T02:54:44.466" v="60" actId="20577"/>
          <ac:spMkLst>
            <pc:docMk/>
            <pc:sldMk cId="3501980466" sldId="324"/>
            <ac:spMk id="3" creationId="{00000000-0000-0000-0000-000000000000}"/>
          </ac:spMkLst>
        </pc:spChg>
        <pc:spChg chg="del">
          <ac:chgData name="Songqing Gu" userId="c4d8cb49210192e2" providerId="LiveId" clId="{2F6101EC-ECD8-43FA-8019-9E3C204AE447}" dt="2023-06-17T02:54:36.031" v="39" actId="478"/>
          <ac:spMkLst>
            <pc:docMk/>
            <pc:sldMk cId="3501980466" sldId="324"/>
            <ac:spMk id="4" creationId="{00000000-0000-0000-0000-000000000000}"/>
          </ac:spMkLst>
        </pc:spChg>
        <pc:spChg chg="add del mod">
          <ac:chgData name="Songqing Gu" userId="c4d8cb49210192e2" providerId="LiveId" clId="{2F6101EC-ECD8-43FA-8019-9E3C204AE447}" dt="2023-06-17T02:54:32.156" v="38" actId="478"/>
          <ac:spMkLst>
            <pc:docMk/>
            <pc:sldMk cId="3501980466" sldId="324"/>
            <ac:spMk id="7" creationId="{AFB42C70-935A-77B6-63E0-8B3BF7BE7002}"/>
          </ac:spMkLst>
        </pc:spChg>
        <pc:picChg chg="del">
          <ac:chgData name="Songqing Gu" userId="c4d8cb49210192e2" providerId="LiveId" clId="{2F6101EC-ECD8-43FA-8019-9E3C204AE447}" dt="2023-06-17T02:54:36.031" v="39" actId="478"/>
          <ac:picMkLst>
            <pc:docMk/>
            <pc:sldMk cId="3501980466" sldId="324"/>
            <ac:picMk id="5" creationId="{00000000-0000-0000-0000-000000000000}"/>
          </ac:picMkLst>
        </pc:picChg>
      </pc:sldChg>
      <pc:sldChg chg="addSp modSp add mod ord">
        <pc:chgData name="Songqing Gu" userId="c4d8cb49210192e2" providerId="LiveId" clId="{2F6101EC-ECD8-43FA-8019-9E3C204AE447}" dt="2023-06-17T02:57:28.594" v="124" actId="1076"/>
        <pc:sldMkLst>
          <pc:docMk/>
          <pc:sldMk cId="990597973" sldId="325"/>
        </pc:sldMkLst>
        <pc:spChg chg="add mod">
          <ac:chgData name="Songqing Gu" userId="c4d8cb49210192e2" providerId="LiveId" clId="{2F6101EC-ECD8-43FA-8019-9E3C204AE447}" dt="2023-06-17T02:57:24.740" v="123" actId="1076"/>
          <ac:spMkLst>
            <pc:docMk/>
            <pc:sldMk cId="990597973" sldId="325"/>
            <ac:spMk id="2" creationId="{CD31317C-66CB-D346-D50F-6FB1B8881F95}"/>
          </ac:spMkLst>
        </pc:spChg>
        <pc:spChg chg="mod">
          <ac:chgData name="Songqing Gu" userId="c4d8cb49210192e2" providerId="LiveId" clId="{2F6101EC-ECD8-43FA-8019-9E3C204AE447}" dt="2023-06-17T02:57:17.876" v="122" actId="1076"/>
          <ac:spMkLst>
            <pc:docMk/>
            <pc:sldMk cId="990597973" sldId="325"/>
            <ac:spMk id="3" creationId="{00000000-0000-0000-0000-000000000000}"/>
          </ac:spMkLst>
        </pc:spChg>
        <pc:spChg chg="add mod">
          <ac:chgData name="Songqing Gu" userId="c4d8cb49210192e2" providerId="LiveId" clId="{2F6101EC-ECD8-43FA-8019-9E3C204AE447}" dt="2023-06-17T02:57:24.740" v="123" actId="1076"/>
          <ac:spMkLst>
            <pc:docMk/>
            <pc:sldMk cId="990597973" sldId="325"/>
            <ac:spMk id="4" creationId="{208C58A7-E7D0-26F8-35AC-66E6FDD6C03D}"/>
          </ac:spMkLst>
        </pc:spChg>
        <pc:spChg chg="add mod">
          <ac:chgData name="Songqing Gu" userId="c4d8cb49210192e2" providerId="LiveId" clId="{2F6101EC-ECD8-43FA-8019-9E3C204AE447}" dt="2023-06-17T02:57:24.740" v="123" actId="1076"/>
          <ac:spMkLst>
            <pc:docMk/>
            <pc:sldMk cId="990597973" sldId="325"/>
            <ac:spMk id="5" creationId="{124D50FB-B364-42AA-56AD-534351E36E33}"/>
          </ac:spMkLst>
        </pc:spChg>
        <pc:spChg chg="add mod">
          <ac:chgData name="Songqing Gu" userId="c4d8cb49210192e2" providerId="LiveId" clId="{2F6101EC-ECD8-43FA-8019-9E3C204AE447}" dt="2023-06-17T02:57:28.594" v="124" actId="1076"/>
          <ac:spMkLst>
            <pc:docMk/>
            <pc:sldMk cId="990597973" sldId="325"/>
            <ac:spMk id="6" creationId="{79D00DC3-F079-6506-243D-CE7ED39EF12A}"/>
          </ac:spMkLst>
        </pc:spChg>
      </pc:sldChg>
    </pc:docChg>
  </pc:docChgLst>
  <pc:docChgLst>
    <pc:chgData name="Songqing Gu" userId="c4d8cb49210192e2" providerId="LiveId" clId="{F097FD7C-89CF-4DB6-B06E-12E254F2B19E}"/>
    <pc:docChg chg="undo custSel addSld delSld modSld modSection">
      <pc:chgData name="Songqing Gu" userId="c4d8cb49210192e2" providerId="LiveId" clId="{F097FD7C-89CF-4DB6-B06E-12E254F2B19E}" dt="2023-06-17T17:21:04.422" v="838" actId="14100"/>
      <pc:docMkLst>
        <pc:docMk/>
      </pc:docMkLst>
      <pc:sldChg chg="addSp delSp modSp mod">
        <pc:chgData name="Songqing Gu" userId="c4d8cb49210192e2" providerId="LiveId" clId="{F097FD7C-89CF-4DB6-B06E-12E254F2B19E}" dt="2023-06-17T10:35:50.550" v="230" actId="1076"/>
        <pc:sldMkLst>
          <pc:docMk/>
          <pc:sldMk cId="3113703618" sldId="261"/>
        </pc:sldMkLst>
        <pc:spChg chg="del">
          <ac:chgData name="Songqing Gu" userId="c4d8cb49210192e2" providerId="LiveId" clId="{F097FD7C-89CF-4DB6-B06E-12E254F2B19E}" dt="2023-06-17T07:34:07.900" v="47" actId="478"/>
          <ac:spMkLst>
            <pc:docMk/>
            <pc:sldMk cId="3113703618" sldId="261"/>
            <ac:spMk id="2" creationId="{00000000-0000-0000-0000-000000000000}"/>
          </ac:spMkLst>
        </pc:spChg>
        <pc:spChg chg="del">
          <ac:chgData name="Songqing Gu" userId="c4d8cb49210192e2" providerId="LiveId" clId="{F097FD7C-89CF-4DB6-B06E-12E254F2B19E}" dt="2023-06-17T07:33:56.994" v="46" actId="478"/>
          <ac:spMkLst>
            <pc:docMk/>
            <pc:sldMk cId="3113703618" sldId="261"/>
            <ac:spMk id="4" creationId="{00000000-0000-0000-0000-000000000000}"/>
          </ac:spMkLst>
        </pc:spChg>
        <pc:spChg chg="add del mod">
          <ac:chgData name="Songqing Gu" userId="c4d8cb49210192e2" providerId="LiveId" clId="{F097FD7C-89CF-4DB6-B06E-12E254F2B19E}" dt="2023-06-17T07:34:10.006" v="48" actId="478"/>
          <ac:spMkLst>
            <pc:docMk/>
            <pc:sldMk cId="3113703618" sldId="261"/>
            <ac:spMk id="5" creationId="{F74CA1B7-FF0A-5C66-CBAF-AEAC6FA58617}"/>
          </ac:spMkLst>
        </pc:spChg>
        <pc:picChg chg="add mod">
          <ac:chgData name="Songqing Gu" userId="c4d8cb49210192e2" providerId="LiveId" clId="{F097FD7C-89CF-4DB6-B06E-12E254F2B19E}" dt="2023-06-17T10:35:50.550" v="230" actId="1076"/>
          <ac:picMkLst>
            <pc:docMk/>
            <pc:sldMk cId="3113703618" sldId="261"/>
            <ac:picMk id="1026" creationId="{0D404672-C64B-4AC2-F307-7B29A69527BB}"/>
          </ac:picMkLst>
        </pc:picChg>
      </pc:sldChg>
      <pc:sldChg chg="del">
        <pc:chgData name="Songqing Gu" userId="c4d8cb49210192e2" providerId="LiveId" clId="{F097FD7C-89CF-4DB6-B06E-12E254F2B19E}" dt="2023-06-17T07:31:48.427" v="44" actId="47"/>
        <pc:sldMkLst>
          <pc:docMk/>
          <pc:sldMk cId="2216314799" sldId="274"/>
        </pc:sldMkLst>
      </pc:sldChg>
      <pc:sldChg chg="del">
        <pc:chgData name="Songqing Gu" userId="c4d8cb49210192e2" providerId="LiveId" clId="{F097FD7C-89CF-4DB6-B06E-12E254F2B19E}" dt="2023-06-17T07:31:48.427" v="44" actId="47"/>
        <pc:sldMkLst>
          <pc:docMk/>
          <pc:sldMk cId="789354427" sldId="285"/>
        </pc:sldMkLst>
      </pc:sldChg>
      <pc:sldChg chg="del">
        <pc:chgData name="Songqing Gu" userId="c4d8cb49210192e2" providerId="LiveId" clId="{F097FD7C-89CF-4DB6-B06E-12E254F2B19E}" dt="2023-06-17T07:31:48.427" v="44" actId="47"/>
        <pc:sldMkLst>
          <pc:docMk/>
          <pc:sldMk cId="2686819680" sldId="288"/>
        </pc:sldMkLst>
      </pc:sldChg>
      <pc:sldChg chg="del">
        <pc:chgData name="Songqing Gu" userId="c4d8cb49210192e2" providerId="LiveId" clId="{F097FD7C-89CF-4DB6-B06E-12E254F2B19E}" dt="2023-06-17T07:31:48.427" v="44" actId="47"/>
        <pc:sldMkLst>
          <pc:docMk/>
          <pc:sldMk cId="3644665972" sldId="291"/>
        </pc:sldMkLst>
      </pc:sldChg>
      <pc:sldChg chg="del">
        <pc:chgData name="Songqing Gu" userId="c4d8cb49210192e2" providerId="LiveId" clId="{F097FD7C-89CF-4DB6-B06E-12E254F2B19E}" dt="2023-06-17T07:31:48.427" v="44" actId="47"/>
        <pc:sldMkLst>
          <pc:docMk/>
          <pc:sldMk cId="1030084157" sldId="293"/>
        </pc:sldMkLst>
      </pc:sldChg>
      <pc:sldChg chg="del">
        <pc:chgData name="Songqing Gu" userId="c4d8cb49210192e2" providerId="LiveId" clId="{F097FD7C-89CF-4DB6-B06E-12E254F2B19E}" dt="2023-06-17T07:31:54.255" v="45" actId="47"/>
        <pc:sldMkLst>
          <pc:docMk/>
          <pc:sldMk cId="1408025446" sldId="294"/>
        </pc:sldMkLst>
      </pc:sldChg>
      <pc:sldChg chg="del">
        <pc:chgData name="Songqing Gu" userId="c4d8cb49210192e2" providerId="LiveId" clId="{F097FD7C-89CF-4DB6-B06E-12E254F2B19E}" dt="2023-06-17T07:31:48.427" v="44" actId="47"/>
        <pc:sldMkLst>
          <pc:docMk/>
          <pc:sldMk cId="3638558092" sldId="295"/>
        </pc:sldMkLst>
      </pc:sldChg>
      <pc:sldChg chg="del">
        <pc:chgData name="Songqing Gu" userId="c4d8cb49210192e2" providerId="LiveId" clId="{F097FD7C-89CF-4DB6-B06E-12E254F2B19E}" dt="2023-06-17T07:31:48.427" v="44" actId="47"/>
        <pc:sldMkLst>
          <pc:docMk/>
          <pc:sldMk cId="3799275039" sldId="296"/>
        </pc:sldMkLst>
      </pc:sldChg>
      <pc:sldChg chg="del">
        <pc:chgData name="Songqing Gu" userId="c4d8cb49210192e2" providerId="LiveId" clId="{F097FD7C-89CF-4DB6-B06E-12E254F2B19E}" dt="2023-06-17T07:31:48.427" v="44" actId="47"/>
        <pc:sldMkLst>
          <pc:docMk/>
          <pc:sldMk cId="1243758571" sldId="297"/>
        </pc:sldMkLst>
      </pc:sldChg>
      <pc:sldChg chg="del">
        <pc:chgData name="Songqing Gu" userId="c4d8cb49210192e2" providerId="LiveId" clId="{F097FD7C-89CF-4DB6-B06E-12E254F2B19E}" dt="2023-06-17T07:31:48.427" v="44" actId="47"/>
        <pc:sldMkLst>
          <pc:docMk/>
          <pc:sldMk cId="2644837690" sldId="298"/>
        </pc:sldMkLst>
      </pc:sldChg>
      <pc:sldChg chg="del">
        <pc:chgData name="Songqing Gu" userId="c4d8cb49210192e2" providerId="LiveId" clId="{F097FD7C-89CF-4DB6-B06E-12E254F2B19E}" dt="2023-06-17T07:31:48.427" v="44" actId="47"/>
        <pc:sldMkLst>
          <pc:docMk/>
          <pc:sldMk cId="3342963659" sldId="299"/>
        </pc:sldMkLst>
      </pc:sldChg>
      <pc:sldChg chg="del">
        <pc:chgData name="Songqing Gu" userId="c4d8cb49210192e2" providerId="LiveId" clId="{F097FD7C-89CF-4DB6-B06E-12E254F2B19E}" dt="2023-06-17T07:31:48.427" v="44" actId="47"/>
        <pc:sldMkLst>
          <pc:docMk/>
          <pc:sldMk cId="661429300" sldId="300"/>
        </pc:sldMkLst>
      </pc:sldChg>
      <pc:sldChg chg="del">
        <pc:chgData name="Songqing Gu" userId="c4d8cb49210192e2" providerId="LiveId" clId="{F097FD7C-89CF-4DB6-B06E-12E254F2B19E}" dt="2023-06-17T07:31:48.427" v="44" actId="47"/>
        <pc:sldMkLst>
          <pc:docMk/>
          <pc:sldMk cId="1939562636" sldId="301"/>
        </pc:sldMkLst>
      </pc:sldChg>
      <pc:sldChg chg="del">
        <pc:chgData name="Songqing Gu" userId="c4d8cb49210192e2" providerId="LiveId" clId="{F097FD7C-89CF-4DB6-B06E-12E254F2B19E}" dt="2023-06-17T07:31:48.427" v="44" actId="47"/>
        <pc:sldMkLst>
          <pc:docMk/>
          <pc:sldMk cId="200091612" sldId="302"/>
        </pc:sldMkLst>
      </pc:sldChg>
      <pc:sldChg chg="del">
        <pc:chgData name="Songqing Gu" userId="c4d8cb49210192e2" providerId="LiveId" clId="{F097FD7C-89CF-4DB6-B06E-12E254F2B19E}" dt="2023-06-17T07:31:54.255" v="45" actId="47"/>
        <pc:sldMkLst>
          <pc:docMk/>
          <pc:sldMk cId="4051393773" sldId="303"/>
        </pc:sldMkLst>
      </pc:sldChg>
      <pc:sldChg chg="del">
        <pc:chgData name="Songqing Gu" userId="c4d8cb49210192e2" providerId="LiveId" clId="{F097FD7C-89CF-4DB6-B06E-12E254F2B19E}" dt="2023-06-17T07:31:48.427" v="44" actId="47"/>
        <pc:sldMkLst>
          <pc:docMk/>
          <pc:sldMk cId="2304226109" sldId="304"/>
        </pc:sldMkLst>
      </pc:sldChg>
      <pc:sldChg chg="del">
        <pc:chgData name="Songqing Gu" userId="c4d8cb49210192e2" providerId="LiveId" clId="{F097FD7C-89CF-4DB6-B06E-12E254F2B19E}" dt="2023-06-17T07:31:48.427" v="44" actId="47"/>
        <pc:sldMkLst>
          <pc:docMk/>
          <pc:sldMk cId="1863554075" sldId="306"/>
        </pc:sldMkLst>
      </pc:sldChg>
      <pc:sldChg chg="del">
        <pc:chgData name="Songqing Gu" userId="c4d8cb49210192e2" providerId="LiveId" clId="{F097FD7C-89CF-4DB6-B06E-12E254F2B19E}" dt="2023-06-17T07:31:48.427" v="44" actId="47"/>
        <pc:sldMkLst>
          <pc:docMk/>
          <pc:sldMk cId="3692078226" sldId="308"/>
        </pc:sldMkLst>
      </pc:sldChg>
      <pc:sldChg chg="del">
        <pc:chgData name="Songqing Gu" userId="c4d8cb49210192e2" providerId="LiveId" clId="{F097FD7C-89CF-4DB6-B06E-12E254F2B19E}" dt="2023-06-17T07:31:54.255" v="45" actId="47"/>
        <pc:sldMkLst>
          <pc:docMk/>
          <pc:sldMk cId="3140796614" sldId="310"/>
        </pc:sldMkLst>
      </pc:sldChg>
      <pc:sldChg chg="del">
        <pc:chgData name="Songqing Gu" userId="c4d8cb49210192e2" providerId="LiveId" clId="{F097FD7C-89CF-4DB6-B06E-12E254F2B19E}" dt="2023-06-17T07:31:48.427" v="44" actId="47"/>
        <pc:sldMkLst>
          <pc:docMk/>
          <pc:sldMk cId="1733468992" sldId="311"/>
        </pc:sldMkLst>
      </pc:sldChg>
      <pc:sldChg chg="setBg">
        <pc:chgData name="Songqing Gu" userId="c4d8cb49210192e2" providerId="LiveId" clId="{F097FD7C-89CF-4DB6-B06E-12E254F2B19E}" dt="2023-06-17T13:55:27.241" v="331"/>
        <pc:sldMkLst>
          <pc:docMk/>
          <pc:sldMk cId="687835828" sldId="312"/>
        </pc:sldMkLst>
      </pc:sldChg>
      <pc:sldChg chg="del">
        <pc:chgData name="Songqing Gu" userId="c4d8cb49210192e2" providerId="LiveId" clId="{F097FD7C-89CF-4DB6-B06E-12E254F2B19E}" dt="2023-06-17T07:31:48.427" v="44" actId="47"/>
        <pc:sldMkLst>
          <pc:docMk/>
          <pc:sldMk cId="478337687" sldId="313"/>
        </pc:sldMkLst>
      </pc:sldChg>
      <pc:sldChg chg="del">
        <pc:chgData name="Songqing Gu" userId="c4d8cb49210192e2" providerId="LiveId" clId="{F097FD7C-89CF-4DB6-B06E-12E254F2B19E}" dt="2023-06-17T07:31:48.427" v="44" actId="47"/>
        <pc:sldMkLst>
          <pc:docMk/>
          <pc:sldMk cId="1897699973" sldId="314"/>
        </pc:sldMkLst>
      </pc:sldChg>
      <pc:sldChg chg="del">
        <pc:chgData name="Songqing Gu" userId="c4d8cb49210192e2" providerId="LiveId" clId="{F097FD7C-89CF-4DB6-B06E-12E254F2B19E}" dt="2023-06-17T07:31:54.255" v="45" actId="47"/>
        <pc:sldMkLst>
          <pc:docMk/>
          <pc:sldMk cId="834037825" sldId="315"/>
        </pc:sldMkLst>
      </pc:sldChg>
      <pc:sldChg chg="del">
        <pc:chgData name="Songqing Gu" userId="c4d8cb49210192e2" providerId="LiveId" clId="{F097FD7C-89CF-4DB6-B06E-12E254F2B19E}" dt="2023-06-17T07:31:48.427" v="44" actId="47"/>
        <pc:sldMkLst>
          <pc:docMk/>
          <pc:sldMk cId="2991223764" sldId="317"/>
        </pc:sldMkLst>
      </pc:sldChg>
      <pc:sldChg chg="del">
        <pc:chgData name="Songqing Gu" userId="c4d8cb49210192e2" providerId="LiveId" clId="{F097FD7C-89CF-4DB6-B06E-12E254F2B19E}" dt="2023-06-17T07:31:54.255" v="45" actId="47"/>
        <pc:sldMkLst>
          <pc:docMk/>
          <pc:sldMk cId="4180587722" sldId="318"/>
        </pc:sldMkLst>
      </pc:sldChg>
      <pc:sldChg chg="del">
        <pc:chgData name="Songqing Gu" userId="c4d8cb49210192e2" providerId="LiveId" clId="{F097FD7C-89CF-4DB6-B06E-12E254F2B19E}" dt="2023-06-17T07:31:54.255" v="45" actId="47"/>
        <pc:sldMkLst>
          <pc:docMk/>
          <pc:sldMk cId="2428458669" sldId="319"/>
        </pc:sldMkLst>
      </pc:sldChg>
      <pc:sldChg chg="del">
        <pc:chgData name="Songqing Gu" userId="c4d8cb49210192e2" providerId="LiveId" clId="{F097FD7C-89CF-4DB6-B06E-12E254F2B19E}" dt="2023-06-17T07:31:48.427" v="44" actId="47"/>
        <pc:sldMkLst>
          <pc:docMk/>
          <pc:sldMk cId="3330490350" sldId="320"/>
        </pc:sldMkLst>
      </pc:sldChg>
      <pc:sldChg chg="del">
        <pc:chgData name="Songqing Gu" userId="c4d8cb49210192e2" providerId="LiveId" clId="{F097FD7C-89CF-4DB6-B06E-12E254F2B19E}" dt="2023-06-17T07:31:48.427" v="44" actId="47"/>
        <pc:sldMkLst>
          <pc:docMk/>
          <pc:sldMk cId="1152462360" sldId="321"/>
        </pc:sldMkLst>
      </pc:sldChg>
      <pc:sldChg chg="del">
        <pc:chgData name="Songqing Gu" userId="c4d8cb49210192e2" providerId="LiveId" clId="{F097FD7C-89CF-4DB6-B06E-12E254F2B19E}" dt="2023-06-17T07:31:48.427" v="44" actId="47"/>
        <pc:sldMkLst>
          <pc:docMk/>
          <pc:sldMk cId="2115522147" sldId="322"/>
        </pc:sldMkLst>
      </pc:sldChg>
      <pc:sldChg chg="modSp mod">
        <pc:chgData name="Songqing Gu" userId="c4d8cb49210192e2" providerId="LiveId" clId="{F097FD7C-89CF-4DB6-B06E-12E254F2B19E}" dt="2023-06-17T16:27:04.933" v="631" actId="20577"/>
        <pc:sldMkLst>
          <pc:docMk/>
          <pc:sldMk cId="523495732" sldId="323"/>
        </pc:sldMkLst>
        <pc:spChg chg="mod">
          <ac:chgData name="Songqing Gu" userId="c4d8cb49210192e2" providerId="LiveId" clId="{F097FD7C-89CF-4DB6-B06E-12E254F2B19E}" dt="2023-06-17T16:27:04.933" v="631" actId="20577"/>
          <ac:spMkLst>
            <pc:docMk/>
            <pc:sldMk cId="523495732" sldId="323"/>
            <ac:spMk id="2" creationId="{00000000-0000-0000-0000-000000000000}"/>
          </ac:spMkLst>
        </pc:spChg>
        <pc:spChg chg="mod">
          <ac:chgData name="Songqing Gu" userId="c4d8cb49210192e2" providerId="LiveId" clId="{F097FD7C-89CF-4DB6-B06E-12E254F2B19E}" dt="2023-06-17T03:28:10.147" v="43" actId="1076"/>
          <ac:spMkLst>
            <pc:docMk/>
            <pc:sldMk cId="523495732" sldId="323"/>
            <ac:spMk id="3" creationId="{00000000-0000-0000-0000-000000000000}"/>
          </ac:spMkLst>
        </pc:spChg>
      </pc:sldChg>
      <pc:sldChg chg="addSp delSp modSp add mod modNotesTx">
        <pc:chgData name="Songqing Gu" userId="c4d8cb49210192e2" providerId="LiveId" clId="{F097FD7C-89CF-4DB6-B06E-12E254F2B19E}" dt="2023-06-17T16:19:13.920" v="558" actId="1076"/>
        <pc:sldMkLst>
          <pc:docMk/>
          <pc:sldMk cId="1799833192" sldId="324"/>
        </pc:sldMkLst>
        <pc:spChg chg="add del mod">
          <ac:chgData name="Songqing Gu" userId="c4d8cb49210192e2" providerId="LiveId" clId="{F097FD7C-89CF-4DB6-B06E-12E254F2B19E}" dt="2023-06-17T14:05:19.576" v="374"/>
          <ac:spMkLst>
            <pc:docMk/>
            <pc:sldMk cId="1799833192" sldId="324"/>
            <ac:spMk id="3" creationId="{51E29064-9655-9607-A465-A1A2753936D4}"/>
          </ac:spMkLst>
        </pc:spChg>
        <pc:spChg chg="add mod">
          <ac:chgData name="Songqing Gu" userId="c4d8cb49210192e2" providerId="LiveId" clId="{F097FD7C-89CF-4DB6-B06E-12E254F2B19E}" dt="2023-06-17T13:46:32.474" v="252" actId="1076"/>
          <ac:spMkLst>
            <pc:docMk/>
            <pc:sldMk cId="1799833192" sldId="324"/>
            <ac:spMk id="4" creationId="{D93A402D-E00A-67AE-9662-84C72A531CAC}"/>
          </ac:spMkLst>
        </pc:spChg>
        <pc:spChg chg="add mod">
          <ac:chgData name="Songqing Gu" userId="c4d8cb49210192e2" providerId="LiveId" clId="{F097FD7C-89CF-4DB6-B06E-12E254F2B19E}" dt="2023-06-17T16:18:30.941" v="557" actId="14100"/>
          <ac:spMkLst>
            <pc:docMk/>
            <pc:sldMk cId="1799833192" sldId="324"/>
            <ac:spMk id="5" creationId="{EFD8B627-8F4D-9143-A76F-B08D1DE8E453}"/>
          </ac:spMkLst>
        </pc:spChg>
        <pc:spChg chg="add mod">
          <ac:chgData name="Songqing Gu" userId="c4d8cb49210192e2" providerId="LiveId" clId="{F097FD7C-89CF-4DB6-B06E-12E254F2B19E}" dt="2023-06-17T14:07:20.892" v="428" actId="1076"/>
          <ac:spMkLst>
            <pc:docMk/>
            <pc:sldMk cId="1799833192" sldId="324"/>
            <ac:spMk id="7" creationId="{485A16C5-DB15-776E-B60E-1F265610DDFD}"/>
          </ac:spMkLst>
        </pc:spChg>
        <pc:spChg chg="add mod">
          <ac:chgData name="Songqing Gu" userId="c4d8cb49210192e2" providerId="LiveId" clId="{F097FD7C-89CF-4DB6-B06E-12E254F2B19E}" dt="2023-06-17T18:36:48.528" v="543" actId="12"/>
          <ac:spMkLst>
            <pc:docMk/>
            <pc:sldMk cId="1799833192" sldId="324"/>
            <ac:spMk id="9" creationId="{940ADA86-74BD-5ABA-1748-55D56E718C07}"/>
          </ac:spMkLst>
        </pc:spChg>
        <pc:spChg chg="add del mod">
          <ac:chgData name="Songqing Gu" userId="c4d8cb49210192e2" providerId="LiveId" clId="{F097FD7C-89CF-4DB6-B06E-12E254F2B19E}" dt="2023-06-17T14:11:35.075" v="469"/>
          <ac:spMkLst>
            <pc:docMk/>
            <pc:sldMk cId="1799833192" sldId="324"/>
            <ac:spMk id="11" creationId="{119809AE-7DA6-1F82-140B-71A9C71E23FC}"/>
          </ac:spMkLst>
        </pc:spChg>
        <pc:spChg chg="add mod">
          <ac:chgData name="Songqing Gu" userId="c4d8cb49210192e2" providerId="LiveId" clId="{F097FD7C-89CF-4DB6-B06E-12E254F2B19E}" dt="2023-06-17T14:11:34.058" v="467" actId="207"/>
          <ac:spMkLst>
            <pc:docMk/>
            <pc:sldMk cId="1799833192" sldId="324"/>
            <ac:spMk id="12" creationId="{751679D3-2B13-F30F-61ED-8D71851FA87B}"/>
          </ac:spMkLst>
        </pc:spChg>
        <pc:spChg chg="add mod">
          <ac:chgData name="Songqing Gu" userId="c4d8cb49210192e2" providerId="LiveId" clId="{F097FD7C-89CF-4DB6-B06E-12E254F2B19E}" dt="2023-06-17T16:19:13.920" v="558" actId="1076"/>
          <ac:spMkLst>
            <pc:docMk/>
            <pc:sldMk cId="1799833192" sldId="324"/>
            <ac:spMk id="13" creationId="{AC9C3302-B818-C4A1-0C67-0FC57E12946C}"/>
          </ac:spMkLst>
        </pc:spChg>
        <pc:spChg chg="add mod">
          <ac:chgData name="Songqing Gu" userId="c4d8cb49210192e2" providerId="LiveId" clId="{F097FD7C-89CF-4DB6-B06E-12E254F2B19E}" dt="2023-06-17T18:37:02.510" v="546" actId="14100"/>
          <ac:spMkLst>
            <pc:docMk/>
            <pc:sldMk cId="1799833192" sldId="324"/>
            <ac:spMk id="15" creationId="{C70BBC1F-40D2-FC5D-4AB5-2B11975B2B34}"/>
          </ac:spMkLst>
        </pc:spChg>
        <pc:picChg chg="del mod">
          <ac:chgData name="Songqing Gu" userId="c4d8cb49210192e2" providerId="LiveId" clId="{F097FD7C-89CF-4DB6-B06E-12E254F2B19E}" dt="2023-06-17T07:39:33.970" v="54" actId="478"/>
          <ac:picMkLst>
            <pc:docMk/>
            <pc:sldMk cId="1799833192" sldId="324"/>
            <ac:picMk id="1026" creationId="{0D404672-C64B-4AC2-F307-7B29A69527BB}"/>
          </ac:picMkLst>
        </pc:picChg>
      </pc:sldChg>
      <pc:sldChg chg="del">
        <pc:chgData name="Songqing Gu" userId="c4d8cb49210192e2" providerId="LiveId" clId="{F097FD7C-89CF-4DB6-B06E-12E254F2B19E}" dt="2023-06-17T07:31:48.427" v="44" actId="47"/>
        <pc:sldMkLst>
          <pc:docMk/>
          <pc:sldMk cId="3501980466" sldId="324"/>
        </pc:sldMkLst>
      </pc:sldChg>
      <pc:sldChg chg="del">
        <pc:chgData name="Songqing Gu" userId="c4d8cb49210192e2" providerId="LiveId" clId="{F097FD7C-89CF-4DB6-B06E-12E254F2B19E}" dt="2023-06-17T07:31:48.427" v="44" actId="47"/>
        <pc:sldMkLst>
          <pc:docMk/>
          <pc:sldMk cId="990597973" sldId="325"/>
        </pc:sldMkLst>
      </pc:sldChg>
      <pc:sldChg chg="addSp delSp modSp add mod modNotesTx">
        <pc:chgData name="Songqing Gu" userId="c4d8cb49210192e2" providerId="LiveId" clId="{F097FD7C-89CF-4DB6-B06E-12E254F2B19E}" dt="2023-06-17T16:26:18.521" v="630" actId="12"/>
        <pc:sldMkLst>
          <pc:docMk/>
          <pc:sldMk cId="1154477822" sldId="325"/>
        </pc:sldMkLst>
        <pc:spChg chg="add mod">
          <ac:chgData name="Songqing Gu" userId="c4d8cb49210192e2" providerId="LiveId" clId="{F097FD7C-89CF-4DB6-B06E-12E254F2B19E}" dt="2023-06-17T16:23:57.036" v="582" actId="1076"/>
          <ac:spMkLst>
            <pc:docMk/>
            <pc:sldMk cId="1154477822" sldId="325"/>
            <ac:spMk id="2" creationId="{1DDC8D7B-8355-A634-57B9-8193E25927F5}"/>
          </ac:spMkLst>
        </pc:spChg>
        <pc:spChg chg="del">
          <ac:chgData name="Songqing Gu" userId="c4d8cb49210192e2" providerId="LiveId" clId="{F097FD7C-89CF-4DB6-B06E-12E254F2B19E}" dt="2023-06-17T07:40:52.366" v="119" actId="478"/>
          <ac:spMkLst>
            <pc:docMk/>
            <pc:sldMk cId="1154477822" sldId="325"/>
            <ac:spMk id="3" creationId="{51E29064-9655-9607-A465-A1A2753936D4}"/>
          </ac:spMkLst>
        </pc:spChg>
        <pc:spChg chg="add mod">
          <ac:chgData name="Songqing Gu" userId="c4d8cb49210192e2" providerId="LiveId" clId="{F097FD7C-89CF-4DB6-B06E-12E254F2B19E}" dt="2023-06-17T16:24:43.567" v="590" actId="1076"/>
          <ac:spMkLst>
            <pc:docMk/>
            <pc:sldMk cId="1154477822" sldId="325"/>
            <ac:spMk id="3" creationId="{E4564931-EBE6-524A-3885-E81C81B75EF1}"/>
          </ac:spMkLst>
        </pc:spChg>
        <pc:spChg chg="mod">
          <ac:chgData name="Songqing Gu" userId="c4d8cb49210192e2" providerId="LiveId" clId="{F097FD7C-89CF-4DB6-B06E-12E254F2B19E}" dt="2023-06-17T13:46:50.560" v="255" actId="14100"/>
          <ac:spMkLst>
            <pc:docMk/>
            <pc:sldMk cId="1154477822" sldId="325"/>
            <ac:spMk id="4" creationId="{D93A402D-E00A-67AE-9662-84C72A531CAC}"/>
          </ac:spMkLst>
        </pc:spChg>
        <pc:spChg chg="add mod">
          <ac:chgData name="Songqing Gu" userId="c4d8cb49210192e2" providerId="LiveId" clId="{F097FD7C-89CF-4DB6-B06E-12E254F2B19E}" dt="2023-06-17T16:22:27.918" v="580" actId="14100"/>
          <ac:spMkLst>
            <pc:docMk/>
            <pc:sldMk cId="1154477822" sldId="325"/>
            <ac:spMk id="5" creationId="{7F4FC5D8-1EB3-12DA-3D80-E05C0DE8CD12}"/>
          </ac:spMkLst>
        </pc:spChg>
        <pc:spChg chg="add mod">
          <ac:chgData name="Songqing Gu" userId="c4d8cb49210192e2" providerId="LiveId" clId="{F097FD7C-89CF-4DB6-B06E-12E254F2B19E}" dt="2023-06-17T16:24:33.480" v="589" actId="12"/>
          <ac:spMkLst>
            <pc:docMk/>
            <pc:sldMk cId="1154477822" sldId="325"/>
            <ac:spMk id="7" creationId="{77580ACD-D013-6BB3-45CA-9A9AD91DB111}"/>
          </ac:spMkLst>
        </pc:spChg>
        <pc:spChg chg="add mod">
          <ac:chgData name="Songqing Gu" userId="c4d8cb49210192e2" providerId="LiveId" clId="{F097FD7C-89CF-4DB6-B06E-12E254F2B19E}" dt="2023-06-17T16:26:12.873" v="629" actId="12"/>
          <ac:spMkLst>
            <pc:docMk/>
            <pc:sldMk cId="1154477822" sldId="325"/>
            <ac:spMk id="9" creationId="{D9CC1250-7C69-F81D-285D-5FF80BC71F60}"/>
          </ac:spMkLst>
        </pc:spChg>
        <pc:spChg chg="add mod">
          <ac:chgData name="Songqing Gu" userId="c4d8cb49210192e2" providerId="LiveId" clId="{F097FD7C-89CF-4DB6-B06E-12E254F2B19E}" dt="2023-06-17T16:26:18.521" v="630" actId="12"/>
          <ac:spMkLst>
            <pc:docMk/>
            <pc:sldMk cId="1154477822" sldId="325"/>
            <ac:spMk id="11" creationId="{0C9FAC7D-1A91-7373-3854-AA18325A3CF0}"/>
          </ac:spMkLst>
        </pc:spChg>
      </pc:sldChg>
      <pc:sldChg chg="addSp delSp modSp add mod">
        <pc:chgData name="Songqing Gu" userId="c4d8cb49210192e2" providerId="LiveId" clId="{F097FD7C-89CF-4DB6-B06E-12E254F2B19E}" dt="2023-06-17T16:30:19.008" v="661" actId="12"/>
        <pc:sldMkLst>
          <pc:docMk/>
          <pc:sldMk cId="756424536" sldId="326"/>
        </pc:sldMkLst>
        <pc:spChg chg="add mod">
          <ac:chgData name="Songqing Gu" userId="c4d8cb49210192e2" providerId="LiveId" clId="{F097FD7C-89CF-4DB6-B06E-12E254F2B19E}" dt="2023-06-17T16:27:51.067" v="636" actId="14100"/>
          <ac:spMkLst>
            <pc:docMk/>
            <pc:sldMk cId="756424536" sldId="326"/>
            <ac:spMk id="3" creationId="{2074998A-1591-0A55-A5B4-C40F0F6132AA}"/>
          </ac:spMkLst>
        </pc:spChg>
        <pc:spChg chg="mod">
          <ac:chgData name="Songqing Gu" userId="c4d8cb49210192e2" providerId="LiveId" clId="{F097FD7C-89CF-4DB6-B06E-12E254F2B19E}" dt="2023-06-17T07:41:18.070" v="146" actId="20577"/>
          <ac:spMkLst>
            <pc:docMk/>
            <pc:sldMk cId="756424536" sldId="326"/>
            <ac:spMk id="4" creationId="{D93A402D-E00A-67AE-9662-84C72A531CAC}"/>
          </ac:spMkLst>
        </pc:spChg>
        <pc:spChg chg="add mod">
          <ac:chgData name="Songqing Gu" userId="c4d8cb49210192e2" providerId="LiveId" clId="{F097FD7C-89CF-4DB6-B06E-12E254F2B19E}" dt="2023-06-17T16:28:24.511" v="641" actId="12"/>
          <ac:spMkLst>
            <pc:docMk/>
            <pc:sldMk cId="756424536" sldId="326"/>
            <ac:spMk id="5" creationId="{55B3EC28-B3E7-54B7-559C-2894B94696C9}"/>
          </ac:spMkLst>
        </pc:spChg>
        <pc:spChg chg="del">
          <ac:chgData name="Songqing Gu" userId="c4d8cb49210192e2" providerId="LiveId" clId="{F097FD7C-89CF-4DB6-B06E-12E254F2B19E}" dt="2023-06-17T07:41:33.958" v="147" actId="478"/>
          <ac:spMkLst>
            <pc:docMk/>
            <pc:sldMk cId="756424536" sldId="326"/>
            <ac:spMk id="5" creationId="{7F4FC5D8-1EB3-12DA-3D80-E05C0DE8CD12}"/>
          </ac:spMkLst>
        </pc:spChg>
        <pc:spChg chg="add mod">
          <ac:chgData name="Songqing Gu" userId="c4d8cb49210192e2" providerId="LiveId" clId="{F097FD7C-89CF-4DB6-B06E-12E254F2B19E}" dt="2023-06-17T16:28:35.405" v="642"/>
          <ac:spMkLst>
            <pc:docMk/>
            <pc:sldMk cId="756424536" sldId="326"/>
            <ac:spMk id="6" creationId="{08178045-BC7E-F69D-9C7C-01C7899919FD}"/>
          </ac:spMkLst>
        </pc:spChg>
        <pc:spChg chg="add mod">
          <ac:chgData name="Songqing Gu" userId="c4d8cb49210192e2" providerId="LiveId" clId="{F097FD7C-89CF-4DB6-B06E-12E254F2B19E}" dt="2023-06-17T16:28:43.754" v="643"/>
          <ac:spMkLst>
            <pc:docMk/>
            <pc:sldMk cId="756424536" sldId="326"/>
            <ac:spMk id="7" creationId="{EC2232F6-8AC1-BDF8-B7B7-5504ACDA2B46}"/>
          </ac:spMkLst>
        </pc:spChg>
        <pc:spChg chg="add mod">
          <ac:chgData name="Songqing Gu" userId="c4d8cb49210192e2" providerId="LiveId" clId="{F097FD7C-89CF-4DB6-B06E-12E254F2B19E}" dt="2023-06-17T16:30:13.734" v="660" actId="12"/>
          <ac:spMkLst>
            <pc:docMk/>
            <pc:sldMk cId="756424536" sldId="326"/>
            <ac:spMk id="9" creationId="{EE314D3C-6A3E-2266-BF00-C514E648C465}"/>
          </ac:spMkLst>
        </pc:spChg>
        <pc:spChg chg="add mod">
          <ac:chgData name="Songqing Gu" userId="c4d8cb49210192e2" providerId="LiveId" clId="{F097FD7C-89CF-4DB6-B06E-12E254F2B19E}" dt="2023-06-17T16:30:19.008" v="661" actId="12"/>
          <ac:spMkLst>
            <pc:docMk/>
            <pc:sldMk cId="756424536" sldId="326"/>
            <ac:spMk id="11" creationId="{711A13DC-559F-277B-2E44-D3A8CCD16F16}"/>
          </ac:spMkLst>
        </pc:spChg>
      </pc:sldChg>
      <pc:sldChg chg="addSp delSp modSp add mod modNotesTx">
        <pc:chgData name="Songqing Gu" userId="c4d8cb49210192e2" providerId="LiveId" clId="{F097FD7C-89CF-4DB6-B06E-12E254F2B19E}" dt="2023-06-17T17:16:15.525" v="835" actId="20577"/>
        <pc:sldMkLst>
          <pc:docMk/>
          <pc:sldMk cId="656688664" sldId="327"/>
        </pc:sldMkLst>
        <pc:spChg chg="del mod">
          <ac:chgData name="Songqing Gu" userId="c4d8cb49210192e2" providerId="LiveId" clId="{F097FD7C-89CF-4DB6-B06E-12E254F2B19E}" dt="2023-06-17T07:42:59.146" v="171" actId="478"/>
          <ac:spMkLst>
            <pc:docMk/>
            <pc:sldMk cId="656688664" sldId="327"/>
            <ac:spMk id="3" creationId="{2074998A-1591-0A55-A5B4-C40F0F6132AA}"/>
          </ac:spMkLst>
        </pc:spChg>
        <pc:spChg chg="add mod">
          <ac:chgData name="Songqing Gu" userId="c4d8cb49210192e2" providerId="LiveId" clId="{F097FD7C-89CF-4DB6-B06E-12E254F2B19E}" dt="2023-06-17T16:33:25.292" v="686" actId="14100"/>
          <ac:spMkLst>
            <pc:docMk/>
            <pc:sldMk cId="656688664" sldId="327"/>
            <ac:spMk id="3" creationId="{CC4814BA-7F8F-6444-2515-81CFA25D99BA}"/>
          </ac:spMkLst>
        </pc:spChg>
        <pc:spChg chg="mod">
          <ac:chgData name="Songqing Gu" userId="c4d8cb49210192e2" providerId="LiveId" clId="{F097FD7C-89CF-4DB6-B06E-12E254F2B19E}" dt="2023-06-17T13:48:37.639" v="272" actId="1076"/>
          <ac:spMkLst>
            <pc:docMk/>
            <pc:sldMk cId="656688664" sldId="327"/>
            <ac:spMk id="4" creationId="{D93A402D-E00A-67AE-9662-84C72A531CAC}"/>
          </ac:spMkLst>
        </pc:spChg>
        <pc:spChg chg="add mod">
          <ac:chgData name="Songqing Gu" userId="c4d8cb49210192e2" providerId="LiveId" clId="{F097FD7C-89CF-4DB6-B06E-12E254F2B19E}" dt="2023-06-17T16:33:34.716" v="694" actId="20577"/>
          <ac:spMkLst>
            <pc:docMk/>
            <pc:sldMk cId="656688664" sldId="327"/>
            <ac:spMk id="5" creationId="{F43723C0-6C72-026B-2526-89268A8E045B}"/>
          </ac:spMkLst>
        </pc:spChg>
        <pc:spChg chg="add mod">
          <ac:chgData name="Songqing Gu" userId="c4d8cb49210192e2" providerId="LiveId" clId="{F097FD7C-89CF-4DB6-B06E-12E254F2B19E}" dt="2023-06-17T16:35:48.183" v="709" actId="207"/>
          <ac:spMkLst>
            <pc:docMk/>
            <pc:sldMk cId="656688664" sldId="327"/>
            <ac:spMk id="7" creationId="{196A0123-0BEA-C769-3BA3-973F08863A78}"/>
          </ac:spMkLst>
        </pc:spChg>
        <pc:spChg chg="add mod">
          <ac:chgData name="Songqing Gu" userId="c4d8cb49210192e2" providerId="LiveId" clId="{F097FD7C-89CF-4DB6-B06E-12E254F2B19E}" dt="2023-06-17T16:35:52.467" v="710" actId="207"/>
          <ac:spMkLst>
            <pc:docMk/>
            <pc:sldMk cId="656688664" sldId="327"/>
            <ac:spMk id="9" creationId="{CE92ED9E-284A-4160-BEFD-123B6F1BA44A}"/>
          </ac:spMkLst>
        </pc:spChg>
        <pc:spChg chg="add mod">
          <ac:chgData name="Songqing Gu" userId="c4d8cb49210192e2" providerId="LiveId" clId="{F097FD7C-89CF-4DB6-B06E-12E254F2B19E}" dt="2023-06-17T17:10:17.330" v="813"/>
          <ac:spMkLst>
            <pc:docMk/>
            <pc:sldMk cId="656688664" sldId="327"/>
            <ac:spMk id="10" creationId="{4F5A80C8-53CE-0667-9A57-169001D1EF57}"/>
          </ac:spMkLst>
        </pc:spChg>
        <pc:spChg chg="add mod">
          <ac:chgData name="Songqing Gu" userId="c4d8cb49210192e2" providerId="LiveId" clId="{F097FD7C-89CF-4DB6-B06E-12E254F2B19E}" dt="2023-06-17T17:10:17.330" v="813"/>
          <ac:spMkLst>
            <pc:docMk/>
            <pc:sldMk cId="656688664" sldId="327"/>
            <ac:spMk id="11" creationId="{96CAA985-22B0-BED0-8E41-665BEC7BA249}"/>
          </ac:spMkLst>
        </pc:spChg>
      </pc:sldChg>
      <pc:sldChg chg="addSp delSp modSp add mod modNotesTx">
        <pc:chgData name="Songqing Gu" userId="c4d8cb49210192e2" providerId="LiveId" clId="{F097FD7C-89CF-4DB6-B06E-12E254F2B19E}" dt="2023-06-17T17:15:35.519" v="833" actId="20577"/>
        <pc:sldMkLst>
          <pc:docMk/>
          <pc:sldMk cId="2516668530" sldId="328"/>
        </pc:sldMkLst>
        <pc:spChg chg="add mod">
          <ac:chgData name="Songqing Gu" userId="c4d8cb49210192e2" providerId="LiveId" clId="{F097FD7C-89CF-4DB6-B06E-12E254F2B19E}" dt="2023-06-17T16:36:46.893" v="715" actId="14100"/>
          <ac:spMkLst>
            <pc:docMk/>
            <pc:sldMk cId="2516668530" sldId="328"/>
            <ac:spMk id="3" creationId="{5E017169-E912-903F-10B6-782A1A529DFC}"/>
          </ac:spMkLst>
        </pc:spChg>
        <pc:spChg chg="mod">
          <ac:chgData name="Songqing Gu" userId="c4d8cb49210192e2" providerId="LiveId" clId="{F097FD7C-89CF-4DB6-B06E-12E254F2B19E}" dt="2023-06-17T13:49:22.302" v="275" actId="1076"/>
          <ac:spMkLst>
            <pc:docMk/>
            <pc:sldMk cId="2516668530" sldId="328"/>
            <ac:spMk id="4" creationId="{D93A402D-E00A-67AE-9662-84C72A531CAC}"/>
          </ac:spMkLst>
        </pc:spChg>
        <pc:spChg chg="add mod">
          <ac:chgData name="Songqing Gu" userId="c4d8cb49210192e2" providerId="LiveId" clId="{F097FD7C-89CF-4DB6-B06E-12E254F2B19E}" dt="2023-06-17T16:58:17.378" v="720" actId="255"/>
          <ac:spMkLst>
            <pc:docMk/>
            <pc:sldMk cId="2516668530" sldId="328"/>
            <ac:spMk id="5" creationId="{28BFFEB4-8B43-9EB5-72AC-B99A73A8735B}"/>
          </ac:spMkLst>
        </pc:spChg>
        <pc:spChg chg="del">
          <ac:chgData name="Songqing Gu" userId="c4d8cb49210192e2" providerId="LiveId" clId="{F097FD7C-89CF-4DB6-B06E-12E254F2B19E}" dt="2023-06-17T07:43:43.518" v="186" actId="478"/>
          <ac:spMkLst>
            <pc:docMk/>
            <pc:sldMk cId="2516668530" sldId="328"/>
            <ac:spMk id="5" creationId="{F43723C0-6C72-026B-2526-89268A8E045B}"/>
          </ac:spMkLst>
        </pc:spChg>
        <pc:spChg chg="add mod">
          <ac:chgData name="Songqing Gu" userId="c4d8cb49210192e2" providerId="LiveId" clId="{F097FD7C-89CF-4DB6-B06E-12E254F2B19E}" dt="2023-06-17T16:59:55.625" v="732" actId="255"/>
          <ac:spMkLst>
            <pc:docMk/>
            <pc:sldMk cId="2516668530" sldId="328"/>
            <ac:spMk id="7" creationId="{BD6C5753-85F8-0212-C714-2DE8DE16152E}"/>
          </ac:spMkLst>
        </pc:spChg>
        <pc:spChg chg="add mod">
          <ac:chgData name="Songqing Gu" userId="c4d8cb49210192e2" providerId="LiveId" clId="{F097FD7C-89CF-4DB6-B06E-12E254F2B19E}" dt="2023-06-17T17:00:13.291" v="734" actId="207"/>
          <ac:spMkLst>
            <pc:docMk/>
            <pc:sldMk cId="2516668530" sldId="328"/>
            <ac:spMk id="9" creationId="{20C0E699-1C44-F594-31EA-55F1F91EBEEF}"/>
          </ac:spMkLst>
        </pc:spChg>
        <pc:spChg chg="add mod">
          <ac:chgData name="Songqing Gu" userId="c4d8cb49210192e2" providerId="LiveId" clId="{F097FD7C-89CF-4DB6-B06E-12E254F2B19E}" dt="2023-06-17T17:10:21.111" v="814"/>
          <ac:spMkLst>
            <pc:docMk/>
            <pc:sldMk cId="2516668530" sldId="328"/>
            <ac:spMk id="10" creationId="{997B3978-4659-F44C-11BF-F0565DD338AD}"/>
          </ac:spMkLst>
        </pc:spChg>
        <pc:spChg chg="add mod">
          <ac:chgData name="Songqing Gu" userId="c4d8cb49210192e2" providerId="LiveId" clId="{F097FD7C-89CF-4DB6-B06E-12E254F2B19E}" dt="2023-06-17T17:10:21.111" v="814"/>
          <ac:spMkLst>
            <pc:docMk/>
            <pc:sldMk cId="2516668530" sldId="328"/>
            <ac:spMk id="11" creationId="{DE00D9CC-0714-F8C7-014E-A1076F78A60B}"/>
          </ac:spMkLst>
        </pc:spChg>
      </pc:sldChg>
      <pc:sldChg chg="addSp delSp modSp add mod modNotesTx">
        <pc:chgData name="Songqing Gu" userId="c4d8cb49210192e2" providerId="LiveId" clId="{F097FD7C-89CF-4DB6-B06E-12E254F2B19E}" dt="2023-06-17T17:10:24.819" v="815"/>
        <pc:sldMkLst>
          <pc:docMk/>
          <pc:sldMk cId="1551930110" sldId="329"/>
        </pc:sldMkLst>
        <pc:spChg chg="del">
          <ac:chgData name="Songqing Gu" userId="c4d8cb49210192e2" providerId="LiveId" clId="{F097FD7C-89CF-4DB6-B06E-12E254F2B19E}" dt="2023-06-17T07:44:16.247" v="202" actId="478"/>
          <ac:spMkLst>
            <pc:docMk/>
            <pc:sldMk cId="1551930110" sldId="329"/>
            <ac:spMk id="3" creationId="{5E017169-E912-903F-10B6-782A1A529DFC}"/>
          </ac:spMkLst>
        </pc:spChg>
        <pc:spChg chg="add mod">
          <ac:chgData name="Songqing Gu" userId="c4d8cb49210192e2" providerId="LiveId" clId="{F097FD7C-89CF-4DB6-B06E-12E254F2B19E}" dt="2023-06-17T17:03:58.747" v="745" actId="255"/>
          <ac:spMkLst>
            <pc:docMk/>
            <pc:sldMk cId="1551930110" sldId="329"/>
            <ac:spMk id="3" creationId="{F0CF6558-C091-FFC8-AEEF-A91F13B3BCAB}"/>
          </ac:spMkLst>
        </pc:spChg>
        <pc:spChg chg="mod">
          <ac:chgData name="Songqing Gu" userId="c4d8cb49210192e2" providerId="LiveId" clId="{F097FD7C-89CF-4DB6-B06E-12E254F2B19E}" dt="2023-06-17T13:49:57.795" v="281" actId="1076"/>
          <ac:spMkLst>
            <pc:docMk/>
            <pc:sldMk cId="1551930110" sldId="329"/>
            <ac:spMk id="4" creationId="{D93A402D-E00A-67AE-9662-84C72A531CAC}"/>
          </ac:spMkLst>
        </pc:spChg>
        <pc:spChg chg="add mod">
          <ac:chgData name="Songqing Gu" userId="c4d8cb49210192e2" providerId="LiveId" clId="{F097FD7C-89CF-4DB6-B06E-12E254F2B19E}" dt="2023-06-17T17:03:26.933" v="740" actId="12"/>
          <ac:spMkLst>
            <pc:docMk/>
            <pc:sldMk cId="1551930110" sldId="329"/>
            <ac:spMk id="5" creationId="{6E96E4DA-E83E-ADC6-5E7F-94795D55A5B9}"/>
          </ac:spMkLst>
        </pc:spChg>
        <pc:spChg chg="add mod">
          <ac:chgData name="Songqing Gu" userId="c4d8cb49210192e2" providerId="LiveId" clId="{F097FD7C-89CF-4DB6-B06E-12E254F2B19E}" dt="2023-06-17T17:05:28.449" v="786" actId="1076"/>
          <ac:spMkLst>
            <pc:docMk/>
            <pc:sldMk cId="1551930110" sldId="329"/>
            <ac:spMk id="7" creationId="{F491D091-3D5A-F9A1-E4BD-BAE9D2AC9667}"/>
          </ac:spMkLst>
        </pc:spChg>
        <pc:spChg chg="add mod">
          <ac:chgData name="Songqing Gu" userId="c4d8cb49210192e2" providerId="LiveId" clId="{F097FD7C-89CF-4DB6-B06E-12E254F2B19E}" dt="2023-06-17T17:06:22.078" v="788" actId="12"/>
          <ac:spMkLst>
            <pc:docMk/>
            <pc:sldMk cId="1551930110" sldId="329"/>
            <ac:spMk id="9" creationId="{E7738773-86DA-3148-F88D-9080C321B426}"/>
          </ac:spMkLst>
        </pc:spChg>
        <pc:spChg chg="add mod">
          <ac:chgData name="Songqing Gu" userId="c4d8cb49210192e2" providerId="LiveId" clId="{F097FD7C-89CF-4DB6-B06E-12E254F2B19E}" dt="2023-06-17T17:10:24.819" v="815"/>
          <ac:spMkLst>
            <pc:docMk/>
            <pc:sldMk cId="1551930110" sldId="329"/>
            <ac:spMk id="10" creationId="{6A076E6E-0758-19B7-3578-FA2587DCFDEA}"/>
          </ac:spMkLst>
        </pc:spChg>
        <pc:spChg chg="add mod">
          <ac:chgData name="Songqing Gu" userId="c4d8cb49210192e2" providerId="LiveId" clId="{F097FD7C-89CF-4DB6-B06E-12E254F2B19E}" dt="2023-06-17T17:10:24.819" v="815"/>
          <ac:spMkLst>
            <pc:docMk/>
            <pc:sldMk cId="1551930110" sldId="329"/>
            <ac:spMk id="11" creationId="{192312E4-F5BC-3ABB-9E7A-3B659DFAF119}"/>
          </ac:spMkLst>
        </pc:spChg>
      </pc:sldChg>
      <pc:sldChg chg="addSp delSp modSp add mod">
        <pc:chgData name="Songqing Gu" userId="c4d8cb49210192e2" providerId="LiveId" clId="{F097FD7C-89CF-4DB6-B06E-12E254F2B19E}" dt="2023-06-17T18:35:06.187" v="532" actId="1076"/>
        <pc:sldMkLst>
          <pc:docMk/>
          <pc:sldMk cId="794013672" sldId="330"/>
        </pc:sldMkLst>
        <pc:spChg chg="add mod">
          <ac:chgData name="Songqing Gu" userId="c4d8cb49210192e2" providerId="LiveId" clId="{F097FD7C-89CF-4DB6-B06E-12E254F2B19E}" dt="2023-06-17T18:35:06.187" v="532" actId="1076"/>
          <ac:spMkLst>
            <pc:docMk/>
            <pc:sldMk cId="794013672" sldId="330"/>
            <ac:spMk id="3" creationId="{689476AC-9443-2EA4-CD70-1DF3A781738C}"/>
          </ac:spMkLst>
        </pc:spChg>
        <pc:spChg chg="add mod">
          <ac:chgData name="Songqing Gu" userId="c4d8cb49210192e2" providerId="LiveId" clId="{F097FD7C-89CF-4DB6-B06E-12E254F2B19E}" dt="2023-06-17T18:34:52.079" v="531" actId="1076"/>
          <ac:spMkLst>
            <pc:docMk/>
            <pc:sldMk cId="794013672" sldId="330"/>
            <ac:spMk id="5" creationId="{2135C130-5DEF-25E0-6042-786EED1D78AF}"/>
          </ac:spMkLst>
        </pc:spChg>
        <pc:spChg chg="add mod">
          <ac:chgData name="Songqing Gu" userId="c4d8cb49210192e2" providerId="LiveId" clId="{F097FD7C-89CF-4DB6-B06E-12E254F2B19E}" dt="2023-06-17T13:54:26.773" v="327" actId="14100"/>
          <ac:spMkLst>
            <pc:docMk/>
            <pc:sldMk cId="794013672" sldId="330"/>
            <ac:spMk id="6" creationId="{55DBD117-1BA8-7BA8-B1D1-9EEE5C15E00E}"/>
          </ac:spMkLst>
        </pc:spChg>
        <pc:spChg chg="add mod">
          <ac:chgData name="Songqing Gu" userId="c4d8cb49210192e2" providerId="LiveId" clId="{F097FD7C-89CF-4DB6-B06E-12E254F2B19E}" dt="2023-06-17T13:54:39.814" v="330" actId="1076"/>
          <ac:spMkLst>
            <pc:docMk/>
            <pc:sldMk cId="794013672" sldId="330"/>
            <ac:spMk id="8" creationId="{487930D6-51C6-3900-32AD-42371EDDD396}"/>
          </ac:spMkLst>
        </pc:spChg>
        <pc:spChg chg="add mod">
          <ac:chgData name="Songqing Gu" userId="c4d8cb49210192e2" providerId="LiveId" clId="{F097FD7C-89CF-4DB6-B06E-12E254F2B19E}" dt="2023-06-17T13:53:50.078" v="322" actId="1076"/>
          <ac:spMkLst>
            <pc:docMk/>
            <pc:sldMk cId="794013672" sldId="330"/>
            <ac:spMk id="10" creationId="{DF28F528-5B26-03E1-6425-E51BCB3880F0}"/>
          </ac:spMkLst>
        </pc:spChg>
        <pc:spChg chg="add mod">
          <ac:chgData name="Songqing Gu" userId="c4d8cb49210192e2" providerId="LiveId" clId="{F097FD7C-89CF-4DB6-B06E-12E254F2B19E}" dt="2023-06-17T13:54:30.350" v="328" actId="1076"/>
          <ac:spMkLst>
            <pc:docMk/>
            <pc:sldMk cId="794013672" sldId="330"/>
            <ac:spMk id="11" creationId="{7E99AAF5-BECD-3C8A-6EE7-5EE03177325C}"/>
          </ac:spMkLst>
        </pc:spChg>
        <pc:spChg chg="add mod">
          <ac:chgData name="Songqing Gu" userId="c4d8cb49210192e2" providerId="LiveId" clId="{F097FD7C-89CF-4DB6-B06E-12E254F2B19E}" dt="2023-06-17T13:54:33.177" v="329" actId="1076"/>
          <ac:spMkLst>
            <pc:docMk/>
            <pc:sldMk cId="794013672" sldId="330"/>
            <ac:spMk id="12" creationId="{55B6348D-DADF-F232-2EBC-5C255F77824C}"/>
          </ac:spMkLst>
        </pc:spChg>
        <pc:picChg chg="del mod">
          <ac:chgData name="Songqing Gu" userId="c4d8cb49210192e2" providerId="LiveId" clId="{F097FD7C-89CF-4DB6-B06E-12E254F2B19E}" dt="2023-06-17T10:33:29.876" v="209" actId="478"/>
          <ac:picMkLst>
            <pc:docMk/>
            <pc:sldMk cId="794013672" sldId="330"/>
            <ac:picMk id="1026" creationId="{0D404672-C64B-4AC2-F307-7B29A69527BB}"/>
          </ac:picMkLst>
        </pc:picChg>
      </pc:sldChg>
      <pc:sldChg chg="addSp delSp modSp add mod">
        <pc:chgData name="Songqing Gu" userId="c4d8cb49210192e2" providerId="LiveId" clId="{F097FD7C-89CF-4DB6-B06E-12E254F2B19E}" dt="2023-06-17T17:08:11.753" v="812" actId="207"/>
        <pc:sldMkLst>
          <pc:docMk/>
          <pc:sldMk cId="314671585" sldId="331"/>
        </pc:sldMkLst>
        <pc:spChg chg="add mod">
          <ac:chgData name="Songqing Gu" userId="c4d8cb49210192e2" providerId="LiveId" clId="{F097FD7C-89CF-4DB6-B06E-12E254F2B19E}" dt="2023-06-17T17:08:11.753" v="812" actId="207"/>
          <ac:spMkLst>
            <pc:docMk/>
            <pc:sldMk cId="314671585" sldId="331"/>
            <ac:spMk id="3" creationId="{BC840AB7-D3B0-49B4-3A06-AE90A28A2130}"/>
          </ac:spMkLst>
        </pc:spChg>
        <pc:picChg chg="add mod">
          <ac:chgData name="Songqing Gu" userId="c4d8cb49210192e2" providerId="LiveId" clId="{F097FD7C-89CF-4DB6-B06E-12E254F2B19E}" dt="2023-06-17T17:07:24.242" v="796" actId="1076"/>
          <ac:picMkLst>
            <pc:docMk/>
            <pc:sldMk cId="314671585" sldId="331"/>
            <ac:picMk id="2" creationId="{C4EEDD97-B2B4-48DD-27AA-90A2A0DFF1F2}"/>
          </ac:picMkLst>
        </pc:picChg>
        <pc:picChg chg="del">
          <ac:chgData name="Songqing Gu" userId="c4d8cb49210192e2" providerId="LiveId" clId="{F097FD7C-89CF-4DB6-B06E-12E254F2B19E}" dt="2023-06-17T17:06:56.034" v="790" actId="478"/>
          <ac:picMkLst>
            <pc:docMk/>
            <pc:sldMk cId="314671585" sldId="331"/>
            <ac:picMk id="1026" creationId="{0D404672-C64B-4AC2-F307-7B29A69527BB}"/>
          </ac:picMkLst>
        </pc:picChg>
      </pc:sldChg>
      <pc:sldChg chg="addSp delSp modSp add mod modNotesTx">
        <pc:chgData name="Songqing Gu" userId="c4d8cb49210192e2" providerId="LiveId" clId="{F097FD7C-89CF-4DB6-B06E-12E254F2B19E}" dt="2023-06-17T17:21:04.422" v="838" actId="14100"/>
        <pc:sldMkLst>
          <pc:docMk/>
          <pc:sldMk cId="103559569" sldId="332"/>
        </pc:sldMkLst>
        <pc:spChg chg="del">
          <ac:chgData name="Songqing Gu" userId="c4d8cb49210192e2" providerId="LiveId" clId="{F097FD7C-89CF-4DB6-B06E-12E254F2B19E}" dt="2023-06-17T17:10:47.424" v="817" actId="478"/>
          <ac:spMkLst>
            <pc:docMk/>
            <pc:sldMk cId="103559569" sldId="332"/>
            <ac:spMk id="3" creationId="{F0CF6558-C091-FFC8-AEEF-A91F13B3BCAB}"/>
          </ac:spMkLst>
        </pc:spChg>
        <pc:spChg chg="mod">
          <ac:chgData name="Songqing Gu" userId="c4d8cb49210192e2" providerId="LiveId" clId="{F097FD7C-89CF-4DB6-B06E-12E254F2B19E}" dt="2023-06-17T17:11:02.737" v="827" actId="20577"/>
          <ac:spMkLst>
            <pc:docMk/>
            <pc:sldMk cId="103559569" sldId="332"/>
            <ac:spMk id="4" creationId="{D93A402D-E00A-67AE-9662-84C72A531CAC}"/>
          </ac:spMkLst>
        </pc:spChg>
        <pc:spChg chg="del">
          <ac:chgData name="Songqing Gu" userId="c4d8cb49210192e2" providerId="LiveId" clId="{F097FD7C-89CF-4DB6-B06E-12E254F2B19E}" dt="2023-06-17T17:10:47.424" v="817" actId="478"/>
          <ac:spMkLst>
            <pc:docMk/>
            <pc:sldMk cId="103559569" sldId="332"/>
            <ac:spMk id="5" creationId="{6E96E4DA-E83E-ADC6-5E7F-94795D55A5B9}"/>
          </ac:spMkLst>
        </pc:spChg>
        <pc:spChg chg="add mod">
          <ac:chgData name="Songqing Gu" userId="c4d8cb49210192e2" providerId="LiveId" clId="{F097FD7C-89CF-4DB6-B06E-12E254F2B19E}" dt="2023-06-17T17:11:19.547" v="830" actId="14100"/>
          <ac:spMkLst>
            <pc:docMk/>
            <pc:sldMk cId="103559569" sldId="332"/>
            <ac:spMk id="6" creationId="{E328FAAD-B51D-50FA-7D7F-50E6706BA9ED}"/>
          </ac:spMkLst>
        </pc:spChg>
        <pc:spChg chg="del">
          <ac:chgData name="Songqing Gu" userId="c4d8cb49210192e2" providerId="LiveId" clId="{F097FD7C-89CF-4DB6-B06E-12E254F2B19E}" dt="2023-06-17T17:10:47.424" v="817" actId="478"/>
          <ac:spMkLst>
            <pc:docMk/>
            <pc:sldMk cId="103559569" sldId="332"/>
            <ac:spMk id="7" creationId="{F491D091-3D5A-F9A1-E4BD-BAE9D2AC9667}"/>
          </ac:spMkLst>
        </pc:spChg>
        <pc:spChg chg="del">
          <ac:chgData name="Songqing Gu" userId="c4d8cb49210192e2" providerId="LiveId" clId="{F097FD7C-89CF-4DB6-B06E-12E254F2B19E}" dt="2023-06-17T17:10:47.424" v="817" actId="478"/>
          <ac:spMkLst>
            <pc:docMk/>
            <pc:sldMk cId="103559569" sldId="332"/>
            <ac:spMk id="9" creationId="{E7738773-86DA-3148-F88D-9080C321B426}"/>
          </ac:spMkLst>
        </pc:spChg>
        <pc:spChg chg="del">
          <ac:chgData name="Songqing Gu" userId="c4d8cb49210192e2" providerId="LiveId" clId="{F097FD7C-89CF-4DB6-B06E-12E254F2B19E}" dt="2023-06-17T17:10:47.424" v="817" actId="478"/>
          <ac:spMkLst>
            <pc:docMk/>
            <pc:sldMk cId="103559569" sldId="332"/>
            <ac:spMk id="10" creationId="{6A076E6E-0758-19B7-3578-FA2587DCFDEA}"/>
          </ac:spMkLst>
        </pc:spChg>
        <pc:spChg chg="del">
          <ac:chgData name="Songqing Gu" userId="c4d8cb49210192e2" providerId="LiveId" clId="{F097FD7C-89CF-4DB6-B06E-12E254F2B19E}" dt="2023-06-17T17:10:47.424" v="817" actId="478"/>
          <ac:spMkLst>
            <pc:docMk/>
            <pc:sldMk cId="103559569" sldId="332"/>
            <ac:spMk id="11" creationId="{192312E4-F5BC-3ABB-9E7A-3B659DFAF119}"/>
          </ac:spMkLst>
        </pc:spChg>
        <pc:spChg chg="add mod">
          <ac:chgData name="Songqing Gu" userId="c4d8cb49210192e2" providerId="LiveId" clId="{F097FD7C-89CF-4DB6-B06E-12E254F2B19E}" dt="2023-06-17T17:21:04.422" v="838" actId="14100"/>
          <ac:spMkLst>
            <pc:docMk/>
            <pc:sldMk cId="103559569" sldId="332"/>
            <ac:spMk id="12" creationId="{9E86F1CF-1FD7-4689-9AB7-CD0486C51568}"/>
          </ac:spMkLst>
        </pc:spChg>
      </pc:sldChg>
    </pc:docChg>
  </pc:docChgLst>
  <pc:docChgLst>
    <pc:chgData name="Songqing" userId="c4d8cb49210192e2" providerId="LiveId" clId="{6DE18AEE-43A5-4340-B88F-CA1145F8ACBD}"/>
    <pc:docChg chg="addSld modSld sldOrd modSection">
      <pc:chgData name="Songqing" userId="c4d8cb49210192e2" providerId="LiveId" clId="{6DE18AEE-43A5-4340-B88F-CA1145F8ACBD}" dt="2023-08-30T02:06:26.483" v="76" actId="1076"/>
      <pc:docMkLst>
        <pc:docMk/>
      </pc:docMkLst>
      <pc:sldChg chg="addSp delSp modSp add mod ord">
        <pc:chgData name="Songqing" userId="c4d8cb49210192e2" providerId="LiveId" clId="{6DE18AEE-43A5-4340-B88F-CA1145F8ACBD}" dt="2023-08-30T02:06:26.483" v="76" actId="1076"/>
        <pc:sldMkLst>
          <pc:docMk/>
          <pc:sldMk cId="701110906" sldId="333"/>
        </pc:sldMkLst>
        <pc:spChg chg="add mod">
          <ac:chgData name="Songqing" userId="c4d8cb49210192e2" providerId="LiveId" clId="{6DE18AEE-43A5-4340-B88F-CA1145F8ACBD}" dt="2023-08-30T02:06:00.288" v="33" actId="207"/>
          <ac:spMkLst>
            <pc:docMk/>
            <pc:sldMk cId="701110906" sldId="333"/>
            <ac:spMk id="2" creationId="{368E4618-F835-11B8-5E32-427EB6AB293C}"/>
          </ac:spMkLst>
        </pc:spChg>
        <pc:spChg chg="add mod">
          <ac:chgData name="Songqing" userId="c4d8cb49210192e2" providerId="LiveId" clId="{6DE18AEE-43A5-4340-B88F-CA1145F8ACBD}" dt="2023-08-30T02:06:26.483" v="76" actId="1076"/>
          <ac:spMkLst>
            <pc:docMk/>
            <pc:sldMk cId="701110906" sldId="333"/>
            <ac:spMk id="3" creationId="{A402CB55-9FE6-6D86-437C-2BCB3D9D8E1E}"/>
          </ac:spMkLst>
        </pc:spChg>
        <pc:picChg chg="del">
          <ac:chgData name="Songqing" userId="c4d8cb49210192e2" providerId="LiveId" clId="{6DE18AEE-43A5-4340-B88F-CA1145F8ACBD}" dt="2023-08-30T02:05:21.560" v="3" actId="478"/>
          <ac:picMkLst>
            <pc:docMk/>
            <pc:sldMk cId="701110906" sldId="333"/>
            <ac:picMk id="1026" creationId="{0D404672-C64B-4AC2-F307-7B29A69527BB}"/>
          </ac:picMkLst>
        </pc:pic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30/08/2023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log.testproject.io/2020/01/29/the-first-selenium-framework-for-team-collaboration-testproject/"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testproject.io/"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log.testproject.io/2020/08/26/the-importance-of-a-qa-environment/"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blog.testproject.io/2020/05/31/smoke-testing-vs-sanity-testing/"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log.testproject.io/2020/11/02/tricks-to-write-a-good-bug-report/"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estproject.io/executive-test-report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6426E"/>
                </a:solidFill>
                <a:effectLst/>
                <a:latin typeface="open sans" panose="020B0606030504020204" pitchFamily="34" charset="0"/>
              </a:rPr>
              <a:t>the STLC team understands the requirements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6426E"/>
                </a:solidFill>
                <a:effectLst/>
                <a:latin typeface="open sans" panose="020B0606030504020204" pitchFamily="34" charset="0"/>
              </a:rPr>
              <a:t>If necessary, the </a:t>
            </a:r>
            <a:r>
              <a:rPr lang="en-US" sz="1200" b="0" i="0" u="none" strike="noStrike" dirty="0">
                <a:solidFill>
                  <a:srgbClr val="2D9ACB"/>
                </a:solidFill>
                <a:effectLst/>
                <a:latin typeface="open sans" panose="020B0606030504020204" pitchFamily="34" charset="0"/>
                <a:hlinkClick r:id="rId3"/>
              </a:rPr>
              <a:t>testing teams</a:t>
            </a:r>
            <a:r>
              <a:rPr lang="en-US" sz="1200" b="0" i="0" dirty="0">
                <a:solidFill>
                  <a:srgbClr val="46426E"/>
                </a:solidFill>
                <a:effectLst/>
                <a:latin typeface="open sans" panose="020B0606030504020204" pitchFamily="34" charset="0"/>
              </a:rPr>
              <a:t> may also consult with stakeholders to clarify the requirements.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6426E"/>
                </a:solidFill>
                <a:effectLst/>
                <a:latin typeface="open sans" panose="020B0606030504020204" pitchFamily="34" charset="0"/>
              </a:rPr>
              <a:t>The requirements may be functional or non-functional 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6426E"/>
                </a:solidFill>
                <a:effectLst/>
                <a:latin typeface="open sans" panose="020B0606030504020204" pitchFamily="34" charset="0"/>
              </a:rPr>
              <a:t>the decision to </a:t>
            </a:r>
            <a:r>
              <a:rPr lang="en-US" sz="1200" b="0" i="0" u="none" strike="noStrike" dirty="0">
                <a:solidFill>
                  <a:srgbClr val="2D9ACB"/>
                </a:solidFill>
                <a:effectLst/>
                <a:latin typeface="open sans" panose="020B0606030504020204" pitchFamily="34" charset="0"/>
                <a:hlinkClick r:id="rId4"/>
              </a:rPr>
              <a:t>automate testing</a:t>
            </a:r>
            <a:r>
              <a:rPr lang="en-US" sz="1200" b="0" i="0" dirty="0">
                <a:solidFill>
                  <a:srgbClr val="46426E"/>
                </a:solidFill>
                <a:effectLst/>
                <a:latin typeface="open sans" panose="020B0606030504020204" pitchFamily="34" charset="0"/>
              </a:rPr>
              <a:t> is also evaluated at this point.</a:t>
            </a:r>
            <a:endParaRPr lang="en-US" sz="1200" b="0" i="0" dirty="0">
              <a:solidFill>
                <a:srgbClr val="1B2331"/>
              </a:solidFill>
              <a:effectLst/>
              <a:latin typeface="montregular"/>
            </a:endParaRPr>
          </a:p>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5</a:t>
            </a:fld>
            <a:endParaRPr lang="en-AU"/>
          </a:p>
        </p:txBody>
      </p:sp>
    </p:spTree>
    <p:extLst>
      <p:ext uri="{BB962C8B-B14F-4D97-AF65-F5344CB8AC3E}">
        <p14:creationId xmlns:p14="http://schemas.microsoft.com/office/powerpoint/2010/main" val="1475656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6426E"/>
                </a:solidFill>
                <a:effectLst/>
                <a:latin typeface="open sans" panose="020B0606030504020204" pitchFamily="34" charset="0"/>
              </a:rPr>
              <a:t>This phase includes :</a:t>
            </a:r>
          </a:p>
          <a:p>
            <a:pPr marL="171450" indent="-171450">
              <a:buFont typeface="Arial" panose="020B0604020202020204" pitchFamily="34" charset="0"/>
              <a:buChar char="•"/>
            </a:pPr>
            <a:r>
              <a:rPr lang="en-US" b="0" i="0" dirty="0">
                <a:solidFill>
                  <a:srgbClr val="46426E"/>
                </a:solidFill>
                <a:effectLst/>
                <a:latin typeface="open sans" panose="020B0606030504020204" pitchFamily="34" charset="0"/>
              </a:rPr>
              <a:t>implementing and defining a test strategy in the testing plan and </a:t>
            </a:r>
          </a:p>
          <a:p>
            <a:pPr marL="171450" indent="-171450">
              <a:buFont typeface="Arial" panose="020B0604020202020204" pitchFamily="34" charset="0"/>
              <a:buChar char="•"/>
            </a:pPr>
            <a:r>
              <a:rPr lang="en-US" b="0" i="0" dirty="0">
                <a:solidFill>
                  <a:srgbClr val="46426E"/>
                </a:solidFill>
                <a:effectLst/>
                <a:latin typeface="open sans" panose="020B0606030504020204" pitchFamily="34" charset="0"/>
              </a:rPr>
              <a:t>estimating the efforts and costs of the testing team. </a:t>
            </a:r>
          </a:p>
          <a:p>
            <a:r>
              <a:rPr lang="en-US" b="0" i="0" dirty="0">
                <a:solidFill>
                  <a:srgbClr val="46426E"/>
                </a:solidFill>
                <a:effectLst/>
                <a:latin typeface="open sans" panose="020B0606030504020204" pitchFamily="34" charset="0"/>
              </a:rPr>
              <a:t>This stage commences once  requirement gathering is complete.</a:t>
            </a:r>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6</a:t>
            </a:fld>
            <a:endParaRPr lang="en-AU"/>
          </a:p>
        </p:txBody>
      </p:sp>
    </p:spTree>
    <p:extLst>
      <p:ext uri="{BB962C8B-B14F-4D97-AF65-F5344CB8AC3E}">
        <p14:creationId xmlns:p14="http://schemas.microsoft.com/office/powerpoint/2010/main" val="1195587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6426E"/>
                </a:solidFill>
                <a:effectLst/>
                <a:latin typeface="open sans" panose="020B0606030504020204" pitchFamily="34" charset="0"/>
              </a:rPr>
              <a:t>In the fourth phase, a </a:t>
            </a:r>
            <a:r>
              <a:rPr lang="en-US" b="0" i="0" u="none" strike="noStrike" dirty="0">
                <a:solidFill>
                  <a:srgbClr val="2D9ACB"/>
                </a:solidFill>
                <a:effectLst/>
                <a:latin typeface="open sans" panose="020B0606030504020204" pitchFamily="34" charset="0"/>
                <a:hlinkClick r:id="rId3"/>
              </a:rPr>
              <a:t>QA/Testing environment</a:t>
            </a:r>
            <a:r>
              <a:rPr lang="en-US" b="0" i="0" dirty="0">
                <a:solidFill>
                  <a:srgbClr val="46426E"/>
                </a:solidFill>
                <a:effectLst/>
                <a:latin typeface="open sans" panose="020B0606030504020204" pitchFamily="34" charset="0"/>
              </a:rPr>
              <a:t> is configured and deployed to allow testers to test the feature. </a:t>
            </a:r>
          </a:p>
          <a:p>
            <a:r>
              <a:rPr lang="en-US" b="0" i="0" dirty="0">
                <a:solidFill>
                  <a:srgbClr val="46426E"/>
                </a:solidFill>
                <a:effectLst/>
                <a:latin typeface="open sans" panose="020B0606030504020204" pitchFamily="34" charset="0"/>
              </a:rPr>
              <a:t>Once the testers deploy the environments, </a:t>
            </a:r>
            <a:r>
              <a:rPr lang="en-US" b="0" i="0" u="none" strike="noStrike" dirty="0">
                <a:solidFill>
                  <a:srgbClr val="2D9ACB"/>
                </a:solidFill>
                <a:effectLst/>
                <a:latin typeface="open sans" panose="020B0606030504020204" pitchFamily="34" charset="0"/>
                <a:hlinkClick r:id="rId4"/>
              </a:rPr>
              <a:t>smoke testing</a:t>
            </a:r>
            <a:r>
              <a:rPr lang="en-US" b="0" i="0" dirty="0">
                <a:solidFill>
                  <a:srgbClr val="46426E"/>
                </a:solidFill>
                <a:effectLst/>
                <a:latin typeface="open sans" panose="020B0606030504020204" pitchFamily="34" charset="0"/>
              </a:rPr>
              <a:t> may be performed to ensure the environment is working with the intended </a:t>
            </a:r>
            <a:r>
              <a:rPr lang="en-US" b="0" i="0" dirty="0" err="1">
                <a:solidFill>
                  <a:srgbClr val="46426E"/>
                </a:solidFill>
                <a:effectLst/>
                <a:latin typeface="open sans" panose="020B0606030504020204" pitchFamily="34" charset="0"/>
              </a:rPr>
              <a:t>functionalit</a:t>
            </a:r>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8</a:t>
            </a:fld>
            <a:endParaRPr lang="en-AU"/>
          </a:p>
        </p:txBody>
      </p:sp>
    </p:spTree>
    <p:extLst>
      <p:ext uri="{BB962C8B-B14F-4D97-AF65-F5344CB8AC3E}">
        <p14:creationId xmlns:p14="http://schemas.microsoft.com/office/powerpoint/2010/main" val="157564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6426E"/>
                </a:solidFill>
                <a:effectLst/>
                <a:latin typeface="open sans" panose="020B0606030504020204" pitchFamily="34" charset="0"/>
              </a:rPr>
              <a:t>In the fifth stage, testers begin the test execution as the environment is successfully set up. </a:t>
            </a:r>
          </a:p>
          <a:p>
            <a:r>
              <a:rPr lang="en-US" b="0" i="0" dirty="0">
                <a:solidFill>
                  <a:srgbClr val="46426E"/>
                </a:solidFill>
                <a:effectLst/>
                <a:latin typeface="open sans" panose="020B0606030504020204" pitchFamily="34" charset="0"/>
              </a:rPr>
              <a:t>The test cases generated at phase three are put into action here and previously expected results may compare to the actual results as a baseline. </a:t>
            </a:r>
          </a:p>
          <a:p>
            <a:r>
              <a:rPr lang="en-US" b="0" i="0" dirty="0">
                <a:solidFill>
                  <a:srgbClr val="46426E"/>
                </a:solidFill>
                <a:effectLst/>
                <a:latin typeface="open sans" panose="020B0606030504020204" pitchFamily="34" charset="0"/>
              </a:rPr>
              <a:t>Testers may also report back interesting findings, such as </a:t>
            </a:r>
            <a:r>
              <a:rPr lang="en-US" b="0" i="0" u="none" strike="noStrike" dirty="0">
                <a:solidFill>
                  <a:srgbClr val="2D9ACB"/>
                </a:solidFill>
                <a:effectLst/>
                <a:latin typeface="open sans" panose="020B0606030504020204" pitchFamily="34" charset="0"/>
                <a:hlinkClick r:id="rId3"/>
              </a:rPr>
              <a:t>bugs,</a:t>
            </a:r>
            <a:r>
              <a:rPr lang="en-US" b="0" i="0" dirty="0">
                <a:solidFill>
                  <a:srgbClr val="46426E"/>
                </a:solidFill>
                <a:effectLst/>
                <a:latin typeface="open sans" panose="020B0606030504020204" pitchFamily="34" charset="0"/>
              </a:rPr>
              <a:t> to the development teams.</a:t>
            </a:r>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9</a:t>
            </a:fld>
            <a:endParaRPr lang="en-AU"/>
          </a:p>
        </p:txBody>
      </p:sp>
    </p:spTree>
    <p:extLst>
      <p:ext uri="{BB962C8B-B14F-4D97-AF65-F5344CB8AC3E}">
        <p14:creationId xmlns:p14="http://schemas.microsoft.com/office/powerpoint/2010/main" val="811414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6426E"/>
                </a:solidFill>
                <a:effectLst/>
                <a:latin typeface="open sans" panose="020B0606030504020204" pitchFamily="34" charset="0"/>
              </a:rPr>
              <a:t>In the last stage of the STLC, a </a:t>
            </a:r>
            <a:r>
              <a:rPr lang="en-US" b="0" i="0" u="none" strike="noStrike" dirty="0">
                <a:solidFill>
                  <a:srgbClr val="2D9ACB"/>
                </a:solidFill>
                <a:effectLst/>
                <a:latin typeface="open sans" panose="020B0606030504020204" pitchFamily="34" charset="0"/>
                <a:hlinkClick r:id="rId3"/>
              </a:rPr>
              <a:t>test result report</a:t>
            </a:r>
            <a:r>
              <a:rPr lang="en-US" b="0" i="0" dirty="0">
                <a:solidFill>
                  <a:srgbClr val="46426E"/>
                </a:solidFill>
                <a:effectLst/>
                <a:latin typeface="open sans" panose="020B0606030504020204" pitchFamily="34" charset="0"/>
              </a:rPr>
              <a:t> is generated. </a:t>
            </a:r>
          </a:p>
          <a:p>
            <a:r>
              <a:rPr lang="en-US" b="0" i="0" dirty="0">
                <a:solidFill>
                  <a:srgbClr val="46426E"/>
                </a:solidFill>
                <a:effectLst/>
                <a:latin typeface="open sans" panose="020B0606030504020204" pitchFamily="34" charset="0"/>
              </a:rPr>
              <a:t>The report should contain the entire process of testing new requirements such as the analysis between the expected outcome and the actual outcome, whether the objectives were met or not, the time taken to test the feature, costs, test coverage, and if there were any defects and details about it </a:t>
            </a:r>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10</a:t>
            </a:fld>
            <a:endParaRPr lang="en-AU"/>
          </a:p>
        </p:txBody>
      </p:sp>
    </p:spTree>
    <p:extLst>
      <p:ext uri="{BB962C8B-B14F-4D97-AF65-F5344CB8AC3E}">
        <p14:creationId xmlns:p14="http://schemas.microsoft.com/office/powerpoint/2010/main" val="1435514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AF93708-7FE8-4EF9-B06E-E90DE391BDBF}" type="slidenum">
              <a:rPr lang="en-AU" smtClean="0"/>
              <a:t>11</a:t>
            </a:fld>
            <a:endParaRPr lang="en-AU"/>
          </a:p>
        </p:txBody>
      </p:sp>
    </p:spTree>
    <p:extLst>
      <p:ext uri="{BB962C8B-B14F-4D97-AF65-F5344CB8AC3E}">
        <p14:creationId xmlns:p14="http://schemas.microsoft.com/office/powerpoint/2010/main" val="3010669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30/08/2023</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 </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1441930" y="2509908"/>
            <a:ext cx="8846321" cy="919092"/>
          </a:xfrm>
          <a:effectLst/>
        </p:spPr>
        <p:txBody>
          <a:bodyPr>
            <a:noAutofit/>
          </a:bodyPr>
          <a:lstStyle/>
          <a:p>
            <a:r>
              <a:rPr lang="en-AU" sz="4000" dirty="0">
                <a:solidFill>
                  <a:srgbClr val="0070C0"/>
                </a:solidFill>
                <a:latin typeface="Arial Black" panose="020B0A04020102020204" pitchFamily="34" charset="0"/>
                <a:ea typeface="+mj-ea"/>
                <a:cs typeface="+mj-cs"/>
              </a:rPr>
              <a:t>Software Testing Lifecycle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26" name="Picture 2" descr="Phases of STLC">
            <a:extLst>
              <a:ext uri="{FF2B5EF4-FFF2-40B4-BE49-F238E27FC236}">
                <a16:creationId xmlns:a16="http://schemas.microsoft.com/office/drawing/2014/main" id="{0D404672-C64B-4AC2-F307-7B29A6952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892" y="874583"/>
            <a:ext cx="9234135" cy="5108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70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Picture 2" descr="STLC vs. SDLC: How Do They Differ?">
            <a:extLst>
              <a:ext uri="{FF2B5EF4-FFF2-40B4-BE49-F238E27FC236}">
                <a16:creationId xmlns:a16="http://schemas.microsoft.com/office/drawing/2014/main" id="{C4EEDD97-B2B4-48DD-27AA-90A2A0DFF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393" y="1490665"/>
            <a:ext cx="9665955" cy="4539434"/>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BC840AB7-D3B0-49B4-3A06-AE90A28A2130}"/>
              </a:ext>
            </a:extLst>
          </p:cNvPr>
          <p:cNvSpPr txBox="1">
            <a:spLocks/>
          </p:cNvSpPr>
          <p:nvPr/>
        </p:nvSpPr>
        <p:spPr>
          <a:xfrm>
            <a:off x="2141836" y="537325"/>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SDLC  </a:t>
            </a:r>
            <a:r>
              <a:rPr lang="en-AU" sz="4000" dirty="0">
                <a:solidFill>
                  <a:schemeClr val="tx1">
                    <a:lumMod val="50000"/>
                    <a:lumOff val="50000"/>
                  </a:schemeClr>
                </a:solidFill>
                <a:latin typeface="Arial Black" panose="020B0A04020102020204" pitchFamily="34" charset="0"/>
                <a:ea typeface="+mj-ea"/>
                <a:cs typeface="+mj-cs"/>
              </a:rPr>
              <a:t>vs</a:t>
            </a:r>
            <a:r>
              <a:rPr lang="en-AU" sz="4000" dirty="0">
                <a:solidFill>
                  <a:srgbClr val="0070C0"/>
                </a:solidFill>
                <a:latin typeface="Arial Black" panose="020B0A04020102020204" pitchFamily="34" charset="0"/>
                <a:ea typeface="+mj-ea"/>
                <a:cs typeface="+mj-cs"/>
              </a:rPr>
              <a:t> STLC</a:t>
            </a:r>
          </a:p>
        </p:txBody>
      </p:sp>
    </p:spTree>
    <p:extLst>
      <p:ext uri="{BB962C8B-B14F-4D97-AF65-F5344CB8AC3E}">
        <p14:creationId xmlns:p14="http://schemas.microsoft.com/office/powerpoint/2010/main" val="314671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9476AC-9443-2EA4-CD70-1DF3A781738C}"/>
              </a:ext>
            </a:extLst>
          </p:cNvPr>
          <p:cNvSpPr txBox="1"/>
          <p:nvPr/>
        </p:nvSpPr>
        <p:spPr>
          <a:xfrm>
            <a:off x="915547" y="1828259"/>
            <a:ext cx="3524708" cy="646331"/>
          </a:xfrm>
          <a:prstGeom prst="rect">
            <a:avLst/>
          </a:prstGeom>
          <a:noFill/>
        </p:spPr>
        <p:txBody>
          <a:bodyPr wrap="square">
            <a:spAutoFit/>
          </a:bodyPr>
          <a:lstStyle/>
          <a:p>
            <a:r>
              <a:rPr lang="en-US" dirty="0">
                <a:solidFill>
                  <a:srgbClr val="46426E"/>
                </a:solidFill>
                <a:latin typeface="open sans" panose="020B0606030504020204" pitchFamily="34" charset="0"/>
              </a:rPr>
              <a:t>A</a:t>
            </a:r>
            <a:r>
              <a:rPr lang="en-US" b="0" i="0" dirty="0">
                <a:solidFill>
                  <a:srgbClr val="46426E"/>
                </a:solidFill>
                <a:effectLst/>
                <a:latin typeface="open sans" panose="020B0606030504020204" pitchFamily="34" charset="0"/>
              </a:rPr>
              <a:t> set of conditions that testers must satisfy to</a:t>
            </a:r>
            <a:r>
              <a:rPr lang="en-US" b="1" i="0" dirty="0">
                <a:solidFill>
                  <a:srgbClr val="46426E"/>
                </a:solidFill>
                <a:effectLst/>
                <a:latin typeface="open sans" panose="020B0606030504020204" pitchFamily="34" charset="0"/>
              </a:rPr>
              <a:t> begin </a:t>
            </a:r>
            <a:r>
              <a:rPr lang="en-US" b="0" i="0" dirty="0">
                <a:solidFill>
                  <a:srgbClr val="46426E"/>
                </a:solidFill>
                <a:effectLst/>
                <a:latin typeface="open sans" panose="020B0606030504020204" pitchFamily="34" charset="0"/>
              </a:rPr>
              <a:t>the test.</a:t>
            </a:r>
          </a:p>
        </p:txBody>
      </p:sp>
      <p:sp>
        <p:nvSpPr>
          <p:cNvPr id="5" name="TextBox 4">
            <a:extLst>
              <a:ext uri="{FF2B5EF4-FFF2-40B4-BE49-F238E27FC236}">
                <a16:creationId xmlns:a16="http://schemas.microsoft.com/office/drawing/2014/main" id="{2135C130-5DEF-25E0-6042-786EED1D78AF}"/>
              </a:ext>
            </a:extLst>
          </p:cNvPr>
          <p:cNvSpPr txBox="1"/>
          <p:nvPr/>
        </p:nvSpPr>
        <p:spPr>
          <a:xfrm>
            <a:off x="6899772" y="4601805"/>
            <a:ext cx="3554044" cy="646331"/>
          </a:xfrm>
          <a:prstGeom prst="rect">
            <a:avLst/>
          </a:prstGeom>
          <a:noFill/>
        </p:spPr>
        <p:txBody>
          <a:bodyPr wrap="square">
            <a:spAutoFit/>
          </a:bodyPr>
          <a:lstStyle/>
          <a:p>
            <a:r>
              <a:rPr lang="en-US" dirty="0">
                <a:solidFill>
                  <a:srgbClr val="46426E"/>
                </a:solidFill>
                <a:latin typeface="open sans" panose="020B0606030504020204" pitchFamily="34" charset="0"/>
              </a:rPr>
              <a:t>A </a:t>
            </a:r>
            <a:r>
              <a:rPr lang="en-US" b="0" i="0" dirty="0">
                <a:solidFill>
                  <a:srgbClr val="46426E"/>
                </a:solidFill>
                <a:effectLst/>
                <a:latin typeface="open sans" panose="020B0606030504020204" pitchFamily="34" charset="0"/>
              </a:rPr>
              <a:t>set of conditions that testers must satisfy to </a:t>
            </a:r>
            <a:r>
              <a:rPr lang="en-US" b="1" i="0" dirty="0">
                <a:solidFill>
                  <a:srgbClr val="46426E"/>
                </a:solidFill>
                <a:effectLst/>
                <a:latin typeface="open sans" panose="020B0606030504020204" pitchFamily="34" charset="0"/>
              </a:rPr>
              <a:t>end</a:t>
            </a:r>
            <a:r>
              <a:rPr lang="en-US" b="0" i="0" dirty="0">
                <a:solidFill>
                  <a:srgbClr val="46426E"/>
                </a:solidFill>
                <a:effectLst/>
                <a:latin typeface="open sans" panose="020B0606030504020204" pitchFamily="34" charset="0"/>
              </a:rPr>
              <a:t> the test.</a:t>
            </a:r>
          </a:p>
        </p:txBody>
      </p:sp>
      <p:sp>
        <p:nvSpPr>
          <p:cNvPr id="6" name="Rectangle: Rounded Corners 5">
            <a:extLst>
              <a:ext uri="{FF2B5EF4-FFF2-40B4-BE49-F238E27FC236}">
                <a16:creationId xmlns:a16="http://schemas.microsoft.com/office/drawing/2014/main" id="{55DBD117-1BA8-7BA8-B1D1-9EEE5C15E00E}"/>
              </a:ext>
            </a:extLst>
          </p:cNvPr>
          <p:cNvSpPr/>
          <p:nvPr/>
        </p:nvSpPr>
        <p:spPr>
          <a:xfrm>
            <a:off x="4902505" y="2666082"/>
            <a:ext cx="1535017" cy="1553378"/>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dirty="0"/>
              <a:t>Test </a:t>
            </a:r>
          </a:p>
          <a:p>
            <a:pPr algn="ctr"/>
            <a:r>
              <a:rPr lang="en-AU" sz="2400" b="1" dirty="0"/>
              <a:t>Phrase</a:t>
            </a:r>
          </a:p>
        </p:txBody>
      </p:sp>
      <p:sp>
        <p:nvSpPr>
          <p:cNvPr id="8" name="TextBox 7">
            <a:extLst>
              <a:ext uri="{FF2B5EF4-FFF2-40B4-BE49-F238E27FC236}">
                <a16:creationId xmlns:a16="http://schemas.microsoft.com/office/drawing/2014/main" id="{487930D6-51C6-3900-32AD-42371EDDD396}"/>
              </a:ext>
            </a:extLst>
          </p:cNvPr>
          <p:cNvSpPr txBox="1"/>
          <p:nvPr/>
        </p:nvSpPr>
        <p:spPr>
          <a:xfrm>
            <a:off x="2112712" y="2561087"/>
            <a:ext cx="2558668" cy="461665"/>
          </a:xfrm>
          <a:prstGeom prst="rect">
            <a:avLst/>
          </a:prstGeom>
          <a:noFill/>
        </p:spPr>
        <p:txBody>
          <a:bodyPr wrap="square">
            <a:spAutoFit/>
          </a:bodyPr>
          <a:lstStyle/>
          <a:p>
            <a:r>
              <a:rPr lang="en-US" sz="2400" b="1" i="0" dirty="0">
                <a:solidFill>
                  <a:schemeClr val="accent2"/>
                </a:solidFill>
                <a:effectLst/>
                <a:latin typeface="open sans" panose="020B0606030504020204" pitchFamily="34" charset="0"/>
              </a:rPr>
              <a:t>Entry Criteria</a:t>
            </a:r>
            <a:endParaRPr lang="en-AU" sz="2400" dirty="0"/>
          </a:p>
        </p:txBody>
      </p:sp>
      <p:sp>
        <p:nvSpPr>
          <p:cNvPr id="10" name="TextBox 9">
            <a:extLst>
              <a:ext uri="{FF2B5EF4-FFF2-40B4-BE49-F238E27FC236}">
                <a16:creationId xmlns:a16="http://schemas.microsoft.com/office/drawing/2014/main" id="{DF28F528-5B26-03E1-6425-E51BCB3880F0}"/>
              </a:ext>
            </a:extLst>
          </p:cNvPr>
          <p:cNvSpPr txBox="1"/>
          <p:nvPr/>
        </p:nvSpPr>
        <p:spPr>
          <a:xfrm>
            <a:off x="6899772" y="4022936"/>
            <a:ext cx="2360363" cy="461665"/>
          </a:xfrm>
          <a:prstGeom prst="rect">
            <a:avLst/>
          </a:prstGeom>
          <a:noFill/>
        </p:spPr>
        <p:txBody>
          <a:bodyPr wrap="square">
            <a:spAutoFit/>
          </a:bodyPr>
          <a:lstStyle/>
          <a:p>
            <a:pPr algn="just"/>
            <a:r>
              <a:rPr lang="en-US" sz="2400" b="1" i="0" dirty="0">
                <a:solidFill>
                  <a:schemeClr val="accent2"/>
                </a:solidFill>
                <a:effectLst/>
                <a:latin typeface="open sans" panose="020B0606030504020204" pitchFamily="34" charset="0"/>
              </a:rPr>
              <a:t>Exit Criteria </a:t>
            </a:r>
          </a:p>
        </p:txBody>
      </p:sp>
      <p:sp>
        <p:nvSpPr>
          <p:cNvPr id="11" name="Arrow: Chevron 10">
            <a:extLst>
              <a:ext uri="{FF2B5EF4-FFF2-40B4-BE49-F238E27FC236}">
                <a16:creationId xmlns:a16="http://schemas.microsoft.com/office/drawing/2014/main" id="{7E99AAF5-BECD-3C8A-6EE7-5EE03177325C}"/>
              </a:ext>
            </a:extLst>
          </p:cNvPr>
          <p:cNvSpPr/>
          <p:nvPr/>
        </p:nvSpPr>
        <p:spPr>
          <a:xfrm>
            <a:off x="3578186" y="3198167"/>
            <a:ext cx="862069" cy="461665"/>
          </a:xfrm>
          <a:prstGeom prst="chevron">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2" name="Arrow: Chevron 11">
            <a:extLst>
              <a:ext uri="{FF2B5EF4-FFF2-40B4-BE49-F238E27FC236}">
                <a16:creationId xmlns:a16="http://schemas.microsoft.com/office/drawing/2014/main" id="{55B6348D-DADF-F232-2EBC-5C255F77824C}"/>
              </a:ext>
            </a:extLst>
          </p:cNvPr>
          <p:cNvSpPr/>
          <p:nvPr/>
        </p:nvSpPr>
        <p:spPr>
          <a:xfrm>
            <a:off x="6899772" y="3211938"/>
            <a:ext cx="862069" cy="461665"/>
          </a:xfrm>
          <a:prstGeom prst="chevron">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79401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057619" y="1000597"/>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Requirement Analysis</a:t>
            </a:r>
          </a:p>
        </p:txBody>
      </p:sp>
      <p:sp>
        <p:nvSpPr>
          <p:cNvPr id="5" name="TextBox 4">
            <a:extLst>
              <a:ext uri="{FF2B5EF4-FFF2-40B4-BE49-F238E27FC236}">
                <a16:creationId xmlns:a16="http://schemas.microsoft.com/office/drawing/2014/main" id="{EFD8B627-8F4D-9143-A76F-B08D1DE8E453}"/>
              </a:ext>
            </a:extLst>
          </p:cNvPr>
          <p:cNvSpPr txBox="1"/>
          <p:nvPr/>
        </p:nvSpPr>
        <p:spPr>
          <a:xfrm>
            <a:off x="1057618" y="2024773"/>
            <a:ext cx="6098057" cy="1631216"/>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Identify customer needs and types of tests.</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Gather details about requirements.</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Prepare Requirement Traceability Matrix (RTM).</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Identify test environment details.</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Automation feasibility analysis (if required).</a:t>
            </a:r>
          </a:p>
        </p:txBody>
      </p:sp>
      <p:sp>
        <p:nvSpPr>
          <p:cNvPr id="7" name="TextBox 6">
            <a:extLst>
              <a:ext uri="{FF2B5EF4-FFF2-40B4-BE49-F238E27FC236}">
                <a16:creationId xmlns:a16="http://schemas.microsoft.com/office/drawing/2014/main" id="{485A16C5-DB15-776E-B60E-1F265610DDFD}"/>
              </a:ext>
            </a:extLst>
          </p:cNvPr>
          <p:cNvSpPr txBox="1"/>
          <p:nvPr/>
        </p:nvSpPr>
        <p:spPr>
          <a:xfrm>
            <a:off x="1057617" y="4094376"/>
            <a:ext cx="6098058" cy="707886"/>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Requirement Traceability Matrix (RTM).</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Automation feasibility report (if applicable).</a:t>
            </a:r>
          </a:p>
        </p:txBody>
      </p:sp>
      <p:sp>
        <p:nvSpPr>
          <p:cNvPr id="9" name="TextBox 8">
            <a:extLst>
              <a:ext uri="{FF2B5EF4-FFF2-40B4-BE49-F238E27FC236}">
                <a16:creationId xmlns:a16="http://schemas.microsoft.com/office/drawing/2014/main" id="{940ADA86-74BD-5ABA-1748-55D56E718C07}"/>
              </a:ext>
            </a:extLst>
          </p:cNvPr>
          <p:cNvSpPr txBox="1"/>
          <p:nvPr/>
        </p:nvSpPr>
        <p:spPr>
          <a:xfrm>
            <a:off x="1156471" y="5245609"/>
            <a:ext cx="4527637" cy="1477328"/>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Entry Criteria</a:t>
            </a:r>
            <a:r>
              <a:rPr lang="en-US" b="0" i="0" dirty="0">
                <a:solidFill>
                  <a:srgbClr val="46426E"/>
                </a:solidFill>
                <a:effectLst/>
                <a:latin typeface="open sans" panose="020B0606030504020204" pitchFamily="34" charset="0"/>
              </a:rPr>
              <a:t>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client requirements,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acceptance criteria, and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intended product architecture to be documented.</a:t>
            </a:r>
          </a:p>
        </p:txBody>
      </p:sp>
      <p:sp>
        <p:nvSpPr>
          <p:cNvPr id="12" name="Speech Bubble: Rectangle 11">
            <a:extLst>
              <a:ext uri="{FF2B5EF4-FFF2-40B4-BE49-F238E27FC236}">
                <a16:creationId xmlns:a16="http://schemas.microsoft.com/office/drawing/2014/main" id="{751679D3-2B13-F30F-61ED-8D71851FA87B}"/>
              </a:ext>
            </a:extLst>
          </p:cNvPr>
          <p:cNvSpPr/>
          <p:nvPr/>
        </p:nvSpPr>
        <p:spPr>
          <a:xfrm>
            <a:off x="7871254" y="3615445"/>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a:solidFill>
                  <a:schemeClr val="accent2"/>
                </a:solidFill>
                <a:effectLst/>
                <a:latin typeface="open sans" panose="020B0606030504020204" pitchFamily="34" charset="0"/>
              </a:rPr>
              <a:t>Deliverables</a:t>
            </a:r>
            <a:endParaRPr lang="en-AU"/>
          </a:p>
        </p:txBody>
      </p:sp>
      <p:sp>
        <p:nvSpPr>
          <p:cNvPr id="13" name="Speech Bubble: Rectangle 12">
            <a:extLst>
              <a:ext uri="{FF2B5EF4-FFF2-40B4-BE49-F238E27FC236}">
                <a16:creationId xmlns:a16="http://schemas.microsoft.com/office/drawing/2014/main" id="{AC9C3302-B818-C4A1-0C67-0FC57E12946C}"/>
              </a:ext>
            </a:extLst>
          </p:cNvPr>
          <p:cNvSpPr/>
          <p:nvPr/>
        </p:nvSpPr>
        <p:spPr>
          <a:xfrm>
            <a:off x="8124567" y="146014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15" name="TextBox 14">
            <a:extLst>
              <a:ext uri="{FF2B5EF4-FFF2-40B4-BE49-F238E27FC236}">
                <a16:creationId xmlns:a16="http://schemas.microsoft.com/office/drawing/2014/main" id="{C70BBC1F-40D2-FC5D-4AB5-2B11975B2B34}"/>
              </a:ext>
            </a:extLst>
          </p:cNvPr>
          <p:cNvSpPr txBox="1"/>
          <p:nvPr/>
        </p:nvSpPr>
        <p:spPr>
          <a:xfrm>
            <a:off x="6507894" y="5240649"/>
            <a:ext cx="4843312" cy="1200329"/>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Exit Criteria</a:t>
            </a:r>
            <a:endParaRPr lang="en-US" b="0" i="0" dirty="0">
              <a:solidFill>
                <a:srgbClr val="46426E"/>
              </a:solidFill>
              <a:effectLst/>
              <a:latin typeface="open sans" panose="020B0606030504020204" pitchFamily="34" charset="0"/>
            </a:endParaRPr>
          </a:p>
          <a:p>
            <a:pPr marL="285750" indent="-285750">
              <a:buFont typeface="Arial" panose="020B0604020202020204" pitchFamily="34" charset="0"/>
              <a:buChar char="•"/>
            </a:pPr>
            <a:r>
              <a:rPr lang="en-US" b="0" i="0" dirty="0">
                <a:solidFill>
                  <a:srgbClr val="46426E"/>
                </a:solidFill>
                <a:effectLst/>
                <a:latin typeface="open sans" panose="020B0606030504020204" pitchFamily="34" charset="0"/>
              </a:rPr>
              <a:t>aim for a requirement traceability matrix (RTM) and </a:t>
            </a:r>
          </a:p>
          <a:p>
            <a:pPr marL="285750" indent="-285750">
              <a:buFont typeface="Arial" panose="020B0604020202020204" pitchFamily="34" charset="0"/>
              <a:buChar char="•"/>
            </a:pPr>
            <a:r>
              <a:rPr lang="en-US" b="0" i="0" dirty="0">
                <a:solidFill>
                  <a:srgbClr val="46426E"/>
                </a:solidFill>
                <a:effectLst/>
                <a:latin typeface="open sans" panose="020B0606030504020204" pitchFamily="34" charset="0"/>
              </a:rPr>
              <a:t>decision of automation.</a:t>
            </a:r>
          </a:p>
        </p:txBody>
      </p:sp>
    </p:spTree>
    <p:extLst>
      <p:ext uri="{BB962C8B-B14F-4D97-AF65-F5344CB8AC3E}">
        <p14:creationId xmlns:p14="http://schemas.microsoft.com/office/powerpoint/2010/main" val="1799833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089391" y="758226"/>
            <a:ext cx="5743822"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Test Plan</a:t>
            </a:r>
          </a:p>
        </p:txBody>
      </p:sp>
      <p:sp>
        <p:nvSpPr>
          <p:cNvPr id="5" name="TextBox 4">
            <a:extLst>
              <a:ext uri="{FF2B5EF4-FFF2-40B4-BE49-F238E27FC236}">
                <a16:creationId xmlns:a16="http://schemas.microsoft.com/office/drawing/2014/main" id="{7F4FC5D8-1EB3-12DA-3D80-E05C0DE8CD12}"/>
              </a:ext>
            </a:extLst>
          </p:cNvPr>
          <p:cNvSpPr txBox="1"/>
          <p:nvPr/>
        </p:nvSpPr>
        <p:spPr>
          <a:xfrm>
            <a:off x="1187068" y="1677318"/>
            <a:ext cx="7685083" cy="1631216"/>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Preparation of test plan documents for all types of testing.</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Selection of test tools.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Test effort estimation.</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Resource planning and deciding roles and responsibilities.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Training requirement.</a:t>
            </a:r>
          </a:p>
        </p:txBody>
      </p:sp>
      <p:sp>
        <p:nvSpPr>
          <p:cNvPr id="2" name="Speech Bubble: Rectangle 1">
            <a:extLst>
              <a:ext uri="{FF2B5EF4-FFF2-40B4-BE49-F238E27FC236}">
                <a16:creationId xmlns:a16="http://schemas.microsoft.com/office/drawing/2014/main" id="{1DDC8D7B-8355-A634-57B9-8193E25927F5}"/>
              </a:ext>
            </a:extLst>
          </p:cNvPr>
          <p:cNvSpPr/>
          <p:nvPr/>
        </p:nvSpPr>
        <p:spPr>
          <a:xfrm>
            <a:off x="9323236" y="1217772"/>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3" name="Speech Bubble: Rectangle 2">
            <a:extLst>
              <a:ext uri="{FF2B5EF4-FFF2-40B4-BE49-F238E27FC236}">
                <a16:creationId xmlns:a16="http://schemas.microsoft.com/office/drawing/2014/main" id="{E4564931-EBE6-524A-3885-E81C81B75EF1}"/>
              </a:ext>
            </a:extLst>
          </p:cNvPr>
          <p:cNvSpPr/>
          <p:nvPr/>
        </p:nvSpPr>
        <p:spPr>
          <a:xfrm>
            <a:off x="9225559" y="298565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Deliverables</a:t>
            </a:r>
            <a:endParaRPr lang="en-AU" dirty="0"/>
          </a:p>
        </p:txBody>
      </p:sp>
      <p:sp>
        <p:nvSpPr>
          <p:cNvPr id="7" name="TextBox 6">
            <a:extLst>
              <a:ext uri="{FF2B5EF4-FFF2-40B4-BE49-F238E27FC236}">
                <a16:creationId xmlns:a16="http://schemas.microsoft.com/office/drawing/2014/main" id="{77580ACD-D013-6BB3-45CA-9A9AD91DB111}"/>
              </a:ext>
            </a:extLst>
          </p:cNvPr>
          <p:cNvSpPr txBox="1"/>
          <p:nvPr/>
        </p:nvSpPr>
        <p:spPr>
          <a:xfrm>
            <a:off x="1282014" y="3666108"/>
            <a:ext cx="6098058" cy="707886"/>
          </a:xfrm>
          <a:prstGeom prst="rect">
            <a:avLst/>
          </a:prstGeom>
          <a:noFill/>
        </p:spPr>
        <p:txBody>
          <a:bodyPr wrap="square">
            <a:spAutoFit/>
          </a:bodyPr>
          <a:lstStyle/>
          <a:p>
            <a:pPr marL="342900" indent="-342900" algn="just">
              <a:buFont typeface="Arial" panose="020B0604020202020204" pitchFamily="34" charset="0"/>
              <a:buChar char="•"/>
            </a:pPr>
            <a:r>
              <a:rPr lang="fr-FR" sz="2000" b="0" i="0" dirty="0">
                <a:solidFill>
                  <a:srgbClr val="46426E"/>
                </a:solidFill>
                <a:effectLst/>
                <a:latin typeface="open sans" panose="020B0606030504020204" pitchFamily="34" charset="0"/>
              </a:rPr>
              <a:t>Test plan document.</a:t>
            </a:r>
          </a:p>
          <a:p>
            <a:pPr marL="342900" indent="-342900" algn="just">
              <a:buFont typeface="Arial" panose="020B0604020202020204" pitchFamily="34" charset="0"/>
              <a:buChar char="•"/>
            </a:pPr>
            <a:r>
              <a:rPr lang="fr-FR" sz="2000" b="0" i="0" dirty="0">
                <a:solidFill>
                  <a:srgbClr val="46426E"/>
                </a:solidFill>
                <a:effectLst/>
                <a:latin typeface="open sans" panose="020B0606030504020204" pitchFamily="34" charset="0"/>
              </a:rPr>
              <a:t>Effort estimation document.</a:t>
            </a:r>
          </a:p>
        </p:txBody>
      </p:sp>
      <p:sp>
        <p:nvSpPr>
          <p:cNvPr id="9" name="TextBox 8">
            <a:extLst>
              <a:ext uri="{FF2B5EF4-FFF2-40B4-BE49-F238E27FC236}">
                <a16:creationId xmlns:a16="http://schemas.microsoft.com/office/drawing/2014/main" id="{D9CC1250-7C69-F81D-285D-5FF80BC71F60}"/>
              </a:ext>
            </a:extLst>
          </p:cNvPr>
          <p:cNvSpPr txBox="1"/>
          <p:nvPr/>
        </p:nvSpPr>
        <p:spPr>
          <a:xfrm>
            <a:off x="1089391" y="5324901"/>
            <a:ext cx="4582360" cy="646331"/>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Entry Criteria</a:t>
            </a:r>
            <a:r>
              <a:rPr lang="en-US" b="1" i="0" dirty="0">
                <a:solidFill>
                  <a:srgbClr val="46426E"/>
                </a:solidFill>
                <a:effectLst/>
                <a:latin typeface="open sans" panose="020B0606030504020204" pitchFamily="34" charset="0"/>
              </a:rPr>
              <a:t>:</a:t>
            </a:r>
            <a:r>
              <a:rPr lang="en-US" b="0" i="0" dirty="0">
                <a:solidFill>
                  <a:srgbClr val="46426E"/>
                </a:solidFill>
                <a:effectLst/>
                <a:latin typeface="open sans" panose="020B0606030504020204" pitchFamily="34" charset="0"/>
              </a:rPr>
              <a:t>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Report the implemented test strategy.</a:t>
            </a:r>
          </a:p>
        </p:txBody>
      </p:sp>
      <p:sp>
        <p:nvSpPr>
          <p:cNvPr id="11" name="TextBox 10">
            <a:extLst>
              <a:ext uri="{FF2B5EF4-FFF2-40B4-BE49-F238E27FC236}">
                <a16:creationId xmlns:a16="http://schemas.microsoft.com/office/drawing/2014/main" id="{0C9FAC7D-1A91-7373-3854-AA18325A3CF0}"/>
              </a:ext>
            </a:extLst>
          </p:cNvPr>
          <p:cNvSpPr txBox="1"/>
          <p:nvPr/>
        </p:nvSpPr>
        <p:spPr>
          <a:xfrm>
            <a:off x="5671751" y="5324901"/>
            <a:ext cx="6098058" cy="923330"/>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Exit Criteria:</a:t>
            </a:r>
            <a:r>
              <a:rPr lang="en-US" b="0" i="0" dirty="0">
                <a:solidFill>
                  <a:schemeClr val="accent2"/>
                </a:solidFill>
                <a:effectLst/>
                <a:latin typeface="open sans" panose="020B0606030504020204" pitchFamily="34" charset="0"/>
              </a:rPr>
              <a:t>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Testers should have approval on the test plan’s risks and costs.</a:t>
            </a:r>
          </a:p>
        </p:txBody>
      </p:sp>
    </p:spTree>
    <p:extLst>
      <p:ext uri="{BB962C8B-B14F-4D97-AF65-F5344CB8AC3E}">
        <p14:creationId xmlns:p14="http://schemas.microsoft.com/office/powerpoint/2010/main" val="1154477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549564" y="1165850"/>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Test Case Development</a:t>
            </a:r>
          </a:p>
        </p:txBody>
      </p:sp>
      <p:sp>
        <p:nvSpPr>
          <p:cNvPr id="3" name="TextBox 2">
            <a:extLst>
              <a:ext uri="{FF2B5EF4-FFF2-40B4-BE49-F238E27FC236}">
                <a16:creationId xmlns:a16="http://schemas.microsoft.com/office/drawing/2014/main" id="{2074998A-1591-0A55-A5B4-C40F0F6132AA}"/>
              </a:ext>
            </a:extLst>
          </p:cNvPr>
          <p:cNvSpPr txBox="1"/>
          <p:nvPr/>
        </p:nvSpPr>
        <p:spPr>
          <a:xfrm>
            <a:off x="812493" y="2228671"/>
            <a:ext cx="7911377" cy="1015663"/>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Creation of test cases and automation scripts (if applicable).</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Review test cases and scripts.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Create test data (If Test Environment is available).</a:t>
            </a:r>
          </a:p>
        </p:txBody>
      </p:sp>
      <p:sp>
        <p:nvSpPr>
          <p:cNvPr id="5" name="TextBox 4">
            <a:extLst>
              <a:ext uri="{FF2B5EF4-FFF2-40B4-BE49-F238E27FC236}">
                <a16:creationId xmlns:a16="http://schemas.microsoft.com/office/drawing/2014/main" id="{55B3EC28-B3E7-54B7-559C-2894B94696C9}"/>
              </a:ext>
            </a:extLst>
          </p:cNvPr>
          <p:cNvSpPr txBox="1"/>
          <p:nvPr/>
        </p:nvSpPr>
        <p:spPr>
          <a:xfrm>
            <a:off x="973095" y="3711316"/>
            <a:ext cx="6098058" cy="707886"/>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Test cases/scripts.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Test data.</a:t>
            </a:r>
          </a:p>
        </p:txBody>
      </p:sp>
      <p:sp>
        <p:nvSpPr>
          <p:cNvPr id="6" name="Speech Bubble: Rectangle 5">
            <a:extLst>
              <a:ext uri="{FF2B5EF4-FFF2-40B4-BE49-F238E27FC236}">
                <a16:creationId xmlns:a16="http://schemas.microsoft.com/office/drawing/2014/main" id="{08178045-BC7E-F69D-9C7C-01C7899919FD}"/>
              </a:ext>
            </a:extLst>
          </p:cNvPr>
          <p:cNvSpPr/>
          <p:nvPr/>
        </p:nvSpPr>
        <p:spPr>
          <a:xfrm>
            <a:off x="9323236" y="1217772"/>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7" name="Speech Bubble: Rectangle 6">
            <a:extLst>
              <a:ext uri="{FF2B5EF4-FFF2-40B4-BE49-F238E27FC236}">
                <a16:creationId xmlns:a16="http://schemas.microsoft.com/office/drawing/2014/main" id="{EC2232F6-8AC1-BDF8-B7B7-5504ACDA2B46}"/>
              </a:ext>
            </a:extLst>
          </p:cNvPr>
          <p:cNvSpPr/>
          <p:nvPr/>
        </p:nvSpPr>
        <p:spPr>
          <a:xfrm>
            <a:off x="9225559" y="298565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Deliverables</a:t>
            </a:r>
            <a:endParaRPr lang="en-AU" dirty="0"/>
          </a:p>
        </p:txBody>
      </p:sp>
      <p:sp>
        <p:nvSpPr>
          <p:cNvPr id="9" name="TextBox 8">
            <a:extLst>
              <a:ext uri="{FF2B5EF4-FFF2-40B4-BE49-F238E27FC236}">
                <a16:creationId xmlns:a16="http://schemas.microsoft.com/office/drawing/2014/main" id="{EE314D3C-6A3E-2266-BF00-C514E648C465}"/>
              </a:ext>
            </a:extLst>
          </p:cNvPr>
          <p:cNvSpPr txBox="1"/>
          <p:nvPr/>
        </p:nvSpPr>
        <p:spPr>
          <a:xfrm>
            <a:off x="766154" y="5361971"/>
            <a:ext cx="5100216" cy="923330"/>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Entry Criteria</a:t>
            </a:r>
            <a:r>
              <a:rPr lang="en-US" b="1" i="0" dirty="0">
                <a:solidFill>
                  <a:srgbClr val="46426E"/>
                </a:solidFill>
                <a:effectLst/>
                <a:latin typeface="open sans" panose="020B0606030504020204" pitchFamily="34" charset="0"/>
              </a:rPr>
              <a:t>:</a:t>
            </a:r>
            <a:r>
              <a:rPr lang="en-US" b="0" i="0" dirty="0">
                <a:solidFill>
                  <a:srgbClr val="46426E"/>
                </a:solidFill>
                <a:effectLst/>
                <a:latin typeface="open sans" panose="020B0606030504020204" pitchFamily="34" charset="0"/>
              </a:rPr>
              <a:t>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Approval of timelines to execute the test plan.</a:t>
            </a:r>
          </a:p>
        </p:txBody>
      </p:sp>
      <p:sp>
        <p:nvSpPr>
          <p:cNvPr id="11" name="TextBox 10">
            <a:extLst>
              <a:ext uri="{FF2B5EF4-FFF2-40B4-BE49-F238E27FC236}">
                <a16:creationId xmlns:a16="http://schemas.microsoft.com/office/drawing/2014/main" id="{711A13DC-559F-277B-2E44-D3A8CCD16F16}"/>
              </a:ext>
            </a:extLst>
          </p:cNvPr>
          <p:cNvSpPr txBox="1"/>
          <p:nvPr/>
        </p:nvSpPr>
        <p:spPr>
          <a:xfrm>
            <a:off x="6325632" y="5373694"/>
            <a:ext cx="5236239" cy="923330"/>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Exit Criteria:</a:t>
            </a:r>
            <a:r>
              <a:rPr lang="en-US" b="0" i="0" dirty="0">
                <a:solidFill>
                  <a:schemeClr val="accent2"/>
                </a:solidFill>
                <a:effectLst/>
                <a:latin typeface="open sans" panose="020B0606030504020204" pitchFamily="34" charset="0"/>
              </a:rPr>
              <a:t> </a:t>
            </a:r>
          </a:p>
          <a:p>
            <a:pPr marL="285750" indent="-285750" algn="just">
              <a:buFont typeface="Arial" panose="020B0604020202020204" pitchFamily="34" charset="0"/>
              <a:buChar char="•"/>
            </a:pPr>
            <a:r>
              <a:rPr lang="en-US" b="0" i="0" dirty="0">
                <a:solidFill>
                  <a:srgbClr val="46426E"/>
                </a:solidFill>
                <a:effectLst/>
                <a:latin typeface="open sans" panose="020B0606030504020204" pitchFamily="34" charset="0"/>
              </a:rPr>
              <a:t>Approval of test cases and automation scripts.</a:t>
            </a:r>
          </a:p>
        </p:txBody>
      </p:sp>
    </p:spTree>
    <p:extLst>
      <p:ext uri="{BB962C8B-B14F-4D97-AF65-F5344CB8AC3E}">
        <p14:creationId xmlns:p14="http://schemas.microsoft.com/office/powerpoint/2010/main" val="75642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100407" y="659074"/>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Test Environment Setup</a:t>
            </a:r>
          </a:p>
        </p:txBody>
      </p:sp>
      <p:sp>
        <p:nvSpPr>
          <p:cNvPr id="5" name="TextBox 4">
            <a:extLst>
              <a:ext uri="{FF2B5EF4-FFF2-40B4-BE49-F238E27FC236}">
                <a16:creationId xmlns:a16="http://schemas.microsoft.com/office/drawing/2014/main" id="{F43723C0-6C72-026B-2526-89268A8E045B}"/>
              </a:ext>
            </a:extLst>
          </p:cNvPr>
          <p:cNvSpPr txBox="1"/>
          <p:nvPr/>
        </p:nvSpPr>
        <p:spPr>
          <a:xfrm>
            <a:off x="1100407" y="1587024"/>
            <a:ext cx="10577473" cy="1323439"/>
          </a:xfrm>
          <a:prstGeom prst="rect">
            <a:avLst/>
          </a:prstGeom>
          <a:noFill/>
        </p:spPr>
        <p:txBody>
          <a:bodyPr wrap="square">
            <a:spAutoFit/>
          </a:bodyPr>
          <a:lstStyle/>
          <a:p>
            <a:pPr marL="342900" indent="-342900">
              <a:buFont typeface="Arial" panose="020B0604020202020204" pitchFamily="34" charset="0"/>
              <a:buChar char="•"/>
            </a:pPr>
            <a:r>
              <a:rPr lang="en-US" sz="2000" b="0" i="0" dirty="0">
                <a:solidFill>
                  <a:srgbClr val="46426E"/>
                </a:solidFill>
                <a:effectLst/>
                <a:latin typeface="open sans" panose="020B0606030504020204" pitchFamily="34" charset="0"/>
              </a:rPr>
              <a:t>keep the test environment ready by understanding the required architecture, environment setup, and preparing a hardware/software requirement list.</a:t>
            </a:r>
          </a:p>
          <a:p>
            <a:pPr marL="342900" indent="-342900">
              <a:buFont typeface="Arial" panose="020B0604020202020204" pitchFamily="34" charset="0"/>
              <a:buChar char="•"/>
            </a:pPr>
            <a:r>
              <a:rPr lang="en-US" sz="2000" b="0" i="0" dirty="0">
                <a:solidFill>
                  <a:srgbClr val="46426E"/>
                </a:solidFill>
                <a:effectLst/>
                <a:latin typeface="open sans" panose="020B0606030504020204" pitchFamily="34" charset="0"/>
              </a:rPr>
              <a:t>Setup test environment and test data.</a:t>
            </a:r>
          </a:p>
          <a:p>
            <a:pPr marL="342900" indent="-342900">
              <a:buFont typeface="Arial" panose="020B0604020202020204" pitchFamily="34" charset="0"/>
              <a:buChar char="•"/>
            </a:pPr>
            <a:r>
              <a:rPr lang="en-US" sz="2000" b="0" i="0" dirty="0">
                <a:solidFill>
                  <a:srgbClr val="46426E"/>
                </a:solidFill>
                <a:effectLst/>
                <a:latin typeface="open sans" panose="020B0606030504020204" pitchFamily="34" charset="0"/>
              </a:rPr>
              <a:t>Perform a smoke test on the build.</a:t>
            </a:r>
          </a:p>
        </p:txBody>
      </p:sp>
      <p:sp>
        <p:nvSpPr>
          <p:cNvPr id="3" name="TextBox 2">
            <a:extLst>
              <a:ext uri="{FF2B5EF4-FFF2-40B4-BE49-F238E27FC236}">
                <a16:creationId xmlns:a16="http://schemas.microsoft.com/office/drawing/2014/main" id="{CC4814BA-7F8F-6444-2515-81CFA25D99BA}"/>
              </a:ext>
            </a:extLst>
          </p:cNvPr>
          <p:cNvSpPr txBox="1"/>
          <p:nvPr/>
        </p:nvSpPr>
        <p:spPr>
          <a:xfrm>
            <a:off x="1195517" y="3624372"/>
            <a:ext cx="6922872" cy="707886"/>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Test Environment ready with the prepared test data.</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Smoke Test Results.</a:t>
            </a:r>
          </a:p>
        </p:txBody>
      </p:sp>
      <p:sp>
        <p:nvSpPr>
          <p:cNvPr id="7" name="TextBox 6">
            <a:extLst>
              <a:ext uri="{FF2B5EF4-FFF2-40B4-BE49-F238E27FC236}">
                <a16:creationId xmlns:a16="http://schemas.microsoft.com/office/drawing/2014/main" id="{196A0123-0BEA-C769-3BA3-973F08863A78}"/>
              </a:ext>
            </a:extLst>
          </p:cNvPr>
          <p:cNvSpPr txBox="1"/>
          <p:nvPr/>
        </p:nvSpPr>
        <p:spPr>
          <a:xfrm>
            <a:off x="1100407" y="5183263"/>
            <a:ext cx="5349820" cy="1015663"/>
          </a:xfrm>
          <a:prstGeom prst="rect">
            <a:avLst/>
          </a:prstGeom>
          <a:noFill/>
        </p:spPr>
        <p:txBody>
          <a:bodyPr wrap="square">
            <a:spAutoFit/>
          </a:bodyPr>
          <a:lstStyle/>
          <a:p>
            <a:r>
              <a:rPr lang="en-US" sz="2000" b="1" i="0" dirty="0">
                <a:solidFill>
                  <a:schemeClr val="accent2"/>
                </a:solidFill>
                <a:effectLst/>
                <a:latin typeface="open sans" panose="020B0606030504020204" pitchFamily="34" charset="0"/>
              </a:rPr>
              <a:t>Entry Criteria :</a:t>
            </a:r>
            <a:r>
              <a:rPr lang="en-US" sz="2000" b="0" i="0" dirty="0">
                <a:solidFill>
                  <a:schemeClr val="accent2"/>
                </a:solidFill>
                <a:effectLst/>
                <a:latin typeface="open sans" panose="020B0606030504020204" pitchFamily="34" charset="0"/>
              </a:rPr>
              <a:t> </a:t>
            </a:r>
          </a:p>
          <a:p>
            <a:r>
              <a:rPr lang="en-US" sz="2000" b="0" i="0" dirty="0">
                <a:solidFill>
                  <a:srgbClr val="46426E"/>
                </a:solidFill>
                <a:effectLst/>
                <a:latin typeface="open sans" panose="020B0606030504020204" pitchFamily="34" charset="0"/>
              </a:rPr>
              <a:t>Have a defined system design and project architecture.</a:t>
            </a:r>
          </a:p>
        </p:txBody>
      </p:sp>
      <p:sp>
        <p:nvSpPr>
          <p:cNvPr id="9" name="TextBox 8">
            <a:extLst>
              <a:ext uri="{FF2B5EF4-FFF2-40B4-BE49-F238E27FC236}">
                <a16:creationId xmlns:a16="http://schemas.microsoft.com/office/drawing/2014/main" id="{CE92ED9E-284A-4160-BEFD-123B6F1BA44A}"/>
              </a:ext>
            </a:extLst>
          </p:cNvPr>
          <p:cNvSpPr txBox="1"/>
          <p:nvPr/>
        </p:nvSpPr>
        <p:spPr>
          <a:xfrm>
            <a:off x="6274144" y="5183263"/>
            <a:ext cx="6098058" cy="923330"/>
          </a:xfrm>
          <a:prstGeom prst="rect">
            <a:avLst/>
          </a:prstGeom>
          <a:noFill/>
        </p:spPr>
        <p:txBody>
          <a:bodyPr wrap="square">
            <a:spAutoFit/>
          </a:bodyPr>
          <a:lstStyle/>
          <a:p>
            <a:r>
              <a:rPr lang="en-US" sz="1800" b="1" i="0" dirty="0">
                <a:solidFill>
                  <a:schemeClr val="accent2"/>
                </a:solidFill>
                <a:effectLst/>
                <a:latin typeface="open sans" panose="020B0606030504020204" pitchFamily="34" charset="0"/>
              </a:rPr>
              <a:t>Exit Criteria:</a:t>
            </a:r>
            <a:r>
              <a:rPr lang="en-US" sz="1800" b="0" i="0" dirty="0">
                <a:solidFill>
                  <a:schemeClr val="accent2"/>
                </a:solidFill>
                <a:effectLst/>
                <a:latin typeface="open sans" panose="020B0606030504020204" pitchFamily="34" charset="0"/>
              </a:rPr>
              <a:t> </a:t>
            </a:r>
          </a:p>
          <a:p>
            <a:r>
              <a:rPr lang="en-US" sz="1800" b="0" i="0" dirty="0">
                <a:solidFill>
                  <a:srgbClr val="46426E"/>
                </a:solidFill>
                <a:effectLst/>
                <a:latin typeface="open sans" panose="020B0606030504020204" pitchFamily="34" charset="0"/>
              </a:rPr>
              <a:t>Have a working QA/Testing environment set up to run test cases</a:t>
            </a:r>
            <a:r>
              <a:rPr lang="en-US" b="0" i="0" dirty="0">
                <a:solidFill>
                  <a:srgbClr val="46426E"/>
                </a:solidFill>
                <a:effectLst/>
                <a:latin typeface="open sans" panose="020B0606030504020204" pitchFamily="34" charset="0"/>
              </a:rPr>
              <a:t>.</a:t>
            </a:r>
          </a:p>
        </p:txBody>
      </p:sp>
      <p:sp>
        <p:nvSpPr>
          <p:cNvPr id="10" name="Speech Bubble: Rectangle 9">
            <a:extLst>
              <a:ext uri="{FF2B5EF4-FFF2-40B4-BE49-F238E27FC236}">
                <a16:creationId xmlns:a16="http://schemas.microsoft.com/office/drawing/2014/main" id="{4F5A80C8-53CE-0667-9A57-169001D1EF57}"/>
              </a:ext>
            </a:extLst>
          </p:cNvPr>
          <p:cNvSpPr/>
          <p:nvPr/>
        </p:nvSpPr>
        <p:spPr>
          <a:xfrm>
            <a:off x="9323236" y="1217772"/>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11" name="Speech Bubble: Rectangle 10">
            <a:extLst>
              <a:ext uri="{FF2B5EF4-FFF2-40B4-BE49-F238E27FC236}">
                <a16:creationId xmlns:a16="http://schemas.microsoft.com/office/drawing/2014/main" id="{96CAA985-22B0-BED0-8E41-665BEC7BA249}"/>
              </a:ext>
            </a:extLst>
          </p:cNvPr>
          <p:cNvSpPr/>
          <p:nvPr/>
        </p:nvSpPr>
        <p:spPr>
          <a:xfrm>
            <a:off x="9225559" y="298565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Deliverables</a:t>
            </a:r>
            <a:endParaRPr lang="en-AU" dirty="0"/>
          </a:p>
        </p:txBody>
      </p:sp>
    </p:spTree>
    <p:extLst>
      <p:ext uri="{BB962C8B-B14F-4D97-AF65-F5344CB8AC3E}">
        <p14:creationId xmlns:p14="http://schemas.microsoft.com/office/powerpoint/2010/main" val="656688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188542" y="879412"/>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Test Execution</a:t>
            </a:r>
          </a:p>
        </p:txBody>
      </p:sp>
      <p:sp>
        <p:nvSpPr>
          <p:cNvPr id="3" name="TextBox 2">
            <a:extLst>
              <a:ext uri="{FF2B5EF4-FFF2-40B4-BE49-F238E27FC236}">
                <a16:creationId xmlns:a16="http://schemas.microsoft.com/office/drawing/2014/main" id="{5E017169-E912-903F-10B6-782A1A529DFC}"/>
              </a:ext>
            </a:extLst>
          </p:cNvPr>
          <p:cNvSpPr txBox="1"/>
          <p:nvPr/>
        </p:nvSpPr>
        <p:spPr>
          <a:xfrm>
            <a:off x="1188542" y="1798504"/>
            <a:ext cx="7016344" cy="1631216"/>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Execute test cases according to plan.</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Generate a test report and log defects for failed cases.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Map defects to test cases in RTM.</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Perform Retest.</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Track the defects to Complete the test.</a:t>
            </a:r>
          </a:p>
        </p:txBody>
      </p:sp>
      <p:sp>
        <p:nvSpPr>
          <p:cNvPr id="5" name="TextBox 4">
            <a:extLst>
              <a:ext uri="{FF2B5EF4-FFF2-40B4-BE49-F238E27FC236}">
                <a16:creationId xmlns:a16="http://schemas.microsoft.com/office/drawing/2014/main" id="{28BFFEB4-8B43-9EB5-72AC-B99A73A8735B}"/>
              </a:ext>
            </a:extLst>
          </p:cNvPr>
          <p:cNvSpPr txBox="1"/>
          <p:nvPr/>
        </p:nvSpPr>
        <p:spPr>
          <a:xfrm>
            <a:off x="1188542" y="3758168"/>
            <a:ext cx="6098058" cy="1015663"/>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Completed RTM with the execution status.</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Test cases updated with a pass or fail results.</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Defect reports.</a:t>
            </a:r>
          </a:p>
        </p:txBody>
      </p:sp>
      <p:sp>
        <p:nvSpPr>
          <p:cNvPr id="7" name="TextBox 6">
            <a:extLst>
              <a:ext uri="{FF2B5EF4-FFF2-40B4-BE49-F238E27FC236}">
                <a16:creationId xmlns:a16="http://schemas.microsoft.com/office/drawing/2014/main" id="{BD6C5753-85F8-0212-C714-2DE8DE16152E}"/>
              </a:ext>
            </a:extLst>
          </p:cNvPr>
          <p:cNvSpPr txBox="1"/>
          <p:nvPr/>
        </p:nvSpPr>
        <p:spPr>
          <a:xfrm>
            <a:off x="460466" y="5655422"/>
            <a:ext cx="6093822" cy="1015663"/>
          </a:xfrm>
          <a:prstGeom prst="rect">
            <a:avLst/>
          </a:prstGeom>
          <a:noFill/>
        </p:spPr>
        <p:txBody>
          <a:bodyPr wrap="square">
            <a:spAutoFit/>
          </a:bodyPr>
          <a:lstStyle/>
          <a:p>
            <a:pPr algn="just"/>
            <a:r>
              <a:rPr lang="en-US" sz="2000" b="1" i="0" dirty="0">
                <a:solidFill>
                  <a:schemeClr val="accent2"/>
                </a:solidFill>
                <a:effectLst/>
                <a:latin typeface="open sans" panose="020B0606030504020204" pitchFamily="34" charset="0"/>
              </a:rPr>
              <a:t>Entry Criteria</a:t>
            </a:r>
            <a:r>
              <a:rPr lang="en-US" sz="2000" b="1" i="0" dirty="0">
                <a:solidFill>
                  <a:srgbClr val="46426E"/>
                </a:solidFill>
                <a:effectLst/>
                <a:latin typeface="open sans" panose="020B0606030504020204" pitchFamily="34" charset="0"/>
              </a:rPr>
              <a:t>:</a:t>
            </a:r>
            <a:r>
              <a:rPr lang="en-US" sz="2000" b="0" i="0" dirty="0">
                <a:solidFill>
                  <a:srgbClr val="46426E"/>
                </a:solidFill>
                <a:effectLst/>
                <a:latin typeface="open sans" panose="020B0606030504020204" pitchFamily="34" charset="0"/>
              </a:rPr>
              <a:t> </a:t>
            </a:r>
          </a:p>
          <a:p>
            <a:pPr algn="just"/>
            <a:r>
              <a:rPr lang="en-US" sz="2000" b="0" i="0" dirty="0">
                <a:solidFill>
                  <a:srgbClr val="46426E"/>
                </a:solidFill>
                <a:effectLst/>
                <a:latin typeface="open sans" panose="020B0606030504020204" pitchFamily="34" charset="0"/>
              </a:rPr>
              <a:t>Have all the previous steps completed, especially the exit criteria.</a:t>
            </a:r>
          </a:p>
        </p:txBody>
      </p:sp>
      <p:sp>
        <p:nvSpPr>
          <p:cNvPr id="9" name="TextBox 8">
            <a:extLst>
              <a:ext uri="{FF2B5EF4-FFF2-40B4-BE49-F238E27FC236}">
                <a16:creationId xmlns:a16="http://schemas.microsoft.com/office/drawing/2014/main" id="{20C0E699-1C44-F594-31EA-55F1F91EBEEF}"/>
              </a:ext>
            </a:extLst>
          </p:cNvPr>
          <p:cNvSpPr txBox="1"/>
          <p:nvPr/>
        </p:nvSpPr>
        <p:spPr>
          <a:xfrm>
            <a:off x="6717575" y="5646294"/>
            <a:ext cx="6093822" cy="1015663"/>
          </a:xfrm>
          <a:prstGeom prst="rect">
            <a:avLst/>
          </a:prstGeom>
          <a:noFill/>
        </p:spPr>
        <p:txBody>
          <a:bodyPr wrap="square">
            <a:spAutoFit/>
          </a:bodyPr>
          <a:lstStyle/>
          <a:p>
            <a:pPr algn="just"/>
            <a:r>
              <a:rPr lang="en-US" sz="2000" b="1" i="0" dirty="0">
                <a:solidFill>
                  <a:schemeClr val="accent2"/>
                </a:solidFill>
                <a:effectLst/>
                <a:latin typeface="open sans" panose="020B0606030504020204" pitchFamily="34" charset="0"/>
              </a:rPr>
              <a:t>Exit Criteria:</a:t>
            </a:r>
            <a:r>
              <a:rPr lang="en-US" sz="2000" b="0" i="0" dirty="0">
                <a:solidFill>
                  <a:schemeClr val="accent2"/>
                </a:solidFill>
                <a:effectLst/>
                <a:latin typeface="open sans" panose="020B0606030504020204" pitchFamily="34" charset="0"/>
              </a:rPr>
              <a:t> </a:t>
            </a:r>
          </a:p>
          <a:p>
            <a:pPr algn="just"/>
            <a:r>
              <a:rPr lang="en-US" sz="2000" b="0" i="0" dirty="0">
                <a:solidFill>
                  <a:srgbClr val="46426E"/>
                </a:solidFill>
                <a:effectLst/>
                <a:latin typeface="open sans" panose="020B0606030504020204" pitchFamily="34" charset="0"/>
              </a:rPr>
              <a:t>Document test execution and results to report them back.</a:t>
            </a:r>
          </a:p>
        </p:txBody>
      </p:sp>
      <p:sp>
        <p:nvSpPr>
          <p:cNvPr id="10" name="Speech Bubble: Rectangle 9">
            <a:extLst>
              <a:ext uri="{FF2B5EF4-FFF2-40B4-BE49-F238E27FC236}">
                <a16:creationId xmlns:a16="http://schemas.microsoft.com/office/drawing/2014/main" id="{997B3978-4659-F44C-11BF-F0565DD338AD}"/>
              </a:ext>
            </a:extLst>
          </p:cNvPr>
          <p:cNvSpPr/>
          <p:nvPr/>
        </p:nvSpPr>
        <p:spPr>
          <a:xfrm>
            <a:off x="9323236" y="1217772"/>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11" name="Speech Bubble: Rectangle 10">
            <a:extLst>
              <a:ext uri="{FF2B5EF4-FFF2-40B4-BE49-F238E27FC236}">
                <a16:creationId xmlns:a16="http://schemas.microsoft.com/office/drawing/2014/main" id="{DE00D9CC-0714-F8C7-014E-A1076F78A60B}"/>
              </a:ext>
            </a:extLst>
          </p:cNvPr>
          <p:cNvSpPr/>
          <p:nvPr/>
        </p:nvSpPr>
        <p:spPr>
          <a:xfrm>
            <a:off x="9225559" y="298565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Deliverables</a:t>
            </a:r>
            <a:endParaRPr lang="en-AU" dirty="0"/>
          </a:p>
        </p:txBody>
      </p:sp>
    </p:spTree>
    <p:extLst>
      <p:ext uri="{BB962C8B-B14F-4D97-AF65-F5344CB8AC3E}">
        <p14:creationId xmlns:p14="http://schemas.microsoft.com/office/powerpoint/2010/main" val="2516668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067356" y="736192"/>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Test Closure</a:t>
            </a:r>
          </a:p>
        </p:txBody>
      </p:sp>
      <p:sp>
        <p:nvSpPr>
          <p:cNvPr id="5" name="TextBox 4">
            <a:extLst>
              <a:ext uri="{FF2B5EF4-FFF2-40B4-BE49-F238E27FC236}">
                <a16:creationId xmlns:a16="http://schemas.microsoft.com/office/drawing/2014/main" id="{6E96E4DA-E83E-ADC6-5E7F-94795D55A5B9}"/>
              </a:ext>
            </a:extLst>
          </p:cNvPr>
          <p:cNvSpPr txBox="1"/>
          <p:nvPr/>
        </p:nvSpPr>
        <p:spPr>
          <a:xfrm>
            <a:off x="1067356" y="1655284"/>
            <a:ext cx="10423238" cy="1631216"/>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Evaluate test cycle closure completion criteria based on Time, Test coverage, Cost, Software, Critical Business Objectives, and Quality metrics.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Prepare test metrics based on the above parameters.</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Prepare Test closure report.</a:t>
            </a:r>
          </a:p>
          <a:p>
            <a:pPr marL="342900" indent="-342900" algn="just">
              <a:buFont typeface="Arial" panose="020B0604020202020204" pitchFamily="34" charset="0"/>
              <a:buChar char="•"/>
            </a:pPr>
            <a:r>
              <a:rPr lang="en-US" sz="2000" b="0" i="0" dirty="0">
                <a:solidFill>
                  <a:srgbClr val="46426E"/>
                </a:solidFill>
                <a:effectLst/>
                <a:latin typeface="open sans" panose="020B0606030504020204" pitchFamily="34" charset="0"/>
              </a:rPr>
              <a:t>Test result analysis to find out the defect distribution by type and severity.</a:t>
            </a:r>
          </a:p>
        </p:txBody>
      </p:sp>
      <p:sp>
        <p:nvSpPr>
          <p:cNvPr id="3" name="TextBox 2">
            <a:extLst>
              <a:ext uri="{FF2B5EF4-FFF2-40B4-BE49-F238E27FC236}">
                <a16:creationId xmlns:a16="http://schemas.microsoft.com/office/drawing/2014/main" id="{F0CF6558-C091-FFC8-AEEF-A91F13B3BCAB}"/>
              </a:ext>
            </a:extLst>
          </p:cNvPr>
          <p:cNvSpPr txBox="1"/>
          <p:nvPr/>
        </p:nvSpPr>
        <p:spPr>
          <a:xfrm>
            <a:off x="1241060" y="3751917"/>
            <a:ext cx="6093822" cy="707886"/>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Test Closure report.</a:t>
            </a:r>
          </a:p>
          <a:p>
            <a:pPr marL="285750" indent="-285750" algn="just">
              <a:buFont typeface="Arial" panose="020B0604020202020204" pitchFamily="34" charset="0"/>
              <a:buChar char="•"/>
            </a:pPr>
            <a:r>
              <a:rPr lang="en-US" sz="2000" b="0" i="0" dirty="0">
                <a:solidFill>
                  <a:srgbClr val="46426E"/>
                </a:solidFill>
                <a:effectLst/>
                <a:latin typeface="open sans" panose="020B0606030504020204" pitchFamily="34" charset="0"/>
              </a:rPr>
              <a:t>Test metrics.</a:t>
            </a:r>
          </a:p>
        </p:txBody>
      </p:sp>
      <p:sp>
        <p:nvSpPr>
          <p:cNvPr id="7" name="TextBox 6">
            <a:extLst>
              <a:ext uri="{FF2B5EF4-FFF2-40B4-BE49-F238E27FC236}">
                <a16:creationId xmlns:a16="http://schemas.microsoft.com/office/drawing/2014/main" id="{F491D091-3D5A-F9A1-E4BD-BAE9D2AC9667}"/>
              </a:ext>
            </a:extLst>
          </p:cNvPr>
          <p:cNvSpPr txBox="1"/>
          <p:nvPr/>
        </p:nvSpPr>
        <p:spPr>
          <a:xfrm>
            <a:off x="645084" y="5202716"/>
            <a:ext cx="5633891" cy="646331"/>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Entry Criteria</a:t>
            </a:r>
            <a:r>
              <a:rPr lang="en-US" b="1" i="0" dirty="0">
                <a:solidFill>
                  <a:srgbClr val="46426E"/>
                </a:solidFill>
                <a:effectLst/>
                <a:latin typeface="open sans" panose="020B0606030504020204" pitchFamily="34" charset="0"/>
              </a:rPr>
              <a:t>:</a:t>
            </a:r>
            <a:r>
              <a:rPr lang="en-US" b="0" i="0" dirty="0">
                <a:solidFill>
                  <a:srgbClr val="46426E"/>
                </a:solidFill>
                <a:effectLst/>
                <a:latin typeface="open sans" panose="020B0606030504020204" pitchFamily="34" charset="0"/>
              </a:rPr>
              <a:t> </a:t>
            </a:r>
          </a:p>
          <a:p>
            <a:pPr algn="just"/>
            <a:r>
              <a:rPr lang="en-US" b="0" i="0" dirty="0">
                <a:solidFill>
                  <a:srgbClr val="46426E"/>
                </a:solidFill>
                <a:effectLst/>
                <a:latin typeface="open sans" panose="020B0606030504020204" pitchFamily="34" charset="0"/>
              </a:rPr>
              <a:t>Test results and logging from the previous phases..</a:t>
            </a:r>
          </a:p>
        </p:txBody>
      </p:sp>
      <p:sp>
        <p:nvSpPr>
          <p:cNvPr id="9" name="TextBox 8">
            <a:extLst>
              <a:ext uri="{FF2B5EF4-FFF2-40B4-BE49-F238E27FC236}">
                <a16:creationId xmlns:a16="http://schemas.microsoft.com/office/drawing/2014/main" id="{E7738773-86DA-3148-F88D-9080C321B426}"/>
              </a:ext>
            </a:extLst>
          </p:cNvPr>
          <p:cNvSpPr txBox="1"/>
          <p:nvPr/>
        </p:nvSpPr>
        <p:spPr>
          <a:xfrm>
            <a:off x="6278975" y="5292312"/>
            <a:ext cx="6098058" cy="1477328"/>
          </a:xfrm>
          <a:prstGeom prst="rect">
            <a:avLst/>
          </a:prstGeom>
          <a:noFill/>
        </p:spPr>
        <p:txBody>
          <a:bodyPr wrap="square">
            <a:spAutoFit/>
          </a:bodyPr>
          <a:lstStyle/>
          <a:p>
            <a:pPr algn="just"/>
            <a:r>
              <a:rPr lang="en-US" b="1" i="0" dirty="0">
                <a:solidFill>
                  <a:schemeClr val="accent2"/>
                </a:solidFill>
                <a:effectLst/>
                <a:latin typeface="open sans" panose="020B0606030504020204" pitchFamily="34" charset="0"/>
              </a:rPr>
              <a:t>Exit Criteria:</a:t>
            </a:r>
            <a:r>
              <a:rPr lang="en-US" b="0" i="0" dirty="0">
                <a:solidFill>
                  <a:schemeClr val="accent2"/>
                </a:solidFill>
                <a:effectLst/>
                <a:latin typeface="open sans" panose="020B0606030504020204" pitchFamily="34" charset="0"/>
              </a:rPr>
              <a:t> </a:t>
            </a:r>
          </a:p>
          <a:p>
            <a:pPr marL="285750" indent="-285750">
              <a:buFont typeface="Arial" panose="020B0604020202020204" pitchFamily="34" charset="0"/>
              <a:buChar char="•"/>
            </a:pPr>
            <a:r>
              <a:rPr lang="en-US" b="0" i="0" dirty="0">
                <a:solidFill>
                  <a:srgbClr val="46426E"/>
                </a:solidFill>
                <a:effectLst/>
                <a:latin typeface="open sans" panose="020B0606030504020204" pitchFamily="34" charset="0"/>
              </a:rPr>
              <a:t>Delivered planned deliverables (delivered planned deliverables use too much of the same word. </a:t>
            </a:r>
          </a:p>
          <a:p>
            <a:pPr marL="285750" indent="-285750">
              <a:buFont typeface="Arial" panose="020B0604020202020204" pitchFamily="34" charset="0"/>
              <a:buChar char="•"/>
            </a:pPr>
            <a:r>
              <a:rPr lang="en-US" b="0" i="0" dirty="0">
                <a:solidFill>
                  <a:srgbClr val="46426E"/>
                </a:solidFill>
                <a:effectLst/>
                <a:latin typeface="open sans" panose="020B0606030504020204" pitchFamily="34" charset="0"/>
              </a:rPr>
              <a:t>Try to add a different one) and approved test closure test summary report</a:t>
            </a:r>
            <a:endParaRPr lang="en-AU" dirty="0"/>
          </a:p>
        </p:txBody>
      </p:sp>
      <p:sp>
        <p:nvSpPr>
          <p:cNvPr id="10" name="Speech Bubble: Rectangle 9">
            <a:extLst>
              <a:ext uri="{FF2B5EF4-FFF2-40B4-BE49-F238E27FC236}">
                <a16:creationId xmlns:a16="http://schemas.microsoft.com/office/drawing/2014/main" id="{6A076E6E-0758-19B7-3578-FA2587DCFDEA}"/>
              </a:ext>
            </a:extLst>
          </p:cNvPr>
          <p:cNvSpPr/>
          <p:nvPr/>
        </p:nvSpPr>
        <p:spPr>
          <a:xfrm>
            <a:off x="9323236" y="1217772"/>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Activities</a:t>
            </a:r>
            <a:endParaRPr lang="en-AU" dirty="0"/>
          </a:p>
        </p:txBody>
      </p:sp>
      <p:sp>
        <p:nvSpPr>
          <p:cNvPr id="11" name="Speech Bubble: Rectangle 10">
            <a:extLst>
              <a:ext uri="{FF2B5EF4-FFF2-40B4-BE49-F238E27FC236}">
                <a16:creationId xmlns:a16="http://schemas.microsoft.com/office/drawing/2014/main" id="{192312E4-F5BC-3ABB-9E7A-3B659DFAF119}"/>
              </a:ext>
            </a:extLst>
          </p:cNvPr>
          <p:cNvSpPr/>
          <p:nvPr/>
        </p:nvSpPr>
        <p:spPr>
          <a:xfrm>
            <a:off x="9225559" y="2985653"/>
            <a:ext cx="1779373" cy="443347"/>
          </a:xfrm>
          <a:prstGeom prst="wedgeRectCallout">
            <a:avLst>
              <a:gd name="adj1" fmla="val -112500"/>
              <a:gd name="adj2" fmla="val 1738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chemeClr val="accent2"/>
                </a:solidFill>
                <a:effectLst/>
                <a:latin typeface="open sans" panose="020B0606030504020204" pitchFamily="34" charset="0"/>
              </a:rPr>
              <a:t>Deliverables</a:t>
            </a:r>
            <a:endParaRPr lang="en-AU" dirty="0"/>
          </a:p>
        </p:txBody>
      </p:sp>
    </p:spTree>
    <p:extLst>
      <p:ext uri="{BB962C8B-B14F-4D97-AF65-F5344CB8AC3E}">
        <p14:creationId xmlns:p14="http://schemas.microsoft.com/office/powerpoint/2010/main" val="1551930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93A402D-E00A-67AE-9662-84C72A531CAC}"/>
              </a:ext>
            </a:extLst>
          </p:cNvPr>
          <p:cNvSpPr txBox="1">
            <a:spLocks/>
          </p:cNvSpPr>
          <p:nvPr/>
        </p:nvSpPr>
        <p:spPr>
          <a:xfrm>
            <a:off x="1067356" y="736192"/>
            <a:ext cx="8846321" cy="919092"/>
          </a:xfrm>
          <a:prstGeom prst="rect">
            <a:avLst/>
          </a:prstGeom>
          <a:effectLst/>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sz="4000" dirty="0">
                <a:solidFill>
                  <a:srgbClr val="0070C0"/>
                </a:solidFill>
                <a:latin typeface="Arial Black" panose="020B0A04020102020204" pitchFamily="34" charset="0"/>
                <a:ea typeface="+mj-ea"/>
                <a:cs typeface="+mj-cs"/>
              </a:rPr>
              <a:t>Reference</a:t>
            </a:r>
          </a:p>
        </p:txBody>
      </p:sp>
      <p:sp>
        <p:nvSpPr>
          <p:cNvPr id="6" name="TextBox 5">
            <a:extLst>
              <a:ext uri="{FF2B5EF4-FFF2-40B4-BE49-F238E27FC236}">
                <a16:creationId xmlns:a16="http://schemas.microsoft.com/office/drawing/2014/main" id="{E328FAAD-B51D-50FA-7D7F-50E6706BA9ED}"/>
              </a:ext>
            </a:extLst>
          </p:cNvPr>
          <p:cNvSpPr txBox="1"/>
          <p:nvPr/>
        </p:nvSpPr>
        <p:spPr>
          <a:xfrm>
            <a:off x="932846" y="1851800"/>
            <a:ext cx="9948513" cy="369332"/>
          </a:xfrm>
          <a:prstGeom prst="rect">
            <a:avLst/>
          </a:prstGeom>
          <a:noFill/>
        </p:spPr>
        <p:txBody>
          <a:bodyPr wrap="square">
            <a:spAutoFit/>
          </a:bodyPr>
          <a:lstStyle/>
          <a:p>
            <a:r>
              <a:rPr lang="en-AU" dirty="0"/>
              <a:t>https://blog.testproject.io/2020/11/03/software-testing-life-cycle-stlc/</a:t>
            </a:r>
          </a:p>
        </p:txBody>
      </p:sp>
      <p:sp>
        <p:nvSpPr>
          <p:cNvPr id="12" name="TextBox 11">
            <a:extLst>
              <a:ext uri="{FF2B5EF4-FFF2-40B4-BE49-F238E27FC236}">
                <a16:creationId xmlns:a16="http://schemas.microsoft.com/office/drawing/2014/main" id="{9E86F1CF-1FD7-4689-9AB7-CD0486C51568}"/>
              </a:ext>
            </a:extLst>
          </p:cNvPr>
          <p:cNvSpPr txBox="1"/>
          <p:nvPr/>
        </p:nvSpPr>
        <p:spPr>
          <a:xfrm>
            <a:off x="932845" y="2544132"/>
            <a:ext cx="10209771" cy="369332"/>
          </a:xfrm>
          <a:prstGeom prst="rect">
            <a:avLst/>
          </a:prstGeom>
          <a:noFill/>
        </p:spPr>
        <p:txBody>
          <a:bodyPr wrap="square">
            <a:spAutoFit/>
          </a:bodyPr>
          <a:lstStyle/>
          <a:p>
            <a:r>
              <a:rPr lang="en-AU" dirty="0"/>
              <a:t>https://www.lambdatest.com/blog/software-testing-life-cycle/</a:t>
            </a:r>
          </a:p>
        </p:txBody>
      </p:sp>
    </p:spTree>
    <p:extLst>
      <p:ext uri="{BB962C8B-B14F-4D97-AF65-F5344CB8AC3E}">
        <p14:creationId xmlns:p14="http://schemas.microsoft.com/office/powerpoint/2010/main" val="10355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8E4618-F835-11B8-5E32-427EB6AB293C}"/>
              </a:ext>
            </a:extLst>
          </p:cNvPr>
          <p:cNvSpPr txBox="1"/>
          <p:nvPr/>
        </p:nvSpPr>
        <p:spPr>
          <a:xfrm>
            <a:off x="1997242" y="1612232"/>
            <a:ext cx="5534526" cy="646331"/>
          </a:xfrm>
          <a:prstGeom prst="rect">
            <a:avLst/>
          </a:prstGeom>
          <a:noFill/>
        </p:spPr>
        <p:txBody>
          <a:bodyPr wrap="square" rtlCol="0">
            <a:spAutoFit/>
          </a:bodyPr>
          <a:lstStyle/>
          <a:p>
            <a:r>
              <a:rPr lang="en-AU" sz="3600" b="1" dirty="0">
                <a:solidFill>
                  <a:srgbClr val="0070C0"/>
                </a:solidFill>
              </a:rPr>
              <a:t>Testing Life: </a:t>
            </a:r>
          </a:p>
        </p:txBody>
      </p:sp>
      <p:sp>
        <p:nvSpPr>
          <p:cNvPr id="3" name="TextBox 2">
            <a:extLst>
              <a:ext uri="{FF2B5EF4-FFF2-40B4-BE49-F238E27FC236}">
                <a16:creationId xmlns:a16="http://schemas.microsoft.com/office/drawing/2014/main" id="{A402CB55-9FE6-6D86-437C-2BCB3D9D8E1E}"/>
              </a:ext>
            </a:extLst>
          </p:cNvPr>
          <p:cNvSpPr txBox="1"/>
          <p:nvPr/>
        </p:nvSpPr>
        <p:spPr>
          <a:xfrm>
            <a:off x="2507988" y="3953107"/>
            <a:ext cx="5534526" cy="646331"/>
          </a:xfrm>
          <a:prstGeom prst="rect">
            <a:avLst/>
          </a:prstGeom>
          <a:noFill/>
        </p:spPr>
        <p:txBody>
          <a:bodyPr wrap="square" rtlCol="0">
            <a:spAutoFit/>
          </a:bodyPr>
          <a:lstStyle/>
          <a:p>
            <a:r>
              <a:rPr lang="en-AU" sz="3600" b="1" dirty="0">
                <a:solidFill>
                  <a:srgbClr val="0070C0"/>
                </a:solidFill>
              </a:rPr>
              <a:t>Unit Testing -------- PVT </a:t>
            </a:r>
          </a:p>
        </p:txBody>
      </p:sp>
    </p:spTree>
    <p:extLst>
      <p:ext uri="{BB962C8B-B14F-4D97-AF65-F5344CB8AC3E}">
        <p14:creationId xmlns:p14="http://schemas.microsoft.com/office/powerpoint/2010/main" val="701110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417050" y="183546"/>
            <a:ext cx="2350407" cy="1667480"/>
          </a:xfrm>
          <a:prstGeom prst="rect">
            <a:avLst/>
          </a:prstGeom>
          <a:effectLst>
            <a:outerShdw blurRad="50800" dist="38100" dir="8100000" algn="tr" rotWithShape="0">
              <a:prstClr val="black">
                <a:alpha val="40000"/>
              </a:prstClr>
            </a:outerShdw>
          </a:effectLst>
        </p:spPr>
      </p:pic>
      <p:sp>
        <p:nvSpPr>
          <p:cNvPr id="5" name="Content Placeholder 2"/>
          <p:cNvSpPr>
            <a:spLocks noGrp="1"/>
          </p:cNvSpPr>
          <p:nvPr>
            <p:ph idx="1"/>
          </p:nvPr>
        </p:nvSpPr>
        <p:spPr>
          <a:xfrm>
            <a:off x="1463675" y="2409164"/>
            <a:ext cx="9031514" cy="2031999"/>
          </a:xfrm>
        </p:spPr>
        <p:txBody>
          <a:bodyPr>
            <a:noAutofit/>
          </a:bodyPr>
          <a:lstStyle/>
          <a:p>
            <a:pPr marL="0" indent="0">
              <a:buNone/>
              <a:defRPr/>
            </a:pPr>
            <a:r>
              <a:rPr lang="en-AU" sz="2000" b="1" dirty="0">
                <a:solidFill>
                  <a:schemeClr val="accent2"/>
                </a:solidFill>
              </a:rPr>
              <a:t>Mail</a:t>
            </a:r>
            <a:r>
              <a:rPr lang="en-AU" sz="2000" dirty="0"/>
              <a:t>:  </a:t>
            </a:r>
            <a:r>
              <a:rPr lang="en-AU" sz="2000" dirty="0">
                <a:solidFill>
                  <a:schemeClr val="tx1">
                    <a:lumMod val="50000"/>
                    <a:lumOff val="50000"/>
                  </a:schemeClr>
                </a:solidFill>
              </a:rPr>
              <a:t>info@funnygorilla.com.au</a:t>
            </a:r>
          </a:p>
          <a:p>
            <a:pPr marL="0" indent="0">
              <a:buNone/>
              <a:defRPr/>
            </a:pPr>
            <a:r>
              <a:rPr lang="en-AU" sz="2000" b="1" dirty="0">
                <a:solidFill>
                  <a:schemeClr val="accent2"/>
                </a:solidFill>
              </a:rPr>
              <a:t>Linkedin</a:t>
            </a:r>
            <a:r>
              <a:rPr lang="en-AU" sz="2000" dirty="0"/>
              <a:t>:  </a:t>
            </a:r>
            <a:r>
              <a:rPr lang="en-AU" sz="2000" dirty="0">
                <a:solidFill>
                  <a:schemeClr val="tx1">
                    <a:lumMod val="50000"/>
                    <a:lumOff val="50000"/>
                  </a:schemeClr>
                </a:solidFill>
              </a:rPr>
              <a:t>https://mt.linkedin.com/in/songqing-gu-2ba9034b/de</a:t>
            </a:r>
          </a:p>
          <a:p>
            <a:pPr marL="0" indent="0">
              <a:buNone/>
              <a:defRPr/>
            </a:pPr>
            <a:r>
              <a:rPr lang="en-AU" sz="2000" b="1" dirty="0">
                <a:solidFill>
                  <a:schemeClr val="accent2"/>
                </a:solidFill>
              </a:rPr>
              <a:t>Web Chat</a:t>
            </a:r>
            <a:r>
              <a:rPr lang="en-AU" sz="2000" dirty="0"/>
              <a:t>: </a:t>
            </a:r>
            <a:r>
              <a:rPr lang="en-AU" sz="2000" dirty="0">
                <a:solidFill>
                  <a:schemeClr val="tx1">
                    <a:lumMod val="50000"/>
                    <a:lumOff val="50000"/>
                  </a:schemeClr>
                </a:solidFill>
              </a:rPr>
              <a:t>FunnyGorilla</a:t>
            </a:r>
          </a:p>
          <a:p>
            <a:pPr marL="0" indent="0">
              <a:buNone/>
              <a:defRPr/>
            </a:pPr>
            <a:r>
              <a:rPr lang="en-AU" sz="2000" b="1" dirty="0">
                <a:solidFill>
                  <a:schemeClr val="accent2"/>
                </a:solidFill>
              </a:rPr>
              <a:t>Phone</a:t>
            </a:r>
            <a:r>
              <a:rPr lang="en-AU" sz="2000" dirty="0"/>
              <a:t>: </a:t>
            </a:r>
            <a:r>
              <a:rPr lang="en-AU" sz="2000" dirty="0">
                <a:solidFill>
                  <a:schemeClr val="tx1">
                    <a:lumMod val="50000"/>
                    <a:lumOff val="50000"/>
                  </a:schemeClr>
                </a:solidFill>
              </a:rPr>
              <a:t>0420891343</a:t>
            </a:r>
          </a:p>
        </p:txBody>
      </p:sp>
      <p:sp>
        <p:nvSpPr>
          <p:cNvPr id="6" name="TextBox 5"/>
          <p:cNvSpPr txBox="1">
            <a:spLocks noChangeArrowheads="1"/>
          </p:cNvSpPr>
          <p:nvPr/>
        </p:nvSpPr>
        <p:spPr bwMode="auto">
          <a:xfrm>
            <a:off x="8736241" y="1830644"/>
            <a:ext cx="311263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defRPr/>
            </a:pPr>
            <a:r>
              <a:rPr lang="en-AU" altLang="zh-CN" sz="1600" b="1" i="1" dirty="0">
                <a:solidFill>
                  <a:schemeClr val="accent2"/>
                </a:solidFill>
                <a:cs typeface="幼圆"/>
              </a:rPr>
              <a:t>Your success is our success</a:t>
            </a:r>
            <a:endParaRPr lang="en-AU" altLang="en-US" sz="1600" dirty="0">
              <a:solidFill>
                <a:schemeClr val="accent2"/>
              </a:solidFill>
            </a:endParaRPr>
          </a:p>
        </p:txBody>
      </p:sp>
      <p:sp>
        <p:nvSpPr>
          <p:cNvPr id="49157" name="Rectangle 6"/>
          <p:cNvSpPr>
            <a:spLocks noChangeArrowheads="1"/>
          </p:cNvSpPr>
          <p:nvPr/>
        </p:nvSpPr>
        <p:spPr bwMode="auto">
          <a:xfrm>
            <a:off x="1463675" y="1757364"/>
            <a:ext cx="17956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AU" altLang="en-US" sz="3200" b="1" dirty="0">
                <a:solidFill>
                  <a:srgbClr val="00B0F0"/>
                </a:solidFill>
              </a:rPr>
              <a:t>Contact</a:t>
            </a:r>
            <a:endParaRPr lang="en-AU" altLang="en-US" sz="3200" dirty="0">
              <a:solidFill>
                <a:schemeClr val="tx1"/>
              </a:solidFill>
            </a:endParaRPr>
          </a:p>
        </p:txBody>
      </p:sp>
      <p:pic>
        <p:nvPicPr>
          <p:cNvPr id="4915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96401" y="4259716"/>
            <a:ext cx="1992314" cy="2509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783582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17400</TotalTime>
  <Words>872</Words>
  <Application>Microsoft Office PowerPoint</Application>
  <PresentationFormat>Widescreen</PresentationFormat>
  <Paragraphs>126</Paragraphs>
  <Slides>13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montregular</vt:lpstr>
      <vt:lpstr>Arial</vt:lpstr>
      <vt:lpstr>Arial Black</vt:lpstr>
      <vt:lpstr>Calibri</vt:lpstr>
      <vt:lpstr>Century Gothic</vt:lpstr>
      <vt:lpstr>open sans</vt:lpstr>
      <vt:lpstr>Wingdings 3</vt:lpstr>
      <vt:lpstr>Wisp</vt:lpstr>
      <vt:lpstr>Funny Gorilla 诙猩猩-IT培训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cp:lastModifiedBy>
  <cp:revision>753</cp:revision>
  <dcterms:created xsi:type="dcterms:W3CDTF">2020-08-03T09:43:10Z</dcterms:created>
  <dcterms:modified xsi:type="dcterms:W3CDTF">2023-08-30T02:06:28Z</dcterms:modified>
</cp:coreProperties>
</file>