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3" r:id="rId2"/>
    <p:sldId id="261" r:id="rId3"/>
    <p:sldId id="339" r:id="rId4"/>
    <p:sldId id="340" r:id="rId5"/>
    <p:sldId id="331" r:id="rId6"/>
    <p:sldId id="333" r:id="rId7"/>
    <p:sldId id="334" r:id="rId8"/>
    <p:sldId id="337" r:id="rId9"/>
    <p:sldId id="335" r:id="rId10"/>
    <p:sldId id="338" r:id="rId11"/>
    <p:sldId id="332" r:id="rId12"/>
    <p:sldId id="336" r:id="rId13"/>
    <p:sldId id="31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23"/>
            <p14:sldId id="261"/>
            <p14:sldId id="339"/>
            <p14:sldId id="340"/>
            <p14:sldId id="331"/>
            <p14:sldId id="333"/>
            <p14:sldId id="334"/>
            <p14:sldId id="337"/>
            <p14:sldId id="335"/>
            <p14:sldId id="338"/>
            <p14:sldId id="332"/>
            <p14:sldId id="336"/>
          </p14:sldIdLst>
        </p14:section>
        <p14:section name="Untitled Section" id="{96B2A4F6-E483-46D3-B718-858E0B0CB8CB}">
          <p14:sldIdLst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EA8"/>
    <a:srgbClr val="C9E8FF"/>
    <a:srgbClr val="2E8488"/>
    <a:srgbClr val="74B2FC"/>
    <a:srgbClr val="1D3B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101EC-ECD8-43FA-8019-9E3C204AE447}" v="7" dt="2023-06-17T02:57:04.396"/>
    <p1510:client id="{F097FD7C-89CF-4DB6-B06E-12E254F2B19E}" v="30" dt="2023-06-17T17:10:24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F097FD7C-89CF-4DB6-B06E-12E254F2B19E}"/>
    <pc:docChg chg="undo custSel addSld delSld modSld modSection">
      <pc:chgData name="Songqing Gu" userId="c4d8cb49210192e2" providerId="LiveId" clId="{F097FD7C-89CF-4DB6-B06E-12E254F2B19E}" dt="2023-06-17T17:21:04.422" v="838" actId="14100"/>
      <pc:docMkLst>
        <pc:docMk/>
      </pc:docMkLst>
      <pc:sldChg chg="addSp delSp modSp mod">
        <pc:chgData name="Songqing Gu" userId="c4d8cb49210192e2" providerId="LiveId" clId="{F097FD7C-89CF-4DB6-B06E-12E254F2B19E}" dt="2023-06-17T10:35:50.550" v="230" actId="1076"/>
        <pc:sldMkLst>
          <pc:docMk/>
          <pc:sldMk cId="3113703618" sldId="261"/>
        </pc:sldMkLst>
        <pc:spChg chg="del">
          <ac:chgData name="Songqing Gu" userId="c4d8cb49210192e2" providerId="LiveId" clId="{F097FD7C-89CF-4DB6-B06E-12E254F2B19E}" dt="2023-06-17T07:34:07.900" v="47" actId="478"/>
          <ac:spMkLst>
            <pc:docMk/>
            <pc:sldMk cId="3113703618" sldId="261"/>
            <ac:spMk id="2" creationId="{00000000-0000-0000-0000-000000000000}"/>
          </ac:spMkLst>
        </pc:spChg>
        <pc:spChg chg="del">
          <ac:chgData name="Songqing Gu" userId="c4d8cb49210192e2" providerId="LiveId" clId="{F097FD7C-89CF-4DB6-B06E-12E254F2B19E}" dt="2023-06-17T07:33:56.994" v="46" actId="478"/>
          <ac:spMkLst>
            <pc:docMk/>
            <pc:sldMk cId="3113703618" sldId="261"/>
            <ac:spMk id="4" creationId="{00000000-0000-0000-0000-000000000000}"/>
          </ac:spMkLst>
        </pc:spChg>
        <pc:spChg chg="add del mod">
          <ac:chgData name="Songqing Gu" userId="c4d8cb49210192e2" providerId="LiveId" clId="{F097FD7C-89CF-4DB6-B06E-12E254F2B19E}" dt="2023-06-17T07:34:10.006" v="48" actId="478"/>
          <ac:spMkLst>
            <pc:docMk/>
            <pc:sldMk cId="3113703618" sldId="261"/>
            <ac:spMk id="5" creationId="{F74CA1B7-FF0A-5C66-CBAF-AEAC6FA58617}"/>
          </ac:spMkLst>
        </pc:spChg>
        <pc:picChg chg="add mod">
          <ac:chgData name="Songqing Gu" userId="c4d8cb49210192e2" providerId="LiveId" clId="{F097FD7C-89CF-4DB6-B06E-12E254F2B19E}" dt="2023-06-17T10:35:50.550" v="230" actId="1076"/>
          <ac:picMkLst>
            <pc:docMk/>
            <pc:sldMk cId="3113703618" sldId="261"/>
            <ac:picMk id="1026" creationId="{0D404672-C64B-4AC2-F307-7B29A69527BB}"/>
          </ac:picMkLst>
        </pc:picChg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216314799" sldId="274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789354427" sldId="285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686819680" sldId="288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644665972" sldId="291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030084157" sldId="293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1408025446" sldId="294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638558092" sldId="295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799275039" sldId="296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243758571" sldId="297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644837690" sldId="298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342963659" sldId="299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661429300" sldId="300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939562636" sldId="301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00091612" sldId="302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4051393773" sldId="303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304226109" sldId="304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863554075" sldId="306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692078226" sldId="308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3140796614" sldId="310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733468992" sldId="311"/>
        </pc:sldMkLst>
      </pc:sldChg>
      <pc:sldChg chg="setBg">
        <pc:chgData name="Songqing Gu" userId="c4d8cb49210192e2" providerId="LiveId" clId="{F097FD7C-89CF-4DB6-B06E-12E254F2B19E}" dt="2023-06-17T13:55:27.241" v="331"/>
        <pc:sldMkLst>
          <pc:docMk/>
          <pc:sldMk cId="687835828" sldId="312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478337687" sldId="313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897699973" sldId="314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834037825" sldId="315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991223764" sldId="317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4180587722" sldId="318"/>
        </pc:sldMkLst>
      </pc:sldChg>
      <pc:sldChg chg="del">
        <pc:chgData name="Songqing Gu" userId="c4d8cb49210192e2" providerId="LiveId" clId="{F097FD7C-89CF-4DB6-B06E-12E254F2B19E}" dt="2023-06-17T07:31:54.255" v="45" actId="47"/>
        <pc:sldMkLst>
          <pc:docMk/>
          <pc:sldMk cId="2428458669" sldId="319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330490350" sldId="320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1152462360" sldId="321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2115522147" sldId="322"/>
        </pc:sldMkLst>
      </pc:sldChg>
      <pc:sldChg chg="modSp mod">
        <pc:chgData name="Songqing Gu" userId="c4d8cb49210192e2" providerId="LiveId" clId="{F097FD7C-89CF-4DB6-B06E-12E254F2B19E}" dt="2023-06-17T16:27:04.933" v="631" actId="20577"/>
        <pc:sldMkLst>
          <pc:docMk/>
          <pc:sldMk cId="523495732" sldId="323"/>
        </pc:sldMkLst>
        <pc:spChg chg="mod">
          <ac:chgData name="Songqing Gu" userId="c4d8cb49210192e2" providerId="LiveId" clId="{F097FD7C-89CF-4DB6-B06E-12E254F2B19E}" dt="2023-06-17T16:27:04.933" v="631" actId="20577"/>
          <ac:spMkLst>
            <pc:docMk/>
            <pc:sldMk cId="523495732" sldId="323"/>
            <ac:spMk id="2" creationId="{00000000-0000-0000-0000-000000000000}"/>
          </ac:spMkLst>
        </pc:spChg>
        <pc:spChg chg="mod">
          <ac:chgData name="Songqing Gu" userId="c4d8cb49210192e2" providerId="LiveId" clId="{F097FD7C-89CF-4DB6-B06E-12E254F2B19E}" dt="2023-06-17T03:28:10.147" v="43" actId="1076"/>
          <ac:spMkLst>
            <pc:docMk/>
            <pc:sldMk cId="523495732" sldId="323"/>
            <ac:spMk id="3" creationId="{00000000-0000-0000-0000-000000000000}"/>
          </ac:spMkLst>
        </pc:spChg>
      </pc:sldChg>
      <pc:sldChg chg="addSp delSp modSp add mod modNotesTx">
        <pc:chgData name="Songqing Gu" userId="c4d8cb49210192e2" providerId="LiveId" clId="{F097FD7C-89CF-4DB6-B06E-12E254F2B19E}" dt="2023-06-17T16:19:13.920" v="558" actId="1076"/>
        <pc:sldMkLst>
          <pc:docMk/>
          <pc:sldMk cId="1799833192" sldId="324"/>
        </pc:sldMkLst>
        <pc:spChg chg="add del mod">
          <ac:chgData name="Songqing Gu" userId="c4d8cb49210192e2" providerId="LiveId" clId="{F097FD7C-89CF-4DB6-B06E-12E254F2B19E}" dt="2023-06-17T14:05:19.576" v="374"/>
          <ac:spMkLst>
            <pc:docMk/>
            <pc:sldMk cId="1799833192" sldId="324"/>
            <ac:spMk id="3" creationId="{51E29064-9655-9607-A465-A1A2753936D4}"/>
          </ac:spMkLst>
        </pc:spChg>
        <pc:spChg chg="add mod">
          <ac:chgData name="Songqing Gu" userId="c4d8cb49210192e2" providerId="LiveId" clId="{F097FD7C-89CF-4DB6-B06E-12E254F2B19E}" dt="2023-06-17T13:46:32.474" v="252" actId="1076"/>
          <ac:spMkLst>
            <pc:docMk/>
            <pc:sldMk cId="1799833192" sldId="324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6:18:30.941" v="557" actId="14100"/>
          <ac:spMkLst>
            <pc:docMk/>
            <pc:sldMk cId="1799833192" sldId="324"/>
            <ac:spMk id="5" creationId="{EFD8B627-8F4D-9143-A76F-B08D1DE8E453}"/>
          </ac:spMkLst>
        </pc:spChg>
        <pc:spChg chg="add mod">
          <ac:chgData name="Songqing Gu" userId="c4d8cb49210192e2" providerId="LiveId" clId="{F097FD7C-89CF-4DB6-B06E-12E254F2B19E}" dt="2023-06-17T14:07:20.892" v="428" actId="1076"/>
          <ac:spMkLst>
            <pc:docMk/>
            <pc:sldMk cId="1799833192" sldId="324"/>
            <ac:spMk id="7" creationId="{485A16C5-DB15-776E-B60E-1F265610DDFD}"/>
          </ac:spMkLst>
        </pc:spChg>
        <pc:spChg chg="add mod">
          <ac:chgData name="Songqing Gu" userId="c4d8cb49210192e2" providerId="LiveId" clId="{F097FD7C-89CF-4DB6-B06E-12E254F2B19E}" dt="2023-06-17T18:36:48.528" v="543" actId="12"/>
          <ac:spMkLst>
            <pc:docMk/>
            <pc:sldMk cId="1799833192" sldId="324"/>
            <ac:spMk id="9" creationId="{940ADA86-74BD-5ABA-1748-55D56E718C07}"/>
          </ac:spMkLst>
        </pc:spChg>
        <pc:spChg chg="add del mod">
          <ac:chgData name="Songqing Gu" userId="c4d8cb49210192e2" providerId="LiveId" clId="{F097FD7C-89CF-4DB6-B06E-12E254F2B19E}" dt="2023-06-17T14:11:35.075" v="469"/>
          <ac:spMkLst>
            <pc:docMk/>
            <pc:sldMk cId="1799833192" sldId="324"/>
            <ac:spMk id="11" creationId="{119809AE-7DA6-1F82-140B-71A9C71E23FC}"/>
          </ac:spMkLst>
        </pc:spChg>
        <pc:spChg chg="add mod">
          <ac:chgData name="Songqing Gu" userId="c4d8cb49210192e2" providerId="LiveId" clId="{F097FD7C-89CF-4DB6-B06E-12E254F2B19E}" dt="2023-06-17T14:11:34.058" v="467" actId="207"/>
          <ac:spMkLst>
            <pc:docMk/>
            <pc:sldMk cId="1799833192" sldId="324"/>
            <ac:spMk id="12" creationId="{751679D3-2B13-F30F-61ED-8D71851FA87B}"/>
          </ac:spMkLst>
        </pc:spChg>
        <pc:spChg chg="add mod">
          <ac:chgData name="Songqing Gu" userId="c4d8cb49210192e2" providerId="LiveId" clId="{F097FD7C-89CF-4DB6-B06E-12E254F2B19E}" dt="2023-06-17T16:19:13.920" v="558" actId="1076"/>
          <ac:spMkLst>
            <pc:docMk/>
            <pc:sldMk cId="1799833192" sldId="324"/>
            <ac:spMk id="13" creationId="{AC9C3302-B818-C4A1-0C67-0FC57E12946C}"/>
          </ac:spMkLst>
        </pc:spChg>
        <pc:spChg chg="add mod">
          <ac:chgData name="Songqing Gu" userId="c4d8cb49210192e2" providerId="LiveId" clId="{F097FD7C-89CF-4DB6-B06E-12E254F2B19E}" dt="2023-06-17T18:37:02.510" v="546" actId="14100"/>
          <ac:spMkLst>
            <pc:docMk/>
            <pc:sldMk cId="1799833192" sldId="324"/>
            <ac:spMk id="15" creationId="{C70BBC1F-40D2-FC5D-4AB5-2B11975B2B34}"/>
          </ac:spMkLst>
        </pc:spChg>
        <pc:picChg chg="del mod">
          <ac:chgData name="Songqing Gu" userId="c4d8cb49210192e2" providerId="LiveId" clId="{F097FD7C-89CF-4DB6-B06E-12E254F2B19E}" dt="2023-06-17T07:39:33.970" v="54" actId="478"/>
          <ac:picMkLst>
            <pc:docMk/>
            <pc:sldMk cId="1799833192" sldId="324"/>
            <ac:picMk id="1026" creationId="{0D404672-C64B-4AC2-F307-7B29A69527BB}"/>
          </ac:picMkLst>
        </pc:picChg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3501980466" sldId="324"/>
        </pc:sldMkLst>
      </pc:sldChg>
      <pc:sldChg chg="del">
        <pc:chgData name="Songqing Gu" userId="c4d8cb49210192e2" providerId="LiveId" clId="{F097FD7C-89CF-4DB6-B06E-12E254F2B19E}" dt="2023-06-17T07:31:48.427" v="44" actId="47"/>
        <pc:sldMkLst>
          <pc:docMk/>
          <pc:sldMk cId="990597973" sldId="325"/>
        </pc:sldMkLst>
      </pc:sldChg>
      <pc:sldChg chg="addSp delSp modSp add mod modNotesTx">
        <pc:chgData name="Songqing Gu" userId="c4d8cb49210192e2" providerId="LiveId" clId="{F097FD7C-89CF-4DB6-B06E-12E254F2B19E}" dt="2023-06-17T16:26:18.521" v="630" actId="12"/>
        <pc:sldMkLst>
          <pc:docMk/>
          <pc:sldMk cId="1154477822" sldId="325"/>
        </pc:sldMkLst>
        <pc:spChg chg="add mod">
          <ac:chgData name="Songqing Gu" userId="c4d8cb49210192e2" providerId="LiveId" clId="{F097FD7C-89CF-4DB6-B06E-12E254F2B19E}" dt="2023-06-17T16:23:57.036" v="582" actId="1076"/>
          <ac:spMkLst>
            <pc:docMk/>
            <pc:sldMk cId="1154477822" sldId="325"/>
            <ac:spMk id="2" creationId="{1DDC8D7B-8355-A634-57B9-8193E25927F5}"/>
          </ac:spMkLst>
        </pc:spChg>
        <pc:spChg chg="del">
          <ac:chgData name="Songqing Gu" userId="c4d8cb49210192e2" providerId="LiveId" clId="{F097FD7C-89CF-4DB6-B06E-12E254F2B19E}" dt="2023-06-17T07:40:52.366" v="119" actId="478"/>
          <ac:spMkLst>
            <pc:docMk/>
            <pc:sldMk cId="1154477822" sldId="325"/>
            <ac:spMk id="3" creationId="{51E29064-9655-9607-A465-A1A2753936D4}"/>
          </ac:spMkLst>
        </pc:spChg>
        <pc:spChg chg="add mod">
          <ac:chgData name="Songqing Gu" userId="c4d8cb49210192e2" providerId="LiveId" clId="{F097FD7C-89CF-4DB6-B06E-12E254F2B19E}" dt="2023-06-17T16:24:43.567" v="590" actId="1076"/>
          <ac:spMkLst>
            <pc:docMk/>
            <pc:sldMk cId="1154477822" sldId="325"/>
            <ac:spMk id="3" creationId="{E4564931-EBE6-524A-3885-E81C81B75EF1}"/>
          </ac:spMkLst>
        </pc:spChg>
        <pc:spChg chg="mod">
          <ac:chgData name="Songqing Gu" userId="c4d8cb49210192e2" providerId="LiveId" clId="{F097FD7C-89CF-4DB6-B06E-12E254F2B19E}" dt="2023-06-17T13:46:50.560" v="255" actId="14100"/>
          <ac:spMkLst>
            <pc:docMk/>
            <pc:sldMk cId="1154477822" sldId="325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6:22:27.918" v="580" actId="14100"/>
          <ac:spMkLst>
            <pc:docMk/>
            <pc:sldMk cId="1154477822" sldId="325"/>
            <ac:spMk id="5" creationId="{7F4FC5D8-1EB3-12DA-3D80-E05C0DE8CD12}"/>
          </ac:spMkLst>
        </pc:spChg>
        <pc:spChg chg="add mod">
          <ac:chgData name="Songqing Gu" userId="c4d8cb49210192e2" providerId="LiveId" clId="{F097FD7C-89CF-4DB6-B06E-12E254F2B19E}" dt="2023-06-17T16:24:33.480" v="589" actId="12"/>
          <ac:spMkLst>
            <pc:docMk/>
            <pc:sldMk cId="1154477822" sldId="325"/>
            <ac:spMk id="7" creationId="{77580ACD-D013-6BB3-45CA-9A9AD91DB111}"/>
          </ac:spMkLst>
        </pc:spChg>
        <pc:spChg chg="add mod">
          <ac:chgData name="Songqing Gu" userId="c4d8cb49210192e2" providerId="LiveId" clId="{F097FD7C-89CF-4DB6-B06E-12E254F2B19E}" dt="2023-06-17T16:26:12.873" v="629" actId="12"/>
          <ac:spMkLst>
            <pc:docMk/>
            <pc:sldMk cId="1154477822" sldId="325"/>
            <ac:spMk id="9" creationId="{D9CC1250-7C69-F81D-285D-5FF80BC71F60}"/>
          </ac:spMkLst>
        </pc:spChg>
        <pc:spChg chg="add mod">
          <ac:chgData name="Songqing Gu" userId="c4d8cb49210192e2" providerId="LiveId" clId="{F097FD7C-89CF-4DB6-B06E-12E254F2B19E}" dt="2023-06-17T16:26:18.521" v="630" actId="12"/>
          <ac:spMkLst>
            <pc:docMk/>
            <pc:sldMk cId="1154477822" sldId="325"/>
            <ac:spMk id="11" creationId="{0C9FAC7D-1A91-7373-3854-AA18325A3CF0}"/>
          </ac:spMkLst>
        </pc:spChg>
      </pc:sldChg>
      <pc:sldChg chg="addSp delSp modSp add mod">
        <pc:chgData name="Songqing Gu" userId="c4d8cb49210192e2" providerId="LiveId" clId="{F097FD7C-89CF-4DB6-B06E-12E254F2B19E}" dt="2023-06-17T16:30:19.008" v="661" actId="12"/>
        <pc:sldMkLst>
          <pc:docMk/>
          <pc:sldMk cId="756424536" sldId="326"/>
        </pc:sldMkLst>
        <pc:spChg chg="add mod">
          <ac:chgData name="Songqing Gu" userId="c4d8cb49210192e2" providerId="LiveId" clId="{F097FD7C-89CF-4DB6-B06E-12E254F2B19E}" dt="2023-06-17T16:27:51.067" v="636" actId="14100"/>
          <ac:spMkLst>
            <pc:docMk/>
            <pc:sldMk cId="756424536" sldId="326"/>
            <ac:spMk id="3" creationId="{2074998A-1591-0A55-A5B4-C40F0F6132AA}"/>
          </ac:spMkLst>
        </pc:spChg>
        <pc:spChg chg="mod">
          <ac:chgData name="Songqing Gu" userId="c4d8cb49210192e2" providerId="LiveId" clId="{F097FD7C-89CF-4DB6-B06E-12E254F2B19E}" dt="2023-06-17T07:41:18.070" v="146" actId="20577"/>
          <ac:spMkLst>
            <pc:docMk/>
            <pc:sldMk cId="756424536" sldId="326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6:28:24.511" v="641" actId="12"/>
          <ac:spMkLst>
            <pc:docMk/>
            <pc:sldMk cId="756424536" sldId="326"/>
            <ac:spMk id="5" creationId="{55B3EC28-B3E7-54B7-559C-2894B94696C9}"/>
          </ac:spMkLst>
        </pc:spChg>
        <pc:spChg chg="del">
          <ac:chgData name="Songqing Gu" userId="c4d8cb49210192e2" providerId="LiveId" clId="{F097FD7C-89CF-4DB6-B06E-12E254F2B19E}" dt="2023-06-17T07:41:33.958" v="147" actId="478"/>
          <ac:spMkLst>
            <pc:docMk/>
            <pc:sldMk cId="756424536" sldId="326"/>
            <ac:spMk id="5" creationId="{7F4FC5D8-1EB3-12DA-3D80-E05C0DE8CD12}"/>
          </ac:spMkLst>
        </pc:spChg>
        <pc:spChg chg="add mod">
          <ac:chgData name="Songqing Gu" userId="c4d8cb49210192e2" providerId="LiveId" clId="{F097FD7C-89CF-4DB6-B06E-12E254F2B19E}" dt="2023-06-17T16:28:35.405" v="642"/>
          <ac:spMkLst>
            <pc:docMk/>
            <pc:sldMk cId="756424536" sldId="326"/>
            <ac:spMk id="6" creationId="{08178045-BC7E-F69D-9C7C-01C7899919FD}"/>
          </ac:spMkLst>
        </pc:spChg>
        <pc:spChg chg="add mod">
          <ac:chgData name="Songqing Gu" userId="c4d8cb49210192e2" providerId="LiveId" clId="{F097FD7C-89CF-4DB6-B06E-12E254F2B19E}" dt="2023-06-17T16:28:43.754" v="643"/>
          <ac:spMkLst>
            <pc:docMk/>
            <pc:sldMk cId="756424536" sldId="326"/>
            <ac:spMk id="7" creationId="{EC2232F6-8AC1-BDF8-B7B7-5504ACDA2B46}"/>
          </ac:spMkLst>
        </pc:spChg>
        <pc:spChg chg="add mod">
          <ac:chgData name="Songqing Gu" userId="c4d8cb49210192e2" providerId="LiveId" clId="{F097FD7C-89CF-4DB6-B06E-12E254F2B19E}" dt="2023-06-17T16:30:13.734" v="660" actId="12"/>
          <ac:spMkLst>
            <pc:docMk/>
            <pc:sldMk cId="756424536" sldId="326"/>
            <ac:spMk id="9" creationId="{EE314D3C-6A3E-2266-BF00-C514E648C465}"/>
          </ac:spMkLst>
        </pc:spChg>
        <pc:spChg chg="add mod">
          <ac:chgData name="Songqing Gu" userId="c4d8cb49210192e2" providerId="LiveId" clId="{F097FD7C-89CF-4DB6-B06E-12E254F2B19E}" dt="2023-06-17T16:30:19.008" v="661" actId="12"/>
          <ac:spMkLst>
            <pc:docMk/>
            <pc:sldMk cId="756424536" sldId="326"/>
            <ac:spMk id="11" creationId="{711A13DC-559F-277B-2E44-D3A8CCD16F16}"/>
          </ac:spMkLst>
        </pc:spChg>
      </pc:sldChg>
      <pc:sldChg chg="addSp delSp modSp add mod modNotesTx">
        <pc:chgData name="Songqing Gu" userId="c4d8cb49210192e2" providerId="LiveId" clId="{F097FD7C-89CF-4DB6-B06E-12E254F2B19E}" dt="2023-06-17T17:16:15.525" v="835" actId="20577"/>
        <pc:sldMkLst>
          <pc:docMk/>
          <pc:sldMk cId="656688664" sldId="327"/>
        </pc:sldMkLst>
        <pc:spChg chg="del mod">
          <ac:chgData name="Songqing Gu" userId="c4d8cb49210192e2" providerId="LiveId" clId="{F097FD7C-89CF-4DB6-B06E-12E254F2B19E}" dt="2023-06-17T07:42:59.146" v="171" actId="478"/>
          <ac:spMkLst>
            <pc:docMk/>
            <pc:sldMk cId="656688664" sldId="327"/>
            <ac:spMk id="3" creationId="{2074998A-1591-0A55-A5B4-C40F0F6132AA}"/>
          </ac:spMkLst>
        </pc:spChg>
        <pc:spChg chg="add mod">
          <ac:chgData name="Songqing Gu" userId="c4d8cb49210192e2" providerId="LiveId" clId="{F097FD7C-89CF-4DB6-B06E-12E254F2B19E}" dt="2023-06-17T16:33:25.292" v="686" actId="14100"/>
          <ac:spMkLst>
            <pc:docMk/>
            <pc:sldMk cId="656688664" sldId="327"/>
            <ac:spMk id="3" creationId="{CC4814BA-7F8F-6444-2515-81CFA25D99BA}"/>
          </ac:spMkLst>
        </pc:spChg>
        <pc:spChg chg="mod">
          <ac:chgData name="Songqing Gu" userId="c4d8cb49210192e2" providerId="LiveId" clId="{F097FD7C-89CF-4DB6-B06E-12E254F2B19E}" dt="2023-06-17T13:48:37.639" v="272" actId="1076"/>
          <ac:spMkLst>
            <pc:docMk/>
            <pc:sldMk cId="656688664" sldId="327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6:33:34.716" v="694" actId="20577"/>
          <ac:spMkLst>
            <pc:docMk/>
            <pc:sldMk cId="656688664" sldId="327"/>
            <ac:spMk id="5" creationId="{F43723C0-6C72-026B-2526-89268A8E045B}"/>
          </ac:spMkLst>
        </pc:spChg>
        <pc:spChg chg="add mod">
          <ac:chgData name="Songqing Gu" userId="c4d8cb49210192e2" providerId="LiveId" clId="{F097FD7C-89CF-4DB6-B06E-12E254F2B19E}" dt="2023-06-17T16:35:48.183" v="709" actId="207"/>
          <ac:spMkLst>
            <pc:docMk/>
            <pc:sldMk cId="656688664" sldId="327"/>
            <ac:spMk id="7" creationId="{196A0123-0BEA-C769-3BA3-973F08863A78}"/>
          </ac:spMkLst>
        </pc:spChg>
        <pc:spChg chg="add mod">
          <ac:chgData name="Songqing Gu" userId="c4d8cb49210192e2" providerId="LiveId" clId="{F097FD7C-89CF-4DB6-B06E-12E254F2B19E}" dt="2023-06-17T16:35:52.467" v="710" actId="207"/>
          <ac:spMkLst>
            <pc:docMk/>
            <pc:sldMk cId="656688664" sldId="327"/>
            <ac:spMk id="9" creationId="{CE92ED9E-284A-4160-BEFD-123B6F1BA44A}"/>
          </ac:spMkLst>
        </pc:spChg>
        <pc:spChg chg="add mod">
          <ac:chgData name="Songqing Gu" userId="c4d8cb49210192e2" providerId="LiveId" clId="{F097FD7C-89CF-4DB6-B06E-12E254F2B19E}" dt="2023-06-17T17:10:17.330" v="813"/>
          <ac:spMkLst>
            <pc:docMk/>
            <pc:sldMk cId="656688664" sldId="327"/>
            <ac:spMk id="10" creationId="{4F5A80C8-53CE-0667-9A57-169001D1EF57}"/>
          </ac:spMkLst>
        </pc:spChg>
        <pc:spChg chg="add mod">
          <ac:chgData name="Songqing Gu" userId="c4d8cb49210192e2" providerId="LiveId" clId="{F097FD7C-89CF-4DB6-B06E-12E254F2B19E}" dt="2023-06-17T17:10:17.330" v="813"/>
          <ac:spMkLst>
            <pc:docMk/>
            <pc:sldMk cId="656688664" sldId="327"/>
            <ac:spMk id="11" creationId="{96CAA985-22B0-BED0-8E41-665BEC7BA249}"/>
          </ac:spMkLst>
        </pc:spChg>
      </pc:sldChg>
      <pc:sldChg chg="addSp delSp modSp add mod modNotesTx">
        <pc:chgData name="Songqing Gu" userId="c4d8cb49210192e2" providerId="LiveId" clId="{F097FD7C-89CF-4DB6-B06E-12E254F2B19E}" dt="2023-06-17T17:15:35.519" v="833" actId="20577"/>
        <pc:sldMkLst>
          <pc:docMk/>
          <pc:sldMk cId="2516668530" sldId="328"/>
        </pc:sldMkLst>
        <pc:spChg chg="add mod">
          <ac:chgData name="Songqing Gu" userId="c4d8cb49210192e2" providerId="LiveId" clId="{F097FD7C-89CF-4DB6-B06E-12E254F2B19E}" dt="2023-06-17T16:36:46.893" v="715" actId="14100"/>
          <ac:spMkLst>
            <pc:docMk/>
            <pc:sldMk cId="2516668530" sldId="328"/>
            <ac:spMk id="3" creationId="{5E017169-E912-903F-10B6-782A1A529DFC}"/>
          </ac:spMkLst>
        </pc:spChg>
        <pc:spChg chg="mod">
          <ac:chgData name="Songqing Gu" userId="c4d8cb49210192e2" providerId="LiveId" clId="{F097FD7C-89CF-4DB6-B06E-12E254F2B19E}" dt="2023-06-17T13:49:22.302" v="275" actId="1076"/>
          <ac:spMkLst>
            <pc:docMk/>
            <pc:sldMk cId="2516668530" sldId="328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6:58:17.378" v="720" actId="255"/>
          <ac:spMkLst>
            <pc:docMk/>
            <pc:sldMk cId="2516668530" sldId="328"/>
            <ac:spMk id="5" creationId="{28BFFEB4-8B43-9EB5-72AC-B99A73A8735B}"/>
          </ac:spMkLst>
        </pc:spChg>
        <pc:spChg chg="del">
          <ac:chgData name="Songqing Gu" userId="c4d8cb49210192e2" providerId="LiveId" clId="{F097FD7C-89CF-4DB6-B06E-12E254F2B19E}" dt="2023-06-17T07:43:43.518" v="186" actId="478"/>
          <ac:spMkLst>
            <pc:docMk/>
            <pc:sldMk cId="2516668530" sldId="328"/>
            <ac:spMk id="5" creationId="{F43723C0-6C72-026B-2526-89268A8E045B}"/>
          </ac:spMkLst>
        </pc:spChg>
        <pc:spChg chg="add mod">
          <ac:chgData name="Songqing Gu" userId="c4d8cb49210192e2" providerId="LiveId" clId="{F097FD7C-89CF-4DB6-B06E-12E254F2B19E}" dt="2023-06-17T16:59:55.625" v="732" actId="255"/>
          <ac:spMkLst>
            <pc:docMk/>
            <pc:sldMk cId="2516668530" sldId="328"/>
            <ac:spMk id="7" creationId="{BD6C5753-85F8-0212-C714-2DE8DE16152E}"/>
          </ac:spMkLst>
        </pc:spChg>
        <pc:spChg chg="add mod">
          <ac:chgData name="Songqing Gu" userId="c4d8cb49210192e2" providerId="LiveId" clId="{F097FD7C-89CF-4DB6-B06E-12E254F2B19E}" dt="2023-06-17T17:00:13.291" v="734" actId="207"/>
          <ac:spMkLst>
            <pc:docMk/>
            <pc:sldMk cId="2516668530" sldId="328"/>
            <ac:spMk id="9" creationId="{20C0E699-1C44-F594-31EA-55F1F91EBEEF}"/>
          </ac:spMkLst>
        </pc:spChg>
        <pc:spChg chg="add mod">
          <ac:chgData name="Songqing Gu" userId="c4d8cb49210192e2" providerId="LiveId" clId="{F097FD7C-89CF-4DB6-B06E-12E254F2B19E}" dt="2023-06-17T17:10:21.111" v="814"/>
          <ac:spMkLst>
            <pc:docMk/>
            <pc:sldMk cId="2516668530" sldId="328"/>
            <ac:spMk id="10" creationId="{997B3978-4659-F44C-11BF-F0565DD338AD}"/>
          </ac:spMkLst>
        </pc:spChg>
        <pc:spChg chg="add mod">
          <ac:chgData name="Songqing Gu" userId="c4d8cb49210192e2" providerId="LiveId" clId="{F097FD7C-89CF-4DB6-B06E-12E254F2B19E}" dt="2023-06-17T17:10:21.111" v="814"/>
          <ac:spMkLst>
            <pc:docMk/>
            <pc:sldMk cId="2516668530" sldId="328"/>
            <ac:spMk id="11" creationId="{DE00D9CC-0714-F8C7-014E-A1076F78A60B}"/>
          </ac:spMkLst>
        </pc:spChg>
      </pc:sldChg>
      <pc:sldChg chg="addSp delSp modSp add mod modNotesTx">
        <pc:chgData name="Songqing Gu" userId="c4d8cb49210192e2" providerId="LiveId" clId="{F097FD7C-89CF-4DB6-B06E-12E254F2B19E}" dt="2023-06-17T17:10:24.819" v="815"/>
        <pc:sldMkLst>
          <pc:docMk/>
          <pc:sldMk cId="1551930110" sldId="329"/>
        </pc:sldMkLst>
        <pc:spChg chg="del">
          <ac:chgData name="Songqing Gu" userId="c4d8cb49210192e2" providerId="LiveId" clId="{F097FD7C-89CF-4DB6-B06E-12E254F2B19E}" dt="2023-06-17T07:44:16.247" v="202" actId="478"/>
          <ac:spMkLst>
            <pc:docMk/>
            <pc:sldMk cId="1551930110" sldId="329"/>
            <ac:spMk id="3" creationId="{5E017169-E912-903F-10B6-782A1A529DFC}"/>
          </ac:spMkLst>
        </pc:spChg>
        <pc:spChg chg="add mod">
          <ac:chgData name="Songqing Gu" userId="c4d8cb49210192e2" providerId="LiveId" clId="{F097FD7C-89CF-4DB6-B06E-12E254F2B19E}" dt="2023-06-17T17:03:58.747" v="745" actId="255"/>
          <ac:spMkLst>
            <pc:docMk/>
            <pc:sldMk cId="1551930110" sldId="329"/>
            <ac:spMk id="3" creationId="{F0CF6558-C091-FFC8-AEEF-A91F13B3BCAB}"/>
          </ac:spMkLst>
        </pc:spChg>
        <pc:spChg chg="mod">
          <ac:chgData name="Songqing Gu" userId="c4d8cb49210192e2" providerId="LiveId" clId="{F097FD7C-89CF-4DB6-B06E-12E254F2B19E}" dt="2023-06-17T13:49:57.795" v="281" actId="1076"/>
          <ac:spMkLst>
            <pc:docMk/>
            <pc:sldMk cId="1551930110" sldId="329"/>
            <ac:spMk id="4" creationId="{D93A402D-E00A-67AE-9662-84C72A531CAC}"/>
          </ac:spMkLst>
        </pc:spChg>
        <pc:spChg chg="add mod">
          <ac:chgData name="Songqing Gu" userId="c4d8cb49210192e2" providerId="LiveId" clId="{F097FD7C-89CF-4DB6-B06E-12E254F2B19E}" dt="2023-06-17T17:03:26.933" v="740" actId="12"/>
          <ac:spMkLst>
            <pc:docMk/>
            <pc:sldMk cId="1551930110" sldId="329"/>
            <ac:spMk id="5" creationId="{6E96E4DA-E83E-ADC6-5E7F-94795D55A5B9}"/>
          </ac:spMkLst>
        </pc:spChg>
        <pc:spChg chg="add mod">
          <ac:chgData name="Songqing Gu" userId="c4d8cb49210192e2" providerId="LiveId" clId="{F097FD7C-89CF-4DB6-B06E-12E254F2B19E}" dt="2023-06-17T17:05:28.449" v="786" actId="1076"/>
          <ac:spMkLst>
            <pc:docMk/>
            <pc:sldMk cId="1551930110" sldId="329"/>
            <ac:spMk id="7" creationId="{F491D091-3D5A-F9A1-E4BD-BAE9D2AC9667}"/>
          </ac:spMkLst>
        </pc:spChg>
        <pc:spChg chg="add mod">
          <ac:chgData name="Songqing Gu" userId="c4d8cb49210192e2" providerId="LiveId" clId="{F097FD7C-89CF-4DB6-B06E-12E254F2B19E}" dt="2023-06-17T17:06:22.078" v="788" actId="12"/>
          <ac:spMkLst>
            <pc:docMk/>
            <pc:sldMk cId="1551930110" sldId="329"/>
            <ac:spMk id="9" creationId="{E7738773-86DA-3148-F88D-9080C321B426}"/>
          </ac:spMkLst>
        </pc:spChg>
        <pc:spChg chg="add mod">
          <ac:chgData name="Songqing Gu" userId="c4d8cb49210192e2" providerId="LiveId" clId="{F097FD7C-89CF-4DB6-B06E-12E254F2B19E}" dt="2023-06-17T17:10:24.819" v="815"/>
          <ac:spMkLst>
            <pc:docMk/>
            <pc:sldMk cId="1551930110" sldId="329"/>
            <ac:spMk id="10" creationId="{6A076E6E-0758-19B7-3578-FA2587DCFDEA}"/>
          </ac:spMkLst>
        </pc:spChg>
        <pc:spChg chg="add mod">
          <ac:chgData name="Songqing Gu" userId="c4d8cb49210192e2" providerId="LiveId" clId="{F097FD7C-89CF-4DB6-B06E-12E254F2B19E}" dt="2023-06-17T17:10:24.819" v="815"/>
          <ac:spMkLst>
            <pc:docMk/>
            <pc:sldMk cId="1551930110" sldId="329"/>
            <ac:spMk id="11" creationId="{192312E4-F5BC-3ABB-9E7A-3B659DFAF119}"/>
          </ac:spMkLst>
        </pc:spChg>
      </pc:sldChg>
      <pc:sldChg chg="addSp delSp modSp add mod">
        <pc:chgData name="Songqing Gu" userId="c4d8cb49210192e2" providerId="LiveId" clId="{F097FD7C-89CF-4DB6-B06E-12E254F2B19E}" dt="2023-06-17T18:35:06.187" v="532" actId="1076"/>
        <pc:sldMkLst>
          <pc:docMk/>
          <pc:sldMk cId="794013672" sldId="330"/>
        </pc:sldMkLst>
        <pc:spChg chg="add mod">
          <ac:chgData name="Songqing Gu" userId="c4d8cb49210192e2" providerId="LiveId" clId="{F097FD7C-89CF-4DB6-B06E-12E254F2B19E}" dt="2023-06-17T18:35:06.187" v="532" actId="1076"/>
          <ac:spMkLst>
            <pc:docMk/>
            <pc:sldMk cId="794013672" sldId="330"/>
            <ac:spMk id="3" creationId="{689476AC-9443-2EA4-CD70-1DF3A781738C}"/>
          </ac:spMkLst>
        </pc:spChg>
        <pc:spChg chg="add mod">
          <ac:chgData name="Songqing Gu" userId="c4d8cb49210192e2" providerId="LiveId" clId="{F097FD7C-89CF-4DB6-B06E-12E254F2B19E}" dt="2023-06-17T18:34:52.079" v="531" actId="1076"/>
          <ac:spMkLst>
            <pc:docMk/>
            <pc:sldMk cId="794013672" sldId="330"/>
            <ac:spMk id="5" creationId="{2135C130-5DEF-25E0-6042-786EED1D78AF}"/>
          </ac:spMkLst>
        </pc:spChg>
        <pc:spChg chg="add mod">
          <ac:chgData name="Songqing Gu" userId="c4d8cb49210192e2" providerId="LiveId" clId="{F097FD7C-89CF-4DB6-B06E-12E254F2B19E}" dt="2023-06-17T13:54:26.773" v="327" actId="14100"/>
          <ac:spMkLst>
            <pc:docMk/>
            <pc:sldMk cId="794013672" sldId="330"/>
            <ac:spMk id="6" creationId="{55DBD117-1BA8-7BA8-B1D1-9EEE5C15E00E}"/>
          </ac:spMkLst>
        </pc:spChg>
        <pc:spChg chg="add mod">
          <ac:chgData name="Songqing Gu" userId="c4d8cb49210192e2" providerId="LiveId" clId="{F097FD7C-89CF-4DB6-B06E-12E254F2B19E}" dt="2023-06-17T13:54:39.814" v="330" actId="1076"/>
          <ac:spMkLst>
            <pc:docMk/>
            <pc:sldMk cId="794013672" sldId="330"/>
            <ac:spMk id="8" creationId="{487930D6-51C6-3900-32AD-42371EDDD396}"/>
          </ac:spMkLst>
        </pc:spChg>
        <pc:spChg chg="add mod">
          <ac:chgData name="Songqing Gu" userId="c4d8cb49210192e2" providerId="LiveId" clId="{F097FD7C-89CF-4DB6-B06E-12E254F2B19E}" dt="2023-06-17T13:53:50.078" v="322" actId="1076"/>
          <ac:spMkLst>
            <pc:docMk/>
            <pc:sldMk cId="794013672" sldId="330"/>
            <ac:spMk id="10" creationId="{DF28F528-5B26-03E1-6425-E51BCB3880F0}"/>
          </ac:spMkLst>
        </pc:spChg>
        <pc:spChg chg="add mod">
          <ac:chgData name="Songqing Gu" userId="c4d8cb49210192e2" providerId="LiveId" clId="{F097FD7C-89CF-4DB6-B06E-12E254F2B19E}" dt="2023-06-17T13:54:30.350" v="328" actId="1076"/>
          <ac:spMkLst>
            <pc:docMk/>
            <pc:sldMk cId="794013672" sldId="330"/>
            <ac:spMk id="11" creationId="{7E99AAF5-BECD-3C8A-6EE7-5EE03177325C}"/>
          </ac:spMkLst>
        </pc:spChg>
        <pc:spChg chg="add mod">
          <ac:chgData name="Songqing Gu" userId="c4d8cb49210192e2" providerId="LiveId" clId="{F097FD7C-89CF-4DB6-B06E-12E254F2B19E}" dt="2023-06-17T13:54:33.177" v="329" actId="1076"/>
          <ac:spMkLst>
            <pc:docMk/>
            <pc:sldMk cId="794013672" sldId="330"/>
            <ac:spMk id="12" creationId="{55B6348D-DADF-F232-2EBC-5C255F77824C}"/>
          </ac:spMkLst>
        </pc:spChg>
        <pc:picChg chg="del mod">
          <ac:chgData name="Songqing Gu" userId="c4d8cb49210192e2" providerId="LiveId" clId="{F097FD7C-89CF-4DB6-B06E-12E254F2B19E}" dt="2023-06-17T10:33:29.876" v="209" actId="478"/>
          <ac:picMkLst>
            <pc:docMk/>
            <pc:sldMk cId="794013672" sldId="330"/>
            <ac:picMk id="1026" creationId="{0D404672-C64B-4AC2-F307-7B29A69527BB}"/>
          </ac:picMkLst>
        </pc:picChg>
      </pc:sldChg>
      <pc:sldChg chg="addSp delSp modSp add mod">
        <pc:chgData name="Songqing Gu" userId="c4d8cb49210192e2" providerId="LiveId" clId="{F097FD7C-89CF-4DB6-B06E-12E254F2B19E}" dt="2023-06-17T17:08:11.753" v="812" actId="207"/>
        <pc:sldMkLst>
          <pc:docMk/>
          <pc:sldMk cId="314671585" sldId="331"/>
        </pc:sldMkLst>
        <pc:spChg chg="add mod">
          <ac:chgData name="Songqing Gu" userId="c4d8cb49210192e2" providerId="LiveId" clId="{F097FD7C-89CF-4DB6-B06E-12E254F2B19E}" dt="2023-06-17T17:08:11.753" v="812" actId="207"/>
          <ac:spMkLst>
            <pc:docMk/>
            <pc:sldMk cId="314671585" sldId="331"/>
            <ac:spMk id="3" creationId="{BC840AB7-D3B0-49B4-3A06-AE90A28A2130}"/>
          </ac:spMkLst>
        </pc:spChg>
        <pc:picChg chg="add mod">
          <ac:chgData name="Songqing Gu" userId="c4d8cb49210192e2" providerId="LiveId" clId="{F097FD7C-89CF-4DB6-B06E-12E254F2B19E}" dt="2023-06-17T17:07:24.242" v="796" actId="1076"/>
          <ac:picMkLst>
            <pc:docMk/>
            <pc:sldMk cId="314671585" sldId="331"/>
            <ac:picMk id="2" creationId="{C4EEDD97-B2B4-48DD-27AA-90A2A0DFF1F2}"/>
          </ac:picMkLst>
        </pc:picChg>
        <pc:picChg chg="del">
          <ac:chgData name="Songqing Gu" userId="c4d8cb49210192e2" providerId="LiveId" clId="{F097FD7C-89CF-4DB6-B06E-12E254F2B19E}" dt="2023-06-17T17:06:56.034" v="790" actId="478"/>
          <ac:picMkLst>
            <pc:docMk/>
            <pc:sldMk cId="314671585" sldId="331"/>
            <ac:picMk id="1026" creationId="{0D404672-C64B-4AC2-F307-7B29A69527BB}"/>
          </ac:picMkLst>
        </pc:picChg>
      </pc:sldChg>
      <pc:sldChg chg="addSp delSp modSp add mod modNotesTx">
        <pc:chgData name="Songqing Gu" userId="c4d8cb49210192e2" providerId="LiveId" clId="{F097FD7C-89CF-4DB6-B06E-12E254F2B19E}" dt="2023-06-17T17:21:04.422" v="838" actId="14100"/>
        <pc:sldMkLst>
          <pc:docMk/>
          <pc:sldMk cId="103559569" sldId="332"/>
        </pc:sldMkLst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3" creationId="{F0CF6558-C091-FFC8-AEEF-A91F13B3BCAB}"/>
          </ac:spMkLst>
        </pc:spChg>
        <pc:spChg chg="mod">
          <ac:chgData name="Songqing Gu" userId="c4d8cb49210192e2" providerId="LiveId" clId="{F097FD7C-89CF-4DB6-B06E-12E254F2B19E}" dt="2023-06-17T17:11:02.737" v="827" actId="20577"/>
          <ac:spMkLst>
            <pc:docMk/>
            <pc:sldMk cId="103559569" sldId="332"/>
            <ac:spMk id="4" creationId="{D93A402D-E00A-67AE-9662-84C72A531CAC}"/>
          </ac:spMkLst>
        </pc:spChg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5" creationId="{6E96E4DA-E83E-ADC6-5E7F-94795D55A5B9}"/>
          </ac:spMkLst>
        </pc:spChg>
        <pc:spChg chg="add mod">
          <ac:chgData name="Songqing Gu" userId="c4d8cb49210192e2" providerId="LiveId" clId="{F097FD7C-89CF-4DB6-B06E-12E254F2B19E}" dt="2023-06-17T17:11:19.547" v="830" actId="14100"/>
          <ac:spMkLst>
            <pc:docMk/>
            <pc:sldMk cId="103559569" sldId="332"/>
            <ac:spMk id="6" creationId="{E328FAAD-B51D-50FA-7D7F-50E6706BA9ED}"/>
          </ac:spMkLst>
        </pc:spChg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7" creationId="{F491D091-3D5A-F9A1-E4BD-BAE9D2AC9667}"/>
          </ac:spMkLst>
        </pc:spChg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9" creationId="{E7738773-86DA-3148-F88D-9080C321B426}"/>
          </ac:spMkLst>
        </pc:spChg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10" creationId="{6A076E6E-0758-19B7-3578-FA2587DCFDEA}"/>
          </ac:spMkLst>
        </pc:spChg>
        <pc:spChg chg="del">
          <ac:chgData name="Songqing Gu" userId="c4d8cb49210192e2" providerId="LiveId" clId="{F097FD7C-89CF-4DB6-B06E-12E254F2B19E}" dt="2023-06-17T17:10:47.424" v="817" actId="478"/>
          <ac:spMkLst>
            <pc:docMk/>
            <pc:sldMk cId="103559569" sldId="332"/>
            <ac:spMk id="11" creationId="{192312E4-F5BC-3ABB-9E7A-3B659DFAF119}"/>
          </ac:spMkLst>
        </pc:spChg>
        <pc:spChg chg="add mod">
          <ac:chgData name="Songqing Gu" userId="c4d8cb49210192e2" providerId="LiveId" clId="{F097FD7C-89CF-4DB6-B06E-12E254F2B19E}" dt="2023-06-17T17:21:04.422" v="838" actId="14100"/>
          <ac:spMkLst>
            <pc:docMk/>
            <pc:sldMk cId="103559569" sldId="332"/>
            <ac:spMk id="12" creationId="{9E86F1CF-1FD7-4689-9AB7-CD0486C51568}"/>
          </ac:spMkLst>
        </pc:spChg>
      </pc:sldChg>
    </pc:docChg>
  </pc:docChgLst>
  <pc:docChgLst>
    <pc:chgData name="Songqing Gu" userId="c4d8cb49210192e2" providerId="LiveId" clId="{C191A271-5AB5-4229-AE14-FA6CEE75A23B}"/>
    <pc:docChg chg="custSel modSld">
      <pc:chgData name="Songqing Gu" userId="c4d8cb49210192e2" providerId="LiveId" clId="{C191A271-5AB5-4229-AE14-FA6CEE75A23B}" dt="2023-05-27T05:07:04.162" v="182" actId="14861"/>
      <pc:docMkLst>
        <pc:docMk/>
      </pc:docMkLst>
      <pc:sldChg chg="modSp mod">
        <pc:chgData name="Songqing Gu" userId="c4d8cb49210192e2" providerId="LiveId" clId="{C191A271-5AB5-4229-AE14-FA6CEE75A23B}" dt="2023-05-27T05:07:04.162" v="182" actId="14861"/>
        <pc:sldMkLst>
          <pc:docMk/>
          <pc:sldMk cId="3813058601" sldId="256"/>
        </pc:sldMkLst>
        <pc:spChg chg="mod">
          <ac:chgData name="Songqing Gu" userId="c4d8cb49210192e2" providerId="LiveId" clId="{C191A271-5AB5-4229-AE14-FA6CEE75A23B}" dt="2023-05-27T05:07:04.162" v="182" actId="14861"/>
          <ac:spMkLst>
            <pc:docMk/>
            <pc:sldMk cId="3813058601" sldId="256"/>
            <ac:spMk id="2" creationId="{00000000-0000-0000-0000-000000000000}"/>
          </ac:spMkLst>
        </pc:spChg>
        <pc:spChg chg="mod">
          <ac:chgData name="Songqing Gu" userId="c4d8cb49210192e2" providerId="LiveId" clId="{C191A271-5AB5-4229-AE14-FA6CEE75A23B}" dt="2023-05-27T05:06:50.989" v="181" actId="108"/>
          <ac:spMkLst>
            <pc:docMk/>
            <pc:sldMk cId="3813058601" sldId="256"/>
            <ac:spMk id="3" creationId="{00000000-0000-0000-0000-000000000000}"/>
          </ac:spMkLst>
        </pc:spChg>
      </pc:sldChg>
      <pc:sldChg chg="addSp delSp modSp mod">
        <pc:chgData name="Songqing Gu" userId="c4d8cb49210192e2" providerId="LiveId" clId="{C191A271-5AB5-4229-AE14-FA6CEE75A23B}" dt="2023-05-13T08:21:06.980" v="176" actId="167"/>
        <pc:sldMkLst>
          <pc:docMk/>
          <pc:sldMk cId="3799275039" sldId="296"/>
        </pc:sldMkLst>
        <pc:spChg chg="add mod">
          <ac:chgData name="Songqing Gu" userId="c4d8cb49210192e2" providerId="LiveId" clId="{C191A271-5AB5-4229-AE14-FA6CEE75A23B}" dt="2023-05-13T08:19:05.805" v="169" actId="1076"/>
          <ac:spMkLst>
            <pc:docMk/>
            <pc:sldMk cId="3799275039" sldId="296"/>
            <ac:spMk id="7" creationId="{85296C8B-FF76-31C5-6FB1-0A3FA8AB756D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8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6:46.258" v="109" actId="1076"/>
          <ac:spMkLst>
            <pc:docMk/>
            <pc:sldMk cId="3799275039" sldId="296"/>
            <ac:spMk id="12" creationId="{3D20E5C2-0A9E-E3C2-C36A-F19C77806FEF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13" creationId="{00000000-0000-0000-0000-000000000000}"/>
          </ac:spMkLst>
        </pc:spChg>
        <pc:spChg chg="add mod">
          <ac:chgData name="Songqing Gu" userId="c4d8cb49210192e2" providerId="LiveId" clId="{C191A271-5AB5-4229-AE14-FA6CEE75A23B}" dt="2023-05-13T08:17:13.820" v="147" actId="14100"/>
          <ac:spMkLst>
            <pc:docMk/>
            <pc:sldMk cId="3799275039" sldId="296"/>
            <ac:spMk id="15" creationId="{3545561A-5DBF-ABB7-C16C-E7EE929E1C12}"/>
          </ac:spMkLst>
        </pc:spChg>
        <pc:spChg chg="add mod">
          <ac:chgData name="Songqing Gu" userId="c4d8cb49210192e2" providerId="LiveId" clId="{C191A271-5AB5-4229-AE14-FA6CEE75A23B}" dt="2023-05-13T08:17:39.067" v="167" actId="20577"/>
          <ac:spMkLst>
            <pc:docMk/>
            <pc:sldMk cId="3799275039" sldId="296"/>
            <ac:spMk id="16" creationId="{62186DF2-A70A-D807-963F-3DB3A3063EEA}"/>
          </ac:spMkLst>
        </pc:spChg>
        <pc:spChg chg="add mod ord">
          <ac:chgData name="Songqing Gu" userId="c4d8cb49210192e2" providerId="LiveId" clId="{C191A271-5AB5-4229-AE14-FA6CEE75A23B}" dt="2023-05-13T08:21:06.980" v="176" actId="167"/>
          <ac:spMkLst>
            <pc:docMk/>
            <pc:sldMk cId="3799275039" sldId="296"/>
            <ac:spMk id="17" creationId="{0758F2B4-9475-B877-FBE9-1244D308D3A1}"/>
          </ac:spMkLst>
        </pc:spChg>
        <pc:spChg chg="mod">
          <ac:chgData name="Songqing Gu" userId="c4d8cb49210192e2" providerId="LiveId" clId="{C191A271-5AB5-4229-AE14-FA6CEE75A23B}" dt="2023-05-13T08:12:11.654" v="29" actId="1076"/>
          <ac:spMkLst>
            <pc:docMk/>
            <pc:sldMk cId="3799275039" sldId="296"/>
            <ac:spMk id="22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24.745" v="84" actId="1076"/>
          <ac:spMkLst>
            <pc:docMk/>
            <pc:sldMk cId="3799275039" sldId="296"/>
            <ac:spMk id="35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3:02.411" v="31" actId="1076"/>
          <ac:spMkLst>
            <pc:docMk/>
            <pc:sldMk cId="3799275039" sldId="296"/>
            <ac:spMk id="38" creationId="{00000000-0000-0000-0000-000000000000}"/>
          </ac:spMkLst>
        </pc:spChg>
        <pc:spChg chg="mod">
          <ac:chgData name="Songqing Gu" userId="c4d8cb49210192e2" providerId="LiveId" clId="{C191A271-5AB5-4229-AE14-FA6CEE75A23B}" dt="2023-05-13T08:16:32.724" v="107" actId="1037"/>
          <ac:spMkLst>
            <pc:docMk/>
            <pc:sldMk cId="3799275039" sldId="296"/>
            <ac:spMk id="39" creationId="{00000000-0000-0000-0000-000000000000}"/>
          </ac:spMkLst>
        </pc:spChg>
        <pc:grpChg chg="add 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" creationId="{5E451EEC-27F1-1564-7E56-C440B27B2E17}"/>
          </ac:grpSpMkLst>
        </pc:grpChg>
        <pc:grpChg chg="add mod">
          <ac:chgData name="Songqing Gu" userId="c4d8cb49210192e2" providerId="LiveId" clId="{C191A271-5AB5-4229-AE14-FA6CEE75A23B}" dt="2023-05-13T08:16:20.776" v="83" actId="1076"/>
          <ac:grpSpMkLst>
            <pc:docMk/>
            <pc:sldMk cId="3799275039" sldId="296"/>
            <ac:grpSpMk id="9" creationId="{82078F98-2687-4230-9182-4196B73855CD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29" creationId="{00000000-0000-0000-0000-000000000000}"/>
          </ac:grpSpMkLst>
        </pc:grpChg>
        <pc:grpChg chg="del mod">
          <ac:chgData name="Songqing Gu" userId="c4d8cb49210192e2" providerId="LiveId" clId="{C191A271-5AB5-4229-AE14-FA6CEE75A23B}" dt="2023-05-13T08:13:07.047" v="32" actId="478"/>
          <ac:grpSpMkLst>
            <pc:docMk/>
            <pc:sldMk cId="3799275039" sldId="296"/>
            <ac:grpSpMk id="40" creationId="{00000000-0000-0000-0000-000000000000}"/>
          </ac:grpSpMkLst>
        </pc:grpChg>
        <pc:grpChg chg="mod">
          <ac:chgData name="Songqing Gu" userId="c4d8cb49210192e2" providerId="LiveId" clId="{C191A271-5AB5-4229-AE14-FA6CEE75A23B}" dt="2023-05-13T08:16:32.724" v="107" actId="1037"/>
          <ac:grpSpMkLst>
            <pc:docMk/>
            <pc:sldMk cId="3799275039" sldId="296"/>
            <ac:grpSpMk id="43" creationId="{00000000-0000-0000-0000-000000000000}"/>
          </ac:grpSpMkLst>
        </pc:grpChg>
        <pc:picChg chg="add mod">
          <ac:chgData name="Songqing Gu" userId="c4d8cb49210192e2" providerId="LiveId" clId="{C191A271-5AB5-4229-AE14-FA6CEE75A23B}" dt="2023-05-13T08:16:32.724" v="107" actId="1037"/>
          <ac:picMkLst>
            <pc:docMk/>
            <pc:sldMk cId="3799275039" sldId="296"/>
            <ac:picMk id="3" creationId="{5E76813F-CE22-FF38-2F53-0E7A201C42D8}"/>
          </ac:picMkLst>
        </pc:picChg>
        <pc:picChg chg="mod">
          <ac:chgData name="Songqing Gu" userId="c4d8cb49210192e2" providerId="LiveId" clId="{C191A271-5AB5-4229-AE14-FA6CEE75A23B}" dt="2023-05-13T08:18:57.577" v="168" actId="1076"/>
          <ac:picMkLst>
            <pc:docMk/>
            <pc:sldMk cId="3799275039" sldId="296"/>
            <ac:picMk id="1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20:44.059" v="170" actId="1076"/>
          <ac:picMkLst>
            <pc:docMk/>
            <pc:sldMk cId="3799275039" sldId="296"/>
            <ac:picMk id="34" creationId="{00000000-0000-0000-0000-000000000000}"/>
          </ac:picMkLst>
        </pc:picChg>
        <pc:picChg chg="mod">
          <ac:chgData name="Songqing Gu" userId="c4d8cb49210192e2" providerId="LiveId" clId="{C191A271-5AB5-4229-AE14-FA6CEE75A23B}" dt="2023-05-13T08:12:02.079" v="28" actId="1076"/>
          <ac:picMkLst>
            <pc:docMk/>
            <pc:sldMk cId="3799275039" sldId="296"/>
            <ac:picMk id="36" creationId="{00000000-0000-0000-0000-000000000000}"/>
          </ac:picMkLst>
        </pc:pic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5" creationId="{C8911E22-2030-DA9F-19AE-BE7475346AFC}"/>
          </ac:cxnSpMkLst>
        </pc:cxnChg>
        <pc:cxnChg chg="mod">
          <ac:chgData name="Songqing Gu" userId="c4d8cb49210192e2" providerId="LiveId" clId="{C191A271-5AB5-4229-AE14-FA6CEE75A23B}" dt="2023-05-13T07:36:59.322" v="17"/>
          <ac:cxnSpMkLst>
            <pc:docMk/>
            <pc:sldMk cId="3799275039" sldId="296"/>
            <ac:cxnSpMk id="6" creationId="{C277053D-2B2D-4F59-F646-9FFA1D16BDD5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0" creationId="{7782FC9C-FAC3-10FA-3CEB-648A7A5098ED}"/>
          </ac:cxnSpMkLst>
        </pc:cxnChg>
        <pc:cxnChg chg="mod">
          <ac:chgData name="Songqing Gu" userId="c4d8cb49210192e2" providerId="LiveId" clId="{C191A271-5AB5-4229-AE14-FA6CEE75A23B}" dt="2023-05-13T08:15:27.835" v="36"/>
          <ac:cxnSpMkLst>
            <pc:docMk/>
            <pc:sldMk cId="3799275039" sldId="296"/>
            <ac:cxnSpMk id="11" creationId="{47E809AA-24F8-DF3D-14CA-0A7F831FBEF8}"/>
          </ac:cxnSpMkLst>
        </pc:cxnChg>
      </pc:sldChg>
    </pc:docChg>
  </pc:docChgLst>
  <pc:docChgLst>
    <pc:chgData name="Songqing Gu" userId="c4d8cb49210192e2" providerId="LiveId" clId="{2F6101EC-ECD8-43FA-8019-9E3C204AE447}"/>
    <pc:docChg chg="custSel addSld delSld modSld sldOrd modSection">
      <pc:chgData name="Songqing Gu" userId="c4d8cb49210192e2" providerId="LiveId" clId="{2F6101EC-ECD8-43FA-8019-9E3C204AE447}" dt="2023-06-17T02:57:28.594" v="124" actId="1076"/>
      <pc:docMkLst>
        <pc:docMk/>
      </pc:docMkLst>
      <pc:sldChg chg="modSp del mod">
        <pc:chgData name="Songqing Gu" userId="c4d8cb49210192e2" providerId="LiveId" clId="{2F6101EC-ECD8-43FA-8019-9E3C204AE447}" dt="2023-06-16T12:28:24.588" v="33" actId="2696"/>
        <pc:sldMkLst>
          <pc:docMk/>
          <pc:sldMk cId="3813058601" sldId="256"/>
        </pc:sldMkLst>
        <pc:spChg chg="mod">
          <ac:chgData name="Songqing Gu" userId="c4d8cb49210192e2" providerId="LiveId" clId="{2F6101EC-ECD8-43FA-8019-9E3C204AE447}" dt="2023-06-12T04:12:00.026" v="28" actId="14100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2F6101EC-ECD8-43FA-8019-9E3C204AE447}" dt="2023-06-16T12:32:42.622" v="35" actId="47"/>
        <pc:sldMkLst>
          <pc:docMk/>
          <pc:sldMk cId="243240403" sldId="264"/>
        </pc:sldMkLst>
      </pc:sldChg>
      <pc:sldChg chg="setBg">
        <pc:chgData name="Songqing Gu" userId="c4d8cb49210192e2" providerId="LiveId" clId="{2F6101EC-ECD8-43FA-8019-9E3C204AE447}" dt="2023-06-16T12:32:32.221" v="34"/>
        <pc:sldMkLst>
          <pc:docMk/>
          <pc:sldMk cId="687835828" sldId="312"/>
        </pc:sldMkLst>
      </pc:sldChg>
      <pc:sldChg chg="modSp mod setBg">
        <pc:chgData name="Songqing Gu" userId="c4d8cb49210192e2" providerId="LiveId" clId="{2F6101EC-ECD8-43FA-8019-9E3C204AE447}" dt="2023-06-16T12:28:19.973" v="32" actId="1076"/>
        <pc:sldMkLst>
          <pc:docMk/>
          <pc:sldMk cId="523495732" sldId="323"/>
        </pc:sldMkLst>
        <pc:spChg chg="mod">
          <ac:chgData name="Songqing Gu" userId="c4d8cb49210192e2" providerId="LiveId" clId="{2F6101EC-ECD8-43FA-8019-9E3C204AE447}" dt="2023-06-16T12:28:19.973" v="32" actId="1076"/>
          <ac:spMkLst>
            <pc:docMk/>
            <pc:sldMk cId="523495732" sldId="323"/>
            <ac:spMk id="3" creationId="{00000000-0000-0000-0000-000000000000}"/>
          </ac:spMkLst>
        </pc:spChg>
      </pc:sldChg>
      <pc:sldChg chg="addSp delSp modSp add mod ord">
        <pc:chgData name="Songqing Gu" userId="c4d8cb49210192e2" providerId="LiveId" clId="{2F6101EC-ECD8-43FA-8019-9E3C204AE447}" dt="2023-06-17T02:54:56.252" v="62"/>
        <pc:sldMkLst>
          <pc:docMk/>
          <pc:sldMk cId="3501980466" sldId="324"/>
        </pc:sldMkLst>
        <pc:spChg chg="del">
          <ac:chgData name="Songqing Gu" userId="c4d8cb49210192e2" providerId="LiveId" clId="{2F6101EC-ECD8-43FA-8019-9E3C204AE447}" dt="2023-06-17T02:54:28.556" v="37" actId="478"/>
          <ac:spMkLst>
            <pc:docMk/>
            <pc:sldMk cId="3501980466" sldId="324"/>
            <ac:spMk id="2" creationId="{00000000-0000-0000-0000-000000000000}"/>
          </ac:spMkLst>
        </pc:spChg>
        <pc:spChg chg="mod">
          <ac:chgData name="Songqing Gu" userId="c4d8cb49210192e2" providerId="LiveId" clId="{2F6101EC-ECD8-43FA-8019-9E3C204AE447}" dt="2023-06-17T02:54:44.466" v="60" actId="20577"/>
          <ac:spMkLst>
            <pc:docMk/>
            <pc:sldMk cId="3501980466" sldId="324"/>
            <ac:spMk id="3" creationId="{00000000-0000-0000-0000-000000000000}"/>
          </ac:spMkLst>
        </pc:spChg>
        <pc:spChg chg="del">
          <ac:chgData name="Songqing Gu" userId="c4d8cb49210192e2" providerId="LiveId" clId="{2F6101EC-ECD8-43FA-8019-9E3C204AE447}" dt="2023-06-17T02:54:36.031" v="39" actId="478"/>
          <ac:spMkLst>
            <pc:docMk/>
            <pc:sldMk cId="3501980466" sldId="324"/>
            <ac:spMk id="4" creationId="{00000000-0000-0000-0000-000000000000}"/>
          </ac:spMkLst>
        </pc:spChg>
        <pc:spChg chg="add del mod">
          <ac:chgData name="Songqing Gu" userId="c4d8cb49210192e2" providerId="LiveId" clId="{2F6101EC-ECD8-43FA-8019-9E3C204AE447}" dt="2023-06-17T02:54:32.156" v="38" actId="478"/>
          <ac:spMkLst>
            <pc:docMk/>
            <pc:sldMk cId="3501980466" sldId="324"/>
            <ac:spMk id="7" creationId="{AFB42C70-935A-77B6-63E0-8B3BF7BE7002}"/>
          </ac:spMkLst>
        </pc:spChg>
        <pc:picChg chg="del">
          <ac:chgData name="Songqing Gu" userId="c4d8cb49210192e2" providerId="LiveId" clId="{2F6101EC-ECD8-43FA-8019-9E3C204AE447}" dt="2023-06-17T02:54:36.031" v="39" actId="478"/>
          <ac:picMkLst>
            <pc:docMk/>
            <pc:sldMk cId="3501980466" sldId="324"/>
            <ac:picMk id="5" creationId="{00000000-0000-0000-0000-000000000000}"/>
          </ac:picMkLst>
        </pc:picChg>
      </pc:sldChg>
      <pc:sldChg chg="addSp modSp add mod ord">
        <pc:chgData name="Songqing Gu" userId="c4d8cb49210192e2" providerId="LiveId" clId="{2F6101EC-ECD8-43FA-8019-9E3C204AE447}" dt="2023-06-17T02:57:28.594" v="124" actId="1076"/>
        <pc:sldMkLst>
          <pc:docMk/>
          <pc:sldMk cId="990597973" sldId="325"/>
        </pc:sldMkLst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2" creationId="{CD31317C-66CB-D346-D50F-6FB1B8881F95}"/>
          </ac:spMkLst>
        </pc:spChg>
        <pc:spChg chg="mod">
          <ac:chgData name="Songqing Gu" userId="c4d8cb49210192e2" providerId="LiveId" clId="{2F6101EC-ECD8-43FA-8019-9E3C204AE447}" dt="2023-06-17T02:57:17.876" v="122" actId="1076"/>
          <ac:spMkLst>
            <pc:docMk/>
            <pc:sldMk cId="990597973" sldId="325"/>
            <ac:spMk id="3" creationId="{00000000-0000-0000-0000-000000000000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4" creationId="{208C58A7-E7D0-26F8-35AC-66E6FDD6C03D}"/>
          </ac:spMkLst>
        </pc:spChg>
        <pc:spChg chg="add mod">
          <ac:chgData name="Songqing Gu" userId="c4d8cb49210192e2" providerId="LiveId" clId="{2F6101EC-ECD8-43FA-8019-9E3C204AE447}" dt="2023-06-17T02:57:24.740" v="123" actId="1076"/>
          <ac:spMkLst>
            <pc:docMk/>
            <pc:sldMk cId="990597973" sldId="325"/>
            <ac:spMk id="5" creationId="{124D50FB-B364-42AA-56AD-534351E36E33}"/>
          </ac:spMkLst>
        </pc:spChg>
        <pc:spChg chg="add mod">
          <ac:chgData name="Songqing Gu" userId="c4d8cb49210192e2" providerId="LiveId" clId="{2F6101EC-ECD8-43FA-8019-9E3C204AE447}" dt="2023-06-17T02:57:28.594" v="124" actId="1076"/>
          <ac:spMkLst>
            <pc:docMk/>
            <pc:sldMk cId="990597973" sldId="325"/>
            <ac:spMk id="6" creationId="{79D00DC3-F079-6506-243D-CE7ED39EF12A}"/>
          </ac:spMkLst>
        </pc:spChg>
      </pc:sldChg>
    </pc:docChg>
  </pc:docChgLst>
  <pc:docChgLst>
    <pc:chgData name="Songqing" userId="c4d8cb49210192e2" providerId="LiveId" clId="{097B142E-C6A6-47DE-B0D9-738B43242677}"/>
    <pc:docChg chg="modSld">
      <pc:chgData name="Songqing" userId="c4d8cb49210192e2" providerId="LiveId" clId="{097B142E-C6A6-47DE-B0D9-738B43242677}" dt="2023-03-22T04:23:16.089" v="21" actId="1038"/>
      <pc:docMkLst>
        <pc:docMk/>
      </pc:docMkLst>
      <pc:sldChg chg="modSp mod">
        <pc:chgData name="Songqing" userId="c4d8cb49210192e2" providerId="LiveId" clId="{097B142E-C6A6-47DE-B0D9-738B43242677}" dt="2023-03-22T04:23:16.089" v="21" actId="1038"/>
        <pc:sldMkLst>
          <pc:docMk/>
          <pc:sldMk cId="2644837690" sldId="298"/>
        </pc:sldMkLst>
        <pc:spChg chg="mod">
          <ac:chgData name="Songqing" userId="c4d8cb49210192e2" providerId="LiveId" clId="{097B142E-C6A6-47DE-B0D9-738B43242677}" dt="2023-03-22T04:23:01.530" v="1" actId="1076"/>
          <ac:spMkLst>
            <pc:docMk/>
            <pc:sldMk cId="2644837690" sldId="298"/>
            <ac:spMk id="3" creationId="{00000000-0000-0000-0000-000000000000}"/>
          </ac:spMkLst>
        </pc:spChg>
        <pc:spChg chg="mod">
          <ac:chgData name="Songqing" userId="c4d8cb49210192e2" providerId="LiveId" clId="{097B142E-C6A6-47DE-B0D9-738B43242677}" dt="2023-03-22T04:23:16.089" v="21" actId="1038"/>
          <ac:spMkLst>
            <pc:docMk/>
            <pc:sldMk cId="2644837690" sldId="298"/>
            <ac:spMk id="4" creationId="{00000000-0000-0000-0000-000000000000}"/>
          </ac:spMkLst>
        </pc:spChg>
        <pc:spChg chg="mod">
          <ac:chgData name="Songqing" userId="c4d8cb49210192e2" providerId="LiveId" clId="{097B142E-C6A6-47DE-B0D9-738B43242677}" dt="2023-03-22T04:22:24.710" v="0" actId="1076"/>
          <ac:spMkLst>
            <pc:docMk/>
            <pc:sldMk cId="2644837690" sldId="298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12/06/2024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0669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93708-7FE8-4EF9-B06E-E90DE391BDBF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6653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12/06/2024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 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1930" y="2509908"/>
            <a:ext cx="8846321" cy="919092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Software Testing Methodology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523495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17C539BE-11EA-88DE-8543-54A380AE6226}"/>
              </a:ext>
            </a:extLst>
          </p:cNvPr>
          <p:cNvSpPr txBox="1">
            <a:spLocks/>
          </p:cNvSpPr>
          <p:nvPr/>
        </p:nvSpPr>
        <p:spPr>
          <a:xfrm>
            <a:off x="3107037" y="2101965"/>
            <a:ext cx="7185044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Testing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F99C74-308B-1A84-C4E2-C1D495997306}"/>
              </a:ext>
            </a:extLst>
          </p:cNvPr>
          <p:cNvSpPr txBox="1"/>
          <p:nvPr/>
        </p:nvSpPr>
        <p:spPr>
          <a:xfrm>
            <a:off x="1584960" y="4760301"/>
            <a:ext cx="4775200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Reducing quality costs</a:t>
            </a:r>
            <a:endParaRPr lang="en-AU" sz="2400" kern="100" dirty="0">
              <a:solidFill>
                <a:schemeClr val="accent2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31055-4A5B-6BD8-E65A-F5736F5053A3}"/>
              </a:ext>
            </a:extLst>
          </p:cNvPr>
          <p:cNvSpPr txBox="1"/>
          <p:nvPr/>
        </p:nvSpPr>
        <p:spPr>
          <a:xfrm>
            <a:off x="1584960" y="1267020"/>
            <a:ext cx="6096000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Strengthening product quality</a:t>
            </a:r>
            <a:r>
              <a:rPr lang="en-AU" sz="2400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CCBC1-CA50-9456-8579-0874C3764CEE}"/>
              </a:ext>
            </a:extLst>
          </p:cNvPr>
          <p:cNvSpPr txBox="1"/>
          <p:nvPr/>
        </p:nvSpPr>
        <p:spPr>
          <a:xfrm>
            <a:off x="1584960" y="1997758"/>
            <a:ext cx="6096000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Improving test coverage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5BD53-EA47-3F5C-1528-5E5E468D46B9}"/>
              </a:ext>
            </a:extLst>
          </p:cNvPr>
          <p:cNvSpPr txBox="1"/>
          <p:nvPr/>
        </p:nvSpPr>
        <p:spPr>
          <a:xfrm>
            <a:off x="1666240" y="2541674"/>
            <a:ext cx="6096000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Reducing manual testing</a:t>
            </a:r>
            <a:endParaRPr lang="en-AU" sz="2400" kern="100" dirty="0">
              <a:solidFill>
                <a:schemeClr val="accent2"/>
              </a:solidFill>
              <a:effectLst/>
              <a:highlight>
                <a:srgbClr val="FFFFFF"/>
              </a:highlight>
              <a:latin typeface="Arial" panose="020B0604020202020204" pitchFamily="34" charset="0"/>
              <a:ea typeface="DengXian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3554D7-B9C7-80B3-36C8-65D34ECFFD8C}"/>
              </a:ext>
            </a:extLst>
          </p:cNvPr>
          <p:cNvSpPr txBox="1"/>
          <p:nvPr/>
        </p:nvSpPr>
        <p:spPr>
          <a:xfrm>
            <a:off x="1584960" y="3282178"/>
            <a:ext cx="9987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Minimizing maintenance and increasing portability of tests</a:t>
            </a:r>
            <a:endParaRPr lang="en-AU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E03FD-90A8-214D-9D17-F206AAD5A493}"/>
              </a:ext>
            </a:extLst>
          </p:cNvPr>
          <p:cNvSpPr txBox="1"/>
          <p:nvPr/>
        </p:nvSpPr>
        <p:spPr>
          <a:xfrm>
            <a:off x="1584960" y="4022682"/>
            <a:ext cx="7630160" cy="45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AU" sz="2400" b="1" kern="0" dirty="0">
                <a:solidFill>
                  <a:schemeClr val="accent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Enhancing the stability of a software product</a:t>
            </a:r>
          </a:p>
        </p:txBody>
      </p:sp>
    </p:spTree>
    <p:extLst>
      <p:ext uri="{BB962C8B-B14F-4D97-AF65-F5344CB8AC3E}">
        <p14:creationId xmlns:p14="http://schemas.microsoft.com/office/powerpoint/2010/main" val="3301454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hases of STLC">
            <a:extLst>
              <a:ext uri="{FF2B5EF4-FFF2-40B4-BE49-F238E27FC236}">
                <a16:creationId xmlns:a16="http://schemas.microsoft.com/office/drawing/2014/main" id="{0D404672-C64B-4AC2-F307-7B29A6952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892" y="874583"/>
            <a:ext cx="9234135" cy="5108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271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TLC vs. SDLC: How Do They Differ?">
            <a:extLst>
              <a:ext uri="{FF2B5EF4-FFF2-40B4-BE49-F238E27FC236}">
                <a16:creationId xmlns:a16="http://schemas.microsoft.com/office/drawing/2014/main" id="{C4EEDD97-B2B4-48DD-27AA-90A2A0DFF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393" y="1490665"/>
            <a:ext cx="9665955" cy="4539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C840AB7-D3B0-49B4-3A06-AE90A28A2130}"/>
              </a:ext>
            </a:extLst>
          </p:cNvPr>
          <p:cNvSpPr txBox="1">
            <a:spLocks/>
          </p:cNvSpPr>
          <p:nvPr/>
        </p:nvSpPr>
        <p:spPr>
          <a:xfrm>
            <a:off x="2141836" y="537325"/>
            <a:ext cx="8846321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SDLC  </a:t>
            </a:r>
            <a:r>
              <a:rPr lang="en-AU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  <a:ea typeface="+mj-ea"/>
                <a:cs typeface="+mj-cs"/>
              </a:rPr>
              <a:t>vs</a:t>
            </a: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 STLC</a:t>
            </a:r>
          </a:p>
        </p:txBody>
      </p:sp>
    </p:spTree>
    <p:extLst>
      <p:ext uri="{BB962C8B-B14F-4D97-AF65-F5344CB8AC3E}">
        <p14:creationId xmlns:p14="http://schemas.microsoft.com/office/powerpoint/2010/main" val="314671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76D504-5692-A099-9501-57DC30BF9E53}"/>
              </a:ext>
            </a:extLst>
          </p:cNvPr>
          <p:cNvSpPr txBox="1">
            <a:spLocks/>
          </p:cNvSpPr>
          <p:nvPr/>
        </p:nvSpPr>
        <p:spPr>
          <a:xfrm>
            <a:off x="3772056" y="2074103"/>
            <a:ext cx="3995711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Test Stage</a:t>
            </a:r>
          </a:p>
        </p:txBody>
      </p:sp>
    </p:spTree>
    <p:extLst>
      <p:ext uri="{BB962C8B-B14F-4D97-AF65-F5344CB8AC3E}">
        <p14:creationId xmlns:p14="http://schemas.microsoft.com/office/powerpoint/2010/main" val="107083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.4 – Test automation pyramid">
            <a:extLst>
              <a:ext uri="{FF2B5EF4-FFF2-40B4-BE49-F238E27FC236}">
                <a16:creationId xmlns:a16="http://schemas.microsoft.com/office/drawing/2014/main" id="{D5FD5D3A-9654-DC5D-B838-615F4BF15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243" y="1155478"/>
            <a:ext cx="9098679" cy="496619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B045CB1C-4381-B6AF-1FA5-584EF5F10B16}"/>
              </a:ext>
            </a:extLst>
          </p:cNvPr>
          <p:cNvSpPr txBox="1">
            <a:spLocks/>
          </p:cNvSpPr>
          <p:nvPr/>
        </p:nvSpPr>
        <p:spPr>
          <a:xfrm>
            <a:off x="566843" y="408933"/>
            <a:ext cx="3995711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Test Stage</a:t>
            </a:r>
          </a:p>
        </p:txBody>
      </p:sp>
    </p:spTree>
    <p:extLst>
      <p:ext uri="{BB962C8B-B14F-4D97-AF65-F5344CB8AC3E}">
        <p14:creationId xmlns:p14="http://schemas.microsoft.com/office/powerpoint/2010/main" val="279865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095E8A-7E3E-E360-8BD9-FAA7C65CD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998" y="494919"/>
            <a:ext cx="10079522" cy="553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623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32F725FB-BD74-E5CC-6743-97CCBFA1B8EE}"/>
              </a:ext>
            </a:extLst>
          </p:cNvPr>
          <p:cNvSpPr txBox="1">
            <a:spLocks/>
          </p:cNvSpPr>
          <p:nvPr/>
        </p:nvSpPr>
        <p:spPr>
          <a:xfrm>
            <a:off x="2995083" y="2509908"/>
            <a:ext cx="5631826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Shift-Left Approach</a:t>
            </a:r>
          </a:p>
        </p:txBody>
      </p:sp>
    </p:spTree>
    <p:extLst>
      <p:ext uri="{BB962C8B-B14F-4D97-AF65-F5344CB8AC3E}">
        <p14:creationId xmlns:p14="http://schemas.microsoft.com/office/powerpoint/2010/main" val="157254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6D3996-2C91-B21A-D346-30B5AFE83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959" y="195765"/>
            <a:ext cx="10128835" cy="783325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32F725FB-BD74-E5CC-6743-97CCBFA1B8EE}"/>
              </a:ext>
            </a:extLst>
          </p:cNvPr>
          <p:cNvSpPr txBox="1">
            <a:spLocks/>
          </p:cNvSpPr>
          <p:nvPr/>
        </p:nvSpPr>
        <p:spPr>
          <a:xfrm>
            <a:off x="566843" y="408933"/>
            <a:ext cx="5631826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chemeClr val="accent2"/>
                </a:solidFill>
                <a:latin typeface="Arial Black" panose="020B0A04020102020204" pitchFamily="34" charset="0"/>
                <a:ea typeface="+mj-ea"/>
                <a:cs typeface="+mj-cs"/>
              </a:rPr>
              <a:t>Shift-left Approach</a:t>
            </a:r>
          </a:p>
        </p:txBody>
      </p:sp>
    </p:spTree>
    <p:extLst>
      <p:ext uri="{BB962C8B-B14F-4D97-AF65-F5344CB8AC3E}">
        <p14:creationId xmlns:p14="http://schemas.microsoft.com/office/powerpoint/2010/main" val="17455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868E10-E39A-0BC8-0788-6CA8DCDF5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154" y="936212"/>
            <a:ext cx="7174366" cy="498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9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D93A402D-E00A-67AE-9662-84C72A531CAC}"/>
              </a:ext>
            </a:extLst>
          </p:cNvPr>
          <p:cNvSpPr txBox="1">
            <a:spLocks/>
          </p:cNvSpPr>
          <p:nvPr/>
        </p:nvSpPr>
        <p:spPr>
          <a:xfrm>
            <a:off x="1067356" y="736192"/>
            <a:ext cx="8846321" cy="919092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Reference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28FAAD-B51D-50FA-7D7F-50E6706BA9ED}"/>
              </a:ext>
            </a:extLst>
          </p:cNvPr>
          <p:cNvSpPr txBox="1"/>
          <p:nvPr/>
        </p:nvSpPr>
        <p:spPr>
          <a:xfrm>
            <a:off x="932846" y="1851800"/>
            <a:ext cx="9948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https://blog.testproject.io/2020/11/03/software-testing-life-cycle-stlc/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86F1CF-1FD7-4689-9AB7-CD0486C51568}"/>
              </a:ext>
            </a:extLst>
          </p:cNvPr>
          <p:cNvSpPr txBox="1"/>
          <p:nvPr/>
        </p:nvSpPr>
        <p:spPr>
          <a:xfrm>
            <a:off x="932845" y="2544132"/>
            <a:ext cx="10209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https://www.lambdatest.com/blog/software-testing-life-cycle/</a:t>
            </a:r>
          </a:p>
        </p:txBody>
      </p:sp>
    </p:spTree>
    <p:extLst>
      <p:ext uri="{BB962C8B-B14F-4D97-AF65-F5344CB8AC3E}">
        <p14:creationId xmlns:p14="http://schemas.microsoft.com/office/powerpoint/2010/main" val="2649279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183546"/>
            <a:ext cx="2350407" cy="166748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463675" y="2409164"/>
            <a:ext cx="9031514" cy="2031999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Mail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Linkedin</a:t>
            </a:r>
            <a:r>
              <a:rPr lang="en-AU" sz="2000" dirty="0"/>
              <a:t>: 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Web Chat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2000" b="1" dirty="0">
                <a:solidFill>
                  <a:schemeClr val="accent2"/>
                </a:solidFill>
              </a:rPr>
              <a:t>Phone</a:t>
            </a:r>
            <a:r>
              <a:rPr lang="en-AU" sz="2000" dirty="0"/>
              <a:t>: </a:t>
            </a:r>
            <a:r>
              <a:rPr lang="en-AU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736241" y="1830644"/>
            <a:ext cx="31126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600" b="1" i="1" dirty="0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600" dirty="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1463675" y="1757364"/>
            <a:ext cx="17956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3200" b="1" dirty="0">
                <a:solidFill>
                  <a:srgbClr val="00B0F0"/>
                </a:solidFill>
              </a:rPr>
              <a:t>Contact</a:t>
            </a:r>
            <a:endParaRPr lang="en-AU" altLang="en-US" sz="3200" dirty="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6401" y="4259716"/>
            <a:ext cx="1992314" cy="2509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17513</TotalTime>
  <Words>120</Words>
  <Application>Microsoft Office PowerPoint</Application>
  <PresentationFormat>Widescreen</PresentationFormat>
  <Paragraphs>26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幼圆</vt:lpstr>
      <vt:lpstr>Arial</vt:lpstr>
      <vt:lpstr>Arial Black</vt:lpstr>
      <vt:lpstr>Calibri</vt:lpstr>
      <vt:lpstr>Century Gothic</vt:lpstr>
      <vt:lpstr>Wingdings 3</vt:lpstr>
      <vt:lpstr>Wisp</vt:lpstr>
      <vt:lpstr>Funny Gorilla 诙猩猩-IT培训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764</cp:revision>
  <dcterms:created xsi:type="dcterms:W3CDTF">2020-08-03T09:43:10Z</dcterms:created>
  <dcterms:modified xsi:type="dcterms:W3CDTF">2024-06-12T11:04:24Z</dcterms:modified>
</cp:coreProperties>
</file>