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3" r:id="rId2"/>
    <p:sldId id="261" r:id="rId3"/>
    <p:sldId id="322" r:id="rId4"/>
    <p:sldId id="274" r:id="rId5"/>
    <p:sldId id="324" r:id="rId6"/>
    <p:sldId id="325" r:id="rId7"/>
    <p:sldId id="326" r:id="rId8"/>
    <p:sldId id="327" r:id="rId9"/>
    <p:sldId id="328" r:id="rId10"/>
    <p:sldId id="330" r:id="rId11"/>
    <p:sldId id="331" r:id="rId12"/>
    <p:sldId id="294" r:id="rId13"/>
    <p:sldId id="3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261"/>
            <p14:sldId id="322"/>
            <p14:sldId id="274"/>
            <p14:sldId id="324"/>
            <p14:sldId id="325"/>
            <p14:sldId id="326"/>
            <p14:sldId id="327"/>
            <p14:sldId id="328"/>
            <p14:sldId id="330"/>
            <p14:sldId id="331"/>
          </p14:sldIdLst>
        </p14:section>
        <p14:section name="Untitled Section" id="{96B2A4F6-E483-46D3-B718-858E0B0CB8CB}">
          <p14:sldIdLst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23" autoAdjust="0"/>
  </p:normalViewPr>
  <p:slideViewPr>
    <p:cSldViewPr snapToGrid="0">
      <p:cViewPr varScale="1">
        <p:scale>
          <a:sx n="56" d="100"/>
          <a:sy n="56" d="100"/>
        </p:scale>
        <p:origin x="10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27T05:07:04.162" v="182" actId="14861"/>
      <pc:docMkLst>
        <pc:docMk/>
      </pc:docMkLst>
      <pc:sldChg chg="modSp mod">
        <pc:chgData name="Songqing Gu" userId="c4d8cb49210192e2" providerId="LiveId" clId="{C191A271-5AB5-4229-AE14-FA6CEE75A23B}" dt="2023-05-27T05:07:04.162" v="182" actId="14861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5-27T05:07:04.162" v="182" actId="14861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C191A271-5AB5-4229-AE14-FA6CEE75A23B}" dt="2023-05-27T05:06:50.989" v="181" actId="108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55A1DA87-9AD8-4936-A12B-739400458EE6}"/>
    <pc:docChg chg="custSel modSld">
      <pc:chgData name="Songqing" userId="c4d8cb49210192e2" providerId="LiveId" clId="{55A1DA87-9AD8-4936-A12B-739400458EE6}" dt="2023-08-20T01:08:34.764" v="2" actId="478"/>
      <pc:docMkLst>
        <pc:docMk/>
      </pc:docMkLst>
      <pc:sldChg chg="addSp delSp modSp mod">
        <pc:chgData name="Songqing" userId="c4d8cb49210192e2" providerId="LiveId" clId="{55A1DA87-9AD8-4936-A12B-739400458EE6}" dt="2023-08-20T01:08:34.764" v="2" actId="478"/>
        <pc:sldMkLst>
          <pc:docMk/>
          <pc:sldMk cId="1408025446" sldId="294"/>
        </pc:sldMkLst>
        <pc:spChg chg="add del mod">
          <ac:chgData name="Songqing" userId="c4d8cb49210192e2" providerId="LiveId" clId="{55A1DA87-9AD8-4936-A12B-739400458EE6}" dt="2023-08-20T01:08:34.764" v="2" actId="478"/>
          <ac:spMkLst>
            <pc:docMk/>
            <pc:sldMk cId="1408025446" sldId="294"/>
            <ac:spMk id="4" creationId="{4427AE16-17EA-9A1A-5657-23A3A3D2A0A7}"/>
          </ac:spMkLst>
        </pc:spChg>
        <pc:spChg chg="del mod">
          <ac:chgData name="Songqing" userId="c4d8cb49210192e2" providerId="LiveId" clId="{55A1DA87-9AD8-4936-A12B-739400458EE6}" dt="2023-08-20T01:08:30.299" v="1" actId="478"/>
          <ac:spMkLst>
            <pc:docMk/>
            <pc:sldMk cId="1408025446" sldId="294"/>
            <ac:spMk id="5" creationId="{00000000-0000-0000-0000-000000000000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2F6101EC-ECD8-43FA-8019-9E3C204AE447}"/>
    <pc:docChg chg="custSel addSld delSld modSld sldOrd modSection">
      <pc:chgData name="Songqing Gu" userId="c4d8cb49210192e2" providerId="LiveId" clId="{2F6101EC-ECD8-43FA-8019-9E3C204AE447}" dt="2023-06-17T02:57:28.594" v="124" actId="1076"/>
      <pc:docMkLst>
        <pc:docMk/>
      </pc:docMkLst>
      <pc:sldChg chg="modSp del mod">
        <pc:chgData name="Songqing Gu" userId="c4d8cb49210192e2" providerId="LiveId" clId="{2F6101EC-ECD8-43FA-8019-9E3C204AE447}" dt="2023-06-16T12:28:24.588" v="33" actId="2696"/>
        <pc:sldMkLst>
          <pc:docMk/>
          <pc:sldMk cId="3813058601" sldId="256"/>
        </pc:sldMkLst>
        <pc:spChg chg="mod">
          <ac:chgData name="Songqing Gu" userId="c4d8cb49210192e2" providerId="LiveId" clId="{2F6101EC-ECD8-43FA-8019-9E3C204AE447}" dt="2023-06-12T04:12:00.026" v="28" actId="14100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2F6101EC-ECD8-43FA-8019-9E3C204AE447}" dt="2023-06-16T12:32:42.622" v="35" actId="47"/>
        <pc:sldMkLst>
          <pc:docMk/>
          <pc:sldMk cId="243240403" sldId="264"/>
        </pc:sldMkLst>
      </pc:sldChg>
      <pc:sldChg chg="setBg">
        <pc:chgData name="Songqing Gu" userId="c4d8cb49210192e2" providerId="LiveId" clId="{2F6101EC-ECD8-43FA-8019-9E3C204AE447}" dt="2023-06-16T12:32:32.221" v="34"/>
        <pc:sldMkLst>
          <pc:docMk/>
          <pc:sldMk cId="687835828" sldId="312"/>
        </pc:sldMkLst>
      </pc:sldChg>
      <pc:sldChg chg="modSp mod setBg">
        <pc:chgData name="Songqing Gu" userId="c4d8cb49210192e2" providerId="LiveId" clId="{2F6101EC-ECD8-43FA-8019-9E3C204AE447}" dt="2023-06-16T12:28:19.973" v="32" actId="1076"/>
        <pc:sldMkLst>
          <pc:docMk/>
          <pc:sldMk cId="523495732" sldId="323"/>
        </pc:sldMkLst>
        <pc:spChg chg="mod">
          <ac:chgData name="Songqing Gu" userId="c4d8cb49210192e2" providerId="LiveId" clId="{2F6101EC-ECD8-43FA-8019-9E3C204AE447}" dt="2023-06-16T12:28:19.973" v="32" actId="1076"/>
          <ac:spMkLst>
            <pc:docMk/>
            <pc:sldMk cId="523495732" sldId="323"/>
            <ac:spMk id="3" creationId="{00000000-0000-0000-0000-000000000000}"/>
          </ac:spMkLst>
        </pc:spChg>
      </pc:sldChg>
      <pc:sldChg chg="addSp delSp modSp add mod ord">
        <pc:chgData name="Songqing Gu" userId="c4d8cb49210192e2" providerId="LiveId" clId="{2F6101EC-ECD8-43FA-8019-9E3C204AE447}" dt="2023-06-17T02:54:56.252" v="62"/>
        <pc:sldMkLst>
          <pc:docMk/>
          <pc:sldMk cId="3501980466" sldId="324"/>
        </pc:sldMkLst>
        <pc:spChg chg="del">
          <ac:chgData name="Songqing Gu" userId="c4d8cb49210192e2" providerId="LiveId" clId="{2F6101EC-ECD8-43FA-8019-9E3C204AE447}" dt="2023-06-17T02:54:28.556" v="37" actId="478"/>
          <ac:spMkLst>
            <pc:docMk/>
            <pc:sldMk cId="3501980466" sldId="324"/>
            <ac:spMk id="2" creationId="{00000000-0000-0000-0000-000000000000}"/>
          </ac:spMkLst>
        </pc:spChg>
        <pc:spChg chg="mod">
          <ac:chgData name="Songqing Gu" userId="c4d8cb49210192e2" providerId="LiveId" clId="{2F6101EC-ECD8-43FA-8019-9E3C204AE447}" dt="2023-06-17T02:54:44.466" v="60" actId="20577"/>
          <ac:spMkLst>
            <pc:docMk/>
            <pc:sldMk cId="3501980466" sldId="324"/>
            <ac:spMk id="3" creationId="{00000000-0000-0000-0000-000000000000}"/>
          </ac:spMkLst>
        </pc:spChg>
        <pc:spChg chg="del">
          <ac:chgData name="Songqing Gu" userId="c4d8cb49210192e2" providerId="LiveId" clId="{2F6101EC-ECD8-43FA-8019-9E3C204AE447}" dt="2023-06-17T02:54:36.031" v="39" actId="478"/>
          <ac:spMkLst>
            <pc:docMk/>
            <pc:sldMk cId="3501980466" sldId="324"/>
            <ac:spMk id="4" creationId="{00000000-0000-0000-0000-000000000000}"/>
          </ac:spMkLst>
        </pc:spChg>
        <pc:spChg chg="add del mod">
          <ac:chgData name="Songqing Gu" userId="c4d8cb49210192e2" providerId="LiveId" clId="{2F6101EC-ECD8-43FA-8019-9E3C204AE447}" dt="2023-06-17T02:54:32.156" v="38" actId="478"/>
          <ac:spMkLst>
            <pc:docMk/>
            <pc:sldMk cId="3501980466" sldId="324"/>
            <ac:spMk id="7" creationId="{AFB42C70-935A-77B6-63E0-8B3BF7BE7002}"/>
          </ac:spMkLst>
        </pc:spChg>
        <pc:picChg chg="del">
          <ac:chgData name="Songqing Gu" userId="c4d8cb49210192e2" providerId="LiveId" clId="{2F6101EC-ECD8-43FA-8019-9E3C204AE447}" dt="2023-06-17T02:54:36.031" v="39" actId="478"/>
          <ac:picMkLst>
            <pc:docMk/>
            <pc:sldMk cId="3501980466" sldId="324"/>
            <ac:picMk id="5" creationId="{00000000-0000-0000-0000-000000000000}"/>
          </ac:picMkLst>
        </pc:picChg>
      </pc:sldChg>
      <pc:sldChg chg="addSp modSp add mod ord">
        <pc:chgData name="Songqing Gu" userId="c4d8cb49210192e2" providerId="LiveId" clId="{2F6101EC-ECD8-43FA-8019-9E3C204AE447}" dt="2023-06-17T02:57:28.594" v="124" actId="1076"/>
        <pc:sldMkLst>
          <pc:docMk/>
          <pc:sldMk cId="990597973" sldId="325"/>
        </pc:sldMkLst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2" creationId="{CD31317C-66CB-D346-D50F-6FB1B8881F95}"/>
          </ac:spMkLst>
        </pc:spChg>
        <pc:spChg chg="mod">
          <ac:chgData name="Songqing Gu" userId="c4d8cb49210192e2" providerId="LiveId" clId="{2F6101EC-ECD8-43FA-8019-9E3C204AE447}" dt="2023-06-17T02:57:17.876" v="122" actId="1076"/>
          <ac:spMkLst>
            <pc:docMk/>
            <pc:sldMk cId="990597973" sldId="325"/>
            <ac:spMk id="3" creationId="{00000000-0000-0000-0000-000000000000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4" creationId="{208C58A7-E7D0-26F8-35AC-66E6FDD6C03D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5" creationId="{124D50FB-B364-42AA-56AD-534351E36E33}"/>
          </ac:spMkLst>
        </pc:spChg>
        <pc:spChg chg="add mod">
          <ac:chgData name="Songqing Gu" userId="c4d8cb49210192e2" providerId="LiveId" clId="{2F6101EC-ECD8-43FA-8019-9E3C204AE447}" dt="2023-06-17T02:57:28.594" v="124" actId="1076"/>
          <ac:spMkLst>
            <pc:docMk/>
            <pc:sldMk cId="990597973" sldId="325"/>
            <ac:spMk id="6" creationId="{79D00DC3-F079-6506-243D-CE7ED39EF12A}"/>
          </ac:spMkLst>
        </pc:spChg>
      </pc:sldChg>
    </pc:docChg>
  </pc:docChgLst>
  <pc:docChgLst>
    <pc:chgData name="Songqing Gu" userId="c4d8cb49210192e2" providerId="LiveId" clId="{F097FD7C-89CF-4DB6-B06E-12E254F2B19E}"/>
    <pc:docChg chg="modSld">
      <pc:chgData name="Songqing Gu" userId="c4d8cb49210192e2" providerId="LiveId" clId="{F097FD7C-89CF-4DB6-B06E-12E254F2B19E}" dt="2023-06-17T03:28:10.147" v="43" actId="1076"/>
      <pc:docMkLst>
        <pc:docMk/>
      </pc:docMkLst>
      <pc:sldChg chg="modSp mod">
        <pc:chgData name="Songqing Gu" userId="c4d8cb49210192e2" providerId="LiveId" clId="{F097FD7C-89CF-4DB6-B06E-12E254F2B19E}" dt="2023-06-17T03:28:10.147" v="43" actId="1076"/>
        <pc:sldMkLst>
          <pc:docMk/>
          <pc:sldMk cId="523495732" sldId="323"/>
        </pc:sldMkLst>
        <pc:spChg chg="mod">
          <ac:chgData name="Songqing Gu" userId="c4d8cb49210192e2" providerId="LiveId" clId="{F097FD7C-89CF-4DB6-B06E-12E254F2B19E}" dt="2023-06-17T03:28:10.147" v="43" actId="1076"/>
          <ac:spMkLst>
            <pc:docMk/>
            <pc:sldMk cId="523495732" sldId="323"/>
            <ac:spMk id="3" creationId="{00000000-0000-0000-0000-000000000000}"/>
          </ac:spMkLst>
        </pc:spChg>
      </pc:sldChg>
    </pc:docChg>
  </pc:docChgLst>
  <pc:docChgLst>
    <pc:chgData name="Songqing Gu" userId="c4d8cb49210192e2" providerId="LiveId" clId="{91F00684-6DC0-4205-AA46-115E753AD71C}"/>
    <pc:docChg chg="custSel addSld delSld modSld modSection">
      <pc:chgData name="Songqing Gu" userId="c4d8cb49210192e2" providerId="LiveId" clId="{91F00684-6DC0-4205-AA46-115E753AD71C}" dt="2023-06-17T10:28:26.787" v="264" actId="20577"/>
      <pc:docMkLst>
        <pc:docMk/>
      </pc:docMkLst>
      <pc:sldChg chg="addSp delSp modSp mod">
        <pc:chgData name="Songqing Gu" userId="c4d8cb49210192e2" providerId="LiveId" clId="{91F00684-6DC0-4205-AA46-115E753AD71C}" dt="2023-06-17T08:46:04.338" v="261" actId="20577"/>
        <pc:sldMkLst>
          <pc:docMk/>
          <pc:sldMk cId="3113703618" sldId="261"/>
        </pc:sldMkLst>
        <pc:spChg chg="mod">
          <ac:chgData name="Songqing Gu" userId="c4d8cb49210192e2" providerId="LiveId" clId="{91F00684-6DC0-4205-AA46-115E753AD71C}" dt="2023-06-17T08:46:04.338" v="261" actId="20577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1:13.173" v="9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91F00684-6DC0-4205-AA46-115E753AD71C}" dt="2023-06-17T03:41:19.556" v="12" actId="1076"/>
          <ac:spMkLst>
            <pc:docMk/>
            <pc:sldMk cId="3113703618" sldId="261"/>
            <ac:spMk id="5" creationId="{0071F0AC-5E69-B193-0DF1-A1728DF346D2}"/>
          </ac:spMkLst>
        </pc:spChg>
      </pc:sldChg>
      <pc:sldChg chg="delSp modSp mod">
        <pc:chgData name="Songqing Gu" userId="c4d8cb49210192e2" providerId="LiveId" clId="{91F00684-6DC0-4205-AA46-115E753AD71C}" dt="2023-06-17T08:42:24.980" v="216" actId="14861"/>
        <pc:sldMkLst>
          <pc:docMk/>
          <pc:sldMk cId="2216314799" sldId="274"/>
        </pc:sldMkLst>
        <pc:spChg chg="mod">
          <ac:chgData name="Songqing Gu" userId="c4d8cb49210192e2" providerId="LiveId" clId="{91F00684-6DC0-4205-AA46-115E753AD71C}" dt="2023-06-17T08:42:24.980" v="216" actId="14861"/>
          <ac:spMkLst>
            <pc:docMk/>
            <pc:sldMk cId="2216314799" sldId="274"/>
            <ac:spMk id="2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6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19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20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28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31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40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42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43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57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58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59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6:19.902" v="62" actId="478"/>
          <ac:spMkLst>
            <pc:docMk/>
            <pc:sldMk cId="2216314799" sldId="274"/>
            <ac:spMk id="68" creationId="{00000000-0000-0000-0000-000000000000}"/>
          </ac:spMkLst>
        </pc:spChg>
        <pc:picChg chg="del">
          <ac:chgData name="Songqing Gu" userId="c4d8cb49210192e2" providerId="LiveId" clId="{91F00684-6DC0-4205-AA46-115E753AD71C}" dt="2023-06-17T03:46:19.902" v="62" actId="478"/>
          <ac:picMkLst>
            <pc:docMk/>
            <pc:sldMk cId="2216314799" sldId="274"/>
            <ac:picMk id="27" creationId="{00000000-0000-0000-0000-000000000000}"/>
          </ac:picMkLst>
        </pc:picChg>
        <pc:picChg chg="del">
          <ac:chgData name="Songqing Gu" userId="c4d8cb49210192e2" providerId="LiveId" clId="{91F00684-6DC0-4205-AA46-115E753AD71C}" dt="2023-06-17T03:46:19.902" v="62" actId="478"/>
          <ac:picMkLst>
            <pc:docMk/>
            <pc:sldMk cId="2216314799" sldId="274"/>
            <ac:picMk id="29" creationId="{00000000-0000-0000-0000-000000000000}"/>
          </ac:picMkLst>
        </pc:picChg>
        <pc:cxnChg chg="del">
          <ac:chgData name="Songqing Gu" userId="c4d8cb49210192e2" providerId="LiveId" clId="{91F00684-6DC0-4205-AA46-115E753AD71C}" dt="2023-06-17T03:46:19.902" v="62" actId="478"/>
          <ac:cxnSpMkLst>
            <pc:docMk/>
            <pc:sldMk cId="2216314799" sldId="274"/>
            <ac:cxnSpMk id="32" creationId="{00000000-0000-0000-0000-000000000000}"/>
          </ac:cxnSpMkLst>
        </pc:cxnChg>
        <pc:cxnChg chg="del">
          <ac:chgData name="Songqing Gu" userId="c4d8cb49210192e2" providerId="LiveId" clId="{91F00684-6DC0-4205-AA46-115E753AD71C}" dt="2023-06-17T03:46:19.902" v="62" actId="478"/>
          <ac:cxnSpMkLst>
            <pc:docMk/>
            <pc:sldMk cId="2216314799" sldId="274"/>
            <ac:cxnSpMk id="44" creationId="{00000000-0000-0000-0000-000000000000}"/>
          </ac:cxnSpMkLst>
        </pc:cxnChg>
        <pc:cxnChg chg="del">
          <ac:chgData name="Songqing Gu" userId="c4d8cb49210192e2" providerId="LiveId" clId="{91F00684-6DC0-4205-AA46-115E753AD71C}" dt="2023-06-17T03:46:19.902" v="62" actId="478"/>
          <ac:cxnSpMkLst>
            <pc:docMk/>
            <pc:sldMk cId="2216314799" sldId="274"/>
            <ac:cxnSpMk id="49" creationId="{00000000-0000-0000-0000-000000000000}"/>
          </ac:cxnSpMkLst>
        </pc:cxnChg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789354427" sldId="285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686819680" sldId="288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644665972" sldId="291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030084157" sldId="293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638558092" sldId="295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799275039" sldId="296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243758571" sldId="297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644837690" sldId="298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342963659" sldId="299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661429300" sldId="300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939562636" sldId="301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00091612" sldId="302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4051393773" sldId="303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304226109" sldId="304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863554075" sldId="306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692078226" sldId="308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140796614" sldId="310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733468992" sldId="311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478337687" sldId="313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897699973" sldId="314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834037825" sldId="315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991223764" sldId="317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4180587722" sldId="318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2428458669" sldId="319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330490350" sldId="320"/>
        </pc:sldMkLst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1152462360" sldId="321"/>
        </pc:sldMkLst>
      </pc:sldChg>
      <pc:sldChg chg="addSp delSp modSp mod">
        <pc:chgData name="Songqing Gu" userId="c4d8cb49210192e2" providerId="LiveId" clId="{91F00684-6DC0-4205-AA46-115E753AD71C}" dt="2023-06-17T08:41:38.985" v="209" actId="207"/>
        <pc:sldMkLst>
          <pc:docMk/>
          <pc:sldMk cId="2115522147" sldId="322"/>
        </pc:sldMkLst>
        <pc:spChg chg="mod">
          <ac:chgData name="Songqing Gu" userId="c4d8cb49210192e2" providerId="LiveId" clId="{91F00684-6DC0-4205-AA46-115E753AD71C}" dt="2023-06-17T03:42:52.113" v="37" actId="14861"/>
          <ac:spMkLst>
            <pc:docMk/>
            <pc:sldMk cId="2115522147" sldId="322"/>
            <ac:spMk id="2" creationId="{00000000-0000-0000-0000-000000000000}"/>
          </ac:spMkLst>
        </pc:spChg>
        <pc:spChg chg="del">
          <ac:chgData name="Songqing Gu" userId="c4d8cb49210192e2" providerId="LiveId" clId="{91F00684-6DC0-4205-AA46-115E753AD71C}" dt="2023-06-17T03:42:11.945" v="15" actId="478"/>
          <ac:spMkLst>
            <pc:docMk/>
            <pc:sldMk cId="2115522147" sldId="322"/>
            <ac:spMk id="3" creationId="{00000000-0000-0000-0000-000000000000}"/>
          </ac:spMkLst>
        </pc:spChg>
        <pc:spChg chg="add del mod">
          <ac:chgData name="Songqing Gu" userId="c4d8cb49210192e2" providerId="LiveId" clId="{91F00684-6DC0-4205-AA46-115E753AD71C}" dt="2023-06-17T03:42:14.367" v="16" actId="478"/>
          <ac:spMkLst>
            <pc:docMk/>
            <pc:sldMk cId="2115522147" sldId="322"/>
            <ac:spMk id="5" creationId="{08504504-7DD7-DC5A-9545-CF3137FD3300}"/>
          </ac:spMkLst>
        </pc:spChg>
        <pc:spChg chg="add mod">
          <ac:chgData name="Songqing Gu" userId="c4d8cb49210192e2" providerId="LiveId" clId="{91F00684-6DC0-4205-AA46-115E753AD71C}" dt="2023-06-17T08:41:38.985" v="209" actId="207"/>
          <ac:spMkLst>
            <pc:docMk/>
            <pc:sldMk cId="2115522147" sldId="322"/>
            <ac:spMk id="7" creationId="{3DB4F14F-1600-D06A-C948-4220C9B4230D}"/>
          </ac:spMkLst>
        </pc:spChg>
      </pc:sldChg>
      <pc:sldChg chg="modSp mod">
        <pc:chgData name="Songqing Gu" userId="c4d8cb49210192e2" providerId="LiveId" clId="{91F00684-6DC0-4205-AA46-115E753AD71C}" dt="2023-06-17T03:41:36.578" v="14" actId="1076"/>
        <pc:sldMkLst>
          <pc:docMk/>
          <pc:sldMk cId="523495732" sldId="323"/>
        </pc:sldMkLst>
        <pc:spChg chg="mod">
          <ac:chgData name="Songqing Gu" userId="c4d8cb49210192e2" providerId="LiveId" clId="{91F00684-6DC0-4205-AA46-115E753AD71C}" dt="2023-06-17T03:41:29.323" v="13" actId="20577"/>
          <ac:spMkLst>
            <pc:docMk/>
            <pc:sldMk cId="523495732" sldId="323"/>
            <ac:spMk id="2" creationId="{00000000-0000-0000-0000-000000000000}"/>
          </ac:spMkLst>
        </pc:spChg>
        <pc:spChg chg="mod">
          <ac:chgData name="Songqing Gu" userId="c4d8cb49210192e2" providerId="LiveId" clId="{91F00684-6DC0-4205-AA46-115E753AD71C}" dt="2023-06-17T03:41:36.578" v="14" actId="1076"/>
          <ac:spMkLst>
            <pc:docMk/>
            <pc:sldMk cId="523495732" sldId="323"/>
            <ac:spMk id="3" creationId="{00000000-0000-0000-0000-000000000000}"/>
          </ac:spMkLst>
        </pc:spChg>
      </pc:sldChg>
      <pc:sldChg chg="modSp add mod">
        <pc:chgData name="Songqing Gu" userId="c4d8cb49210192e2" providerId="LiveId" clId="{91F00684-6DC0-4205-AA46-115E753AD71C}" dt="2023-06-17T03:48:23.522" v="80" actId="1076"/>
        <pc:sldMkLst>
          <pc:docMk/>
          <pc:sldMk cId="1411487002" sldId="324"/>
        </pc:sldMkLst>
        <pc:spChg chg="mod">
          <ac:chgData name="Songqing Gu" userId="c4d8cb49210192e2" providerId="LiveId" clId="{91F00684-6DC0-4205-AA46-115E753AD71C}" dt="2023-06-17T03:48:23.522" v="80" actId="1076"/>
          <ac:spMkLst>
            <pc:docMk/>
            <pc:sldMk cId="1411487002" sldId="324"/>
            <ac:spMk id="2" creationId="{00000000-0000-0000-0000-000000000000}"/>
          </ac:spMkLst>
        </pc:spChg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3501980466" sldId="324"/>
        </pc:sldMkLst>
      </pc:sldChg>
      <pc:sldChg chg="modSp add mod">
        <pc:chgData name="Songqing Gu" userId="c4d8cb49210192e2" providerId="LiveId" clId="{91F00684-6DC0-4205-AA46-115E753AD71C}" dt="2023-06-17T03:54:45.434" v="106" actId="20577"/>
        <pc:sldMkLst>
          <pc:docMk/>
          <pc:sldMk cId="374423203" sldId="325"/>
        </pc:sldMkLst>
        <pc:spChg chg="mod">
          <ac:chgData name="Songqing Gu" userId="c4d8cb49210192e2" providerId="LiveId" clId="{91F00684-6DC0-4205-AA46-115E753AD71C}" dt="2023-06-17T03:54:45.434" v="106" actId="20577"/>
          <ac:spMkLst>
            <pc:docMk/>
            <pc:sldMk cId="374423203" sldId="325"/>
            <ac:spMk id="2" creationId="{00000000-0000-0000-0000-000000000000}"/>
          </ac:spMkLst>
        </pc:spChg>
      </pc:sldChg>
      <pc:sldChg chg="del">
        <pc:chgData name="Songqing Gu" userId="c4d8cb49210192e2" providerId="LiveId" clId="{91F00684-6DC0-4205-AA46-115E753AD71C}" dt="2023-06-17T03:46:42.953" v="69" actId="47"/>
        <pc:sldMkLst>
          <pc:docMk/>
          <pc:sldMk cId="990597973" sldId="325"/>
        </pc:sldMkLst>
      </pc:sldChg>
      <pc:sldChg chg="modSp add mod">
        <pc:chgData name="Songqing Gu" userId="c4d8cb49210192e2" providerId="LiveId" clId="{91F00684-6DC0-4205-AA46-115E753AD71C}" dt="2023-06-17T03:55:24.557" v="133" actId="20577"/>
        <pc:sldMkLst>
          <pc:docMk/>
          <pc:sldMk cId="4147769191" sldId="326"/>
        </pc:sldMkLst>
        <pc:spChg chg="mod">
          <ac:chgData name="Songqing Gu" userId="c4d8cb49210192e2" providerId="LiveId" clId="{91F00684-6DC0-4205-AA46-115E753AD71C}" dt="2023-06-17T03:55:24.557" v="133" actId="20577"/>
          <ac:spMkLst>
            <pc:docMk/>
            <pc:sldMk cId="4147769191" sldId="326"/>
            <ac:spMk id="2" creationId="{00000000-0000-0000-0000-000000000000}"/>
          </ac:spMkLst>
        </pc:spChg>
      </pc:sldChg>
      <pc:sldChg chg="modSp add mod">
        <pc:chgData name="Songqing Gu" userId="c4d8cb49210192e2" providerId="LiveId" clId="{91F00684-6DC0-4205-AA46-115E753AD71C}" dt="2023-06-17T07:59:37.486" v="206" actId="20577"/>
        <pc:sldMkLst>
          <pc:docMk/>
          <pc:sldMk cId="1376107761" sldId="327"/>
        </pc:sldMkLst>
        <pc:spChg chg="mod">
          <ac:chgData name="Songqing Gu" userId="c4d8cb49210192e2" providerId="LiveId" clId="{91F00684-6DC0-4205-AA46-115E753AD71C}" dt="2023-06-17T07:59:37.486" v="206" actId="20577"/>
          <ac:spMkLst>
            <pc:docMk/>
            <pc:sldMk cId="1376107761" sldId="327"/>
            <ac:spMk id="2" creationId="{00000000-0000-0000-0000-000000000000}"/>
          </ac:spMkLst>
        </pc:spChg>
      </pc:sldChg>
      <pc:sldChg chg="modSp add mod">
        <pc:chgData name="Songqing Gu" userId="c4d8cb49210192e2" providerId="LiveId" clId="{91F00684-6DC0-4205-AA46-115E753AD71C}" dt="2023-06-17T03:56:51.622" v="176" actId="20577"/>
        <pc:sldMkLst>
          <pc:docMk/>
          <pc:sldMk cId="1244002857" sldId="328"/>
        </pc:sldMkLst>
        <pc:spChg chg="mod">
          <ac:chgData name="Songqing Gu" userId="c4d8cb49210192e2" providerId="LiveId" clId="{91F00684-6DC0-4205-AA46-115E753AD71C}" dt="2023-06-17T03:56:51.622" v="176" actId="20577"/>
          <ac:spMkLst>
            <pc:docMk/>
            <pc:sldMk cId="1244002857" sldId="328"/>
            <ac:spMk id="2" creationId="{00000000-0000-0000-0000-000000000000}"/>
          </ac:spMkLst>
        </pc:spChg>
      </pc:sldChg>
      <pc:sldChg chg="modSp add del mod">
        <pc:chgData name="Songqing Gu" userId="c4d8cb49210192e2" providerId="LiveId" clId="{91F00684-6DC0-4205-AA46-115E753AD71C}" dt="2023-06-17T08:44:12.031" v="217" actId="47"/>
        <pc:sldMkLst>
          <pc:docMk/>
          <pc:sldMk cId="1389230349" sldId="329"/>
        </pc:sldMkLst>
        <pc:spChg chg="mod">
          <ac:chgData name="Songqing Gu" userId="c4d8cb49210192e2" providerId="LiveId" clId="{91F00684-6DC0-4205-AA46-115E753AD71C}" dt="2023-06-17T03:57:36.456" v="188" actId="20577"/>
          <ac:spMkLst>
            <pc:docMk/>
            <pc:sldMk cId="1389230349" sldId="329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91F00684-6DC0-4205-AA46-115E753AD71C}" dt="2023-06-17T08:44:48.697" v="226" actId="255"/>
        <pc:sldMkLst>
          <pc:docMk/>
          <pc:sldMk cId="253262751" sldId="330"/>
        </pc:sldMkLst>
        <pc:spChg chg="mod">
          <ac:chgData name="Songqing Gu" userId="c4d8cb49210192e2" providerId="LiveId" clId="{91F00684-6DC0-4205-AA46-115E753AD71C}" dt="2023-06-17T08:44:31.849" v="223" actId="20577"/>
          <ac:spMkLst>
            <pc:docMk/>
            <pc:sldMk cId="253262751" sldId="330"/>
            <ac:spMk id="2" creationId="{00000000-0000-0000-0000-000000000000}"/>
          </ac:spMkLst>
        </pc:spChg>
        <pc:spChg chg="add mod">
          <ac:chgData name="Songqing Gu" userId="c4d8cb49210192e2" providerId="LiveId" clId="{91F00684-6DC0-4205-AA46-115E753AD71C}" dt="2023-06-17T08:44:48.697" v="226" actId="255"/>
          <ac:spMkLst>
            <pc:docMk/>
            <pc:sldMk cId="253262751" sldId="330"/>
            <ac:spMk id="4" creationId="{5F156C5A-E001-D900-B770-C69349747EB5}"/>
          </ac:spMkLst>
        </pc:spChg>
      </pc:sldChg>
      <pc:sldChg chg="modSp add mod">
        <pc:chgData name="Songqing Gu" userId="c4d8cb49210192e2" providerId="LiveId" clId="{91F00684-6DC0-4205-AA46-115E753AD71C}" dt="2023-06-17T10:28:26.787" v="264" actId="20577"/>
        <pc:sldMkLst>
          <pc:docMk/>
          <pc:sldMk cId="1017407942" sldId="331"/>
        </pc:sldMkLst>
        <pc:spChg chg="mod">
          <ac:chgData name="Songqing Gu" userId="c4d8cb49210192e2" providerId="LiveId" clId="{91F00684-6DC0-4205-AA46-115E753AD71C}" dt="2023-06-17T10:28:26.787" v="264" actId="20577"/>
          <ac:spMkLst>
            <pc:docMk/>
            <pc:sldMk cId="1017407942" sldId="33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20/08/2023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20/08/2023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 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3782" y="2509908"/>
            <a:ext cx="5763100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Agile Testing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7622859" cy="668981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What is agile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1F0AC-5E69-B193-0DF1-A1728DF346D2}"/>
              </a:ext>
            </a:extLst>
          </p:cNvPr>
          <p:cNvSpPr txBox="1"/>
          <p:nvPr/>
        </p:nvSpPr>
        <p:spPr>
          <a:xfrm>
            <a:off x="1553378" y="2469610"/>
            <a:ext cx="8849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https://www.sealights.io/agile-testing/agile-testing-8-principles-7-challenges-and-how-to-master-them/</a:t>
            </a: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534236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8</a:t>
            </a:r>
            <a:r>
              <a:rPr lang="en-AU" sz="3200" b="1" dirty="0">
                <a:solidFill>
                  <a:srgbClr val="00206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Principles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4F14F-1600-D06A-C948-4220C9B4230D}"/>
              </a:ext>
            </a:extLst>
          </p:cNvPr>
          <p:cNvSpPr txBox="1"/>
          <p:nvPr/>
        </p:nvSpPr>
        <p:spPr>
          <a:xfrm>
            <a:off x="1806768" y="1668754"/>
            <a:ext cx="634571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Continuous testing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Continuous feedback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Involving the whole team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Quick feedback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High-level software quality</a:t>
            </a:r>
            <a:endParaRPr lang="en-US" sz="3200" b="0" i="0" dirty="0">
              <a:solidFill>
                <a:schemeClr val="accent2"/>
              </a:solidFill>
              <a:effectLst/>
              <a:latin typeface="Rubik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Less documentation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Test-driven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chemeClr val="accent2"/>
                </a:solidFill>
                <a:effectLst/>
                <a:latin typeface="Rubik"/>
              </a:rPr>
              <a:t>Customer satisfaction</a:t>
            </a:r>
            <a:endParaRPr lang="en-US" sz="3200" b="0" i="0" dirty="0">
              <a:solidFill>
                <a:schemeClr val="accent2"/>
              </a:solidFill>
              <a:effectLst/>
              <a:latin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665" y="2327725"/>
            <a:ext cx="7393318" cy="1440044"/>
          </a:xfrm>
          <a:effectLst/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Testing Challenges in Agile</a:t>
            </a:r>
            <a:b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How to Master Them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/>
          </a:bodyPr>
          <a:lstStyle/>
          <a:p>
            <a:pPr algn="l"/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Changing</a:t>
            </a:r>
            <a:r>
              <a:rPr lang="en-AU" b="1" i="0" dirty="0">
                <a:solidFill>
                  <a:srgbClr val="0070C0"/>
                </a:solidFill>
                <a:effectLst/>
                <a:latin typeface="var(--h3_typography-font-family)"/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141148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Not Enough Information</a:t>
            </a: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2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Continuous Testing</a:t>
            </a:r>
            <a:br>
              <a:rPr lang="en-AU" sz="11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69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800" b="1" i="0" dirty="0">
                <a:effectLst/>
                <a:latin typeface="var(--h3_typography-font-family)"/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Technical</a:t>
            </a:r>
            <a:r>
              <a:rPr lang="en-AU" sz="800" b="1" i="0" dirty="0">
                <a:effectLst/>
                <a:latin typeface="var(--h3_typography-font-family)"/>
              </a:rPr>
              <a:t>   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Skills</a:t>
            </a: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11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0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Frequent Regression Cycles</a:t>
            </a: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11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00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512" y="959291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Lack of Communication</a:t>
            </a:r>
            <a:br>
              <a:rPr lang="en-AU" sz="2000" b="1" i="0" dirty="0">
                <a:effectLst/>
                <a:latin typeface="var(--h3_typography-font-family)"/>
              </a:rPr>
            </a:b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11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56C5A-E001-D900-B770-C69349747EB5}"/>
              </a:ext>
            </a:extLst>
          </p:cNvPr>
          <p:cNvSpPr txBox="1"/>
          <p:nvPr/>
        </p:nvSpPr>
        <p:spPr>
          <a:xfrm>
            <a:off x="1641512" y="1984869"/>
            <a:ext cx="95075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Rubik"/>
              </a:rPr>
              <a:t>If communication between developers, testers and the product owners is lacking, agile testing will simply not work.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5326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833" y="1234712"/>
            <a:ext cx="7393318" cy="836459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No Quality Measurement</a:t>
            </a:r>
            <a:br>
              <a:rPr lang="en-AU" sz="20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800" b="1" i="0" dirty="0">
                <a:effectLst/>
                <a:latin typeface="var(--h3_typography-font-family)"/>
              </a:rPr>
            </a:br>
            <a:br>
              <a:rPr lang="en-AU" sz="1100" b="1" i="0" dirty="0">
                <a:effectLst/>
                <a:latin typeface="var(--h3_typography-font-family)"/>
              </a:rPr>
            </a:br>
            <a:br>
              <a:rPr lang="en-AU" sz="2000" b="1" i="0" dirty="0">
                <a:effectLst/>
                <a:latin typeface="var(--h3_typography-font-family)"/>
              </a:rPr>
            </a:b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40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16900</TotalTime>
  <Words>162</Words>
  <Application>Microsoft Office PowerPoint</Application>
  <PresentationFormat>Widescreen</PresentationFormat>
  <Paragraphs>31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Rubik</vt:lpstr>
      <vt:lpstr>var(--h3_typography-font-family)</vt:lpstr>
      <vt:lpstr>Arial</vt:lpstr>
      <vt:lpstr>Arial Black</vt:lpstr>
      <vt:lpstr>Calibri</vt:lpstr>
      <vt:lpstr>Century Gothic</vt:lpstr>
      <vt:lpstr>Wingdings 3</vt:lpstr>
      <vt:lpstr>Wisp</vt:lpstr>
      <vt:lpstr>Funny Gorilla 诙猩猩-IT培训</vt:lpstr>
      <vt:lpstr>What is agile testing</vt:lpstr>
      <vt:lpstr>8 Principles</vt:lpstr>
      <vt:lpstr>Testing Challenges in Agile How to Master Them</vt:lpstr>
      <vt:lpstr>Changing Requirements</vt:lpstr>
      <vt:lpstr>Not Enough Information </vt:lpstr>
      <vt:lpstr>Continuous Testing  </vt:lpstr>
      <vt:lpstr> Technical    Skills   </vt:lpstr>
      <vt:lpstr>Frequent Regression Cycles    </vt:lpstr>
      <vt:lpstr>Lack of Communication     </vt:lpstr>
      <vt:lpstr>No Quality Measurement   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</cp:lastModifiedBy>
  <cp:revision>753</cp:revision>
  <dcterms:created xsi:type="dcterms:W3CDTF">2020-08-03T09:43:10Z</dcterms:created>
  <dcterms:modified xsi:type="dcterms:W3CDTF">2023-08-20T01:08:37Z</dcterms:modified>
</cp:coreProperties>
</file>