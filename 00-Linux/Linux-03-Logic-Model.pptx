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15" r:id="rId3"/>
    <p:sldId id="31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</p14:sldIdLst>
        </p14:section>
        <p14:section name="Untitled Section" id="{96B2A4F6-E483-46D3-B718-858E0B0CB8CB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1D3B8F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94"/>
  </p:normalViewPr>
  <p:slideViewPr>
    <p:cSldViewPr snapToGrid="0">
      <p:cViewPr varScale="1">
        <p:scale>
          <a:sx n="121" d="100"/>
          <a:sy n="121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17/1/2025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17/1/2025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9007" y="2207343"/>
            <a:ext cx="7736365" cy="919092"/>
          </a:xfrm>
          <a:effectLst/>
        </p:spPr>
        <p:txBody>
          <a:bodyPr>
            <a:noAutofit/>
          </a:bodyPr>
          <a:lstStyle/>
          <a:p>
            <a:r>
              <a:rPr lang="en-AU" sz="4000" b="1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How Linux Works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8572" y="685800"/>
            <a:ext cx="7315200" cy="6858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  <a:latin typeface="Arial Black" panose="020B0A04020102020204" pitchFamily="34" charset="0"/>
              </a:rPr>
              <a:t>Learning Objectives   </a:t>
            </a:r>
            <a:endParaRPr lang="en-US" altLang="en-US" sz="2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338448" y="2701919"/>
            <a:ext cx="68154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sz="2400" b="1" i="1" dirty="0">
                <a:solidFill>
                  <a:schemeClr val="accent2"/>
                </a:solidFill>
              </a:rPr>
              <a:t>Operating System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211284" y="1912690"/>
            <a:ext cx="9946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24050</TotalTime>
  <Words>73</Words>
  <Application>Microsoft Macintosh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851</cp:revision>
  <dcterms:created xsi:type="dcterms:W3CDTF">2020-08-03T09:43:10Z</dcterms:created>
  <dcterms:modified xsi:type="dcterms:W3CDTF">2025-01-17T02:46:33Z</dcterms:modified>
</cp:coreProperties>
</file>