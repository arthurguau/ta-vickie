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315" r:id="rId3"/>
    <p:sldId id="31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</p14:sldIdLst>
        </p14:section>
        <p14:section name="Untitled Section" id="{96B2A4F6-E483-46D3-B718-858E0B0CB8CB}">
          <p14:sldIdLst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1D3B8F"/>
    <a:srgbClr val="C9E8FF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3BE43-E109-42E7-9BFD-77D4AF205E4D}" v="1" dt="2024-01-28T08:27:55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/>
    <p:restoredTop sz="94694"/>
  </p:normalViewPr>
  <p:slideViewPr>
    <p:cSldViewPr snapToGrid="0">
      <p:cViewPr varScale="1">
        <p:scale>
          <a:sx n="121" d="100"/>
          <a:sy n="121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0B5DF87-F663-4E4A-8EC6-0EDD03570902}"/>
    <pc:docChg chg="custSel modSld">
      <pc:chgData name="Songqing Gu" userId="c4d8cb49210192e2" providerId="LiveId" clId="{10B5DF87-F663-4E4A-8EC6-0EDD03570902}" dt="2023-11-04T08:21:55.019" v="3" actId="207"/>
      <pc:docMkLst>
        <pc:docMk/>
      </pc:docMkLst>
      <pc:sldChg chg="delSp modSp mod">
        <pc:chgData name="Songqing Gu" userId="c4d8cb49210192e2" providerId="LiveId" clId="{10B5DF87-F663-4E4A-8EC6-0EDD03570902}" dt="2023-11-04T08:21:55.019" v="3" actId="207"/>
        <pc:sldMkLst>
          <pc:docMk/>
          <pc:sldMk cId="3387566821" sldId="334"/>
        </pc:sldMkLst>
        <pc:spChg chg="mod">
          <ac:chgData name="Songqing Gu" userId="c4d8cb49210192e2" providerId="LiveId" clId="{10B5DF87-F663-4E4A-8EC6-0EDD03570902}" dt="2023-11-04T08:21:55.019" v="3" actId="207"/>
          <ac:spMkLst>
            <pc:docMk/>
            <pc:sldMk cId="3387566821" sldId="334"/>
            <ac:spMk id="28" creationId="{00000000-0000-0000-0000-000000000000}"/>
          </ac:spMkLst>
        </pc:spChg>
        <pc:spChg chg="del mod">
          <ac:chgData name="Songqing Gu" userId="c4d8cb49210192e2" providerId="LiveId" clId="{10B5DF87-F663-4E4A-8EC6-0EDD03570902}" dt="2023-11-04T08:20:41.121" v="2" actId="478"/>
          <ac:spMkLst>
            <pc:docMk/>
            <pc:sldMk cId="3387566821" sldId="334"/>
            <ac:spMk id="41" creationId="{00000000-0000-0000-0000-000000000000}"/>
          </ac:spMkLst>
        </pc:spChg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" userId="c4d8cb49210192e2" providerId="LiveId" clId="{B5B084BB-9209-493D-B0BF-B3874FB10853}"/>
    <pc:docChg chg="addSld modSld modSection">
      <pc:chgData name="Songqing" userId="c4d8cb49210192e2" providerId="LiveId" clId="{B5B084BB-9209-493D-B0BF-B3874FB10853}" dt="2023-07-21T15:16:30.454" v="36" actId="1076"/>
      <pc:docMkLst>
        <pc:docMk/>
      </pc:docMkLst>
      <pc:sldChg chg="modSp mod">
        <pc:chgData name="Songqing" userId="c4d8cb49210192e2" providerId="LiveId" clId="{B5B084BB-9209-493D-B0BF-B3874FB10853}" dt="2023-07-21T15:16:30.454" v="36" actId="1076"/>
        <pc:sldMkLst>
          <pc:docMk/>
          <pc:sldMk cId="2686819680" sldId="288"/>
        </pc:sldMkLst>
        <pc:spChg chg="mod">
          <ac:chgData name="Songqing" userId="c4d8cb49210192e2" providerId="LiveId" clId="{B5B084BB-9209-493D-B0BF-B3874FB10853}" dt="2023-07-21T15:16:30.454" v="36" actId="1076"/>
          <ac:spMkLst>
            <pc:docMk/>
            <pc:sldMk cId="2686819680" sldId="288"/>
            <ac:spMk id="14" creationId="{00000000-0000-0000-0000-000000000000}"/>
          </ac:spMkLst>
        </pc:spChg>
      </pc:sldChg>
      <pc:sldChg chg="add">
        <pc:chgData name="Songqing" userId="c4d8cb49210192e2" providerId="LiveId" clId="{B5B084BB-9209-493D-B0BF-B3874FB10853}" dt="2023-07-21T15:15:37.097" v="0" actId="2890"/>
        <pc:sldMkLst>
          <pc:docMk/>
          <pc:sldMk cId="648759736" sldId="354"/>
        </pc:sldMkLst>
      </pc:sldChg>
    </pc:docChg>
  </pc:docChgLst>
  <pc:docChgLst>
    <pc:chgData name="Songqing" userId="c4d8cb49210192e2" providerId="LiveId" clId="{71996B90-A93C-4AC9-9B56-CDE94090362C}"/>
    <pc:docChg chg="undo custSel modSld">
      <pc:chgData name="Songqing" userId="c4d8cb49210192e2" providerId="LiveId" clId="{71996B90-A93C-4AC9-9B56-CDE94090362C}" dt="2023-08-26T09:05:34.682" v="103" actId="14100"/>
      <pc:docMkLst>
        <pc:docMk/>
      </pc:docMkLst>
      <pc:sldChg chg="addSp modSp mod">
        <pc:chgData name="Songqing" userId="c4d8cb49210192e2" providerId="LiveId" clId="{71996B90-A93C-4AC9-9B56-CDE94090362C}" dt="2023-08-26T08:42:43.226" v="5" actId="14100"/>
        <pc:sldMkLst>
          <pc:docMk/>
          <pc:sldMk cId="220019590" sldId="302"/>
        </pc:sldMkLst>
        <pc:spChg chg="add mod">
          <ac:chgData name="Songqing" userId="c4d8cb49210192e2" providerId="LiveId" clId="{71996B90-A93C-4AC9-9B56-CDE94090362C}" dt="2023-08-26T08:42:24.112" v="2" actId="1076"/>
          <ac:spMkLst>
            <pc:docMk/>
            <pc:sldMk cId="220019590" sldId="302"/>
            <ac:spMk id="5" creationId="{9643083C-E4C8-6101-4744-78D6FE8C1D16}"/>
          </ac:spMkLst>
        </pc:spChg>
        <pc:cxnChg chg="add mod">
          <ac:chgData name="Songqing" userId="c4d8cb49210192e2" providerId="LiveId" clId="{71996B90-A93C-4AC9-9B56-CDE94090362C}" dt="2023-08-26T08:42:43.226" v="5" actId="14100"/>
          <ac:cxnSpMkLst>
            <pc:docMk/>
            <pc:sldMk cId="220019590" sldId="302"/>
            <ac:cxnSpMk id="8" creationId="{9E3C4BAC-EE20-4EDB-CD7C-FA2E7A14381F}"/>
          </ac:cxnSpMkLst>
        </pc:cxnChg>
      </pc:sldChg>
      <pc:sldChg chg="addSp delSp modSp mod">
        <pc:chgData name="Songqing" userId="c4d8cb49210192e2" providerId="LiveId" clId="{71996B90-A93C-4AC9-9B56-CDE94090362C}" dt="2023-08-26T09:05:34.682" v="103" actId="14100"/>
        <pc:sldMkLst>
          <pc:docMk/>
          <pc:sldMk cId="2492364789" sldId="329"/>
        </pc:sldMkLst>
        <pc:spChg chg="add mod">
          <ac:chgData name="Songqing" userId="c4d8cb49210192e2" providerId="LiveId" clId="{71996B90-A93C-4AC9-9B56-CDE94090362C}" dt="2023-08-26T09:03:00.070" v="15" actId="14100"/>
          <ac:spMkLst>
            <pc:docMk/>
            <pc:sldMk cId="2492364789" sldId="329"/>
            <ac:spMk id="3" creationId="{2C5BE2AB-34BE-6243-4CE3-113C6028000D}"/>
          </ac:spMkLst>
        </pc:spChg>
        <pc:spChg chg="add mod">
          <ac:chgData name="Songqing" userId="c4d8cb49210192e2" providerId="LiveId" clId="{71996B90-A93C-4AC9-9B56-CDE94090362C}" dt="2023-08-26T09:03:10.640" v="30" actId="20577"/>
          <ac:spMkLst>
            <pc:docMk/>
            <pc:sldMk cId="2492364789" sldId="329"/>
            <ac:spMk id="5" creationId="{83F53EA7-0788-04BC-F094-195328B933C8}"/>
          </ac:spMkLst>
        </pc:spChg>
        <pc:spChg chg="add mod">
          <ac:chgData name="Songqing" userId="c4d8cb49210192e2" providerId="LiveId" clId="{71996B90-A93C-4AC9-9B56-CDE94090362C}" dt="2023-08-26T09:03:29.564" v="47" actId="14100"/>
          <ac:spMkLst>
            <pc:docMk/>
            <pc:sldMk cId="2492364789" sldId="329"/>
            <ac:spMk id="6" creationId="{CB321B96-6D3D-976B-1313-84BF60671092}"/>
          </ac:spMkLst>
        </pc:spChg>
        <pc:spChg chg="add mod">
          <ac:chgData name="Songqing" userId="c4d8cb49210192e2" providerId="LiveId" clId="{71996B90-A93C-4AC9-9B56-CDE94090362C}" dt="2023-08-26T09:03:48.090" v="60" actId="14100"/>
          <ac:spMkLst>
            <pc:docMk/>
            <pc:sldMk cId="2492364789" sldId="329"/>
            <ac:spMk id="7" creationId="{619C5BF5-3BDF-E7F8-7157-FC389CA8D562}"/>
          </ac:spMkLst>
        </pc:spChg>
        <pc:spChg chg="add mod">
          <ac:chgData name="Songqing" userId="c4d8cb49210192e2" providerId="LiveId" clId="{71996B90-A93C-4AC9-9B56-CDE94090362C}" dt="2023-08-26T09:04:37.684" v="78" actId="14100"/>
          <ac:spMkLst>
            <pc:docMk/>
            <pc:sldMk cId="2492364789" sldId="329"/>
            <ac:spMk id="9" creationId="{021B0C66-4E80-6444-09E4-0E6FE54DAA8A}"/>
          </ac:spMkLst>
        </pc:spChg>
        <pc:spChg chg="add mod">
          <ac:chgData name="Songqing" userId="c4d8cb49210192e2" providerId="LiveId" clId="{71996B90-A93C-4AC9-9B56-CDE94090362C}" dt="2023-08-26T09:05:34.682" v="103" actId="14100"/>
          <ac:spMkLst>
            <pc:docMk/>
            <pc:sldMk cId="2492364789" sldId="329"/>
            <ac:spMk id="10" creationId="{385E1D04-E353-C1F9-700D-4C7F24CCA54F}"/>
          </ac:spMkLst>
        </pc:spChg>
        <pc:picChg chg="del mod">
          <ac:chgData name="Songqing" userId="c4d8cb49210192e2" providerId="LiveId" clId="{71996B90-A93C-4AC9-9B56-CDE94090362C}" dt="2023-08-26T09:02:47.075" v="7" actId="478"/>
          <ac:picMkLst>
            <pc:docMk/>
            <pc:sldMk cId="2492364789" sldId="329"/>
            <ac:picMk id="4" creationId="{00000000-0000-0000-0000-000000000000}"/>
          </ac:picMkLst>
        </pc:picChg>
      </pc:sldChg>
      <pc:sldChg chg="modSp mod">
        <pc:chgData name="Songqing" userId="c4d8cb49210192e2" providerId="LiveId" clId="{71996B90-A93C-4AC9-9B56-CDE94090362C}" dt="2023-08-26T08:31:29.023" v="0" actId="13926"/>
        <pc:sldMkLst>
          <pc:docMk/>
          <pc:sldMk cId="48961036" sldId="349"/>
        </pc:sldMkLst>
        <pc:spChg chg="mod">
          <ac:chgData name="Songqing" userId="c4d8cb49210192e2" providerId="LiveId" clId="{71996B90-A93C-4AC9-9B56-CDE94090362C}" dt="2023-08-26T08:31:29.023" v="0" actId="13926"/>
          <ac:spMkLst>
            <pc:docMk/>
            <pc:sldMk cId="48961036" sldId="349"/>
            <ac:spMk id="7" creationId="{9C3B2B1C-0586-7780-299C-EA3F4C2421D8}"/>
          </ac:spMkLst>
        </pc:spChg>
      </pc:sldChg>
    </pc:docChg>
  </pc:docChgLst>
  <pc:docChgLst>
    <pc:chgData name="Songqing Gu" userId="c4d8cb49210192e2" providerId="LiveId" clId="{CDE3BE43-E109-42E7-9BFD-77D4AF205E4D}"/>
    <pc:docChg chg="modSld">
      <pc:chgData name="Songqing Gu" userId="c4d8cb49210192e2" providerId="LiveId" clId="{CDE3BE43-E109-42E7-9BFD-77D4AF205E4D}" dt="2024-01-28T08:28:11.821" v="13" actId="113"/>
      <pc:docMkLst>
        <pc:docMk/>
      </pc:docMkLst>
      <pc:sldChg chg="modSp mod">
        <pc:chgData name="Songqing Gu" userId="c4d8cb49210192e2" providerId="LiveId" clId="{CDE3BE43-E109-42E7-9BFD-77D4AF205E4D}" dt="2024-01-28T08:22:52.122" v="0" actId="20577"/>
        <pc:sldMkLst>
          <pc:docMk/>
          <pc:sldMk cId="2739736197" sldId="281"/>
        </pc:sldMkLst>
        <pc:spChg chg="mod">
          <ac:chgData name="Songqing Gu" userId="c4d8cb49210192e2" providerId="LiveId" clId="{CDE3BE43-E109-42E7-9BFD-77D4AF205E4D}" dt="2024-01-28T08:22:52.122" v="0" actId="20577"/>
          <ac:spMkLst>
            <pc:docMk/>
            <pc:sldMk cId="2739736197" sldId="281"/>
            <ac:spMk id="2" creationId="{00000000-0000-0000-0000-000000000000}"/>
          </ac:spMkLst>
        </pc:spChg>
      </pc:sldChg>
      <pc:sldChg chg="addSp modSp mod">
        <pc:chgData name="Songqing Gu" userId="c4d8cb49210192e2" providerId="LiveId" clId="{CDE3BE43-E109-42E7-9BFD-77D4AF205E4D}" dt="2024-01-28T08:28:11.821" v="13" actId="113"/>
        <pc:sldMkLst>
          <pc:docMk/>
          <pc:sldMk cId="3533085196" sldId="335"/>
        </pc:sldMkLst>
        <pc:spChg chg="add mod">
          <ac:chgData name="Songqing Gu" userId="c4d8cb49210192e2" providerId="LiveId" clId="{CDE3BE43-E109-42E7-9BFD-77D4AF205E4D}" dt="2024-01-28T08:28:11.821" v="13" actId="113"/>
          <ac:spMkLst>
            <pc:docMk/>
            <pc:sldMk cId="3533085196" sldId="335"/>
            <ac:spMk id="2" creationId="{E30638D3-BC52-EB57-BE0A-E10C95994D08}"/>
          </ac:spMkLst>
        </pc:spChg>
      </pc:sldChg>
    </pc:docChg>
  </pc:docChgLst>
  <pc:docChgLst>
    <pc:chgData name="Songqing Gu" userId="c4d8cb49210192e2" providerId="LiveId" clId="{2DE22E3C-08DB-4617-9D7D-5F4D68E8667B}"/>
    <pc:docChg chg="modSld">
      <pc:chgData name="Songqing Gu" userId="c4d8cb49210192e2" providerId="LiveId" clId="{2DE22E3C-08DB-4617-9D7D-5F4D68E8667B}" dt="2023-06-16T12:31:55.451" v="20" actId="1076"/>
      <pc:docMkLst>
        <pc:docMk/>
      </pc:docMkLst>
      <pc:sldChg chg="modSp mod">
        <pc:chgData name="Songqing Gu" userId="c4d8cb49210192e2" providerId="LiveId" clId="{2DE22E3C-08DB-4617-9D7D-5F4D68E8667B}" dt="2023-06-16T12:31:55.451" v="20" actId="1076"/>
        <pc:sldMkLst>
          <pc:docMk/>
          <pc:sldMk cId="687835828" sldId="312"/>
        </pc:sldMkLst>
        <pc:spChg chg="mod">
          <ac:chgData name="Songqing Gu" userId="c4d8cb49210192e2" providerId="LiveId" clId="{2DE22E3C-08DB-4617-9D7D-5F4D68E8667B}" dt="2023-06-16T12:31:44.869" v="19" actId="1076"/>
          <ac:spMkLst>
            <pc:docMk/>
            <pc:sldMk cId="687835828" sldId="312"/>
            <ac:spMk id="5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55.451" v="20" actId="1076"/>
          <ac:spMkLst>
            <pc:docMk/>
            <pc:sldMk cId="687835828" sldId="312"/>
            <ac:spMk id="6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38.368" v="18" actId="255"/>
          <ac:spMkLst>
            <pc:docMk/>
            <pc:sldMk cId="687835828" sldId="312"/>
            <ac:spMk id="49157" creationId="{00000000-0000-0000-0000-000000000000}"/>
          </ac:spMkLst>
        </pc:spChg>
        <pc:picChg chg="mod">
          <ac:chgData name="Songqing Gu" userId="c4d8cb49210192e2" providerId="LiveId" clId="{2DE22E3C-08DB-4617-9D7D-5F4D68E8667B}" dt="2023-06-16T12:30:49.291" v="13" actId="14100"/>
          <ac:picMkLst>
            <pc:docMk/>
            <pc:sldMk cId="687835828" sldId="312"/>
            <ac:picMk id="4" creationId="{00000000-0000-0000-0000-000000000000}"/>
          </ac:picMkLst>
        </pc:picChg>
        <pc:picChg chg="mod">
          <ac:chgData name="Songqing Gu" userId="c4d8cb49210192e2" providerId="LiveId" clId="{2DE22E3C-08DB-4617-9D7D-5F4D68E8667B}" dt="2023-06-16T12:30:23.061" v="8" actId="14100"/>
          <ac:picMkLst>
            <pc:docMk/>
            <pc:sldMk cId="687835828" sldId="312"/>
            <ac:picMk id="49158" creationId="{00000000-0000-0000-0000-000000000000}"/>
          </ac:picMkLst>
        </pc:picChg>
      </pc:sldChg>
    </pc:docChg>
  </pc:docChgLst>
  <pc:docChgLst>
    <pc:chgData name="Songqing Gu" userId="c4d8cb49210192e2" providerId="LiveId" clId="{C68E93E6-302D-425F-B51D-0D6CBA4EABB0}"/>
    <pc:docChg chg="undo custSel addSld delSld modSld sldOrd modSection">
      <pc:chgData name="Songqing Gu" userId="c4d8cb49210192e2" providerId="LiveId" clId="{C68E93E6-302D-425F-B51D-0D6CBA4EABB0}" dt="2023-05-23T07:14:49.485" v="509" actId="113"/>
      <pc:docMkLst>
        <pc:docMk/>
      </pc:docMkLst>
      <pc:sldChg chg="modSp mod">
        <pc:chgData name="Songqing Gu" userId="c4d8cb49210192e2" providerId="LiveId" clId="{C68E93E6-302D-425F-B51D-0D6CBA4EABB0}" dt="2023-05-14T22:34:49.088" v="348" actId="1076"/>
        <pc:sldMkLst>
          <pc:docMk/>
          <pc:sldMk cId="2739736197" sldId="281"/>
        </pc:sldMkLst>
        <pc:picChg chg="mod">
          <ac:chgData name="Songqing Gu" userId="c4d8cb49210192e2" providerId="LiveId" clId="{C68E93E6-302D-425F-B51D-0D6CBA4EABB0}" dt="2023-05-14T22:34:49.088" v="348" actId="1076"/>
          <ac:picMkLst>
            <pc:docMk/>
            <pc:sldMk cId="2739736197" sldId="281"/>
            <ac:picMk id="4" creationId="{00000000-0000-0000-0000-000000000000}"/>
          </ac:picMkLst>
        </pc:picChg>
      </pc:sldChg>
      <pc:sldChg chg="setBg">
        <pc:chgData name="Songqing Gu" userId="c4d8cb49210192e2" providerId="LiveId" clId="{C68E93E6-302D-425F-B51D-0D6CBA4EABB0}" dt="2023-05-13T02:45:59.909" v="158"/>
        <pc:sldMkLst>
          <pc:docMk/>
          <pc:sldMk cId="2431625991" sldId="286"/>
        </pc:sldMkLst>
      </pc:sldChg>
      <pc:sldChg chg="modSp mod">
        <pc:chgData name="Songqing Gu" userId="c4d8cb49210192e2" providerId="LiveId" clId="{C68E93E6-302D-425F-B51D-0D6CBA4EABB0}" dt="2023-05-14T22:33:14.752" v="347" actId="20577"/>
        <pc:sldMkLst>
          <pc:docMk/>
          <pc:sldMk cId="1222785476" sldId="297"/>
        </pc:sldMkLst>
        <pc:spChg chg="mod">
          <ac:chgData name="Songqing Gu" userId="c4d8cb49210192e2" providerId="LiveId" clId="{C68E93E6-302D-425F-B51D-0D6CBA4EABB0}" dt="2023-05-14T22:33:14.752" v="347" actId="20577"/>
          <ac:spMkLst>
            <pc:docMk/>
            <pc:sldMk cId="1222785476" sldId="297"/>
            <ac:spMk id="5" creationId="{00000000-0000-0000-0000-000000000000}"/>
          </ac:spMkLst>
        </pc:spChg>
      </pc:sldChg>
      <pc:sldChg chg="addSp modSp mod ord">
        <pc:chgData name="Songqing Gu" userId="c4d8cb49210192e2" providerId="LiveId" clId="{C68E93E6-302D-425F-B51D-0D6CBA4EABB0}" dt="2023-05-14T22:26:44.271" v="281" actId="167"/>
        <pc:sldMkLst>
          <pc:docMk/>
          <pc:sldMk cId="220019590" sldId="302"/>
        </pc:sldMkLst>
        <pc:spChg chg="add mod ord">
          <ac:chgData name="Songqing Gu" userId="c4d8cb49210192e2" providerId="LiveId" clId="{C68E93E6-302D-425F-B51D-0D6CBA4EABB0}" dt="2023-05-14T22:26:44.271" v="281" actId="167"/>
          <ac:spMkLst>
            <pc:docMk/>
            <pc:sldMk cId="220019590" sldId="302"/>
            <ac:spMk id="3" creationId="{70DD81B4-80E4-256C-B013-D5191F6B4041}"/>
          </ac:spMkLst>
        </pc:spChg>
      </pc:sldChg>
      <pc:sldChg chg="modSp mod">
        <pc:chgData name="Songqing Gu" userId="c4d8cb49210192e2" providerId="LiveId" clId="{C68E93E6-302D-425F-B51D-0D6CBA4EABB0}" dt="2023-05-12T16:02:56.215" v="142" actId="20577"/>
        <pc:sldMkLst>
          <pc:docMk/>
          <pc:sldMk cId="2608556701" sldId="315"/>
        </pc:sldMkLst>
        <pc:spChg chg="mod">
          <ac:chgData name="Songqing Gu" userId="c4d8cb49210192e2" providerId="LiveId" clId="{C68E93E6-302D-425F-B51D-0D6CBA4EABB0}" dt="2023-05-12T16:02:56.215" v="142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del">
        <pc:chgData name="Songqing Gu" userId="c4d8cb49210192e2" providerId="LiveId" clId="{C68E93E6-302D-425F-B51D-0D6CBA4EABB0}" dt="2023-05-16T17:23:03.601" v="484" actId="2696"/>
        <pc:sldMkLst>
          <pc:docMk/>
          <pc:sldMk cId="4012434336" sldId="316"/>
        </pc:sldMkLst>
      </pc:sldChg>
      <pc:sldChg chg="modSp mod">
        <pc:chgData name="Songqing Gu" userId="c4d8cb49210192e2" providerId="LiveId" clId="{C68E93E6-302D-425F-B51D-0D6CBA4EABB0}" dt="2023-05-12T15:39:40.527" v="137" actId="1582"/>
        <pc:sldMkLst>
          <pc:docMk/>
          <pc:sldMk cId="3387566821" sldId="334"/>
        </pc:sldMkLst>
        <pc:spChg chg="mod">
          <ac:chgData name="Songqing Gu" userId="c4d8cb49210192e2" providerId="LiveId" clId="{C68E93E6-302D-425F-B51D-0D6CBA4EABB0}" dt="2023-05-12T15:39:40.527" v="137" actId="1582"/>
          <ac:spMkLst>
            <pc:docMk/>
            <pc:sldMk cId="3387566821" sldId="334"/>
            <ac:spMk id="28" creationId="{00000000-0000-0000-0000-000000000000}"/>
          </ac:spMkLst>
        </pc:sp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533085196" sldId="335"/>
        </pc:sldMkLst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2978975941" sldId="336"/>
        </pc:sldMkLst>
      </pc:sldChg>
      <pc:sldChg chg="addSp modSp mod">
        <pc:chgData name="Songqing Gu" userId="c4d8cb49210192e2" providerId="LiveId" clId="{C68E93E6-302D-425F-B51D-0D6CBA4EABB0}" dt="2023-05-12T15:08:57.142" v="58" actId="1037"/>
        <pc:sldMkLst>
          <pc:docMk/>
          <pc:sldMk cId="455407460" sldId="338"/>
        </pc:sldMkLst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7" creationId="{64797792-DD82-D8FA-1E40-44FBD407A720}"/>
          </ac:spMkLst>
        </pc:spChg>
        <pc:spChg chg="add mod or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8" creationId="{8F09EB0F-D04D-4EC9-AEA3-6E9A0B4C79C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29" creationId="{C4C31951-CED1-35CA-0222-7F2870A04008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2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3" creationId="{1E412B0A-B86C-3EB9-81BF-7447D297BF7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5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7" creationId="{92BF62D1-39BD-0106-DBF1-B40AA33F94D9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8" creationId="{BC5E60E8-575C-1354-C6C7-985C986E4EB1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9" creationId="{432E5DF7-7596-43C1-7CF2-D7311EE9E5CC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0" creationId="{DF15C7CE-02E3-F829-C8FE-F50E99AF52E6}"/>
          </ac:spMkLst>
        </pc:sp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2" creationId="{957FB54C-C7E6-FD80-CD63-3EA1CB43BC4B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4" creationId="{5302CCFF-C8F0-A9A6-6972-21ECA257AD60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6" creationId="{2B778E15-3824-E8BA-8AFB-5614D21AA9B3}"/>
          </ac:picMkLst>
        </pc:picChg>
        <pc:picChg chg="mod">
          <ac:chgData name="Songqing Gu" userId="c4d8cb49210192e2" providerId="LiveId" clId="{C68E93E6-302D-425F-B51D-0D6CBA4EABB0}" dt="2023-05-12T15:08:44.997" v="31" actId="1076"/>
          <ac:picMkLst>
            <pc:docMk/>
            <pc:sldMk cId="455407460" sldId="338"/>
            <ac:picMk id="51" creationId="{8A9C80C6-C6FF-2CFB-2DC2-7BDDA66B4A24}"/>
          </ac:picMkLst>
        </pc:pic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1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del">
        <pc:chgData name="Songqing Gu" userId="c4d8cb49210192e2" providerId="LiveId" clId="{C68E93E6-302D-425F-B51D-0D6CBA4EABB0}" dt="2023-05-12T15:11:59.275" v="62" actId="2696"/>
        <pc:sldMkLst>
          <pc:docMk/>
          <pc:sldMk cId="2458293802" sldId="339"/>
        </pc:sldMkLst>
      </pc:sldChg>
      <pc:sldChg chg="addSp modSp mod setBg">
        <pc:chgData name="Songqing Gu" userId="c4d8cb49210192e2" providerId="LiveId" clId="{C68E93E6-302D-425F-B51D-0D6CBA4EABB0}" dt="2023-05-14T22:46:10.915" v="424" actId="14100"/>
        <pc:sldMkLst>
          <pc:docMk/>
          <pc:sldMk cId="1362375622" sldId="340"/>
        </pc:sldMkLst>
        <pc:spChg chg="mod">
          <ac:chgData name="Songqing Gu" userId="c4d8cb49210192e2" providerId="LiveId" clId="{C68E93E6-302D-425F-B51D-0D6CBA4EABB0}" dt="2023-05-14T22:46:10.915" v="424" actId="14100"/>
          <ac:spMkLst>
            <pc:docMk/>
            <pc:sldMk cId="1362375622" sldId="340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3" creationId="{B03C4926-7EE4-3AF0-4199-6EC9961855B5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7" creationId="{FE6C20B2-DB63-0F01-D499-9DC8055F11BB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9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1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2" creationId="{E6696137-FB66-4572-B962-41B3F37D764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3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5" creationId="{00000000-0000-0000-0000-000000000000}"/>
          </ac:spMkLst>
        </pc:sp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2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4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6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8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2" creationId="{00000000-0000-0000-0000-000000000000}"/>
          </ac:cxnSpMkLst>
        </pc:cxn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242821094" sldId="341"/>
        </pc:sldMkLst>
      </pc:sldChg>
      <pc:sldChg chg="modSp mod">
        <pc:chgData name="Songqing Gu" userId="c4d8cb49210192e2" providerId="LiveId" clId="{C68E93E6-302D-425F-B51D-0D6CBA4EABB0}" dt="2023-05-16T17:31:43.114" v="486" actId="1076"/>
        <pc:sldMkLst>
          <pc:docMk/>
          <pc:sldMk cId="3808974401" sldId="342"/>
        </pc:sldMkLst>
        <pc:spChg chg="mod">
          <ac:chgData name="Songqing Gu" userId="c4d8cb49210192e2" providerId="LiveId" clId="{C68E93E6-302D-425F-B51D-0D6CBA4EABB0}" dt="2023-05-16T17:31:43.114" v="486" actId="1076"/>
          <ac:spMkLst>
            <pc:docMk/>
            <pc:sldMk cId="3808974401" sldId="342"/>
            <ac:spMk id="3" creationId="{00000000-0000-0000-0000-000000000000}"/>
          </ac:spMkLst>
        </pc:spChg>
      </pc:sldChg>
      <pc:sldChg chg="addSp modSp mod">
        <pc:chgData name="Songqing Gu" userId="c4d8cb49210192e2" providerId="LiveId" clId="{C68E93E6-302D-425F-B51D-0D6CBA4EABB0}" dt="2023-05-15T21:53:00.777" v="469" actId="14100"/>
        <pc:sldMkLst>
          <pc:docMk/>
          <pc:sldMk cId="3232703280" sldId="346"/>
        </pc:sldMkLst>
        <pc:spChg chg="add mod">
          <ac:chgData name="Songqing Gu" userId="c4d8cb49210192e2" providerId="LiveId" clId="{C68E93E6-302D-425F-B51D-0D6CBA4EABB0}" dt="2023-05-14T22:28:55.587" v="284" actId="1076"/>
          <ac:spMkLst>
            <pc:docMk/>
            <pc:sldMk cId="3232703280" sldId="346"/>
            <ac:spMk id="2" creationId="{1BBD4F7D-A8CA-1010-0EAD-42EFD0119E3E}"/>
          </ac:spMkLst>
        </pc:spChg>
        <pc:spChg chg="add mod">
          <ac:chgData name="Songqing Gu" userId="c4d8cb49210192e2" providerId="LiveId" clId="{C68E93E6-302D-425F-B51D-0D6CBA4EABB0}" dt="2023-05-15T21:53:00.777" v="469" actId="14100"/>
          <ac:spMkLst>
            <pc:docMk/>
            <pc:sldMk cId="3232703280" sldId="346"/>
            <ac:spMk id="3" creationId="{C6C5D44B-43C2-54C0-519C-D8ED18A85738}"/>
          </ac:spMkLst>
        </pc:spChg>
        <pc:spChg chg="add mod">
          <ac:chgData name="Songqing Gu" userId="c4d8cb49210192e2" providerId="LiveId" clId="{C68E93E6-302D-425F-B51D-0D6CBA4EABB0}" dt="2023-05-15T21:52:29.699" v="461" actId="1076"/>
          <ac:spMkLst>
            <pc:docMk/>
            <pc:sldMk cId="3232703280" sldId="346"/>
            <ac:spMk id="4" creationId="{DAF530D2-CE12-666E-3DE3-8C9E3C7C1CF6}"/>
          </ac:spMkLst>
        </pc:spChg>
        <pc:spChg chg="add mod">
          <ac:chgData name="Songqing Gu" userId="c4d8cb49210192e2" providerId="LiveId" clId="{C68E93E6-302D-425F-B51D-0D6CBA4EABB0}" dt="2023-05-15T21:52:53.169" v="466" actId="1076"/>
          <ac:spMkLst>
            <pc:docMk/>
            <pc:sldMk cId="3232703280" sldId="346"/>
            <ac:spMk id="6" creationId="{272B7D0B-8F6D-C232-C226-5DF19E1121B9}"/>
          </ac:spMkLst>
        </pc:spChg>
        <pc:spChg chg="add mod">
          <ac:chgData name="Songqing Gu" userId="c4d8cb49210192e2" providerId="LiveId" clId="{C68E93E6-302D-425F-B51D-0D6CBA4EABB0}" dt="2023-05-15T21:52:56.860" v="468" actId="14100"/>
          <ac:spMkLst>
            <pc:docMk/>
            <pc:sldMk cId="3232703280" sldId="346"/>
            <ac:spMk id="7" creationId="{03166221-8B80-7737-C8B9-BE5459E373F8}"/>
          </ac:spMkLst>
        </pc:spChg>
        <pc:spChg chg="add mod">
          <ac:chgData name="Songqing Gu" userId="c4d8cb49210192e2" providerId="LiveId" clId="{C68E93E6-302D-425F-B51D-0D6CBA4EABB0}" dt="2023-05-14T22:29:05.214" v="285"/>
          <ac:spMkLst>
            <pc:docMk/>
            <pc:sldMk cId="3232703280" sldId="346"/>
            <ac:spMk id="8" creationId="{753B3AC1-D46F-BAEA-1929-2ABD5A680F88}"/>
          </ac:spMkLst>
        </pc:spChg>
      </pc:sldChg>
      <pc:sldChg chg="del">
        <pc:chgData name="Songqing Gu" userId="c4d8cb49210192e2" providerId="LiveId" clId="{C68E93E6-302D-425F-B51D-0D6CBA4EABB0}" dt="2023-05-13T02:45:11.304" v="143" actId="2696"/>
        <pc:sldMkLst>
          <pc:docMk/>
          <pc:sldMk cId="3230245180" sldId="347"/>
        </pc:sldMkLst>
      </pc:sldChg>
      <pc:sldChg chg="addSp modSp mod">
        <pc:chgData name="Songqing Gu" userId="c4d8cb49210192e2" providerId="LiveId" clId="{C68E93E6-302D-425F-B51D-0D6CBA4EABB0}" dt="2023-05-15T21:51:43.532" v="455" actId="207"/>
        <pc:sldMkLst>
          <pc:docMk/>
          <pc:sldMk cId="48961036" sldId="349"/>
        </pc:sldMkLst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3" creationId="{00000000-0000-0000-0000-000000000000}"/>
          </ac:spMkLst>
        </pc:spChg>
        <pc:spChg chg="add mod">
          <ac:chgData name="Songqing Gu" userId="c4d8cb49210192e2" providerId="LiveId" clId="{C68E93E6-302D-425F-B51D-0D6CBA4EABB0}" dt="2023-05-15T21:51:43.532" v="455" actId="207"/>
          <ac:spMkLst>
            <pc:docMk/>
            <pc:sldMk cId="48961036" sldId="349"/>
            <ac:spMk id="7" creationId="{9C3B2B1C-0586-7780-299C-EA3F4C2421D8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9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0" creationId="{FE001D8C-2E48-CCD0-CF92-32935EA6C2D9}"/>
          </ac:spMkLst>
        </pc:spChg>
        <pc:spChg chg="mod">
          <ac:chgData name="Songqing Gu" userId="c4d8cb49210192e2" providerId="LiveId" clId="{C68E93E6-302D-425F-B51D-0D6CBA4EABB0}" dt="2023-05-14T22:48:17.470" v="425" actId="14100"/>
          <ac:spMkLst>
            <pc:docMk/>
            <pc:sldMk cId="48961036" sldId="349"/>
            <ac:spMk id="2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41" creationId="{00000000-0000-0000-0000-000000000000}"/>
          </ac:spMkLst>
        </pc:spChg>
        <pc:picChg chg="add mod">
          <ac:chgData name="Songqing Gu" userId="c4d8cb49210192e2" providerId="LiveId" clId="{C68E93E6-302D-425F-B51D-0D6CBA4EABB0}" dt="2023-05-14T22:25:31.801" v="275" actId="1076"/>
          <ac:picMkLst>
            <pc:docMk/>
            <pc:sldMk cId="48961036" sldId="349"/>
            <ac:picMk id="4" creationId="{664960CE-4415-8EDA-9A34-0A0E0FB5E6AD}"/>
          </ac:picMkLst>
        </pc:picChg>
        <pc:picChg chg="add mod">
          <ac:chgData name="Songqing Gu" userId="c4d8cb49210192e2" providerId="LiveId" clId="{C68E93E6-302D-425F-B51D-0D6CBA4EABB0}" dt="2023-05-14T22:25:26.508" v="273" actId="1037"/>
          <ac:picMkLst>
            <pc:docMk/>
            <pc:sldMk cId="48961036" sldId="349"/>
            <ac:picMk id="8" creationId="{840A9DA1-4A3A-0319-F4C6-F633DB4D3E6C}"/>
          </ac:picMkLst>
        </pc:picChg>
        <pc:cxnChg chg="mod">
          <ac:chgData name="Songqing Gu" userId="c4d8cb49210192e2" providerId="LiveId" clId="{C68E93E6-302D-425F-B51D-0D6CBA4EABB0}" dt="2023-05-14T22:48:17.470" v="425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modSp add mod ord">
        <pc:chgData name="Songqing Gu" userId="c4d8cb49210192e2" providerId="LiveId" clId="{C68E93E6-302D-425F-B51D-0D6CBA4EABB0}" dt="2023-05-13T02:45:38.822" v="155" actId="20577"/>
        <pc:sldMkLst>
          <pc:docMk/>
          <pc:sldMk cId="1346244269" sldId="351"/>
        </pc:sldMkLst>
        <pc:spChg chg="mod">
          <ac:chgData name="Songqing Gu" userId="c4d8cb49210192e2" providerId="LiveId" clId="{C68E93E6-302D-425F-B51D-0D6CBA4EABB0}" dt="2023-05-13T02:45:38.822" v="155" actId="20577"/>
          <ac:spMkLst>
            <pc:docMk/>
            <pc:sldMk cId="1346244269" sldId="351"/>
            <ac:spMk id="2" creationId="{00000000-0000-0000-0000-000000000000}"/>
          </ac:spMkLst>
        </pc:spChg>
      </pc:sldChg>
      <pc:sldChg chg="addSp modSp add mod ord">
        <pc:chgData name="Songqing Gu" userId="c4d8cb49210192e2" providerId="LiveId" clId="{C68E93E6-302D-425F-B51D-0D6CBA4EABB0}" dt="2023-05-13T02:54:00.834" v="188" actId="1076"/>
        <pc:sldMkLst>
          <pc:docMk/>
          <pc:sldMk cId="2279830450" sldId="352"/>
        </pc:sldMkLst>
        <pc:spChg chg="mod">
          <ac:chgData name="Songqing Gu" userId="c4d8cb49210192e2" providerId="LiveId" clId="{C68E93E6-302D-425F-B51D-0D6CBA4EABB0}" dt="2023-05-13T02:46:55.797" v="184" actId="14100"/>
          <ac:spMkLst>
            <pc:docMk/>
            <pc:sldMk cId="2279830450" sldId="352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3T02:54:00.834" v="188" actId="1076"/>
          <ac:spMkLst>
            <pc:docMk/>
            <pc:sldMk cId="2279830450" sldId="352"/>
            <ac:spMk id="4" creationId="{356F59E8-7D4E-095D-DF6C-B9E891831A12}"/>
          </ac:spMkLst>
        </pc:spChg>
      </pc:sldChg>
      <pc:sldChg chg="addSp delSp modSp add mod">
        <pc:chgData name="Songqing Gu" userId="c4d8cb49210192e2" providerId="LiveId" clId="{C68E93E6-302D-425F-B51D-0D6CBA4EABB0}" dt="2023-05-23T07:14:49.485" v="509" actId="113"/>
        <pc:sldMkLst>
          <pc:docMk/>
          <pc:sldMk cId="1487363782" sldId="353"/>
        </pc:sldMkLst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2" creationId="{00000000-0000-0000-0000-000000000000}"/>
          </ac:spMkLst>
        </pc:spChg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4" creationId="{356F59E8-7D4E-095D-DF6C-B9E891831A12}"/>
          </ac:spMkLst>
        </pc:spChg>
        <pc:spChg chg="add mod">
          <ac:chgData name="Songqing Gu" userId="c4d8cb49210192e2" providerId="LiveId" clId="{C68E93E6-302D-425F-B51D-0D6CBA4EABB0}" dt="2023-05-23T07:14:49.485" v="509" actId="113"/>
          <ac:spMkLst>
            <pc:docMk/>
            <pc:sldMk cId="1487363782" sldId="353"/>
            <ac:spMk id="5" creationId="{C5F8E7F7-6CDA-2706-B9A4-90F61735F310}"/>
          </ac:spMkLst>
        </pc:spChg>
        <pc:spChg chg="add mod">
          <ac:chgData name="Songqing Gu" userId="c4d8cb49210192e2" providerId="LiveId" clId="{C68E93E6-302D-425F-B51D-0D6CBA4EABB0}" dt="2023-05-13T02:57:24.014" v="221" actId="1076"/>
          <ac:spMkLst>
            <pc:docMk/>
            <pc:sldMk cId="1487363782" sldId="353"/>
            <ac:spMk id="19" creationId="{73D02205-4C98-4A29-80A9-7ABC7C502963}"/>
          </ac:spMkLst>
        </pc:spChg>
        <pc:picChg chg="add del mod">
          <ac:chgData name="Songqing Gu" userId="c4d8cb49210192e2" providerId="LiveId" clId="{C68E93E6-302D-425F-B51D-0D6CBA4EABB0}" dt="2023-05-13T02:55:01.743" v="195" actId="478"/>
          <ac:picMkLst>
            <pc:docMk/>
            <pc:sldMk cId="1487363782" sldId="353"/>
            <ac:picMk id="7" creationId="{7F2AB532-608A-8EDB-8D35-93161BEFE06F}"/>
          </ac:picMkLst>
        </pc:picChg>
        <pc:picChg chg="add mod">
          <ac:chgData name="Songqing Gu" userId="c4d8cb49210192e2" providerId="LiveId" clId="{C68E93E6-302D-425F-B51D-0D6CBA4EABB0}" dt="2023-05-13T02:57:31.749" v="224" actId="1076"/>
          <ac:picMkLst>
            <pc:docMk/>
            <pc:sldMk cId="1487363782" sldId="353"/>
            <ac:picMk id="9" creationId="{C48D6EFB-A128-945A-2380-7976B98A1143}"/>
          </ac:picMkLst>
        </pc:picChg>
        <pc:picChg chg="add del">
          <ac:chgData name="Songqing Gu" userId="c4d8cb49210192e2" providerId="LiveId" clId="{C68E93E6-302D-425F-B51D-0D6CBA4EABB0}" dt="2023-05-13T02:55:30.914" v="202" actId="478"/>
          <ac:picMkLst>
            <pc:docMk/>
            <pc:sldMk cId="1487363782" sldId="353"/>
            <ac:picMk id="11" creationId="{96C0BC91-3AFE-0F57-4B6D-A924A54EF86E}"/>
          </ac:picMkLst>
        </pc:picChg>
        <pc:picChg chg="add mod">
          <ac:chgData name="Songqing Gu" userId="c4d8cb49210192e2" providerId="LiveId" clId="{C68E93E6-302D-425F-B51D-0D6CBA4EABB0}" dt="2023-05-13T02:57:27.910" v="223" actId="1076"/>
          <ac:picMkLst>
            <pc:docMk/>
            <pc:sldMk cId="1487363782" sldId="353"/>
            <ac:picMk id="13" creationId="{9B572D0D-E205-8635-78B9-3A90FE88A4FE}"/>
          </ac:picMkLst>
        </pc:picChg>
        <pc:picChg chg="add del mod">
          <ac:chgData name="Songqing Gu" userId="c4d8cb49210192e2" providerId="LiveId" clId="{C68E93E6-302D-425F-B51D-0D6CBA4EABB0}" dt="2023-05-13T02:56:41.742" v="210" actId="478"/>
          <ac:picMkLst>
            <pc:docMk/>
            <pc:sldMk cId="1487363782" sldId="353"/>
            <ac:picMk id="15" creationId="{12D76599-216C-8CAA-F2FB-D698AF22EC37}"/>
          </ac:picMkLst>
        </pc:picChg>
        <pc:picChg chg="add mod">
          <ac:chgData name="Songqing Gu" userId="c4d8cb49210192e2" providerId="LiveId" clId="{C68E93E6-302D-425F-B51D-0D6CBA4EABB0}" dt="2023-05-13T02:57:25.491" v="222" actId="1076"/>
          <ac:picMkLst>
            <pc:docMk/>
            <pc:sldMk cId="1487363782" sldId="353"/>
            <ac:picMk id="17" creationId="{A28F9AAD-7776-304D-E10B-F204231DA532}"/>
          </ac:picMkLst>
        </pc:picChg>
      </pc:sldChg>
    </pc:docChg>
  </pc:docChgLst>
  <pc:docChgLst>
    <pc:chgData name="Songqing" userId="c4d8cb49210192e2" providerId="LiveId" clId="{C68E93E6-302D-425F-B51D-0D6CBA4EABB0}"/>
    <pc:docChg chg="addSld delSld modSld modSection">
      <pc:chgData name="Songqing" userId="c4d8cb49210192e2" providerId="LiveId" clId="{C68E93E6-302D-425F-B51D-0D6CBA4EABB0}" dt="2023-04-01T17:57:14.409" v="16"/>
      <pc:docMkLst>
        <pc:docMk/>
      </pc:docMkLst>
      <pc:sldChg chg="add del setBg">
        <pc:chgData name="Songqing" userId="c4d8cb49210192e2" providerId="LiveId" clId="{C68E93E6-302D-425F-B51D-0D6CBA4EABB0}" dt="2023-04-01T17:57:14.409" v="16"/>
        <pc:sldMkLst>
          <pc:docMk/>
          <pc:sldMk cId="2739736197" sldId="28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562614" sldId="28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4292618" sldId="28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789354427" sldId="28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31625991" sldId="28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94767642" sldId="28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855471171" sldId="28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887954990" sldId="29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30391023" sldId="29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030084157" sldId="29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271689629" sldId="295"/>
        </pc:sldMkLst>
      </pc:sldChg>
      <pc:sldChg chg="add del setBg">
        <pc:chgData name="Songqing" userId="c4d8cb49210192e2" providerId="LiveId" clId="{C68E93E6-302D-425F-B51D-0D6CBA4EABB0}" dt="2023-04-01T17:57:06.517" v="15"/>
        <pc:sldMkLst>
          <pc:docMk/>
          <pc:sldMk cId="1222785476" sldId="29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915290282" sldId="29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4921353" sldId="30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953617833" sldId="30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232005295" sldId="31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647521266" sldId="31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117407649" sldId="31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98251155" sldId="31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396296038" sldId="32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892519445" sldId="32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74980495" sldId="32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530029220" sldId="32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533243423" sldId="32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291485371" sldId="327"/>
        </pc:sldMkLst>
      </pc:sldChg>
      <pc:sldChg chg="add del setBg">
        <pc:chgData name="Songqing" userId="c4d8cb49210192e2" providerId="LiveId" clId="{C68E93E6-302D-425F-B51D-0D6CBA4EABB0}" dt="2023-04-01T17:53:54.671" v="4"/>
        <pc:sldMkLst>
          <pc:docMk/>
          <pc:sldMk cId="3533085196" sldId="335"/>
        </pc:sldMkLst>
      </pc:sldChg>
      <pc:sldChg chg="add del setBg">
        <pc:chgData name="Songqing" userId="c4d8cb49210192e2" providerId="LiveId" clId="{C68E93E6-302D-425F-B51D-0D6CBA4EABB0}" dt="2023-04-01T17:54:03.120" v="5"/>
        <pc:sldMkLst>
          <pc:docMk/>
          <pc:sldMk cId="2978975941" sldId="33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362375622" sldId="340"/>
        </pc:sldMkLst>
      </pc:sldChg>
      <pc:sldChg chg="modSp add del mod setBg">
        <pc:chgData name="Songqing" userId="c4d8cb49210192e2" providerId="LiveId" clId="{C68E93E6-302D-425F-B51D-0D6CBA4EABB0}" dt="2023-04-01T17:54:32.381" v="9" actId="14100"/>
        <pc:sldMkLst>
          <pc:docMk/>
          <pc:sldMk cId="3242821094" sldId="341"/>
        </pc:sldMkLst>
        <pc:spChg chg="mod">
          <ac:chgData name="Songqing" userId="c4d8cb49210192e2" providerId="LiveId" clId="{C68E93E6-302D-425F-B51D-0D6CBA4EABB0}" dt="2023-04-01T17:54:32.381" v="9" actId="14100"/>
          <ac:spMkLst>
            <pc:docMk/>
            <pc:sldMk cId="3242821094" sldId="341"/>
            <ac:spMk id="2" creationId="{00000000-0000-0000-0000-000000000000}"/>
          </ac:spMkLst>
        </pc:spChg>
      </pc:sldChg>
      <pc:sldChg chg="add del setBg">
        <pc:chgData name="Songqing" userId="c4d8cb49210192e2" providerId="LiveId" clId="{C68E93E6-302D-425F-B51D-0D6CBA4EABB0}" dt="2023-04-01T17:57:00.876" v="14"/>
        <pc:sldMkLst>
          <pc:docMk/>
          <pc:sldMk cId="3808974401" sldId="34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368908414" sldId="34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636408948" sldId="34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115383892" sldId="34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07331459" sldId="348"/>
        </pc:sldMkLst>
      </pc:sldChg>
      <pc:sldChg chg="add del setBg">
        <pc:chgData name="Songqing" userId="c4d8cb49210192e2" providerId="LiveId" clId="{C68E93E6-302D-425F-B51D-0D6CBA4EABB0}" dt="2023-04-01T17:56:34.194" v="11"/>
        <pc:sldMkLst>
          <pc:docMk/>
          <pc:sldMk cId="3402427553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17/1/2025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150" y="2207343"/>
            <a:ext cx="7032222" cy="919092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Linux Introduction</a:t>
            </a: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8572" y="68580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1338448" y="2701919"/>
            <a:ext cx="68154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Operating System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211284" y="1912690"/>
            <a:ext cx="99465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24050</TotalTime>
  <Words>72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Funny Gorilla诙猩猩-IT培训</vt:lpstr>
      <vt:lpstr>Learning Objectives 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850</cp:revision>
  <dcterms:created xsi:type="dcterms:W3CDTF">2020-08-03T09:43:10Z</dcterms:created>
  <dcterms:modified xsi:type="dcterms:W3CDTF">2025-01-17T02:44:43Z</dcterms:modified>
</cp:coreProperties>
</file>