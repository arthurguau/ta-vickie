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315" r:id="rId3"/>
    <p:sldId id="338" r:id="rId4"/>
    <p:sldId id="356" r:id="rId5"/>
    <p:sldId id="302" r:id="rId6"/>
    <p:sldId id="31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38"/>
            <p14:sldId id="356"/>
            <p14:sldId id="302"/>
          </p14:sldIdLst>
        </p14:section>
        <p14:section name="Untitled Section" id="{96B2A4F6-E483-46D3-B718-858E0B0CB8CB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1D3B8F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2/12/2024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2/12/2024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150" y="2207343"/>
            <a:ext cx="7032222" cy="919092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Linux File System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4D20A-9228-CE5F-FF4A-3D6D074C5E09}"/>
              </a:ext>
            </a:extLst>
          </p:cNvPr>
          <p:cNvSpPr txBox="1"/>
          <p:nvPr/>
        </p:nvSpPr>
        <p:spPr>
          <a:xfrm>
            <a:off x="3924300" y="3279414"/>
            <a:ext cx="3347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Introduction</a:t>
            </a:r>
            <a:endParaRPr lang="en-A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8572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338448" y="2701919"/>
            <a:ext cx="68154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Linux File System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Some basic </a:t>
            </a:r>
            <a:r>
              <a:rPr lang="en-AU" altLang="en-US" sz="2400" b="1" i="1">
                <a:solidFill>
                  <a:schemeClr val="accent2"/>
                </a:solidFill>
              </a:rPr>
              <a:t>Linux commands</a:t>
            </a:r>
            <a:endParaRPr lang="en-AU" altLang="en-US" sz="2400" b="1" i="1" dirty="0">
              <a:solidFill>
                <a:schemeClr val="accent2"/>
              </a:solidFill>
            </a:endParaRP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211284" y="1912690"/>
            <a:ext cx="9946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660" y="2479619"/>
            <a:ext cx="5492312" cy="949381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Linux File System</a:t>
            </a:r>
          </a:p>
        </p:txBody>
      </p:sp>
    </p:spTree>
    <p:extLst>
      <p:ext uri="{BB962C8B-B14F-4D97-AF65-F5344CB8AC3E}">
        <p14:creationId xmlns:p14="http://schemas.microsoft.com/office/powerpoint/2010/main" val="143075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747" y="644434"/>
            <a:ext cx="342044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Computer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E7D15-E533-6D28-C4B0-BAE5B196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629" y="515113"/>
            <a:ext cx="964405" cy="562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EA63F7-E3A1-0652-C59C-DE2CAA7C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47" y="3307855"/>
            <a:ext cx="3957077" cy="3054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DFED29-4372-12DE-2189-E7AAAFDCF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618" y="1887902"/>
            <a:ext cx="4972306" cy="742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37A2C-EA1E-A5AD-9799-04A1E768E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371" y="3441108"/>
            <a:ext cx="5607338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0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1B8D5F4-DD7F-AEE5-E1F2-0B9A4FEF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2" y="168728"/>
            <a:ext cx="11874048" cy="606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1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23769</TotalTime>
  <Words>86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Linux File System</vt:lpstr>
      <vt:lpstr>Computer   </vt:lpstr>
      <vt:lpstr>PowerPoint Presentation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853</cp:revision>
  <dcterms:created xsi:type="dcterms:W3CDTF">2020-08-03T09:43:10Z</dcterms:created>
  <dcterms:modified xsi:type="dcterms:W3CDTF">2024-12-02T01:37:07Z</dcterms:modified>
</cp:coreProperties>
</file>