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56" r:id="rId2"/>
    <p:sldId id="308" r:id="rId3"/>
    <p:sldId id="361" r:id="rId4"/>
    <p:sldId id="382" r:id="rId5"/>
    <p:sldId id="356" r:id="rId6"/>
    <p:sldId id="362" r:id="rId7"/>
    <p:sldId id="363" r:id="rId8"/>
    <p:sldId id="350" r:id="rId9"/>
    <p:sldId id="381" r:id="rId10"/>
    <p:sldId id="375" r:id="rId11"/>
    <p:sldId id="365" r:id="rId12"/>
    <p:sldId id="372" r:id="rId13"/>
    <p:sldId id="358" r:id="rId14"/>
    <p:sldId id="318" r:id="rId15"/>
    <p:sldId id="374" r:id="rId16"/>
    <p:sldId id="364" r:id="rId17"/>
    <p:sldId id="359" r:id="rId18"/>
    <p:sldId id="357" r:id="rId19"/>
    <p:sldId id="353" r:id="rId20"/>
    <p:sldId id="347" r:id="rId21"/>
    <p:sldId id="366" r:id="rId22"/>
    <p:sldId id="368" r:id="rId23"/>
    <p:sldId id="369" r:id="rId24"/>
    <p:sldId id="370" r:id="rId25"/>
    <p:sldId id="376" r:id="rId26"/>
    <p:sldId id="383" r:id="rId27"/>
    <p:sldId id="380" r:id="rId28"/>
    <p:sldId id="327" r:id="rId29"/>
    <p:sldId id="379" r:id="rId30"/>
    <p:sldId id="378" r:id="rId31"/>
    <p:sldId id="377" r:id="rId32"/>
    <p:sldId id="373" r:id="rId33"/>
    <p:sldId id="301"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AAF580E-2583-42CA-B0FA-385A997457CF}">
          <p14:sldIdLst>
            <p14:sldId id="256"/>
            <p14:sldId id="308"/>
            <p14:sldId id="361"/>
            <p14:sldId id="382"/>
            <p14:sldId id="356"/>
            <p14:sldId id="362"/>
            <p14:sldId id="363"/>
            <p14:sldId id="350"/>
            <p14:sldId id="381"/>
            <p14:sldId id="375"/>
            <p14:sldId id="365"/>
            <p14:sldId id="372"/>
            <p14:sldId id="358"/>
            <p14:sldId id="318"/>
            <p14:sldId id="374"/>
            <p14:sldId id="364"/>
            <p14:sldId id="359"/>
            <p14:sldId id="357"/>
            <p14:sldId id="353"/>
            <p14:sldId id="347"/>
            <p14:sldId id="366"/>
            <p14:sldId id="368"/>
            <p14:sldId id="369"/>
            <p14:sldId id="370"/>
          </p14:sldIdLst>
        </p14:section>
        <p14:section name="Untitled Section" id="{96B2A4F6-E483-46D3-B718-858E0B0CB8CB}">
          <p14:sldIdLst>
            <p14:sldId id="376"/>
            <p14:sldId id="383"/>
            <p14:sldId id="380"/>
            <p14:sldId id="327"/>
            <p14:sldId id="379"/>
            <p14:sldId id="378"/>
            <p14:sldId id="377"/>
            <p14:sldId id="373"/>
            <p14:sldId id="301"/>
          </p14:sldIdLst>
        </p14:section>
      </p14:sectionLst>
    </p:ex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u, S. (Songqing)" initials="GS(" lastIdx="2" clrIdx="0">
    <p:extLst>
      <p:ext uri="{19B8F6BF-5375-455C-9EA6-DF929625EA0E}">
        <p15:presenceInfo xmlns:p15="http://schemas.microsoft.com/office/powerpoint/2012/main" userId="Gu, S. (Songqing)"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4B2FC"/>
    <a:srgbClr val="CEC9BA"/>
    <a:srgbClr val="786F54"/>
    <a:srgbClr val="E19B7F"/>
    <a:srgbClr val="74869C"/>
    <a:srgbClr val="2E01AB"/>
    <a:srgbClr val="8005B1"/>
    <a:srgbClr val="2E8488"/>
    <a:srgbClr val="044EA8"/>
    <a:srgbClr val="1D3B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3D76CF1-D2BE-455D-B8AC-36A7E97C3D0A}" v="159" dt="2023-12-11T06:13:27.26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97" autoAdjust="0"/>
    <p:restoredTop sz="94679"/>
  </p:normalViewPr>
  <p:slideViewPr>
    <p:cSldViewPr snapToGrid="0">
      <p:cViewPr varScale="1">
        <p:scale>
          <a:sx n="152" d="100"/>
          <a:sy n="152" d="100"/>
        </p:scale>
        <p:origin x="216" y="3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42"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ongqing Gu" userId="c4d8cb49210192e2" providerId="LiveId" clId="{83D76CF1-D2BE-455D-B8AC-36A7E97C3D0A}"/>
    <pc:docChg chg="undo custSel addSld delSld modSld sldOrd modSection">
      <pc:chgData name="Songqing Gu" userId="c4d8cb49210192e2" providerId="LiveId" clId="{83D76CF1-D2BE-455D-B8AC-36A7E97C3D0A}" dt="2023-12-11T06:17:57.803" v="1129"/>
      <pc:docMkLst>
        <pc:docMk/>
      </pc:docMkLst>
      <pc:sldChg chg="addSp delSp modSp mod">
        <pc:chgData name="Songqing Gu" userId="c4d8cb49210192e2" providerId="LiveId" clId="{83D76CF1-D2BE-455D-B8AC-36A7E97C3D0A}" dt="2023-12-10T09:56:14.037" v="234" actId="14100"/>
        <pc:sldMkLst>
          <pc:docMk/>
          <pc:sldMk cId="3813058601" sldId="256"/>
        </pc:sldMkLst>
        <pc:spChg chg="mod">
          <ac:chgData name="Songqing Gu" userId="c4d8cb49210192e2" providerId="LiveId" clId="{83D76CF1-D2BE-455D-B8AC-36A7E97C3D0A}" dt="2023-12-10T09:56:14.037" v="234" actId="14100"/>
          <ac:spMkLst>
            <pc:docMk/>
            <pc:sldMk cId="3813058601" sldId="256"/>
            <ac:spMk id="3" creationId="{00000000-0000-0000-0000-000000000000}"/>
          </ac:spMkLst>
        </pc:spChg>
        <pc:spChg chg="del">
          <ac:chgData name="Songqing Gu" userId="c4d8cb49210192e2" providerId="LiveId" clId="{83D76CF1-D2BE-455D-B8AC-36A7E97C3D0A}" dt="2023-12-10T08:37:44.861" v="5" actId="478"/>
          <ac:spMkLst>
            <pc:docMk/>
            <pc:sldMk cId="3813058601" sldId="256"/>
            <ac:spMk id="7" creationId="{42B4BA18-33E0-A368-8DA6-688DDDAA6938}"/>
          </ac:spMkLst>
        </pc:spChg>
        <pc:picChg chg="add del mod">
          <ac:chgData name="Songqing Gu" userId="c4d8cb49210192e2" providerId="LiveId" clId="{83D76CF1-D2BE-455D-B8AC-36A7E97C3D0A}" dt="2023-12-10T09:55:57.143" v="231" actId="478"/>
          <ac:picMkLst>
            <pc:docMk/>
            <pc:sldMk cId="3813058601" sldId="256"/>
            <ac:picMk id="8194" creationId="{4AEA457B-6F93-71F9-7D90-A715E976C346}"/>
          </ac:picMkLst>
        </pc:picChg>
        <pc:picChg chg="add mod">
          <ac:chgData name="Songqing Gu" userId="c4d8cb49210192e2" providerId="LiveId" clId="{83D76CF1-D2BE-455D-B8AC-36A7E97C3D0A}" dt="2023-12-10T09:56:00.538" v="232" actId="1076"/>
          <ac:picMkLst>
            <pc:docMk/>
            <pc:sldMk cId="3813058601" sldId="256"/>
            <ac:picMk id="8196" creationId="{BF25DEC2-096B-AE5F-3862-D495AD233186}"/>
          </ac:picMkLst>
        </pc:picChg>
      </pc:sldChg>
      <pc:sldChg chg="addSp modSp mod">
        <pc:chgData name="Songqing Gu" userId="c4d8cb49210192e2" providerId="LiveId" clId="{83D76CF1-D2BE-455D-B8AC-36A7E97C3D0A}" dt="2023-12-11T05:57:17.824" v="912" actId="20577"/>
        <pc:sldMkLst>
          <pc:docMk/>
          <pc:sldMk cId="1207033259" sldId="308"/>
        </pc:sldMkLst>
        <pc:spChg chg="mod">
          <ac:chgData name="Songqing Gu" userId="c4d8cb49210192e2" providerId="LiveId" clId="{83D76CF1-D2BE-455D-B8AC-36A7E97C3D0A}" dt="2023-12-11T05:57:17.824" v="912" actId="20577"/>
          <ac:spMkLst>
            <pc:docMk/>
            <pc:sldMk cId="1207033259" sldId="308"/>
            <ac:spMk id="2" creationId="{6539024E-1F6A-C2B9-9C0A-0144C1FE2E4E}"/>
          </ac:spMkLst>
        </pc:spChg>
        <pc:picChg chg="add mod">
          <ac:chgData name="Songqing Gu" userId="c4d8cb49210192e2" providerId="LiveId" clId="{83D76CF1-D2BE-455D-B8AC-36A7E97C3D0A}" dt="2023-12-10T09:56:27.996" v="238" actId="1076"/>
          <ac:picMkLst>
            <pc:docMk/>
            <pc:sldMk cId="1207033259" sldId="308"/>
            <ac:picMk id="3" creationId="{B936957F-8C71-EB4F-ACF1-0CEA4F32E7D5}"/>
          </ac:picMkLst>
        </pc:picChg>
      </pc:sldChg>
      <pc:sldChg chg="addSp delSp modSp mod ord">
        <pc:chgData name="Songqing Gu" userId="c4d8cb49210192e2" providerId="LiveId" clId="{83D76CF1-D2BE-455D-B8AC-36A7E97C3D0A}" dt="2023-12-10T12:41:57.334" v="718"/>
        <pc:sldMkLst>
          <pc:docMk/>
          <pc:sldMk cId="2924215782" sldId="318"/>
        </pc:sldMkLst>
        <pc:spChg chg="del">
          <ac:chgData name="Songqing Gu" userId="c4d8cb49210192e2" providerId="LiveId" clId="{83D76CF1-D2BE-455D-B8AC-36A7E97C3D0A}" dt="2023-12-10T12:35:04.273" v="693" actId="478"/>
          <ac:spMkLst>
            <pc:docMk/>
            <pc:sldMk cId="2924215782" sldId="318"/>
            <ac:spMk id="2" creationId="{00000000-0000-0000-0000-000000000000}"/>
          </ac:spMkLst>
        </pc:spChg>
        <pc:spChg chg="del mod">
          <ac:chgData name="Songqing Gu" userId="c4d8cb49210192e2" providerId="LiveId" clId="{83D76CF1-D2BE-455D-B8AC-36A7E97C3D0A}" dt="2023-12-10T12:34:55.029" v="690" actId="478"/>
          <ac:spMkLst>
            <pc:docMk/>
            <pc:sldMk cId="2924215782" sldId="318"/>
            <ac:spMk id="4" creationId="{00000000-0000-0000-0000-000000000000}"/>
          </ac:spMkLst>
        </pc:spChg>
        <pc:spChg chg="del mod">
          <ac:chgData name="Songqing Gu" userId="c4d8cb49210192e2" providerId="LiveId" clId="{83D76CF1-D2BE-455D-B8AC-36A7E97C3D0A}" dt="2023-12-10T08:41:11.415" v="39" actId="478"/>
          <ac:spMkLst>
            <pc:docMk/>
            <pc:sldMk cId="2924215782" sldId="318"/>
            <ac:spMk id="5" creationId="{2C1B7393-223D-166D-35CD-F3B8AFF2F5E8}"/>
          </ac:spMkLst>
        </pc:spChg>
        <pc:spChg chg="add del mod">
          <ac:chgData name="Songqing Gu" userId="c4d8cb49210192e2" providerId="LiveId" clId="{83D76CF1-D2BE-455D-B8AC-36A7E97C3D0A}" dt="2023-12-10T12:34:55.029" v="690" actId="478"/>
          <ac:spMkLst>
            <pc:docMk/>
            <pc:sldMk cId="2924215782" sldId="318"/>
            <ac:spMk id="6" creationId="{264B9C99-FD68-E614-4782-4BE294969A2A}"/>
          </ac:spMkLst>
        </pc:spChg>
        <pc:spChg chg="add del mod">
          <ac:chgData name="Songqing Gu" userId="c4d8cb49210192e2" providerId="LiveId" clId="{83D76CF1-D2BE-455D-B8AC-36A7E97C3D0A}" dt="2023-12-10T12:34:51.376" v="689" actId="478"/>
          <ac:spMkLst>
            <pc:docMk/>
            <pc:sldMk cId="2924215782" sldId="318"/>
            <ac:spMk id="8" creationId="{5B04FF48-4FB1-4BC4-B0B4-EDD0BA966689}"/>
          </ac:spMkLst>
        </pc:spChg>
        <pc:spChg chg="add del mod">
          <ac:chgData name="Songqing Gu" userId="c4d8cb49210192e2" providerId="LiveId" clId="{83D76CF1-D2BE-455D-B8AC-36A7E97C3D0A}" dt="2023-12-10T12:34:55.029" v="690" actId="478"/>
          <ac:spMkLst>
            <pc:docMk/>
            <pc:sldMk cId="2924215782" sldId="318"/>
            <ac:spMk id="10" creationId="{EFFA6BB0-5B2A-595C-BB27-2E2CB61E6A04}"/>
          </ac:spMkLst>
        </pc:spChg>
        <pc:spChg chg="add del mod">
          <ac:chgData name="Songqing Gu" userId="c4d8cb49210192e2" providerId="LiveId" clId="{83D76CF1-D2BE-455D-B8AC-36A7E97C3D0A}" dt="2023-12-10T12:35:06.834" v="694" actId="478"/>
          <ac:spMkLst>
            <pc:docMk/>
            <pc:sldMk cId="2924215782" sldId="318"/>
            <ac:spMk id="12" creationId="{792D2C9C-B383-0677-3BF8-6B9DDAB5BC69}"/>
          </ac:spMkLst>
        </pc:spChg>
        <pc:picChg chg="add mod">
          <ac:chgData name="Songqing Gu" userId="c4d8cb49210192e2" providerId="LiveId" clId="{83D76CF1-D2BE-455D-B8AC-36A7E97C3D0A}" dt="2023-12-10T12:35:11.541" v="696" actId="1076"/>
          <ac:picMkLst>
            <pc:docMk/>
            <pc:sldMk cId="2924215782" sldId="318"/>
            <ac:picMk id="19458" creationId="{977D46EE-691B-F006-4838-3E5E76992A8A}"/>
          </ac:picMkLst>
        </pc:picChg>
      </pc:sldChg>
      <pc:sldChg chg="addSp delSp modSp mod ord">
        <pc:chgData name="Songqing Gu" userId="c4d8cb49210192e2" providerId="LiveId" clId="{83D76CF1-D2BE-455D-B8AC-36A7E97C3D0A}" dt="2023-12-11T06:04:12.733" v="1078" actId="20577"/>
        <pc:sldMkLst>
          <pc:docMk/>
          <pc:sldMk cId="3328123108" sldId="327"/>
        </pc:sldMkLst>
        <pc:spChg chg="mod">
          <ac:chgData name="Songqing Gu" userId="c4d8cb49210192e2" providerId="LiveId" clId="{83D76CF1-D2BE-455D-B8AC-36A7E97C3D0A}" dt="2023-12-11T06:04:12.733" v="1078" actId="20577"/>
          <ac:spMkLst>
            <pc:docMk/>
            <pc:sldMk cId="3328123108" sldId="327"/>
            <ac:spMk id="2" creationId="{00000000-0000-0000-0000-000000000000}"/>
          </ac:spMkLst>
        </pc:spChg>
        <pc:spChg chg="del">
          <ac:chgData name="Songqing Gu" userId="c4d8cb49210192e2" providerId="LiveId" clId="{83D76CF1-D2BE-455D-B8AC-36A7E97C3D0A}" dt="2023-12-10T08:38:45.702" v="6" actId="478"/>
          <ac:spMkLst>
            <pc:docMk/>
            <pc:sldMk cId="3328123108" sldId="327"/>
            <ac:spMk id="3" creationId="{B7C96819-A56C-D1C3-8094-3C26688D2A44}"/>
          </ac:spMkLst>
        </pc:spChg>
        <pc:picChg chg="add del mod">
          <ac:chgData name="Songqing Gu" userId="c4d8cb49210192e2" providerId="LiveId" clId="{83D76CF1-D2BE-455D-B8AC-36A7E97C3D0A}" dt="2023-12-11T06:03:58.516" v="1058" actId="478"/>
          <ac:picMkLst>
            <pc:docMk/>
            <pc:sldMk cId="3328123108" sldId="327"/>
            <ac:picMk id="1026" creationId="{AEB560E1-A04C-0631-9CEC-7A29B1911BE1}"/>
          </ac:picMkLst>
        </pc:picChg>
      </pc:sldChg>
      <pc:sldChg chg="addSp delSp modSp add del mod ord">
        <pc:chgData name="Songqing Gu" userId="c4d8cb49210192e2" providerId="LiveId" clId="{83D76CF1-D2BE-455D-B8AC-36A7E97C3D0A}" dt="2023-12-10T12:32:15.476" v="684"/>
        <pc:sldMkLst>
          <pc:docMk/>
          <pc:sldMk cId="1512227629" sldId="347"/>
        </pc:sldMkLst>
        <pc:picChg chg="del">
          <ac:chgData name="Songqing Gu" userId="c4d8cb49210192e2" providerId="LiveId" clId="{83D76CF1-D2BE-455D-B8AC-36A7E97C3D0A}" dt="2023-12-10T09:20:00.130" v="144" actId="478"/>
          <ac:picMkLst>
            <pc:docMk/>
            <pc:sldMk cId="1512227629" sldId="347"/>
            <ac:picMk id="5" creationId="{36B946FC-C491-7AB8-821E-63053CDE19E8}"/>
          </ac:picMkLst>
        </pc:picChg>
        <pc:picChg chg="add mod">
          <ac:chgData name="Songqing Gu" userId="c4d8cb49210192e2" providerId="LiveId" clId="{83D76CF1-D2BE-455D-B8AC-36A7E97C3D0A}" dt="2023-12-10T09:22:06.992" v="147" actId="1076"/>
          <ac:picMkLst>
            <pc:docMk/>
            <pc:sldMk cId="1512227629" sldId="347"/>
            <ac:picMk id="6146" creationId="{3B68C9AA-61F3-0EB5-BC9E-5F5F4AAF4540}"/>
          </ac:picMkLst>
        </pc:picChg>
      </pc:sldChg>
      <pc:sldChg chg="addSp delSp modSp del mod">
        <pc:chgData name="Songqing Gu" userId="c4d8cb49210192e2" providerId="LiveId" clId="{83D76CF1-D2BE-455D-B8AC-36A7E97C3D0A}" dt="2023-12-10T11:30:41.741" v="370" actId="47"/>
        <pc:sldMkLst>
          <pc:docMk/>
          <pc:sldMk cId="2623131055" sldId="348"/>
        </pc:sldMkLst>
        <pc:spChg chg="mod">
          <ac:chgData name="Songqing Gu" userId="c4d8cb49210192e2" providerId="LiveId" clId="{83D76CF1-D2BE-455D-B8AC-36A7E97C3D0A}" dt="2023-12-10T08:59:39.223" v="72" actId="20577"/>
          <ac:spMkLst>
            <pc:docMk/>
            <pc:sldMk cId="2623131055" sldId="348"/>
            <ac:spMk id="2" creationId="{00000000-0000-0000-0000-000000000000}"/>
          </ac:spMkLst>
        </pc:spChg>
        <pc:picChg chg="del">
          <ac:chgData name="Songqing Gu" userId="c4d8cb49210192e2" providerId="LiveId" clId="{83D76CF1-D2BE-455D-B8AC-36A7E97C3D0A}" dt="2023-12-10T08:58:52.717" v="48" actId="478"/>
          <ac:picMkLst>
            <pc:docMk/>
            <pc:sldMk cId="2623131055" sldId="348"/>
            <ac:picMk id="7" creationId="{3ACE3B02-F391-4B7C-F547-32C5B993F794}"/>
          </ac:picMkLst>
        </pc:picChg>
        <pc:picChg chg="add mod">
          <ac:chgData name="Songqing Gu" userId="c4d8cb49210192e2" providerId="LiveId" clId="{83D76CF1-D2BE-455D-B8AC-36A7E97C3D0A}" dt="2023-12-10T08:59:00.919" v="51" actId="14100"/>
          <ac:picMkLst>
            <pc:docMk/>
            <pc:sldMk cId="2623131055" sldId="348"/>
            <ac:picMk id="3074" creationId="{E436D449-85A2-0420-E830-B012B1A0CCD5}"/>
          </ac:picMkLst>
        </pc:picChg>
      </pc:sldChg>
      <pc:sldChg chg="addSp delSp modSp del mod ord setBg setFolMasterObjs">
        <pc:chgData name="Songqing Gu" userId="c4d8cb49210192e2" providerId="LiveId" clId="{83D76CF1-D2BE-455D-B8AC-36A7E97C3D0A}" dt="2023-12-10T11:27:47.556" v="356" actId="47"/>
        <pc:sldMkLst>
          <pc:docMk/>
          <pc:sldMk cId="1040932698" sldId="349"/>
        </pc:sldMkLst>
        <pc:spChg chg="add del mod replId">
          <ac:chgData name="Songqing Gu" userId="c4d8cb49210192e2" providerId="LiveId" clId="{83D76CF1-D2BE-455D-B8AC-36A7E97C3D0A}" dt="2023-12-10T08:40:24.062" v="37" actId="20577"/>
          <ac:spMkLst>
            <pc:docMk/>
            <pc:sldMk cId="1040932698" sldId="349"/>
            <ac:spMk id="2" creationId="{00000000-0000-0000-0000-000000000000}"/>
          </ac:spMkLst>
        </pc:spChg>
        <pc:spChg chg="add del">
          <ac:chgData name="Songqing Gu" userId="c4d8cb49210192e2" providerId="LiveId" clId="{83D76CF1-D2BE-455D-B8AC-36A7E97C3D0A}" dt="2023-12-10T08:40:14.328" v="30" actId="26606"/>
          <ac:spMkLst>
            <pc:docMk/>
            <pc:sldMk cId="1040932698" sldId="349"/>
            <ac:spMk id="2" creationId="{28C05864-F9D2-60BF-5086-011464262206}"/>
          </ac:spMkLst>
        </pc:spChg>
        <pc:spChg chg="add del">
          <ac:chgData name="Songqing Gu" userId="c4d8cb49210192e2" providerId="LiveId" clId="{83D76CF1-D2BE-455D-B8AC-36A7E97C3D0A}" dt="2023-12-10T08:40:14.328" v="30" actId="26606"/>
          <ac:spMkLst>
            <pc:docMk/>
            <pc:sldMk cId="1040932698" sldId="349"/>
            <ac:spMk id="2083" creationId="{1996130F-9AB5-4DE9-8574-3AF891C5C172}"/>
          </ac:spMkLst>
        </pc:spChg>
        <pc:spChg chg="add del">
          <ac:chgData name="Songqing Gu" userId="c4d8cb49210192e2" providerId="LiveId" clId="{83D76CF1-D2BE-455D-B8AC-36A7E97C3D0A}" dt="2023-12-10T08:40:14.328" v="30" actId="26606"/>
          <ac:spMkLst>
            <pc:docMk/>
            <pc:sldMk cId="1040932698" sldId="349"/>
            <ac:spMk id="2085" creationId="{3623DEAC-F39C-45D6-86DC-1033F6429528}"/>
          </ac:spMkLst>
        </pc:spChg>
        <pc:spChg chg="add del">
          <ac:chgData name="Songqing Gu" userId="c4d8cb49210192e2" providerId="LiveId" clId="{83D76CF1-D2BE-455D-B8AC-36A7E97C3D0A}" dt="2023-12-10T08:40:14.328" v="30" actId="26606"/>
          <ac:spMkLst>
            <pc:docMk/>
            <pc:sldMk cId="1040932698" sldId="349"/>
            <ac:spMk id="2087" creationId="{A692209D-B607-46C3-8560-07AF72291659}"/>
          </ac:spMkLst>
        </pc:spChg>
        <pc:spChg chg="add del">
          <ac:chgData name="Songqing Gu" userId="c4d8cb49210192e2" providerId="LiveId" clId="{83D76CF1-D2BE-455D-B8AC-36A7E97C3D0A}" dt="2023-12-10T08:40:14.328" v="30" actId="26606"/>
          <ac:spMkLst>
            <pc:docMk/>
            <pc:sldMk cId="1040932698" sldId="349"/>
            <ac:spMk id="2089" creationId="{94874638-CF15-4908-BC4B-4908744D0BAF}"/>
          </ac:spMkLst>
        </pc:spChg>
        <pc:spChg chg="add del">
          <ac:chgData name="Songqing Gu" userId="c4d8cb49210192e2" providerId="LiveId" clId="{83D76CF1-D2BE-455D-B8AC-36A7E97C3D0A}" dt="2023-12-10T08:40:14.328" v="30" actId="26606"/>
          <ac:spMkLst>
            <pc:docMk/>
            <pc:sldMk cId="1040932698" sldId="349"/>
            <ac:spMk id="2091" creationId="{5F1B8348-CD6E-4561-A704-C232D9A2676D}"/>
          </ac:spMkLst>
        </pc:spChg>
        <pc:grpChg chg="add del">
          <ac:chgData name="Songqing Gu" userId="c4d8cb49210192e2" providerId="LiveId" clId="{83D76CF1-D2BE-455D-B8AC-36A7E97C3D0A}" dt="2023-12-10T08:40:14.328" v="30" actId="26606"/>
          <ac:grpSpMkLst>
            <pc:docMk/>
            <pc:sldMk cId="1040932698" sldId="349"/>
            <ac:grpSpMk id="2055" creationId="{166BF9EE-F7AC-4FA5-AC7E-001B3A642F75}"/>
          </ac:grpSpMkLst>
        </pc:grpChg>
        <pc:grpChg chg="add del">
          <ac:chgData name="Songqing Gu" userId="c4d8cb49210192e2" providerId="LiveId" clId="{83D76CF1-D2BE-455D-B8AC-36A7E97C3D0A}" dt="2023-12-10T08:40:14.328" v="30" actId="26606"/>
          <ac:grpSpMkLst>
            <pc:docMk/>
            <pc:sldMk cId="1040932698" sldId="349"/>
            <ac:grpSpMk id="2069" creationId="{E312DBA5-56D8-42B2-BA94-28168C2A6703}"/>
          </ac:grpSpMkLst>
        </pc:grpChg>
        <pc:picChg chg="del">
          <ac:chgData name="Songqing Gu" userId="c4d8cb49210192e2" providerId="LiveId" clId="{83D76CF1-D2BE-455D-B8AC-36A7E97C3D0A}" dt="2023-12-10T08:40:08.540" v="26" actId="478"/>
          <ac:picMkLst>
            <pc:docMk/>
            <pc:sldMk cId="1040932698" sldId="349"/>
            <ac:picMk id="5" creationId="{518D730D-C522-536F-1A27-FFAD08928605}"/>
          </ac:picMkLst>
        </pc:picChg>
        <pc:picChg chg="add del mod replId">
          <ac:chgData name="Songqing Gu" userId="c4d8cb49210192e2" providerId="LiveId" clId="{83D76CF1-D2BE-455D-B8AC-36A7E97C3D0A}" dt="2023-12-10T08:40:19.970" v="32" actId="1076"/>
          <ac:picMkLst>
            <pc:docMk/>
            <pc:sldMk cId="1040932698" sldId="349"/>
            <ac:picMk id="2050" creationId="{6754D340-9043-9F48-7A14-8BCBF08269CD}"/>
          </ac:picMkLst>
        </pc:picChg>
        <pc:picChg chg="add del">
          <ac:chgData name="Songqing Gu" userId="c4d8cb49210192e2" providerId="LiveId" clId="{83D76CF1-D2BE-455D-B8AC-36A7E97C3D0A}" dt="2023-12-10T08:40:14.328" v="30" actId="26606"/>
          <ac:picMkLst>
            <pc:docMk/>
            <pc:sldMk cId="1040932698" sldId="349"/>
            <ac:picMk id="2050" creationId="{EF78E270-E373-157F-B791-020EA1A80BF0}"/>
          </ac:picMkLst>
        </pc:picChg>
      </pc:sldChg>
      <pc:sldChg chg="addSp delSp modSp mod">
        <pc:chgData name="Songqing Gu" userId="c4d8cb49210192e2" providerId="LiveId" clId="{83D76CF1-D2BE-455D-B8AC-36A7E97C3D0A}" dt="2023-12-11T06:02:23.201" v="1054" actId="1076"/>
        <pc:sldMkLst>
          <pc:docMk/>
          <pc:sldMk cId="776370263" sldId="350"/>
        </pc:sldMkLst>
        <pc:spChg chg="mod">
          <ac:chgData name="Songqing Gu" userId="c4d8cb49210192e2" providerId="LiveId" clId="{83D76CF1-D2BE-455D-B8AC-36A7E97C3D0A}" dt="2023-12-11T06:00:01.282" v="970" actId="14100"/>
          <ac:spMkLst>
            <pc:docMk/>
            <pc:sldMk cId="776370263" sldId="350"/>
            <ac:spMk id="2" creationId="{00000000-0000-0000-0000-000000000000}"/>
          </ac:spMkLst>
        </pc:spChg>
        <pc:spChg chg="add mod">
          <ac:chgData name="Songqing Gu" userId="c4d8cb49210192e2" providerId="LiveId" clId="{83D76CF1-D2BE-455D-B8AC-36A7E97C3D0A}" dt="2023-12-11T06:01:50.050" v="1049" actId="207"/>
          <ac:spMkLst>
            <pc:docMk/>
            <pc:sldMk cId="776370263" sldId="350"/>
            <ac:spMk id="3" creationId="{B00AD5B9-7173-448C-9F53-73B696260D41}"/>
          </ac:spMkLst>
        </pc:spChg>
        <pc:spChg chg="add mod">
          <ac:chgData name="Songqing Gu" userId="c4d8cb49210192e2" providerId="LiveId" clId="{83D76CF1-D2BE-455D-B8AC-36A7E97C3D0A}" dt="2023-12-11T06:01:54.454" v="1051" actId="113"/>
          <ac:spMkLst>
            <pc:docMk/>
            <pc:sldMk cId="776370263" sldId="350"/>
            <ac:spMk id="4" creationId="{60205E98-A746-CBA6-D854-4D44DB1BA1D4}"/>
          </ac:spMkLst>
        </pc:spChg>
        <pc:spChg chg="add mod">
          <ac:chgData name="Songqing Gu" userId="c4d8cb49210192e2" providerId="LiveId" clId="{83D76CF1-D2BE-455D-B8AC-36A7E97C3D0A}" dt="2023-12-11T06:02:23.201" v="1054" actId="1076"/>
          <ac:spMkLst>
            <pc:docMk/>
            <pc:sldMk cId="776370263" sldId="350"/>
            <ac:spMk id="5" creationId="{14E1B26D-520B-E0BE-4631-BE6BDB0D42C5}"/>
          </ac:spMkLst>
        </pc:spChg>
        <pc:spChg chg="add del mod">
          <ac:chgData name="Songqing Gu" userId="c4d8cb49210192e2" providerId="LiveId" clId="{83D76CF1-D2BE-455D-B8AC-36A7E97C3D0A}" dt="2023-12-10T11:25:23.640" v="344" actId="478"/>
          <ac:spMkLst>
            <pc:docMk/>
            <pc:sldMk cId="776370263" sldId="350"/>
            <ac:spMk id="5" creationId="{4CBC6BB9-721C-CB43-E025-DCB44C7D4AF2}"/>
          </ac:spMkLst>
        </pc:spChg>
        <pc:spChg chg="add del mod">
          <ac:chgData name="Songqing Gu" userId="c4d8cb49210192e2" providerId="LiveId" clId="{83D76CF1-D2BE-455D-B8AC-36A7E97C3D0A}" dt="2023-12-10T11:25:23.640" v="344" actId="478"/>
          <ac:spMkLst>
            <pc:docMk/>
            <pc:sldMk cId="776370263" sldId="350"/>
            <ac:spMk id="7" creationId="{0725F3F3-4D93-8943-45DF-56C5735A7821}"/>
          </ac:spMkLst>
        </pc:spChg>
        <pc:spChg chg="add del mod">
          <ac:chgData name="Songqing Gu" userId="c4d8cb49210192e2" providerId="LiveId" clId="{83D76CF1-D2BE-455D-B8AC-36A7E97C3D0A}" dt="2023-12-10T11:25:23.640" v="344" actId="478"/>
          <ac:spMkLst>
            <pc:docMk/>
            <pc:sldMk cId="776370263" sldId="350"/>
            <ac:spMk id="9" creationId="{BEADE08A-9A09-4E9E-B61E-002EB9B64432}"/>
          </ac:spMkLst>
        </pc:spChg>
        <pc:picChg chg="del">
          <ac:chgData name="Songqing Gu" userId="c4d8cb49210192e2" providerId="LiveId" clId="{83D76CF1-D2BE-455D-B8AC-36A7E97C3D0A}" dt="2023-12-10T09:03:11.874" v="73" actId="478"/>
          <ac:picMkLst>
            <pc:docMk/>
            <pc:sldMk cId="776370263" sldId="350"/>
            <ac:picMk id="3" creationId="{E75FA9F0-1CA5-01C5-7A0B-1A55F3E79FD0}"/>
          </ac:picMkLst>
        </pc:picChg>
        <pc:picChg chg="add mod">
          <ac:chgData name="Songqing Gu" userId="c4d8cb49210192e2" providerId="LiveId" clId="{83D76CF1-D2BE-455D-B8AC-36A7E97C3D0A}" dt="2023-12-11T05:59:55.161" v="969" actId="14100"/>
          <ac:picMkLst>
            <pc:docMk/>
            <pc:sldMk cId="776370263" sldId="350"/>
            <ac:picMk id="1026" creationId="{77920FFE-B481-2421-F5FA-109E6F82F591}"/>
          </ac:picMkLst>
        </pc:picChg>
        <pc:picChg chg="add del mod">
          <ac:chgData name="Songqing Gu" userId="c4d8cb49210192e2" providerId="LiveId" clId="{83D76CF1-D2BE-455D-B8AC-36A7E97C3D0A}" dt="2023-12-10T09:43:07.508" v="149" actId="478"/>
          <ac:picMkLst>
            <pc:docMk/>
            <pc:sldMk cId="776370263" sldId="350"/>
            <ac:picMk id="4098" creationId="{401151B5-3286-7110-010B-3EA465BA439F}"/>
          </ac:picMkLst>
        </pc:picChg>
        <pc:picChg chg="add del mod">
          <ac:chgData name="Songqing Gu" userId="c4d8cb49210192e2" providerId="LiveId" clId="{83D76CF1-D2BE-455D-B8AC-36A7E97C3D0A}" dt="2023-12-11T05:56:23.195" v="832" actId="478"/>
          <ac:picMkLst>
            <pc:docMk/>
            <pc:sldMk cId="776370263" sldId="350"/>
            <ac:picMk id="4100" creationId="{C0FB4246-63EB-F0D9-3BE9-ACED5D79A164}"/>
          </ac:picMkLst>
        </pc:picChg>
      </pc:sldChg>
      <pc:sldChg chg="addSp delSp modSp mod ord">
        <pc:chgData name="Songqing Gu" userId="c4d8cb49210192e2" providerId="LiveId" clId="{83D76CF1-D2BE-455D-B8AC-36A7E97C3D0A}" dt="2023-12-10T12:32:18.130" v="686"/>
        <pc:sldMkLst>
          <pc:docMk/>
          <pc:sldMk cId="3287003557" sldId="353"/>
        </pc:sldMkLst>
        <pc:spChg chg="mod">
          <ac:chgData name="Songqing Gu" userId="c4d8cb49210192e2" providerId="LiveId" clId="{83D76CF1-D2BE-455D-B8AC-36A7E97C3D0A}" dt="2023-12-10T09:19:52.914" v="143" actId="20577"/>
          <ac:spMkLst>
            <pc:docMk/>
            <pc:sldMk cId="3287003557" sldId="353"/>
            <ac:spMk id="2" creationId="{00000000-0000-0000-0000-000000000000}"/>
          </ac:spMkLst>
        </pc:spChg>
        <pc:spChg chg="del">
          <ac:chgData name="Songqing Gu" userId="c4d8cb49210192e2" providerId="LiveId" clId="{83D76CF1-D2BE-455D-B8AC-36A7E97C3D0A}" dt="2023-12-10T09:19:36.755" v="108" actId="478"/>
          <ac:spMkLst>
            <pc:docMk/>
            <pc:sldMk cId="3287003557" sldId="353"/>
            <ac:spMk id="9" creationId="{22DE3610-3E9C-35F5-1EC2-C0CBBAD715D1}"/>
          </ac:spMkLst>
        </pc:spChg>
        <pc:picChg chg="del">
          <ac:chgData name="Songqing Gu" userId="c4d8cb49210192e2" providerId="LiveId" clId="{83D76CF1-D2BE-455D-B8AC-36A7E97C3D0A}" dt="2023-12-10T09:19:28.613" v="105" actId="478"/>
          <ac:picMkLst>
            <pc:docMk/>
            <pc:sldMk cId="3287003557" sldId="353"/>
            <ac:picMk id="6" creationId="{0F04FC9B-2D51-F1C3-3B20-888ECF914E40}"/>
          </ac:picMkLst>
        </pc:picChg>
        <pc:picChg chg="add mod">
          <ac:chgData name="Songqing Gu" userId="c4d8cb49210192e2" providerId="LiveId" clId="{83D76CF1-D2BE-455D-B8AC-36A7E97C3D0A}" dt="2023-12-10T09:19:32.006" v="107" actId="1076"/>
          <ac:picMkLst>
            <pc:docMk/>
            <pc:sldMk cId="3287003557" sldId="353"/>
            <ac:picMk id="5122" creationId="{8D6C4EF4-2ADF-6D6C-58DD-9270EEC819C4}"/>
          </ac:picMkLst>
        </pc:picChg>
      </pc:sldChg>
      <pc:sldChg chg="addSp delSp modSp add del mod ord">
        <pc:chgData name="Songqing Gu" userId="c4d8cb49210192e2" providerId="LiveId" clId="{83D76CF1-D2BE-455D-B8AC-36A7E97C3D0A}" dt="2023-12-10T12:42:33.663" v="719" actId="2696"/>
        <pc:sldMkLst>
          <pc:docMk/>
          <pc:sldMk cId="1108731568" sldId="354"/>
        </pc:sldMkLst>
        <pc:spChg chg="mod">
          <ac:chgData name="Songqing Gu" userId="c4d8cb49210192e2" providerId="LiveId" clId="{83D76CF1-D2BE-455D-B8AC-36A7E97C3D0A}" dt="2023-12-10T11:21:21.858" v="338" actId="14100"/>
          <ac:spMkLst>
            <pc:docMk/>
            <pc:sldMk cId="1108731568" sldId="354"/>
            <ac:spMk id="2" creationId="{00000000-0000-0000-0000-000000000000}"/>
          </ac:spMkLst>
        </pc:spChg>
        <pc:picChg chg="del">
          <ac:chgData name="Songqing Gu" userId="c4d8cb49210192e2" providerId="LiveId" clId="{83D76CF1-D2BE-455D-B8AC-36A7E97C3D0A}" dt="2023-12-10T11:21:11.896" v="327" actId="478"/>
          <ac:picMkLst>
            <pc:docMk/>
            <pc:sldMk cId="1108731568" sldId="354"/>
            <ac:picMk id="4098" creationId="{401151B5-3286-7110-010B-3EA465BA439F}"/>
          </ac:picMkLst>
        </pc:picChg>
        <pc:picChg chg="add mod">
          <ac:chgData name="Songqing Gu" userId="c4d8cb49210192e2" providerId="LiveId" clId="{83D76CF1-D2BE-455D-B8AC-36A7E97C3D0A}" dt="2023-12-10T11:21:33.046" v="342" actId="14100"/>
          <ac:picMkLst>
            <pc:docMk/>
            <pc:sldMk cId="1108731568" sldId="354"/>
            <ac:picMk id="13314" creationId="{6C6B88BD-E600-B733-C123-BA50B772778F}"/>
          </ac:picMkLst>
        </pc:picChg>
      </pc:sldChg>
      <pc:sldChg chg="addSp delSp modSp add del mod setBg setFolMasterObjs">
        <pc:chgData name="Songqing Gu" userId="c4d8cb49210192e2" providerId="LiveId" clId="{83D76CF1-D2BE-455D-B8AC-36A7E97C3D0A}" dt="2023-12-10T11:27:41.163" v="354" actId="47"/>
        <pc:sldMkLst>
          <pc:docMk/>
          <pc:sldMk cId="942884325" sldId="355"/>
        </pc:sldMkLst>
        <pc:spChg chg="del">
          <ac:chgData name="Songqing Gu" userId="c4d8cb49210192e2" providerId="LiveId" clId="{83D76CF1-D2BE-455D-B8AC-36A7E97C3D0A}" dt="2023-12-10T09:47:02.073" v="177" actId="478"/>
          <ac:spMkLst>
            <pc:docMk/>
            <pc:sldMk cId="942884325" sldId="355"/>
            <ac:spMk id="2" creationId="{6539024E-1F6A-C2B9-9C0A-0144C1FE2E4E}"/>
          </ac:spMkLst>
        </pc:spChg>
        <pc:spChg chg="add del mod">
          <ac:chgData name="Songqing Gu" userId="c4d8cb49210192e2" providerId="LiveId" clId="{83D76CF1-D2BE-455D-B8AC-36A7E97C3D0A}" dt="2023-12-10T11:04:42.675" v="278" actId="478"/>
          <ac:spMkLst>
            <pc:docMk/>
            <pc:sldMk cId="942884325" sldId="355"/>
            <ac:spMk id="4" creationId="{BA8715D4-90DA-F40E-5A9C-AF3E593EB41B}"/>
          </ac:spMkLst>
        </pc:spChg>
        <pc:spChg chg="add del mod replId">
          <ac:chgData name="Songqing Gu" userId="c4d8cb49210192e2" providerId="LiveId" clId="{83D76CF1-D2BE-455D-B8AC-36A7E97C3D0A}" dt="2023-12-10T11:04:39.403" v="277" actId="478"/>
          <ac:spMkLst>
            <pc:docMk/>
            <pc:sldMk cId="942884325" sldId="355"/>
            <ac:spMk id="21506" creationId="{00000000-0000-0000-0000-000000000000}"/>
          </ac:spMkLst>
        </pc:spChg>
        <pc:spChg chg="add del">
          <ac:chgData name="Songqing Gu" userId="c4d8cb49210192e2" providerId="LiveId" clId="{83D76CF1-D2BE-455D-B8AC-36A7E97C3D0A}" dt="2023-12-10T11:04:26.779" v="274" actId="26606"/>
          <ac:spMkLst>
            <pc:docMk/>
            <pc:sldMk cId="942884325" sldId="355"/>
            <ac:spMk id="21506" creationId="{AC51E628-2FFC-5710-1824-C2B244F9CACB}"/>
          </ac:spMkLst>
        </pc:spChg>
        <pc:spChg chg="add del">
          <ac:chgData name="Songqing Gu" userId="c4d8cb49210192e2" providerId="LiveId" clId="{83D76CF1-D2BE-455D-B8AC-36A7E97C3D0A}" dt="2023-12-10T11:04:26.779" v="274" actId="26606"/>
          <ac:spMkLst>
            <pc:docMk/>
            <pc:sldMk cId="942884325" sldId="355"/>
            <ac:spMk id="21539" creationId="{1996130F-9AB5-4DE9-8574-3AF891C5C172}"/>
          </ac:spMkLst>
        </pc:spChg>
        <pc:spChg chg="add del">
          <ac:chgData name="Songqing Gu" userId="c4d8cb49210192e2" providerId="LiveId" clId="{83D76CF1-D2BE-455D-B8AC-36A7E97C3D0A}" dt="2023-12-10T11:04:26.779" v="274" actId="26606"/>
          <ac:spMkLst>
            <pc:docMk/>
            <pc:sldMk cId="942884325" sldId="355"/>
            <ac:spMk id="21541" creationId="{3623DEAC-F39C-45D6-86DC-1033F6429528}"/>
          </ac:spMkLst>
        </pc:spChg>
        <pc:spChg chg="add del">
          <ac:chgData name="Songqing Gu" userId="c4d8cb49210192e2" providerId="LiveId" clId="{83D76CF1-D2BE-455D-B8AC-36A7E97C3D0A}" dt="2023-12-10T11:04:26.779" v="274" actId="26606"/>
          <ac:spMkLst>
            <pc:docMk/>
            <pc:sldMk cId="942884325" sldId="355"/>
            <ac:spMk id="21543" creationId="{CADF4631-3C8F-45EE-8D19-4D3E8426B34A}"/>
          </ac:spMkLst>
        </pc:spChg>
        <pc:spChg chg="add del">
          <ac:chgData name="Songqing Gu" userId="c4d8cb49210192e2" providerId="LiveId" clId="{83D76CF1-D2BE-455D-B8AC-36A7E97C3D0A}" dt="2023-12-10T11:04:26.779" v="274" actId="26606"/>
          <ac:spMkLst>
            <pc:docMk/>
            <pc:sldMk cId="942884325" sldId="355"/>
            <ac:spMk id="21573" creationId="{46FA917F-43A3-4FA3-A085-59D0DC397EFA}"/>
          </ac:spMkLst>
        </pc:spChg>
        <pc:spChg chg="add del">
          <ac:chgData name="Songqing Gu" userId="c4d8cb49210192e2" providerId="LiveId" clId="{83D76CF1-D2BE-455D-B8AC-36A7E97C3D0A}" dt="2023-12-10T11:04:26.779" v="274" actId="26606"/>
          <ac:spMkLst>
            <pc:docMk/>
            <pc:sldMk cId="942884325" sldId="355"/>
            <ac:spMk id="21575" creationId="{9CBF007B-8C8C-4F79-B037-9F4C61F9F954}"/>
          </ac:spMkLst>
        </pc:spChg>
        <pc:grpChg chg="add del">
          <ac:chgData name="Songqing Gu" userId="c4d8cb49210192e2" providerId="LiveId" clId="{83D76CF1-D2BE-455D-B8AC-36A7E97C3D0A}" dt="2023-12-10T11:04:26.779" v="274" actId="26606"/>
          <ac:grpSpMkLst>
            <pc:docMk/>
            <pc:sldMk cId="942884325" sldId="355"/>
            <ac:grpSpMk id="21511" creationId="{166BF9EE-F7AC-4FA5-AC7E-001B3A642F75}"/>
          </ac:grpSpMkLst>
        </pc:grpChg>
        <pc:grpChg chg="add del">
          <ac:chgData name="Songqing Gu" userId="c4d8cb49210192e2" providerId="LiveId" clId="{83D76CF1-D2BE-455D-B8AC-36A7E97C3D0A}" dt="2023-12-10T11:04:26.779" v="274" actId="26606"/>
          <ac:grpSpMkLst>
            <pc:docMk/>
            <pc:sldMk cId="942884325" sldId="355"/>
            <ac:grpSpMk id="21525" creationId="{E312DBA5-56D8-42B2-BA94-28168C2A6703}"/>
          </ac:grpSpMkLst>
        </pc:grpChg>
        <pc:grpChg chg="add del">
          <ac:chgData name="Songqing Gu" userId="c4d8cb49210192e2" providerId="LiveId" clId="{83D76CF1-D2BE-455D-B8AC-36A7E97C3D0A}" dt="2023-12-10T11:04:26.779" v="274" actId="26606"/>
          <ac:grpSpMkLst>
            <pc:docMk/>
            <pc:sldMk cId="942884325" sldId="355"/>
            <ac:grpSpMk id="21545" creationId="{F291099C-17EE-4E0E-B096-C79975050035}"/>
          </ac:grpSpMkLst>
        </pc:grpChg>
        <pc:grpChg chg="add del">
          <ac:chgData name="Songqing Gu" userId="c4d8cb49210192e2" providerId="LiveId" clId="{83D76CF1-D2BE-455D-B8AC-36A7E97C3D0A}" dt="2023-12-10T11:04:26.779" v="274" actId="26606"/>
          <ac:grpSpMkLst>
            <pc:docMk/>
            <pc:sldMk cId="942884325" sldId="355"/>
            <ac:grpSpMk id="21559" creationId="{6A54B62D-FC5C-4E1A-8D8B-279576FE5379}"/>
          </ac:grpSpMkLst>
        </pc:grpChg>
        <pc:picChg chg="add del mod">
          <ac:chgData name="Songqing Gu" userId="c4d8cb49210192e2" providerId="LiveId" clId="{83D76CF1-D2BE-455D-B8AC-36A7E97C3D0A}" dt="2023-12-10T11:04:11.396" v="270" actId="478"/>
          <ac:picMkLst>
            <pc:docMk/>
            <pc:sldMk cId="942884325" sldId="355"/>
            <ac:picMk id="7170" creationId="{31F4BA66-66DE-A2A1-F5E3-EE9F070EF25B}"/>
          </ac:picMkLst>
        </pc:picChg>
        <pc:picChg chg="add del mod replId">
          <ac:chgData name="Songqing Gu" userId="c4d8cb49210192e2" providerId="LiveId" clId="{83D76CF1-D2BE-455D-B8AC-36A7E97C3D0A}" dt="2023-12-10T11:12:13.627" v="285" actId="478"/>
          <ac:picMkLst>
            <pc:docMk/>
            <pc:sldMk cId="942884325" sldId="355"/>
            <ac:picMk id="7172" creationId="{3BC7DB4D-98FC-D200-BB33-FA4423D532D3}"/>
          </ac:picMkLst>
        </pc:picChg>
        <pc:picChg chg="add del">
          <ac:chgData name="Songqing Gu" userId="c4d8cb49210192e2" providerId="LiveId" clId="{83D76CF1-D2BE-455D-B8AC-36A7E97C3D0A}" dt="2023-12-10T11:04:26.779" v="274" actId="26606"/>
          <ac:picMkLst>
            <pc:docMk/>
            <pc:sldMk cId="942884325" sldId="355"/>
            <ac:picMk id="7172" creationId="{9ABF407A-9B51-A322-DD87-456A227FCD8A}"/>
          </ac:picMkLst>
        </pc:picChg>
        <pc:picChg chg="add">
          <ac:chgData name="Songqing Gu" userId="c4d8cb49210192e2" providerId="LiveId" clId="{83D76CF1-D2BE-455D-B8AC-36A7E97C3D0A}" dt="2023-12-10T11:12:16.029" v="286"/>
          <ac:picMkLst>
            <pc:docMk/>
            <pc:sldMk cId="942884325" sldId="355"/>
            <ac:picMk id="7174" creationId="{231C47C0-2D9E-3113-B6AE-0459453E409D}"/>
          </ac:picMkLst>
        </pc:picChg>
      </pc:sldChg>
      <pc:sldChg chg="addSp delSp modSp add mod">
        <pc:chgData name="Songqing Gu" userId="c4d8cb49210192e2" providerId="LiveId" clId="{83D76CF1-D2BE-455D-B8AC-36A7E97C3D0A}" dt="2023-12-11T05:58:43.327" v="966" actId="12"/>
        <pc:sldMkLst>
          <pc:docMk/>
          <pc:sldMk cId="2021770365" sldId="356"/>
        </pc:sldMkLst>
        <pc:spChg chg="add mod">
          <ac:chgData name="Songqing Gu" userId="c4d8cb49210192e2" providerId="LiveId" clId="{83D76CF1-D2BE-455D-B8AC-36A7E97C3D0A}" dt="2023-12-11T05:58:43.327" v="966" actId="12"/>
          <ac:spMkLst>
            <pc:docMk/>
            <pc:sldMk cId="2021770365" sldId="356"/>
            <ac:spMk id="2" creationId="{B78ABBBB-26CA-F62C-D90F-C286852E47A3}"/>
          </ac:spMkLst>
        </pc:spChg>
        <pc:spChg chg="add mod">
          <ac:chgData name="Songqing Gu" userId="c4d8cb49210192e2" providerId="LiveId" clId="{83D76CF1-D2BE-455D-B8AC-36A7E97C3D0A}" dt="2023-12-10T11:30:10.180" v="369" actId="1076"/>
          <ac:spMkLst>
            <pc:docMk/>
            <pc:sldMk cId="2021770365" sldId="356"/>
            <ac:spMk id="3" creationId="{92268805-2207-6A3C-79D5-AF72985F557C}"/>
          </ac:spMkLst>
        </pc:spChg>
        <pc:spChg chg="mod">
          <ac:chgData name="Songqing Gu" userId="c4d8cb49210192e2" providerId="LiveId" clId="{83D76CF1-D2BE-455D-B8AC-36A7E97C3D0A}" dt="2023-12-10T11:30:07.513" v="368" actId="1076"/>
          <ac:spMkLst>
            <pc:docMk/>
            <pc:sldMk cId="2021770365" sldId="356"/>
            <ac:spMk id="21506" creationId="{00000000-0000-0000-0000-000000000000}"/>
          </ac:spMkLst>
        </pc:spChg>
        <pc:picChg chg="del">
          <ac:chgData name="Songqing Gu" userId="c4d8cb49210192e2" providerId="LiveId" clId="{83D76CF1-D2BE-455D-B8AC-36A7E97C3D0A}" dt="2023-12-10T09:50:16.188" v="201" actId="478"/>
          <ac:picMkLst>
            <pc:docMk/>
            <pc:sldMk cId="2021770365" sldId="356"/>
            <ac:picMk id="7170" creationId="{31F4BA66-66DE-A2A1-F5E3-EE9F070EF25B}"/>
          </ac:picMkLst>
        </pc:picChg>
        <pc:picChg chg="add del mod">
          <ac:chgData name="Songqing Gu" userId="c4d8cb49210192e2" providerId="LiveId" clId="{83D76CF1-D2BE-455D-B8AC-36A7E97C3D0A}" dt="2023-12-10T11:15:29.508" v="295" actId="478"/>
          <ac:picMkLst>
            <pc:docMk/>
            <pc:sldMk cId="2021770365" sldId="356"/>
            <ac:picMk id="11266" creationId="{F382AFF9-151F-508D-9DC3-0FBEEF49AEDB}"/>
          </ac:picMkLst>
        </pc:picChg>
      </pc:sldChg>
      <pc:sldChg chg="addSp delSp modSp add ord">
        <pc:chgData name="Songqing Gu" userId="c4d8cb49210192e2" providerId="LiveId" clId="{83D76CF1-D2BE-455D-B8AC-36A7E97C3D0A}" dt="2023-12-11T06:17:57.803" v="1129"/>
        <pc:sldMkLst>
          <pc:docMk/>
          <pc:sldMk cId="848811915" sldId="357"/>
        </pc:sldMkLst>
        <pc:picChg chg="del">
          <ac:chgData name="Songqing Gu" userId="c4d8cb49210192e2" providerId="LiveId" clId="{83D76CF1-D2BE-455D-B8AC-36A7E97C3D0A}" dt="2023-12-10T09:58:08.778" v="240" actId="478"/>
          <ac:picMkLst>
            <pc:docMk/>
            <pc:sldMk cId="848811915" sldId="357"/>
            <ac:picMk id="6146" creationId="{3B68C9AA-61F3-0EB5-BC9E-5F5F4AAF4540}"/>
          </ac:picMkLst>
        </pc:picChg>
        <pc:picChg chg="add mod">
          <ac:chgData name="Songqing Gu" userId="c4d8cb49210192e2" providerId="LiveId" clId="{83D76CF1-D2BE-455D-B8AC-36A7E97C3D0A}" dt="2023-12-10T09:58:17.943" v="243" actId="1076"/>
          <ac:picMkLst>
            <pc:docMk/>
            <pc:sldMk cId="848811915" sldId="357"/>
            <ac:picMk id="9218" creationId="{59E79892-9CA9-C1B4-90F2-A664DF49E71F}"/>
          </ac:picMkLst>
        </pc:picChg>
      </pc:sldChg>
      <pc:sldChg chg="addSp delSp modSp add mod ord">
        <pc:chgData name="Songqing Gu" userId="c4d8cb49210192e2" providerId="LiveId" clId="{83D76CF1-D2BE-455D-B8AC-36A7E97C3D0A}" dt="2023-12-10T12:52:17.292" v="777" actId="20577"/>
        <pc:sldMkLst>
          <pc:docMk/>
          <pc:sldMk cId="1765147363" sldId="358"/>
        </pc:sldMkLst>
        <pc:spChg chg="add del mod">
          <ac:chgData name="Songqing Gu" userId="c4d8cb49210192e2" providerId="LiveId" clId="{83D76CF1-D2BE-455D-B8AC-36A7E97C3D0A}" dt="2023-12-10T12:51:51.641" v="769" actId="478"/>
          <ac:spMkLst>
            <pc:docMk/>
            <pc:sldMk cId="1765147363" sldId="358"/>
            <ac:spMk id="3" creationId="{A190B439-B891-F53F-E8EF-764736D9F318}"/>
          </ac:spMkLst>
        </pc:spChg>
        <pc:spChg chg="add mod">
          <ac:chgData name="Songqing Gu" userId="c4d8cb49210192e2" providerId="LiveId" clId="{83D76CF1-D2BE-455D-B8AC-36A7E97C3D0A}" dt="2023-12-10T12:52:17.292" v="777" actId="20577"/>
          <ac:spMkLst>
            <pc:docMk/>
            <pc:sldMk cId="1765147363" sldId="358"/>
            <ac:spMk id="5" creationId="{49764D29-6267-2817-720A-87103A3EB3CD}"/>
          </ac:spMkLst>
        </pc:spChg>
        <pc:spChg chg="mod">
          <ac:chgData name="Songqing Gu" userId="c4d8cb49210192e2" providerId="LiveId" clId="{83D76CF1-D2BE-455D-B8AC-36A7E97C3D0A}" dt="2023-12-10T12:51:59.652" v="772" actId="1076"/>
          <ac:spMkLst>
            <pc:docMk/>
            <pc:sldMk cId="1765147363" sldId="358"/>
            <ac:spMk id="21506" creationId="{00000000-0000-0000-0000-000000000000}"/>
          </ac:spMkLst>
        </pc:spChg>
      </pc:sldChg>
      <pc:sldChg chg="add">
        <pc:chgData name="Songqing Gu" userId="c4d8cb49210192e2" providerId="LiveId" clId="{83D76CF1-D2BE-455D-B8AC-36A7E97C3D0A}" dt="2023-12-10T10:49:55.872" v="258" actId="2890"/>
        <pc:sldMkLst>
          <pc:docMk/>
          <pc:sldMk cId="1791268788" sldId="359"/>
        </pc:sldMkLst>
      </pc:sldChg>
      <pc:sldChg chg="addSp delSp modSp add del mod">
        <pc:chgData name="Songqing Gu" userId="c4d8cb49210192e2" providerId="LiveId" clId="{83D76CF1-D2BE-455D-B8AC-36A7E97C3D0A}" dt="2023-12-10T11:27:44.267" v="355" actId="47"/>
        <pc:sldMkLst>
          <pc:docMk/>
          <pc:sldMk cId="1436268665" sldId="360"/>
        </pc:sldMkLst>
        <pc:spChg chg="add del mod">
          <ac:chgData name="Songqing Gu" userId="c4d8cb49210192e2" providerId="LiveId" clId="{83D76CF1-D2BE-455D-B8AC-36A7E97C3D0A}" dt="2023-12-10T11:06:19.245" v="281" actId="478"/>
          <ac:spMkLst>
            <pc:docMk/>
            <pc:sldMk cId="1436268665" sldId="360"/>
            <ac:spMk id="3" creationId="{C5EB01D4-A738-EACE-11BB-F4B5FA1330F1}"/>
          </ac:spMkLst>
        </pc:spChg>
        <pc:spChg chg="del">
          <ac:chgData name="Songqing Gu" userId="c4d8cb49210192e2" providerId="LiveId" clId="{83D76CF1-D2BE-455D-B8AC-36A7E97C3D0A}" dt="2023-12-10T11:06:16.971" v="280" actId="478"/>
          <ac:spMkLst>
            <pc:docMk/>
            <pc:sldMk cId="1436268665" sldId="360"/>
            <ac:spMk id="21506" creationId="{00000000-0000-0000-0000-000000000000}"/>
          </ac:spMkLst>
        </pc:spChg>
        <pc:picChg chg="mod">
          <ac:chgData name="Songqing Gu" userId="c4d8cb49210192e2" providerId="LiveId" clId="{83D76CF1-D2BE-455D-B8AC-36A7E97C3D0A}" dt="2023-12-10T11:06:24.804" v="283" actId="1076"/>
          <ac:picMkLst>
            <pc:docMk/>
            <pc:sldMk cId="1436268665" sldId="360"/>
            <ac:picMk id="7170" creationId="{31F4BA66-66DE-A2A1-F5E3-EE9F070EF25B}"/>
          </ac:picMkLst>
        </pc:picChg>
      </pc:sldChg>
      <pc:sldChg chg="addSp modSp add mod">
        <pc:chgData name="Songqing Gu" userId="c4d8cb49210192e2" providerId="LiveId" clId="{83D76CF1-D2BE-455D-B8AC-36A7E97C3D0A}" dt="2023-12-10T11:32:59.898" v="385" actId="1076"/>
        <pc:sldMkLst>
          <pc:docMk/>
          <pc:sldMk cId="3327700414" sldId="361"/>
        </pc:sldMkLst>
        <pc:spChg chg="add mod">
          <ac:chgData name="Songqing Gu" userId="c4d8cb49210192e2" providerId="LiveId" clId="{83D76CF1-D2BE-455D-B8AC-36A7E97C3D0A}" dt="2023-12-10T11:29:35.100" v="367" actId="14100"/>
          <ac:spMkLst>
            <pc:docMk/>
            <pc:sldMk cId="3327700414" sldId="361"/>
            <ac:spMk id="3" creationId="{148EA184-4063-747F-9691-51D51DA20E6E}"/>
          </ac:spMkLst>
        </pc:spChg>
        <pc:spChg chg="add mod">
          <ac:chgData name="Songqing Gu" userId="c4d8cb49210192e2" providerId="LiveId" clId="{83D76CF1-D2BE-455D-B8AC-36A7E97C3D0A}" dt="2023-12-10T11:32:59.898" v="385" actId="1076"/>
          <ac:spMkLst>
            <pc:docMk/>
            <pc:sldMk cId="3327700414" sldId="361"/>
            <ac:spMk id="6" creationId="{BCC6A16F-A383-5871-49D7-B62AF59886A2}"/>
          </ac:spMkLst>
        </pc:spChg>
        <pc:picChg chg="mod">
          <ac:chgData name="Songqing Gu" userId="c4d8cb49210192e2" providerId="LiveId" clId="{83D76CF1-D2BE-455D-B8AC-36A7E97C3D0A}" dt="2023-12-10T11:32:23.836" v="373" actId="1076"/>
          <ac:picMkLst>
            <pc:docMk/>
            <pc:sldMk cId="3327700414" sldId="361"/>
            <ac:picMk id="7172" creationId="{3BC7DB4D-98FC-D200-BB33-FA4423D532D3}"/>
          </ac:picMkLst>
        </pc:picChg>
        <pc:cxnChg chg="add mod">
          <ac:chgData name="Songqing Gu" userId="c4d8cb49210192e2" providerId="LiveId" clId="{83D76CF1-D2BE-455D-B8AC-36A7E97C3D0A}" dt="2023-12-10T11:32:27.333" v="374" actId="1076"/>
          <ac:cxnSpMkLst>
            <pc:docMk/>
            <pc:sldMk cId="3327700414" sldId="361"/>
            <ac:cxnSpMk id="5" creationId="{ADD1AFAC-AB21-8C8A-C860-4FFE90509D8C}"/>
          </ac:cxnSpMkLst>
        </pc:cxnChg>
      </pc:sldChg>
      <pc:sldChg chg="modSp add mod">
        <pc:chgData name="Songqing Gu" userId="c4d8cb49210192e2" providerId="LiveId" clId="{83D76CF1-D2BE-455D-B8AC-36A7E97C3D0A}" dt="2023-12-10T11:33:18.700" v="386" actId="207"/>
        <pc:sldMkLst>
          <pc:docMk/>
          <pc:sldMk cId="2545172275" sldId="362"/>
        </pc:sldMkLst>
        <pc:spChg chg="mod">
          <ac:chgData name="Songqing Gu" userId="c4d8cb49210192e2" providerId="LiveId" clId="{83D76CF1-D2BE-455D-B8AC-36A7E97C3D0A}" dt="2023-12-10T11:33:18.700" v="386" actId="207"/>
          <ac:spMkLst>
            <pc:docMk/>
            <pc:sldMk cId="2545172275" sldId="362"/>
            <ac:spMk id="21506" creationId="{00000000-0000-0000-0000-000000000000}"/>
          </ac:spMkLst>
        </pc:spChg>
      </pc:sldChg>
      <pc:sldChg chg="addSp delSp modSp add mod ord">
        <pc:chgData name="Songqing Gu" userId="c4d8cb49210192e2" providerId="LiveId" clId="{83D76CF1-D2BE-455D-B8AC-36A7E97C3D0A}" dt="2023-12-10T12:04:54.299" v="590"/>
        <pc:sldMkLst>
          <pc:docMk/>
          <pc:sldMk cId="2201290165" sldId="363"/>
        </pc:sldMkLst>
        <pc:spChg chg="del mod">
          <ac:chgData name="Songqing Gu" userId="c4d8cb49210192e2" providerId="LiveId" clId="{83D76CF1-D2BE-455D-B8AC-36A7E97C3D0A}" dt="2023-12-10T11:19:52.582" v="323" actId="478"/>
          <ac:spMkLst>
            <pc:docMk/>
            <pc:sldMk cId="2201290165" sldId="363"/>
            <ac:spMk id="2" creationId="{00000000-0000-0000-0000-000000000000}"/>
          </ac:spMkLst>
        </pc:spChg>
        <pc:spChg chg="add del mod">
          <ac:chgData name="Songqing Gu" userId="c4d8cb49210192e2" providerId="LiveId" clId="{83D76CF1-D2BE-455D-B8AC-36A7E97C3D0A}" dt="2023-12-10T11:19:55.501" v="324" actId="478"/>
          <ac:spMkLst>
            <pc:docMk/>
            <pc:sldMk cId="2201290165" sldId="363"/>
            <ac:spMk id="4" creationId="{0431CC40-5F5E-AA4E-7608-EEB1BC8F2A97}"/>
          </ac:spMkLst>
        </pc:spChg>
        <pc:spChg chg="del">
          <ac:chgData name="Songqing Gu" userId="c4d8cb49210192e2" providerId="LiveId" clId="{83D76CF1-D2BE-455D-B8AC-36A7E97C3D0A}" dt="2023-12-10T11:19:29.415" v="317" actId="478"/>
          <ac:spMkLst>
            <pc:docMk/>
            <pc:sldMk cId="2201290165" sldId="363"/>
            <ac:spMk id="5" creationId="{4CBC6BB9-721C-CB43-E025-DCB44C7D4AF2}"/>
          </ac:spMkLst>
        </pc:spChg>
        <pc:spChg chg="del">
          <ac:chgData name="Songqing Gu" userId="c4d8cb49210192e2" providerId="LiveId" clId="{83D76CF1-D2BE-455D-B8AC-36A7E97C3D0A}" dt="2023-12-10T11:19:29.415" v="317" actId="478"/>
          <ac:spMkLst>
            <pc:docMk/>
            <pc:sldMk cId="2201290165" sldId="363"/>
            <ac:spMk id="7" creationId="{0725F3F3-4D93-8943-45DF-56C5735A7821}"/>
          </ac:spMkLst>
        </pc:spChg>
        <pc:spChg chg="del">
          <ac:chgData name="Songqing Gu" userId="c4d8cb49210192e2" providerId="LiveId" clId="{83D76CF1-D2BE-455D-B8AC-36A7E97C3D0A}" dt="2023-12-10T11:19:29.415" v="317" actId="478"/>
          <ac:spMkLst>
            <pc:docMk/>
            <pc:sldMk cId="2201290165" sldId="363"/>
            <ac:spMk id="9" creationId="{BEADE08A-9A09-4E9E-B61E-002EB9B64432}"/>
          </ac:spMkLst>
        </pc:spChg>
        <pc:picChg chg="add mod">
          <ac:chgData name="Songqing Gu" userId="c4d8cb49210192e2" providerId="LiveId" clId="{83D76CF1-D2BE-455D-B8AC-36A7E97C3D0A}" dt="2023-12-10T11:19:46.294" v="321" actId="1076"/>
          <ac:picMkLst>
            <pc:docMk/>
            <pc:sldMk cId="2201290165" sldId="363"/>
            <ac:picMk id="12290" creationId="{9F204826-6CDA-0A91-BAB6-EF73518CE4EB}"/>
          </ac:picMkLst>
        </pc:picChg>
      </pc:sldChg>
      <pc:sldChg chg="addSp delSp modSp add mod ord">
        <pc:chgData name="Songqing Gu" userId="c4d8cb49210192e2" providerId="LiveId" clId="{83D76CF1-D2BE-455D-B8AC-36A7E97C3D0A}" dt="2023-12-10T12:31:19.701" v="682"/>
        <pc:sldMkLst>
          <pc:docMk/>
          <pc:sldMk cId="3033469026" sldId="364"/>
        </pc:sldMkLst>
        <pc:spChg chg="del mod">
          <ac:chgData name="Songqing Gu" userId="c4d8cb49210192e2" providerId="LiveId" clId="{83D76CF1-D2BE-455D-B8AC-36A7E97C3D0A}" dt="2023-12-10T11:50:29.411" v="470" actId="478"/>
          <ac:spMkLst>
            <pc:docMk/>
            <pc:sldMk cId="3033469026" sldId="364"/>
            <ac:spMk id="2" creationId="{00000000-0000-0000-0000-000000000000}"/>
          </ac:spMkLst>
        </pc:spChg>
        <pc:spChg chg="add del mod">
          <ac:chgData name="Songqing Gu" userId="c4d8cb49210192e2" providerId="LiveId" clId="{83D76CF1-D2BE-455D-B8AC-36A7E97C3D0A}" dt="2023-12-10T11:50:31.780" v="471" actId="478"/>
          <ac:spMkLst>
            <pc:docMk/>
            <pc:sldMk cId="3033469026" sldId="364"/>
            <ac:spMk id="4" creationId="{68D6A1A2-7EBA-4083-9B94-AF35B118ED43}"/>
          </ac:spMkLst>
        </pc:spChg>
        <pc:picChg chg="mod">
          <ac:chgData name="Songqing Gu" userId="c4d8cb49210192e2" providerId="LiveId" clId="{83D76CF1-D2BE-455D-B8AC-36A7E97C3D0A}" dt="2023-12-10T11:50:36.885" v="473" actId="14100"/>
          <ac:picMkLst>
            <pc:docMk/>
            <pc:sldMk cId="3033469026" sldId="364"/>
            <ac:picMk id="4098" creationId="{401151B5-3286-7110-010B-3EA465BA439F}"/>
          </ac:picMkLst>
        </pc:picChg>
      </pc:sldChg>
      <pc:sldChg chg="addSp modSp add mod">
        <pc:chgData name="Songqing Gu" userId="c4d8cb49210192e2" providerId="LiveId" clId="{83D76CF1-D2BE-455D-B8AC-36A7E97C3D0A}" dt="2023-12-10T12:44:58.992" v="741" actId="1076"/>
        <pc:sldMkLst>
          <pc:docMk/>
          <pc:sldMk cId="2762167955" sldId="365"/>
        </pc:sldMkLst>
        <pc:spChg chg="add mod">
          <ac:chgData name="Songqing Gu" userId="c4d8cb49210192e2" providerId="LiveId" clId="{83D76CF1-D2BE-455D-B8AC-36A7E97C3D0A}" dt="2023-12-10T12:44:55.724" v="740" actId="1076"/>
          <ac:spMkLst>
            <pc:docMk/>
            <pc:sldMk cId="2762167955" sldId="365"/>
            <ac:spMk id="3" creationId="{0A7703F5-1539-1EBD-536B-6B7A835DE5C5}"/>
          </ac:spMkLst>
        </pc:spChg>
        <pc:spChg chg="add mod">
          <ac:chgData name="Songqing Gu" userId="c4d8cb49210192e2" providerId="LiveId" clId="{83D76CF1-D2BE-455D-B8AC-36A7E97C3D0A}" dt="2023-12-10T12:44:46.045" v="738" actId="1076"/>
          <ac:spMkLst>
            <pc:docMk/>
            <pc:sldMk cId="2762167955" sldId="365"/>
            <ac:spMk id="4" creationId="{24769784-EF4E-BFC9-C8CE-ED25798EA2BB}"/>
          </ac:spMkLst>
        </pc:spChg>
        <pc:spChg chg="mod">
          <ac:chgData name="Songqing Gu" userId="c4d8cb49210192e2" providerId="LiveId" clId="{83D76CF1-D2BE-455D-B8AC-36A7E97C3D0A}" dt="2023-12-10T11:54:18.442" v="573" actId="20577"/>
          <ac:spMkLst>
            <pc:docMk/>
            <pc:sldMk cId="2762167955" sldId="365"/>
            <ac:spMk id="5" creationId="{4CBC6BB9-721C-CB43-E025-DCB44C7D4AF2}"/>
          </ac:spMkLst>
        </pc:spChg>
        <pc:spChg chg="mod">
          <ac:chgData name="Songqing Gu" userId="c4d8cb49210192e2" providerId="LiveId" clId="{83D76CF1-D2BE-455D-B8AC-36A7E97C3D0A}" dt="2023-12-10T12:44:50.596" v="739" actId="1076"/>
          <ac:spMkLst>
            <pc:docMk/>
            <pc:sldMk cId="2762167955" sldId="365"/>
            <ac:spMk id="7" creationId="{0725F3F3-4D93-8943-45DF-56C5735A7821}"/>
          </ac:spMkLst>
        </pc:spChg>
        <pc:spChg chg="mod">
          <ac:chgData name="Songqing Gu" userId="c4d8cb49210192e2" providerId="LiveId" clId="{83D76CF1-D2BE-455D-B8AC-36A7E97C3D0A}" dt="2023-12-10T12:44:58.992" v="741" actId="1076"/>
          <ac:spMkLst>
            <pc:docMk/>
            <pc:sldMk cId="2762167955" sldId="365"/>
            <ac:spMk id="9" creationId="{BEADE08A-9A09-4E9E-B61E-002EB9B64432}"/>
          </ac:spMkLst>
        </pc:spChg>
      </pc:sldChg>
      <pc:sldChg chg="addSp delSp modSp add mod">
        <pc:chgData name="Songqing Gu" userId="c4d8cb49210192e2" providerId="LiveId" clId="{83D76CF1-D2BE-455D-B8AC-36A7E97C3D0A}" dt="2023-12-10T11:41:01.141" v="468" actId="1076"/>
        <pc:sldMkLst>
          <pc:docMk/>
          <pc:sldMk cId="3848056316" sldId="366"/>
        </pc:sldMkLst>
        <pc:spChg chg="mod">
          <ac:chgData name="Songqing Gu" userId="c4d8cb49210192e2" providerId="LiveId" clId="{83D76CF1-D2BE-455D-B8AC-36A7E97C3D0A}" dt="2023-12-10T11:41:01.141" v="468" actId="1076"/>
          <ac:spMkLst>
            <pc:docMk/>
            <pc:sldMk cId="3848056316" sldId="366"/>
            <ac:spMk id="2" creationId="{00000000-0000-0000-0000-000000000000}"/>
          </ac:spMkLst>
        </pc:spChg>
        <pc:picChg chg="del">
          <ac:chgData name="Songqing Gu" userId="c4d8cb49210192e2" providerId="LiveId" clId="{83D76CF1-D2BE-455D-B8AC-36A7E97C3D0A}" dt="2023-12-10T11:35:19.161" v="388" actId="478"/>
          <ac:picMkLst>
            <pc:docMk/>
            <pc:sldMk cId="3848056316" sldId="366"/>
            <ac:picMk id="1026" creationId="{AEB560E1-A04C-0631-9CEC-7A29B1911BE1}"/>
          </ac:picMkLst>
        </pc:picChg>
        <pc:picChg chg="add del mod">
          <ac:chgData name="Songqing Gu" userId="c4d8cb49210192e2" providerId="LiveId" clId="{83D76CF1-D2BE-455D-B8AC-36A7E97C3D0A}" dt="2023-12-10T11:38:20.067" v="414" actId="478"/>
          <ac:picMkLst>
            <pc:docMk/>
            <pc:sldMk cId="3848056316" sldId="366"/>
            <ac:picMk id="14338" creationId="{8B0CC185-7542-2DA3-ADDE-4582CA681926}"/>
          </ac:picMkLst>
        </pc:picChg>
      </pc:sldChg>
      <pc:sldChg chg="add del">
        <pc:chgData name="Songqing Gu" userId="c4d8cb49210192e2" providerId="LiveId" clId="{83D76CF1-D2BE-455D-B8AC-36A7E97C3D0A}" dt="2023-12-10T12:33:03.325" v="687" actId="2696"/>
        <pc:sldMkLst>
          <pc:docMk/>
          <pc:sldMk cId="3851528791" sldId="367"/>
        </pc:sldMkLst>
      </pc:sldChg>
      <pc:sldChg chg="addSp delSp modSp add mod">
        <pc:chgData name="Songqing Gu" userId="c4d8cb49210192e2" providerId="LiveId" clId="{83D76CF1-D2BE-455D-B8AC-36A7E97C3D0A}" dt="2023-12-10T11:39:47.817" v="456" actId="14100"/>
        <pc:sldMkLst>
          <pc:docMk/>
          <pc:sldMk cId="451780627" sldId="368"/>
        </pc:sldMkLst>
        <pc:spChg chg="del">
          <ac:chgData name="Songqing Gu" userId="c4d8cb49210192e2" providerId="LiveId" clId="{83D76CF1-D2BE-455D-B8AC-36A7E97C3D0A}" dt="2023-12-10T11:38:50.119" v="443" actId="478"/>
          <ac:spMkLst>
            <pc:docMk/>
            <pc:sldMk cId="451780627" sldId="368"/>
            <ac:spMk id="2" creationId="{00000000-0000-0000-0000-000000000000}"/>
          </ac:spMkLst>
        </pc:spChg>
        <pc:spChg chg="add del mod">
          <ac:chgData name="Songqing Gu" userId="c4d8cb49210192e2" providerId="LiveId" clId="{83D76CF1-D2BE-455D-B8AC-36A7E97C3D0A}" dt="2023-12-10T11:38:53.179" v="444" actId="478"/>
          <ac:spMkLst>
            <pc:docMk/>
            <pc:sldMk cId="451780627" sldId="368"/>
            <ac:spMk id="4" creationId="{6209CFE9-B858-673F-4B37-8E779B2DAEED}"/>
          </ac:spMkLst>
        </pc:spChg>
        <pc:picChg chg="add mod">
          <ac:chgData name="Songqing Gu" userId="c4d8cb49210192e2" providerId="LiveId" clId="{83D76CF1-D2BE-455D-B8AC-36A7E97C3D0A}" dt="2023-12-10T11:39:47.817" v="456" actId="14100"/>
          <ac:picMkLst>
            <pc:docMk/>
            <pc:sldMk cId="451780627" sldId="368"/>
            <ac:picMk id="15362" creationId="{A7A082FA-7DEA-1EE9-7048-CFDF2D7FFDB9}"/>
          </ac:picMkLst>
        </pc:picChg>
      </pc:sldChg>
      <pc:sldChg chg="addSp delSp modSp add">
        <pc:chgData name="Songqing Gu" userId="c4d8cb49210192e2" providerId="LiveId" clId="{83D76CF1-D2BE-455D-B8AC-36A7E97C3D0A}" dt="2023-12-10T11:39:53.904" v="457" actId="1076"/>
        <pc:sldMkLst>
          <pc:docMk/>
          <pc:sldMk cId="1158369063" sldId="369"/>
        </pc:sldMkLst>
        <pc:picChg chg="del">
          <ac:chgData name="Songqing Gu" userId="c4d8cb49210192e2" providerId="LiveId" clId="{83D76CF1-D2BE-455D-B8AC-36A7E97C3D0A}" dt="2023-12-10T11:39:09.253" v="449" actId="478"/>
          <ac:picMkLst>
            <pc:docMk/>
            <pc:sldMk cId="1158369063" sldId="369"/>
            <ac:picMk id="15362" creationId="{A7A082FA-7DEA-1EE9-7048-CFDF2D7FFDB9}"/>
          </ac:picMkLst>
        </pc:picChg>
        <pc:picChg chg="add mod">
          <ac:chgData name="Songqing Gu" userId="c4d8cb49210192e2" providerId="LiveId" clId="{83D76CF1-D2BE-455D-B8AC-36A7E97C3D0A}" dt="2023-12-10T11:39:53.904" v="457" actId="1076"/>
          <ac:picMkLst>
            <pc:docMk/>
            <pc:sldMk cId="1158369063" sldId="369"/>
            <ac:picMk id="16386" creationId="{F0FA669B-94A3-D55B-2BFC-748B4199FA0A}"/>
          </ac:picMkLst>
        </pc:picChg>
      </pc:sldChg>
      <pc:sldChg chg="addSp delSp modSp add">
        <pc:chgData name="Songqing Gu" userId="c4d8cb49210192e2" providerId="LiveId" clId="{83D76CF1-D2BE-455D-B8AC-36A7E97C3D0A}" dt="2023-12-10T11:40:48.621" v="467" actId="1076"/>
        <pc:sldMkLst>
          <pc:docMk/>
          <pc:sldMk cId="4266519607" sldId="370"/>
        </pc:sldMkLst>
        <pc:picChg chg="del">
          <ac:chgData name="Songqing Gu" userId="c4d8cb49210192e2" providerId="LiveId" clId="{83D76CF1-D2BE-455D-B8AC-36A7E97C3D0A}" dt="2023-12-10T11:40:14.554" v="459" actId="478"/>
          <ac:picMkLst>
            <pc:docMk/>
            <pc:sldMk cId="4266519607" sldId="370"/>
            <ac:picMk id="16386" creationId="{F0FA669B-94A3-D55B-2BFC-748B4199FA0A}"/>
          </ac:picMkLst>
        </pc:picChg>
        <pc:picChg chg="add mod">
          <ac:chgData name="Songqing Gu" userId="c4d8cb49210192e2" providerId="LiveId" clId="{83D76CF1-D2BE-455D-B8AC-36A7E97C3D0A}" dt="2023-12-10T11:40:48.621" v="467" actId="1076"/>
          <ac:picMkLst>
            <pc:docMk/>
            <pc:sldMk cId="4266519607" sldId="370"/>
            <ac:picMk id="17410" creationId="{5EA4ACE1-134F-0B1C-81F4-4729CDE97BE2}"/>
          </ac:picMkLst>
        </pc:picChg>
      </pc:sldChg>
      <pc:sldChg chg="addSp delSp modSp add del mod">
        <pc:chgData name="Songqing Gu" userId="c4d8cb49210192e2" providerId="LiveId" clId="{83D76CF1-D2BE-455D-B8AC-36A7E97C3D0A}" dt="2023-12-10T12:24:29.235" v="648" actId="2696"/>
        <pc:sldMkLst>
          <pc:docMk/>
          <pc:sldMk cId="1048598546" sldId="371"/>
        </pc:sldMkLst>
        <pc:spChg chg="add del mod">
          <ac:chgData name="Songqing Gu" userId="c4d8cb49210192e2" providerId="LiveId" clId="{83D76CF1-D2BE-455D-B8AC-36A7E97C3D0A}" dt="2023-12-10T12:14:47.477" v="639" actId="207"/>
          <ac:spMkLst>
            <pc:docMk/>
            <pc:sldMk cId="1048598546" sldId="371"/>
            <ac:spMk id="2" creationId="{00000000-0000-0000-0000-000000000000}"/>
          </ac:spMkLst>
        </pc:spChg>
        <pc:spChg chg="add del mod">
          <ac:chgData name="Songqing Gu" userId="c4d8cb49210192e2" providerId="LiveId" clId="{83D76CF1-D2BE-455D-B8AC-36A7E97C3D0A}" dt="2023-12-10T12:14:24.003" v="632" actId="478"/>
          <ac:spMkLst>
            <pc:docMk/>
            <pc:sldMk cId="1048598546" sldId="371"/>
            <ac:spMk id="4" creationId="{C2CD232F-E1C7-2310-24F2-A7847B7EDA0C}"/>
          </ac:spMkLst>
        </pc:spChg>
        <pc:spChg chg="del">
          <ac:chgData name="Songqing Gu" userId="c4d8cb49210192e2" providerId="LiveId" clId="{83D76CF1-D2BE-455D-B8AC-36A7E97C3D0A}" dt="2023-12-10T11:50:54.086" v="475" actId="478"/>
          <ac:spMkLst>
            <pc:docMk/>
            <pc:sldMk cId="1048598546" sldId="371"/>
            <ac:spMk id="5" creationId="{4CBC6BB9-721C-CB43-E025-DCB44C7D4AF2}"/>
          </ac:spMkLst>
        </pc:spChg>
        <pc:spChg chg="add del mod">
          <ac:chgData name="Songqing Gu" userId="c4d8cb49210192e2" providerId="LiveId" clId="{83D76CF1-D2BE-455D-B8AC-36A7E97C3D0A}" dt="2023-12-10T12:14:24.003" v="632" actId="478"/>
          <ac:spMkLst>
            <pc:docMk/>
            <pc:sldMk cId="1048598546" sldId="371"/>
            <ac:spMk id="6" creationId="{D6DB0DEE-E750-B9CE-7D29-CDFC85BC8137}"/>
          </ac:spMkLst>
        </pc:spChg>
        <pc:spChg chg="del">
          <ac:chgData name="Songqing Gu" userId="c4d8cb49210192e2" providerId="LiveId" clId="{83D76CF1-D2BE-455D-B8AC-36A7E97C3D0A}" dt="2023-12-10T11:50:54.086" v="475" actId="478"/>
          <ac:spMkLst>
            <pc:docMk/>
            <pc:sldMk cId="1048598546" sldId="371"/>
            <ac:spMk id="7" creationId="{0725F3F3-4D93-8943-45DF-56C5735A7821}"/>
          </ac:spMkLst>
        </pc:spChg>
        <pc:spChg chg="del">
          <ac:chgData name="Songqing Gu" userId="c4d8cb49210192e2" providerId="LiveId" clId="{83D76CF1-D2BE-455D-B8AC-36A7E97C3D0A}" dt="2023-12-10T11:50:54.086" v="475" actId="478"/>
          <ac:spMkLst>
            <pc:docMk/>
            <pc:sldMk cId="1048598546" sldId="371"/>
            <ac:spMk id="9" creationId="{BEADE08A-9A09-4E9E-B61E-002EB9B64432}"/>
          </ac:spMkLst>
        </pc:spChg>
        <pc:spChg chg="add del mod">
          <ac:chgData name="Songqing Gu" userId="c4d8cb49210192e2" providerId="LiveId" clId="{83D76CF1-D2BE-455D-B8AC-36A7E97C3D0A}" dt="2023-12-10T12:13:48.226" v="608" actId="478"/>
          <ac:spMkLst>
            <pc:docMk/>
            <pc:sldMk cId="1048598546" sldId="371"/>
            <ac:spMk id="10" creationId="{57C96788-E370-26F7-CE5E-83B78F919B65}"/>
          </ac:spMkLst>
        </pc:spChg>
        <pc:picChg chg="add del mod">
          <ac:chgData name="Songqing Gu" userId="c4d8cb49210192e2" providerId="LiveId" clId="{83D76CF1-D2BE-455D-B8AC-36A7E97C3D0A}" dt="2023-12-10T12:13:46.835" v="606"/>
          <ac:picMkLst>
            <pc:docMk/>
            <pc:sldMk cId="1048598546" sldId="371"/>
            <ac:picMk id="18434" creationId="{4987051D-71C4-5BB8-0F4F-B6862061F507}"/>
          </ac:picMkLst>
        </pc:picChg>
        <pc:picChg chg="add del mod">
          <ac:chgData name="Songqing Gu" userId="c4d8cb49210192e2" providerId="LiveId" clId="{83D76CF1-D2BE-455D-B8AC-36A7E97C3D0A}" dt="2023-12-10T12:24:07.978" v="643" actId="478"/>
          <ac:picMkLst>
            <pc:docMk/>
            <pc:sldMk cId="1048598546" sldId="371"/>
            <ac:picMk id="18436" creationId="{A98381E8-79AF-D231-F6F8-F5F07528D686}"/>
          </ac:picMkLst>
        </pc:picChg>
        <pc:picChg chg="add mod">
          <ac:chgData name="Songqing Gu" userId="c4d8cb49210192e2" providerId="LiveId" clId="{83D76CF1-D2BE-455D-B8AC-36A7E97C3D0A}" dt="2023-12-10T12:24:16.399" v="647" actId="14100"/>
          <ac:picMkLst>
            <pc:docMk/>
            <pc:sldMk cId="1048598546" sldId="371"/>
            <ac:picMk id="18438" creationId="{3686E0DC-CDE4-5818-42FF-28FD4D722AF2}"/>
          </ac:picMkLst>
        </pc:picChg>
      </pc:sldChg>
      <pc:sldChg chg="addSp modSp add mod">
        <pc:chgData name="Songqing Gu" userId="c4d8cb49210192e2" providerId="LiveId" clId="{83D76CF1-D2BE-455D-B8AC-36A7E97C3D0A}" dt="2023-12-10T12:27:50.852" v="676" actId="14100"/>
        <pc:sldMkLst>
          <pc:docMk/>
          <pc:sldMk cId="1822954014" sldId="372"/>
        </pc:sldMkLst>
        <pc:spChg chg="add mod">
          <ac:chgData name="Songqing Gu" userId="c4d8cb49210192e2" providerId="LiveId" clId="{83D76CF1-D2BE-455D-B8AC-36A7E97C3D0A}" dt="2023-12-10T12:27:45.941" v="675" actId="1076"/>
          <ac:spMkLst>
            <pc:docMk/>
            <pc:sldMk cId="1822954014" sldId="372"/>
            <ac:spMk id="3" creationId="{C3ED3033-F47B-55E3-C358-234A595078A7}"/>
          </ac:spMkLst>
        </pc:spChg>
        <pc:spChg chg="add mod">
          <ac:chgData name="Songqing Gu" userId="c4d8cb49210192e2" providerId="LiveId" clId="{83D76CF1-D2BE-455D-B8AC-36A7E97C3D0A}" dt="2023-12-10T12:27:41.180" v="674" actId="1076"/>
          <ac:spMkLst>
            <pc:docMk/>
            <pc:sldMk cId="1822954014" sldId="372"/>
            <ac:spMk id="4" creationId="{E628E780-2E68-0BF5-F1E4-B7FABD94B897}"/>
          </ac:spMkLst>
        </pc:spChg>
        <pc:picChg chg="mod">
          <ac:chgData name="Songqing Gu" userId="c4d8cb49210192e2" providerId="LiveId" clId="{83D76CF1-D2BE-455D-B8AC-36A7E97C3D0A}" dt="2023-12-10T12:26:02.625" v="649" actId="1076"/>
          <ac:picMkLst>
            <pc:docMk/>
            <pc:sldMk cId="1822954014" sldId="372"/>
            <ac:picMk id="18436" creationId="{A98381E8-79AF-D231-F6F8-F5F07528D686}"/>
          </ac:picMkLst>
        </pc:picChg>
        <pc:cxnChg chg="add mod">
          <ac:chgData name="Songqing Gu" userId="c4d8cb49210192e2" providerId="LiveId" clId="{83D76CF1-D2BE-455D-B8AC-36A7E97C3D0A}" dt="2023-12-10T12:27:50.852" v="676" actId="14100"/>
          <ac:cxnSpMkLst>
            <pc:docMk/>
            <pc:sldMk cId="1822954014" sldId="372"/>
            <ac:cxnSpMk id="6" creationId="{E1DA039A-02BF-CC4B-EEEA-8467B36DED57}"/>
          </ac:cxnSpMkLst>
        </pc:cxnChg>
        <pc:cxnChg chg="add mod">
          <ac:chgData name="Songqing Gu" userId="c4d8cb49210192e2" providerId="LiveId" clId="{83D76CF1-D2BE-455D-B8AC-36A7E97C3D0A}" dt="2023-12-10T12:27:41.180" v="674" actId="1076"/>
          <ac:cxnSpMkLst>
            <pc:docMk/>
            <pc:sldMk cId="1822954014" sldId="372"/>
            <ac:cxnSpMk id="8" creationId="{4669861F-4E13-B056-6AEB-7E2969BBE8AD}"/>
          </ac:cxnSpMkLst>
        </pc:cxnChg>
      </pc:sldChg>
      <pc:sldChg chg="add">
        <pc:chgData name="Songqing Gu" userId="c4d8cb49210192e2" providerId="LiveId" clId="{83D76CF1-D2BE-455D-B8AC-36A7E97C3D0A}" dt="2023-12-10T12:34:48.108" v="688" actId="2890"/>
        <pc:sldMkLst>
          <pc:docMk/>
          <pc:sldMk cId="2957078178" sldId="373"/>
        </pc:sldMkLst>
      </pc:sldChg>
      <pc:sldChg chg="add">
        <pc:chgData name="Songqing Gu" userId="c4d8cb49210192e2" providerId="LiveId" clId="{83D76CF1-D2BE-455D-B8AC-36A7E97C3D0A}" dt="2023-12-10T12:46:25.170" v="742" actId="2890"/>
        <pc:sldMkLst>
          <pc:docMk/>
          <pc:sldMk cId="1350113542" sldId="374"/>
        </pc:sldMkLst>
      </pc:sldChg>
      <pc:sldChg chg="add">
        <pc:chgData name="Songqing Gu" userId="c4d8cb49210192e2" providerId="LiveId" clId="{83D76CF1-D2BE-455D-B8AC-36A7E97C3D0A}" dt="2023-12-11T05:55:59.437" v="807" actId="2890"/>
        <pc:sldMkLst>
          <pc:docMk/>
          <pc:sldMk cId="3656998877" sldId="375"/>
        </pc:sldMkLst>
      </pc:sldChg>
      <pc:sldChg chg="add">
        <pc:chgData name="Songqing Gu" userId="c4d8cb49210192e2" providerId="LiveId" clId="{83D76CF1-D2BE-455D-B8AC-36A7E97C3D0A}" dt="2023-12-11T06:03:55.216" v="1057" actId="2890"/>
        <pc:sldMkLst>
          <pc:docMk/>
          <pc:sldMk cId="2118980247" sldId="376"/>
        </pc:sldMkLst>
      </pc:sldChg>
      <pc:sldChg chg="addSp delSp modSp add mod">
        <pc:chgData name="Songqing Gu" userId="c4d8cb49210192e2" providerId="LiveId" clId="{83D76CF1-D2BE-455D-B8AC-36A7E97C3D0A}" dt="2023-12-11T06:16:44.440" v="1125" actId="1076"/>
        <pc:sldMkLst>
          <pc:docMk/>
          <pc:sldMk cId="2226595271" sldId="377"/>
        </pc:sldMkLst>
        <pc:spChg chg="mod">
          <ac:chgData name="Songqing Gu" userId="c4d8cb49210192e2" providerId="LiveId" clId="{83D76CF1-D2BE-455D-B8AC-36A7E97C3D0A}" dt="2023-12-11T06:07:54.694" v="1102" actId="1076"/>
          <ac:spMkLst>
            <pc:docMk/>
            <pc:sldMk cId="2226595271" sldId="377"/>
            <ac:spMk id="2" creationId="{00000000-0000-0000-0000-000000000000}"/>
          </ac:spMkLst>
        </pc:spChg>
        <pc:picChg chg="add mod">
          <ac:chgData name="Songqing Gu" userId="c4d8cb49210192e2" providerId="LiveId" clId="{83D76CF1-D2BE-455D-B8AC-36A7E97C3D0A}" dt="2023-12-11T06:16:44.440" v="1125" actId="1076"/>
          <ac:picMkLst>
            <pc:docMk/>
            <pc:sldMk cId="2226595271" sldId="377"/>
            <ac:picMk id="3" creationId="{10D36420-37D8-F025-7EEE-1C43D42DC1EE}"/>
          </ac:picMkLst>
        </pc:picChg>
        <pc:picChg chg="del mod">
          <ac:chgData name="Songqing Gu" userId="c4d8cb49210192e2" providerId="LiveId" clId="{83D76CF1-D2BE-455D-B8AC-36A7E97C3D0A}" dt="2023-12-11T06:07:02.560" v="1081" actId="478"/>
          <ac:picMkLst>
            <pc:docMk/>
            <pc:sldMk cId="2226595271" sldId="377"/>
            <ac:picMk id="1026" creationId="{AEB560E1-A04C-0631-9CEC-7A29B1911BE1}"/>
          </ac:picMkLst>
        </pc:picChg>
      </pc:sldChg>
      <pc:sldChg chg="addSp delSp modSp add mod ord">
        <pc:chgData name="Songqing Gu" userId="c4d8cb49210192e2" providerId="LiveId" clId="{83D76CF1-D2BE-455D-B8AC-36A7E97C3D0A}" dt="2023-12-11T06:10:37.803" v="1115"/>
        <pc:sldMkLst>
          <pc:docMk/>
          <pc:sldMk cId="1925374847" sldId="378"/>
        </pc:sldMkLst>
        <pc:spChg chg="del">
          <ac:chgData name="Songqing Gu" userId="c4d8cb49210192e2" providerId="LiveId" clId="{83D76CF1-D2BE-455D-B8AC-36A7E97C3D0A}" dt="2023-12-11T06:10:21.909" v="1109" actId="478"/>
          <ac:spMkLst>
            <pc:docMk/>
            <pc:sldMk cId="1925374847" sldId="378"/>
            <ac:spMk id="2" creationId="{00000000-0000-0000-0000-000000000000}"/>
          </ac:spMkLst>
        </pc:spChg>
        <pc:spChg chg="add del mod">
          <ac:chgData name="Songqing Gu" userId="c4d8cb49210192e2" providerId="LiveId" clId="{83D76CF1-D2BE-455D-B8AC-36A7E97C3D0A}" dt="2023-12-11T06:10:24.588" v="1110" actId="478"/>
          <ac:spMkLst>
            <pc:docMk/>
            <pc:sldMk cId="1925374847" sldId="378"/>
            <ac:spMk id="4" creationId="{ED93BF6B-8DAA-25B0-F1C1-5506D03FC7EA}"/>
          </ac:spMkLst>
        </pc:spChg>
        <pc:picChg chg="del">
          <ac:chgData name="Songqing Gu" userId="c4d8cb49210192e2" providerId="LiveId" clId="{83D76CF1-D2BE-455D-B8AC-36A7E97C3D0A}" dt="2023-12-11T06:10:14.038" v="1106" actId="478"/>
          <ac:picMkLst>
            <pc:docMk/>
            <pc:sldMk cId="1925374847" sldId="378"/>
            <ac:picMk id="1026" creationId="{AEB560E1-A04C-0631-9CEC-7A29B1911BE1}"/>
          </ac:picMkLst>
        </pc:picChg>
        <pc:picChg chg="add mod">
          <ac:chgData name="Songqing Gu" userId="c4d8cb49210192e2" providerId="LiveId" clId="{83D76CF1-D2BE-455D-B8AC-36A7E97C3D0A}" dt="2023-12-11T06:10:33.152" v="1113" actId="14100"/>
          <ac:picMkLst>
            <pc:docMk/>
            <pc:sldMk cId="1925374847" sldId="378"/>
            <ac:picMk id="2050" creationId="{476190FF-0B50-FA90-A0BB-6AFC5DDC2206}"/>
          </ac:picMkLst>
        </pc:picChg>
      </pc:sldChg>
      <pc:sldChg chg="addSp delSp modSp add mod">
        <pc:chgData name="Songqing Gu" userId="c4d8cb49210192e2" providerId="LiveId" clId="{83D76CF1-D2BE-455D-B8AC-36A7E97C3D0A}" dt="2023-12-11T06:13:27.262" v="1120" actId="1076"/>
        <pc:sldMkLst>
          <pc:docMk/>
          <pc:sldMk cId="1895446905" sldId="379"/>
        </pc:sldMkLst>
        <pc:spChg chg="del">
          <ac:chgData name="Songqing Gu" userId="c4d8cb49210192e2" providerId="LiveId" clId="{83D76CF1-D2BE-455D-B8AC-36A7E97C3D0A}" dt="2023-12-11T06:12:53.281" v="1117" actId="478"/>
          <ac:spMkLst>
            <pc:docMk/>
            <pc:sldMk cId="1895446905" sldId="379"/>
            <ac:spMk id="2" creationId="{00000000-0000-0000-0000-000000000000}"/>
          </ac:spMkLst>
        </pc:spChg>
        <pc:spChg chg="add mod">
          <ac:chgData name="Songqing Gu" userId="c4d8cb49210192e2" providerId="LiveId" clId="{83D76CF1-D2BE-455D-B8AC-36A7E97C3D0A}" dt="2023-12-11T06:12:53.281" v="1117" actId="478"/>
          <ac:spMkLst>
            <pc:docMk/>
            <pc:sldMk cId="1895446905" sldId="379"/>
            <ac:spMk id="4" creationId="{E7F6106A-8960-3C59-5106-038075411773}"/>
          </ac:spMkLst>
        </pc:spChg>
        <pc:picChg chg="add mod">
          <ac:chgData name="Songqing Gu" userId="c4d8cb49210192e2" providerId="LiveId" clId="{83D76CF1-D2BE-455D-B8AC-36A7E97C3D0A}" dt="2023-12-11T06:13:27.262" v="1120" actId="1076"/>
          <ac:picMkLst>
            <pc:docMk/>
            <pc:sldMk cId="1895446905" sldId="379"/>
            <ac:picMk id="3074" creationId="{D98CF040-1CFA-3A68-97F6-3C58164ABF45}"/>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CF007FC-5F96-42B8-A128-42E663CB1BE6}" type="datetimeFigureOut">
              <a:rPr lang="en-AU" smtClean="0"/>
              <a:t>31/1/2025</a:t>
            </a:fld>
            <a:endParaRPr lang="en-AU"/>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F639DE-77CB-4311-8A8B-DE9896A2C645}" type="slidenum">
              <a:rPr lang="en-AU" smtClean="0"/>
              <a:t>‹#›</a:t>
            </a:fld>
            <a:endParaRPr lang="en-AU"/>
          </a:p>
        </p:txBody>
      </p:sp>
    </p:spTree>
    <p:extLst>
      <p:ext uri="{BB962C8B-B14F-4D97-AF65-F5344CB8AC3E}">
        <p14:creationId xmlns:p14="http://schemas.microsoft.com/office/powerpoint/2010/main" val="35430378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40123793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78733505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87645363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6558602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8" name="Footer Placeholder 7"/>
          <p:cNvSpPr>
            <a:spLocks noGrp="1"/>
          </p:cNvSpPr>
          <p:nvPr>
            <p:ph type="ftr" sz="quarter" idx="11"/>
          </p:nvPr>
        </p:nvSpPr>
        <p:spPr/>
        <p:txBody>
          <a:bodyPr/>
          <a:lstStyle/>
          <a:p>
            <a:endParaRPr lang="en-AU" dirty="0"/>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2336543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4" name="Footer Placeholder 3"/>
          <p:cNvSpPr>
            <a:spLocks noGrp="1"/>
          </p:cNvSpPr>
          <p:nvPr>
            <p:ph type="ftr" sz="quarter" idx="11"/>
          </p:nvPr>
        </p:nvSpPr>
        <p:spPr/>
        <p:txBody>
          <a:bodyPr/>
          <a:lstStyle/>
          <a:p>
            <a:endParaRPr lang="en-AU" dirty="0"/>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4160453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3" name="Footer Placeholder 2"/>
          <p:cNvSpPr>
            <a:spLocks noGrp="1"/>
          </p:cNvSpPr>
          <p:nvPr>
            <p:ph type="ftr" sz="quarter" idx="11"/>
          </p:nvPr>
        </p:nvSpPr>
        <p:spPr/>
        <p:txBody>
          <a:bodyPr/>
          <a:lstStyle/>
          <a:p>
            <a:endParaRPr lang="en-AU" dirty="0"/>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364681089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8828588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5431926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6471649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3A1C6DAF-6EB8-4D5C-9BCD-63A633C96412}" type="slidenum">
              <a:rPr lang="en-AU" smtClean="0"/>
              <a:t>‹#›</a:t>
            </a:fld>
            <a:endParaRPr lang="en-AU" dirty="0"/>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97809955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8912662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1789772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Edit Master text styles</a:t>
            </a:r>
          </a:p>
        </p:txBody>
      </p:sp>
      <p:sp>
        <p:nvSpPr>
          <p:cNvPr id="5" name="Date Placeholder 4"/>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6" name="Footer Placeholder 5"/>
          <p:cNvSpPr>
            <a:spLocks noGrp="1"/>
          </p:cNvSpPr>
          <p:nvPr>
            <p:ph type="ftr" sz="quarter" idx="11"/>
          </p:nvPr>
        </p:nvSpPr>
        <p:spPr/>
        <p:txBody>
          <a:bodyPr/>
          <a:lstStyle/>
          <a:p>
            <a:endParaRPr lang="en-AU" dirty="0"/>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36676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99675894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42FFB29-0314-491D-9FB0-66C9BD8AD8C0}" type="datetimeFigureOut">
              <a:rPr lang="en-AU" smtClean="0"/>
              <a:t>31/1/2025</a:t>
            </a:fld>
            <a:endParaRPr lang="en-AU" dirty="0"/>
          </a:p>
        </p:txBody>
      </p:sp>
      <p:sp>
        <p:nvSpPr>
          <p:cNvPr id="5" name="Footer Placeholder 4"/>
          <p:cNvSpPr>
            <a:spLocks noGrp="1"/>
          </p:cNvSpPr>
          <p:nvPr>
            <p:ph type="ftr" sz="quarter" idx="11"/>
          </p:nvPr>
        </p:nvSpPr>
        <p:spPr/>
        <p:txBody>
          <a:bodyPr/>
          <a:lstStyle/>
          <a:p>
            <a:endParaRPr lang="en-AU" dirty="0"/>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3A1C6DAF-6EB8-4D5C-9BCD-63A633C96412}" type="slidenum">
              <a:rPr lang="en-AU" smtClean="0"/>
              <a:t>‹#›</a:t>
            </a:fld>
            <a:endParaRPr lang="en-AU" dirty="0"/>
          </a:p>
        </p:txBody>
      </p:sp>
    </p:spTree>
    <p:extLst>
      <p:ext uri="{BB962C8B-B14F-4D97-AF65-F5344CB8AC3E}">
        <p14:creationId xmlns:p14="http://schemas.microsoft.com/office/powerpoint/2010/main" val="12059325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142FFB29-0314-491D-9FB0-66C9BD8AD8C0}" type="datetimeFigureOut">
              <a:rPr lang="en-AU" smtClean="0"/>
              <a:t>31/1/2025</a:t>
            </a:fld>
            <a:endParaRPr lang="en-AU" dirty="0"/>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AU" dirty="0"/>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3A1C6DAF-6EB8-4D5C-9BCD-63A633C96412}" type="slidenum">
              <a:rPr lang="en-AU" smtClean="0"/>
              <a:t>‹#›</a:t>
            </a:fld>
            <a:endParaRPr lang="en-AU" dirty="0"/>
          </a:p>
        </p:txBody>
      </p:sp>
    </p:spTree>
    <p:extLst>
      <p:ext uri="{BB962C8B-B14F-4D97-AF65-F5344CB8AC3E}">
        <p14:creationId xmlns:p14="http://schemas.microsoft.com/office/powerpoint/2010/main" val="195288307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2497726" y="2616089"/>
            <a:ext cx="6025788" cy="1020692"/>
          </a:xfrm>
          <a:effectLst/>
        </p:spPr>
        <p:txBody>
          <a:bodyPr>
            <a:noAutofit/>
          </a:bodyPr>
          <a:lstStyle/>
          <a:p>
            <a:r>
              <a:rPr lang="en-AU" sz="4000" b="1" dirty="0">
                <a:solidFill>
                  <a:srgbClr val="0070C0"/>
                </a:solidFill>
                <a:latin typeface="+mj-lt"/>
                <a:ea typeface="+mj-ea"/>
                <a:cs typeface="+mj-cs"/>
              </a:rPr>
              <a:t>Kafka Introduction</a:t>
            </a:r>
            <a:endParaRPr lang="en-AU" sz="4000" b="1" dirty="0">
              <a:solidFill>
                <a:schemeClr val="accent2"/>
              </a:solidFill>
              <a:latin typeface="+mj-lt"/>
              <a:ea typeface="+mj-ea"/>
              <a:cs typeface="+mj-cs"/>
            </a:endParaRPr>
          </a:p>
        </p:txBody>
      </p:sp>
      <p:pic>
        <p:nvPicPr>
          <p:cNvPr id="5" name="Picture 4"/>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9893202" y="151296"/>
            <a:ext cx="2096652" cy="1487570"/>
          </a:xfrm>
          <a:prstGeom prst="rect">
            <a:avLst/>
          </a:prstGeom>
          <a:effectLst>
            <a:outerShdw blurRad="50800" dist="38100" dir="8100000" algn="tr" rotWithShape="0">
              <a:prstClr val="black">
                <a:alpha val="40000"/>
              </a:prstClr>
            </a:outerShdw>
          </a:effectLst>
        </p:spPr>
      </p:pic>
      <p:sp>
        <p:nvSpPr>
          <p:cNvPr id="4" name="TextBox 3"/>
          <p:cNvSpPr txBox="1"/>
          <p:nvPr/>
        </p:nvSpPr>
        <p:spPr>
          <a:xfrm>
            <a:off x="9625345" y="1484977"/>
            <a:ext cx="2632365" cy="307777"/>
          </a:xfrm>
          <a:prstGeom prst="rect">
            <a:avLst/>
          </a:prstGeom>
          <a:noFill/>
        </p:spPr>
        <p:txBody>
          <a:bodyPr wrap="square" rtlCol="0">
            <a:spAutoFit/>
          </a:bodyPr>
          <a:lstStyle/>
          <a:p>
            <a:r>
              <a:rPr lang="en-AU" altLang="zh-CN" sz="1400" b="1" i="1" dirty="0">
                <a:solidFill>
                  <a:schemeClr val="accent1"/>
                </a:solidFill>
              </a:rPr>
              <a:t>Your success is our success</a:t>
            </a:r>
            <a:endParaRPr lang="en-AU" sz="1400" dirty="0"/>
          </a:p>
        </p:txBody>
      </p:sp>
      <p:sp>
        <p:nvSpPr>
          <p:cNvPr id="6" name="Title 1"/>
          <p:cNvSpPr txBox="1">
            <a:spLocks/>
          </p:cNvSpPr>
          <p:nvPr/>
        </p:nvSpPr>
        <p:spPr>
          <a:xfrm>
            <a:off x="3666835" y="6138579"/>
            <a:ext cx="4322618" cy="447373"/>
          </a:xfrm>
          <a:prstGeom prst="rect">
            <a:avLst/>
          </a:prstGeom>
          <a:effectLst/>
        </p:spPr>
        <p:txBody>
          <a:bodyPr vert="horz" lIns="91440" tIns="45720" rIns="91440" bIns="45720" rtlCol="0" anchor="b">
            <a:normAutofit/>
          </a:bodyPr>
          <a:lstStyle>
            <a:lvl1pPr algn="l" defTabSz="4572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AU" altLang="zh-CN" sz="2000" b="1" dirty="0">
                <a:solidFill>
                  <a:srgbClr val="00B0F0"/>
                </a:solidFill>
              </a:rPr>
              <a:t>Funny Gorilla</a:t>
            </a:r>
            <a:r>
              <a:rPr lang="zh-CN" altLang="en-US" sz="2000" b="1" i="1" dirty="0">
                <a:solidFill>
                  <a:schemeClr val="accent2"/>
                </a:solidFill>
                <a:cs typeface="幼圆"/>
              </a:rPr>
              <a:t>诙猩猩</a:t>
            </a:r>
            <a:r>
              <a:rPr lang="en-AU" altLang="zh-CN" sz="2000" b="1" dirty="0">
                <a:solidFill>
                  <a:srgbClr val="002060"/>
                </a:solidFill>
              </a:rPr>
              <a:t>-</a:t>
            </a:r>
            <a:r>
              <a:rPr lang="en-US" altLang="zh-CN" sz="2000" b="1" i="1" dirty="0">
                <a:solidFill>
                  <a:schemeClr val="accent2"/>
                </a:solidFill>
              </a:rPr>
              <a:t>IT</a:t>
            </a:r>
            <a:r>
              <a:rPr lang="zh-CN" altLang="en-US" sz="2000" b="1" i="1" dirty="0">
                <a:solidFill>
                  <a:schemeClr val="accent2"/>
                </a:solidFill>
              </a:rPr>
              <a:t>培训</a:t>
            </a:r>
            <a:endParaRPr lang="en-AU" sz="1400" b="1" i="1" dirty="0">
              <a:solidFill>
                <a:schemeClr val="accent2"/>
              </a:solidFill>
            </a:endParaRPr>
          </a:p>
        </p:txBody>
      </p:sp>
      <p:pic>
        <p:nvPicPr>
          <p:cNvPr id="8196" name="Picture 4" descr="Apache Kafka">
            <a:extLst>
              <a:ext uri="{FF2B5EF4-FFF2-40B4-BE49-F238E27FC236}">
                <a16:creationId xmlns:a16="http://schemas.microsoft.com/office/drawing/2014/main" id="{BF25DEC2-096B-AE5F-3862-D495AD2331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21536" y="4442827"/>
            <a:ext cx="2143125" cy="2143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13058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578428" y="1550825"/>
            <a:ext cx="5065653" cy="685800"/>
          </a:xfrm>
        </p:spPr>
        <p:txBody>
          <a:bodyPr>
            <a:noAutofit/>
          </a:bodyPr>
          <a:lstStyle/>
          <a:p>
            <a:pPr eaLnBrk="1" hangingPunct="1"/>
            <a:r>
              <a:rPr lang="en-US" altLang="en-US" sz="3200" b="1" dirty="0">
                <a:solidFill>
                  <a:srgbClr val="0070C0"/>
                </a:solidFill>
              </a:rPr>
              <a:t>Learning Objectives   </a:t>
            </a:r>
          </a:p>
        </p:txBody>
      </p:sp>
      <p:sp>
        <p:nvSpPr>
          <p:cNvPr id="2" name="Rectangle 1">
            <a:extLst>
              <a:ext uri="{FF2B5EF4-FFF2-40B4-BE49-F238E27FC236}">
                <a16:creationId xmlns:a16="http://schemas.microsoft.com/office/drawing/2014/main" id="{6539024E-1F6A-C2B9-9C0A-0144C1FE2E4E}"/>
              </a:ext>
            </a:extLst>
          </p:cNvPr>
          <p:cNvSpPr>
            <a:spLocks noChangeArrowheads="1"/>
          </p:cNvSpPr>
          <p:nvPr/>
        </p:nvSpPr>
        <p:spPr bwMode="auto">
          <a:xfrm>
            <a:off x="1578428" y="2314509"/>
            <a:ext cx="4679759" cy="28007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marL="342900" indent="-342900">
              <a:buFont typeface="Arial" panose="020B0604020202020204" pitchFamily="34" charset="0"/>
              <a:buChar char="•"/>
            </a:pPr>
            <a:r>
              <a:rPr lang="en-AU" altLang="en-US" b="1" i="1" dirty="0">
                <a:solidFill>
                  <a:schemeClr val="accent2"/>
                </a:solidFill>
                <a:latin typeface="+mn-lt"/>
              </a:rPr>
              <a:t>Pub / Sub</a:t>
            </a:r>
          </a:p>
          <a:p>
            <a:pPr marL="342900" indent="-342900">
              <a:buFont typeface="Arial" panose="020B0604020202020204" pitchFamily="34" charset="0"/>
              <a:buChar char="•"/>
            </a:pPr>
            <a:r>
              <a:rPr lang="en-AU" altLang="en-US" b="1" i="1" dirty="0">
                <a:solidFill>
                  <a:schemeClr val="accent2"/>
                </a:solidFill>
                <a:latin typeface="+mn-lt"/>
              </a:rPr>
              <a:t>Event &amp; Stream</a:t>
            </a:r>
          </a:p>
          <a:p>
            <a:pPr marL="342900" indent="-342900">
              <a:buFont typeface="Arial" panose="020B0604020202020204" pitchFamily="34" charset="0"/>
              <a:buChar char="•"/>
            </a:pPr>
            <a:r>
              <a:rPr lang="en-AU" altLang="en-US" b="1" i="1" dirty="0">
                <a:solidFill>
                  <a:schemeClr val="accent2"/>
                </a:solidFill>
                <a:latin typeface="+mn-lt"/>
              </a:rPr>
              <a:t>Architecture</a:t>
            </a:r>
          </a:p>
          <a:p>
            <a:pPr marL="342900" indent="-342900">
              <a:buFont typeface="Arial" panose="020B0604020202020204" pitchFamily="34" charset="0"/>
              <a:buChar char="•"/>
            </a:pPr>
            <a:r>
              <a:rPr lang="en-AU" altLang="en-US" b="1" i="1" dirty="0">
                <a:solidFill>
                  <a:schemeClr val="accent2"/>
                </a:solidFill>
                <a:latin typeface="+mn-lt"/>
              </a:rPr>
              <a:t>Broker</a:t>
            </a:r>
          </a:p>
          <a:p>
            <a:pPr marL="342900" indent="-342900">
              <a:buFont typeface="Arial" panose="020B0604020202020204" pitchFamily="34" charset="0"/>
              <a:buChar char="•"/>
            </a:pPr>
            <a:r>
              <a:rPr lang="en-AU" altLang="en-US" b="1" i="1" dirty="0">
                <a:solidFill>
                  <a:schemeClr val="accent2"/>
                </a:solidFill>
                <a:latin typeface="+mn-lt"/>
              </a:rPr>
              <a:t>Topic</a:t>
            </a:r>
          </a:p>
          <a:p>
            <a:pPr marL="342900" indent="-342900">
              <a:buFont typeface="Arial" panose="020B0604020202020204" pitchFamily="34" charset="0"/>
              <a:buChar char="•"/>
            </a:pPr>
            <a:r>
              <a:rPr lang="en-AU" altLang="en-US" b="1" i="1" dirty="0">
                <a:solidFill>
                  <a:schemeClr val="accent2"/>
                </a:solidFill>
                <a:latin typeface="+mn-lt"/>
              </a:rPr>
              <a:t>Zookeeper</a:t>
            </a:r>
          </a:p>
          <a:p>
            <a:pPr marL="342900" indent="-342900">
              <a:buFont typeface="Arial" panose="020B0604020202020204" pitchFamily="34" charset="0"/>
              <a:buChar char="•"/>
            </a:pPr>
            <a:r>
              <a:rPr lang="en-AU" altLang="en-US" b="1" i="1" dirty="0">
                <a:solidFill>
                  <a:schemeClr val="accent2"/>
                </a:solidFill>
                <a:latin typeface="+mn-lt"/>
              </a:rPr>
              <a:t>Change Data Capture</a:t>
            </a:r>
          </a:p>
        </p:txBody>
      </p:sp>
      <p:pic>
        <p:nvPicPr>
          <p:cNvPr id="3" name="Picture 4" descr="Apache Kafka">
            <a:extLst>
              <a:ext uri="{FF2B5EF4-FFF2-40B4-BE49-F238E27FC236}">
                <a16:creationId xmlns:a16="http://schemas.microsoft.com/office/drawing/2014/main" id="{B936957F-8C71-EB4F-ACF1-0CEA4F32E7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933895" y="263503"/>
            <a:ext cx="1898877" cy="189887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70332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48EA184-4063-747F-9691-51D51DA20E6E}"/>
              </a:ext>
            </a:extLst>
          </p:cNvPr>
          <p:cNvSpPr txBox="1"/>
          <p:nvPr/>
        </p:nvSpPr>
        <p:spPr>
          <a:xfrm>
            <a:off x="876719" y="2871596"/>
            <a:ext cx="5011334" cy="584775"/>
          </a:xfrm>
          <a:prstGeom prst="rect">
            <a:avLst/>
          </a:prstGeom>
          <a:solidFill>
            <a:srgbClr val="0070C0"/>
          </a:solidFill>
        </p:spPr>
        <p:txBody>
          <a:bodyPr wrap="square">
            <a:spAutoFit/>
          </a:bodyPr>
          <a:lstStyle/>
          <a:p>
            <a:pPr algn="l"/>
            <a:r>
              <a:rPr lang="en-AU" sz="3200" b="1" dirty="0">
                <a:solidFill>
                  <a:schemeClr val="bg1"/>
                </a:solidFill>
                <a:latin typeface="+mj-lt"/>
              </a:rPr>
              <a:t>M</a:t>
            </a:r>
            <a:r>
              <a:rPr lang="en-AU" sz="3200" b="1" i="0" dirty="0">
                <a:solidFill>
                  <a:schemeClr val="bg1"/>
                </a:solidFill>
                <a:effectLst/>
                <a:latin typeface="+mj-lt"/>
              </a:rPr>
              <a:t>essaging system</a:t>
            </a:r>
          </a:p>
        </p:txBody>
      </p:sp>
    </p:spTree>
    <p:extLst>
      <p:ext uri="{BB962C8B-B14F-4D97-AF65-F5344CB8AC3E}">
        <p14:creationId xmlns:p14="http://schemas.microsoft.com/office/powerpoint/2010/main" val="33277004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3CAABB2-A2EA-77ED-77AE-50CF03CAF756}"/>
            </a:ext>
          </a:extLst>
        </p:cNvPr>
        <p:cNvGrpSpPr/>
        <p:nvPr/>
      </p:nvGrpSpPr>
      <p:grpSpPr>
        <a:xfrm>
          <a:off x="0" y="0"/>
          <a:ext cx="0" cy="0"/>
          <a:chOff x="0" y="0"/>
          <a:chExt cx="0" cy="0"/>
        </a:xfrm>
      </p:grpSpPr>
      <p:pic>
        <p:nvPicPr>
          <p:cNvPr id="7172" name="Picture 4" descr="Durable message system">
            <a:extLst>
              <a:ext uri="{FF2B5EF4-FFF2-40B4-BE49-F238E27FC236}">
                <a16:creationId xmlns:a16="http://schemas.microsoft.com/office/drawing/2014/main" id="{CA19B8F2-7DB9-DEAC-FFF7-2AB9D13582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3285" y="1621579"/>
            <a:ext cx="11713029" cy="3966873"/>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BA25F9D2-2537-F292-B574-7FE869950AB2}"/>
              </a:ext>
            </a:extLst>
          </p:cNvPr>
          <p:cNvSpPr txBox="1"/>
          <p:nvPr/>
        </p:nvSpPr>
        <p:spPr>
          <a:xfrm>
            <a:off x="947058" y="858158"/>
            <a:ext cx="5585628" cy="707886"/>
          </a:xfrm>
          <a:prstGeom prst="rect">
            <a:avLst/>
          </a:prstGeom>
          <a:noFill/>
        </p:spPr>
        <p:txBody>
          <a:bodyPr wrap="square">
            <a:spAutoFit/>
          </a:bodyPr>
          <a:lstStyle/>
          <a:p>
            <a:pPr algn="l"/>
            <a:r>
              <a:rPr lang="en-AU" sz="4000" b="1" i="0" dirty="0">
                <a:solidFill>
                  <a:schemeClr val="accent2"/>
                </a:solidFill>
                <a:effectLst/>
                <a:latin typeface="Arial Black" panose="020B0A04020102020204" pitchFamily="34" charset="0"/>
              </a:rPr>
              <a:t>Publish-subscribe</a:t>
            </a:r>
          </a:p>
        </p:txBody>
      </p:sp>
      <p:cxnSp>
        <p:nvCxnSpPr>
          <p:cNvPr id="5" name="Straight Arrow Connector 4">
            <a:extLst>
              <a:ext uri="{FF2B5EF4-FFF2-40B4-BE49-F238E27FC236}">
                <a16:creationId xmlns:a16="http://schemas.microsoft.com/office/drawing/2014/main" id="{41F6237B-F1E7-7194-296E-7E00913E6333}"/>
              </a:ext>
            </a:extLst>
          </p:cNvPr>
          <p:cNvCxnSpPr/>
          <p:nvPr/>
        </p:nvCxnSpPr>
        <p:spPr>
          <a:xfrm>
            <a:off x="2144486" y="4680857"/>
            <a:ext cx="1458685" cy="801007"/>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574834C-E85C-E4CE-82ED-8AC683AD98A7}"/>
              </a:ext>
            </a:extLst>
          </p:cNvPr>
          <p:cNvSpPr txBox="1"/>
          <p:nvPr/>
        </p:nvSpPr>
        <p:spPr>
          <a:xfrm>
            <a:off x="3733800" y="5357619"/>
            <a:ext cx="1251857" cy="461665"/>
          </a:xfrm>
          <a:prstGeom prst="rect">
            <a:avLst/>
          </a:prstGeom>
          <a:noFill/>
        </p:spPr>
        <p:txBody>
          <a:bodyPr wrap="square" rtlCol="0">
            <a:spAutoFit/>
          </a:bodyPr>
          <a:lstStyle/>
          <a:p>
            <a:r>
              <a:rPr lang="en-AU" sz="2400" b="1" dirty="0">
                <a:solidFill>
                  <a:schemeClr val="accent1"/>
                </a:solidFill>
              </a:rPr>
              <a:t>Event</a:t>
            </a:r>
          </a:p>
        </p:txBody>
      </p:sp>
    </p:spTree>
    <p:extLst>
      <p:ext uri="{BB962C8B-B14F-4D97-AF65-F5344CB8AC3E}">
        <p14:creationId xmlns:p14="http://schemas.microsoft.com/office/powerpoint/2010/main" val="42034291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502228" y="1085374"/>
            <a:ext cx="3156857" cy="685800"/>
          </a:xfrm>
        </p:spPr>
        <p:txBody>
          <a:bodyPr>
            <a:noAutofit/>
          </a:bodyPr>
          <a:lstStyle/>
          <a:p>
            <a:pPr eaLnBrk="1" hangingPunct="1"/>
            <a:r>
              <a:rPr lang="en-US" altLang="en-US" sz="4400" dirty="0">
                <a:solidFill>
                  <a:schemeClr val="accent2"/>
                </a:solidFill>
                <a:latin typeface="Arial Black" panose="020B0A04020102020204" pitchFamily="34" charset="0"/>
              </a:rPr>
              <a:t>Event</a:t>
            </a:r>
          </a:p>
        </p:txBody>
      </p:sp>
      <p:sp>
        <p:nvSpPr>
          <p:cNvPr id="3" name="TextBox 2">
            <a:extLst>
              <a:ext uri="{FF2B5EF4-FFF2-40B4-BE49-F238E27FC236}">
                <a16:creationId xmlns:a16="http://schemas.microsoft.com/office/drawing/2014/main" id="{92268805-2207-6A3C-79D5-AF72985F557C}"/>
              </a:ext>
            </a:extLst>
          </p:cNvPr>
          <p:cNvSpPr txBox="1"/>
          <p:nvPr/>
        </p:nvSpPr>
        <p:spPr>
          <a:xfrm>
            <a:off x="1632855" y="2300293"/>
            <a:ext cx="9187543" cy="830997"/>
          </a:xfrm>
          <a:prstGeom prst="rect">
            <a:avLst/>
          </a:prstGeom>
          <a:noFill/>
        </p:spPr>
        <p:txBody>
          <a:bodyPr wrap="square">
            <a:spAutoFit/>
          </a:bodyPr>
          <a:lstStyle/>
          <a:p>
            <a:r>
              <a:rPr lang="en-US" sz="2400" b="0" i="0" dirty="0">
                <a:solidFill>
                  <a:srgbClr val="000000"/>
                </a:solidFill>
                <a:effectLst/>
                <a:latin typeface="MarkPro-NarrowBook"/>
              </a:rPr>
              <a:t>An event is a record of something that happened that also provides information about what happened. </a:t>
            </a:r>
            <a:endParaRPr lang="en-AU" sz="2400" dirty="0"/>
          </a:p>
        </p:txBody>
      </p:sp>
      <p:sp>
        <p:nvSpPr>
          <p:cNvPr id="2" name="TextBox 1">
            <a:extLst>
              <a:ext uri="{FF2B5EF4-FFF2-40B4-BE49-F238E27FC236}">
                <a16:creationId xmlns:a16="http://schemas.microsoft.com/office/drawing/2014/main" id="{B78ABBBB-26CA-F62C-D90F-C286852E47A3}"/>
              </a:ext>
            </a:extLst>
          </p:cNvPr>
          <p:cNvSpPr txBox="1"/>
          <p:nvPr/>
        </p:nvSpPr>
        <p:spPr>
          <a:xfrm>
            <a:off x="1632855" y="3311212"/>
            <a:ext cx="9187543" cy="1938992"/>
          </a:xfrm>
          <a:prstGeom prst="rect">
            <a:avLst/>
          </a:prstGeom>
          <a:noFill/>
        </p:spPr>
        <p:txBody>
          <a:bodyPr wrap="square">
            <a:spAutoFit/>
          </a:bodyPr>
          <a:lstStyle/>
          <a:p>
            <a:r>
              <a:rPr lang="en-US" sz="2400" b="0" i="0" dirty="0">
                <a:solidFill>
                  <a:srgbClr val="000000"/>
                </a:solidFill>
                <a:effectLst/>
                <a:latin typeface="MarkPro-NarrowBook"/>
              </a:rPr>
              <a:t>Event Structure:</a:t>
            </a:r>
          </a:p>
          <a:p>
            <a:pPr marL="342900" indent="-342900">
              <a:buFont typeface="Arial" panose="020B0604020202020204" pitchFamily="34" charset="0"/>
              <a:buChar char="•"/>
            </a:pPr>
            <a:r>
              <a:rPr lang="en-US" sz="2400" dirty="0">
                <a:solidFill>
                  <a:srgbClr val="000000"/>
                </a:solidFill>
                <a:latin typeface="MarkPro-NarrowBook"/>
              </a:rPr>
              <a:t>Header</a:t>
            </a:r>
            <a:r>
              <a:rPr lang="en-US" sz="2400" b="0" i="0" dirty="0">
                <a:solidFill>
                  <a:srgbClr val="000000"/>
                </a:solidFill>
                <a:effectLst/>
                <a:latin typeface="MarkPro-NarrowBook"/>
              </a:rPr>
              <a:t> </a:t>
            </a:r>
          </a:p>
          <a:p>
            <a:pPr marL="342900" indent="-342900">
              <a:buFont typeface="Arial" panose="020B0604020202020204" pitchFamily="34" charset="0"/>
              <a:buChar char="•"/>
            </a:pPr>
            <a:r>
              <a:rPr lang="en-US" sz="2400" dirty="0">
                <a:solidFill>
                  <a:srgbClr val="000000"/>
                </a:solidFill>
                <a:latin typeface="MarkPro-NarrowBook"/>
              </a:rPr>
              <a:t>Key</a:t>
            </a:r>
          </a:p>
          <a:p>
            <a:pPr marL="342900" indent="-342900">
              <a:buFont typeface="Arial" panose="020B0604020202020204" pitchFamily="34" charset="0"/>
              <a:buChar char="•"/>
            </a:pPr>
            <a:r>
              <a:rPr lang="en-US" sz="2400" dirty="0">
                <a:solidFill>
                  <a:srgbClr val="000000"/>
                </a:solidFill>
                <a:latin typeface="MarkPro-NarrowBook"/>
              </a:rPr>
              <a:t>Value</a:t>
            </a:r>
          </a:p>
          <a:p>
            <a:pPr marL="342900" indent="-342900">
              <a:buFont typeface="Arial" panose="020B0604020202020204" pitchFamily="34" charset="0"/>
              <a:buChar char="•"/>
            </a:pPr>
            <a:r>
              <a:rPr lang="en-US" sz="2400" dirty="0">
                <a:solidFill>
                  <a:srgbClr val="000000"/>
                </a:solidFill>
                <a:latin typeface="MarkPro-NarrowBook"/>
              </a:rPr>
              <a:t>timestamp</a:t>
            </a:r>
            <a:endParaRPr lang="en-AU" sz="2400" dirty="0"/>
          </a:p>
        </p:txBody>
      </p:sp>
    </p:spTree>
    <p:extLst>
      <p:ext uri="{BB962C8B-B14F-4D97-AF65-F5344CB8AC3E}">
        <p14:creationId xmlns:p14="http://schemas.microsoft.com/office/powerpoint/2010/main" val="202177036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175657" y="737032"/>
            <a:ext cx="7859486" cy="685800"/>
          </a:xfrm>
        </p:spPr>
        <p:txBody>
          <a:bodyPr>
            <a:noAutofit/>
          </a:bodyPr>
          <a:lstStyle/>
          <a:p>
            <a:pPr eaLnBrk="1" hangingPunct="1"/>
            <a:r>
              <a:rPr lang="en-US" altLang="en-US" sz="4000" dirty="0">
                <a:solidFill>
                  <a:schemeClr val="accent2"/>
                </a:solidFill>
                <a:latin typeface="Arial Black" panose="020B0A04020102020204" pitchFamily="34" charset="0"/>
              </a:rPr>
              <a:t>Event</a:t>
            </a:r>
            <a:r>
              <a:rPr lang="en-US" altLang="en-US" sz="4000" dirty="0">
                <a:solidFill>
                  <a:srgbClr val="0070C0"/>
                </a:solidFill>
                <a:latin typeface="Arial Black" panose="020B0A04020102020204" pitchFamily="34" charset="0"/>
              </a:rPr>
              <a:t> </a:t>
            </a:r>
            <a:r>
              <a:rPr lang="en-US" altLang="en-US" sz="4000" dirty="0">
                <a:solidFill>
                  <a:schemeClr val="tx1">
                    <a:lumMod val="50000"/>
                    <a:lumOff val="50000"/>
                  </a:schemeClr>
                </a:solidFill>
                <a:latin typeface="Arial Black" panose="020B0A04020102020204" pitchFamily="34" charset="0"/>
              </a:rPr>
              <a:t>and</a:t>
            </a:r>
            <a:r>
              <a:rPr lang="en-US" altLang="en-US" sz="4000" dirty="0">
                <a:solidFill>
                  <a:srgbClr val="0070C0"/>
                </a:solidFill>
                <a:latin typeface="Arial Black" panose="020B0A04020102020204" pitchFamily="34" charset="0"/>
              </a:rPr>
              <a:t> </a:t>
            </a:r>
            <a:r>
              <a:rPr lang="en-US" altLang="en-US" sz="4000" dirty="0">
                <a:solidFill>
                  <a:schemeClr val="accent2"/>
                </a:solidFill>
                <a:latin typeface="Arial Black" panose="020B0A04020102020204" pitchFamily="34" charset="0"/>
              </a:rPr>
              <a:t>Stream</a:t>
            </a:r>
          </a:p>
        </p:txBody>
      </p:sp>
      <p:pic>
        <p:nvPicPr>
          <p:cNvPr id="11266" name="Picture 2" descr="inline-pic-1">
            <a:extLst>
              <a:ext uri="{FF2B5EF4-FFF2-40B4-BE49-F238E27FC236}">
                <a16:creationId xmlns:a16="http://schemas.microsoft.com/office/drawing/2014/main" id="{F382AFF9-151F-508D-9DC3-0FBEEF49AE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68185" y="1945663"/>
            <a:ext cx="9655629" cy="41753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5172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2290" name="Picture 2" descr="inline-pic-topic">
            <a:extLst>
              <a:ext uri="{FF2B5EF4-FFF2-40B4-BE49-F238E27FC236}">
                <a16:creationId xmlns:a16="http://schemas.microsoft.com/office/drawing/2014/main" id="{9F204826-6CDA-0A91-BAB6-EF73518CE4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571" y="1736484"/>
            <a:ext cx="11538858" cy="33850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012901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69812" y="3015338"/>
            <a:ext cx="4858420" cy="625170"/>
          </a:xfrm>
          <a:solidFill>
            <a:srgbClr val="0070C0"/>
          </a:solidFill>
          <a:effectLst/>
        </p:spPr>
        <p:txBody>
          <a:bodyPr>
            <a:normAutofit fontScale="90000"/>
          </a:bodyPr>
          <a:lstStyle/>
          <a:p>
            <a:r>
              <a:rPr lang="en-AU" b="1" dirty="0">
                <a:solidFill>
                  <a:schemeClr val="bg1"/>
                </a:solidFill>
                <a:latin typeface="Arial Black" panose="020B0A04020102020204" pitchFamily="34" charset="0"/>
              </a:rPr>
              <a:t>Architecture</a:t>
            </a:r>
            <a:br>
              <a:rPr lang="en-AU" b="1" dirty="0">
                <a:solidFill>
                  <a:schemeClr val="bg1"/>
                </a:solidFill>
              </a:rPr>
            </a:br>
            <a:br>
              <a:rPr lang="en-AU" b="1" dirty="0">
                <a:solidFill>
                  <a:schemeClr val="bg1"/>
                </a:solidFill>
              </a:rPr>
            </a:br>
            <a:br>
              <a:rPr lang="en-AU" b="1" dirty="0">
                <a:solidFill>
                  <a:schemeClr val="bg1"/>
                </a:solidFill>
              </a:rPr>
            </a:br>
            <a:endParaRPr lang="en-AU" sz="2200" b="1" dirty="0">
              <a:solidFill>
                <a:schemeClr val="bg1"/>
              </a:solidFill>
            </a:endParaRPr>
          </a:p>
        </p:txBody>
      </p:sp>
    </p:spTree>
    <p:extLst>
      <p:ext uri="{BB962C8B-B14F-4D97-AF65-F5344CB8AC3E}">
        <p14:creationId xmlns:p14="http://schemas.microsoft.com/office/powerpoint/2010/main" val="776370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4A08B9E-4F15-7056-36B8-72CD52FC14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290D0F9-47F8-24FC-5585-932F7EA44C60}"/>
              </a:ext>
            </a:extLst>
          </p:cNvPr>
          <p:cNvSpPr>
            <a:spLocks noGrp="1"/>
          </p:cNvSpPr>
          <p:nvPr>
            <p:ph type="title"/>
          </p:nvPr>
        </p:nvSpPr>
        <p:spPr>
          <a:xfrm>
            <a:off x="1110489" y="729338"/>
            <a:ext cx="3766311" cy="696690"/>
          </a:xfrm>
          <a:effectLst/>
        </p:spPr>
        <p:txBody>
          <a:bodyPr>
            <a:normAutofit fontScale="90000"/>
          </a:bodyPr>
          <a:lstStyle/>
          <a:p>
            <a:r>
              <a:rPr lang="en-AU" sz="4400" b="1" dirty="0">
                <a:solidFill>
                  <a:srgbClr val="0070C0"/>
                </a:solidFill>
                <a:latin typeface="Arial Black" panose="020B0A04020102020204" pitchFamily="34" charset="0"/>
              </a:rPr>
              <a:t>Architecture</a:t>
            </a:r>
            <a:br>
              <a:rPr lang="en-AU" b="1" dirty="0"/>
            </a:br>
            <a:br>
              <a:rPr lang="en-AU" b="1" dirty="0">
                <a:solidFill>
                  <a:srgbClr val="002060"/>
                </a:solidFill>
              </a:rPr>
            </a:br>
            <a:br>
              <a:rPr lang="en-AU" b="1" dirty="0">
                <a:solidFill>
                  <a:srgbClr val="002060"/>
                </a:solidFill>
              </a:rPr>
            </a:br>
            <a:endParaRPr lang="en-AU" sz="2200" b="1" dirty="0">
              <a:solidFill>
                <a:schemeClr val="tx1"/>
              </a:solidFill>
            </a:endParaRPr>
          </a:p>
        </p:txBody>
      </p:sp>
      <p:pic>
        <p:nvPicPr>
          <p:cNvPr id="1026" name="Picture 2" descr="Kafka-architecture-broker-zookeeper-consumer-producer-min">
            <a:extLst>
              <a:ext uri="{FF2B5EF4-FFF2-40B4-BE49-F238E27FC236}">
                <a16:creationId xmlns:a16="http://schemas.microsoft.com/office/drawing/2014/main" id="{181FF029-6A72-5BDB-960D-05D856A51B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16756" y="1634490"/>
            <a:ext cx="7968416" cy="47486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7936FE17-CEF8-0ED3-3061-D8095F4AF227}"/>
              </a:ext>
            </a:extLst>
          </p:cNvPr>
          <p:cNvSpPr txBox="1"/>
          <p:nvPr/>
        </p:nvSpPr>
        <p:spPr>
          <a:xfrm>
            <a:off x="1012371" y="2438400"/>
            <a:ext cx="2340429" cy="523220"/>
          </a:xfrm>
          <a:prstGeom prst="rect">
            <a:avLst/>
          </a:prstGeom>
          <a:noFill/>
        </p:spPr>
        <p:txBody>
          <a:bodyPr wrap="square" rtlCol="0">
            <a:spAutoFit/>
          </a:bodyPr>
          <a:lstStyle/>
          <a:p>
            <a:pPr marL="457200" indent="-457200">
              <a:buFont typeface="Arial" panose="020B0604020202020204" pitchFamily="34" charset="0"/>
              <a:buChar char="•"/>
            </a:pPr>
            <a:r>
              <a:rPr lang="en-AU" sz="2800" b="1" dirty="0">
                <a:solidFill>
                  <a:schemeClr val="accent2"/>
                </a:solidFill>
              </a:rPr>
              <a:t>Scalable</a:t>
            </a:r>
          </a:p>
        </p:txBody>
      </p:sp>
      <p:sp>
        <p:nvSpPr>
          <p:cNvPr id="4" name="TextBox 3">
            <a:extLst>
              <a:ext uri="{FF2B5EF4-FFF2-40B4-BE49-F238E27FC236}">
                <a16:creationId xmlns:a16="http://schemas.microsoft.com/office/drawing/2014/main" id="{08E89872-2B4B-7BBD-E3AC-F553880DDE5E}"/>
              </a:ext>
            </a:extLst>
          </p:cNvPr>
          <p:cNvSpPr txBox="1"/>
          <p:nvPr/>
        </p:nvSpPr>
        <p:spPr>
          <a:xfrm>
            <a:off x="1012371" y="3244649"/>
            <a:ext cx="3984172" cy="523220"/>
          </a:xfrm>
          <a:prstGeom prst="rect">
            <a:avLst/>
          </a:prstGeom>
          <a:noFill/>
        </p:spPr>
        <p:txBody>
          <a:bodyPr wrap="square" rtlCol="0">
            <a:spAutoFit/>
          </a:bodyPr>
          <a:lstStyle/>
          <a:p>
            <a:pPr marL="457200" indent="-457200">
              <a:buFont typeface="Arial" panose="020B0604020202020204" pitchFamily="34" charset="0"/>
              <a:buChar char="•"/>
            </a:pPr>
            <a:r>
              <a:rPr lang="en-AU" sz="2800" b="1" dirty="0">
                <a:solidFill>
                  <a:schemeClr val="accent2"/>
                </a:solidFill>
              </a:rPr>
              <a:t>High performant</a:t>
            </a:r>
          </a:p>
        </p:txBody>
      </p:sp>
      <p:sp>
        <p:nvSpPr>
          <p:cNvPr id="5" name="TextBox 4">
            <a:extLst>
              <a:ext uri="{FF2B5EF4-FFF2-40B4-BE49-F238E27FC236}">
                <a16:creationId xmlns:a16="http://schemas.microsoft.com/office/drawing/2014/main" id="{0541A623-D1DF-4512-204F-D5C1147DF42F}"/>
              </a:ext>
            </a:extLst>
          </p:cNvPr>
          <p:cNvSpPr txBox="1"/>
          <p:nvPr/>
        </p:nvSpPr>
        <p:spPr>
          <a:xfrm>
            <a:off x="1012371" y="4095853"/>
            <a:ext cx="3287340" cy="523220"/>
          </a:xfrm>
          <a:prstGeom prst="rect">
            <a:avLst/>
          </a:prstGeom>
          <a:noFill/>
        </p:spPr>
        <p:txBody>
          <a:bodyPr wrap="square" rtlCol="0">
            <a:spAutoFit/>
          </a:bodyPr>
          <a:lstStyle/>
          <a:p>
            <a:pPr marL="457200" indent="-457200">
              <a:buFont typeface="Arial" panose="020B0604020202020204" pitchFamily="34" charset="0"/>
              <a:buChar char="•"/>
            </a:pPr>
            <a:r>
              <a:rPr lang="en-AU" sz="2800" b="1" dirty="0">
                <a:solidFill>
                  <a:schemeClr val="accent2"/>
                </a:solidFill>
              </a:rPr>
              <a:t>Fault tolerant</a:t>
            </a:r>
          </a:p>
        </p:txBody>
      </p:sp>
    </p:spTree>
    <p:extLst>
      <p:ext uri="{BB962C8B-B14F-4D97-AF65-F5344CB8AC3E}">
        <p14:creationId xmlns:p14="http://schemas.microsoft.com/office/powerpoint/2010/main" val="10326391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10489" y="729338"/>
            <a:ext cx="9807882" cy="696690"/>
          </a:xfrm>
          <a:effectLst/>
        </p:spPr>
        <p:txBody>
          <a:bodyPr>
            <a:normAutofit fontScale="90000"/>
          </a:bodyPr>
          <a:lstStyle/>
          <a:p>
            <a:r>
              <a:rPr lang="en-AU" sz="4400" dirty="0">
                <a:solidFill>
                  <a:schemeClr val="accent2"/>
                </a:solidFill>
                <a:latin typeface="Arial Black" panose="020B0A04020102020204" pitchFamily="34" charset="0"/>
              </a:rPr>
              <a:t>Broker</a:t>
            </a:r>
            <a:br>
              <a:rPr lang="en-AU" b="1" dirty="0"/>
            </a:br>
            <a:br>
              <a:rPr lang="en-AU" b="1" dirty="0">
                <a:solidFill>
                  <a:srgbClr val="002060"/>
                </a:solidFill>
              </a:rPr>
            </a:br>
            <a:br>
              <a:rPr lang="en-AU" b="1" dirty="0">
                <a:solidFill>
                  <a:srgbClr val="002060"/>
                </a:solidFill>
              </a:rPr>
            </a:br>
            <a:endParaRPr lang="en-AU" sz="2200" b="1" dirty="0">
              <a:solidFill>
                <a:schemeClr val="tx1"/>
              </a:solidFill>
            </a:endParaRPr>
          </a:p>
        </p:txBody>
      </p:sp>
      <p:pic>
        <p:nvPicPr>
          <p:cNvPr id="4100" name="Picture 4" descr="Kafka Broker">
            <a:extLst>
              <a:ext uri="{FF2B5EF4-FFF2-40B4-BE49-F238E27FC236}">
                <a16:creationId xmlns:a16="http://schemas.microsoft.com/office/drawing/2014/main" id="{C0FB4246-63EB-F0D9-3BE9-ACED5D79A1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0187" y="1854715"/>
            <a:ext cx="11288486" cy="38230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69988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10489" y="729338"/>
            <a:ext cx="9807882" cy="696690"/>
          </a:xfrm>
          <a:effectLst/>
        </p:spPr>
        <p:txBody>
          <a:bodyPr>
            <a:normAutofit fontScale="90000"/>
          </a:bodyPr>
          <a:lstStyle/>
          <a:p>
            <a:r>
              <a:rPr lang="en-AU" sz="4400" dirty="0">
                <a:solidFill>
                  <a:schemeClr val="accent2"/>
                </a:solidFill>
                <a:latin typeface="Arial Black" panose="020B0A04020102020204" pitchFamily="34" charset="0"/>
              </a:rPr>
              <a:t>Topic</a:t>
            </a:r>
            <a:br>
              <a:rPr lang="en-AU" b="1" dirty="0"/>
            </a:br>
            <a:br>
              <a:rPr lang="en-AU" b="1" dirty="0">
                <a:solidFill>
                  <a:srgbClr val="002060"/>
                </a:solidFill>
              </a:rPr>
            </a:br>
            <a:br>
              <a:rPr lang="en-AU" b="1" dirty="0">
                <a:solidFill>
                  <a:srgbClr val="002060"/>
                </a:solidFill>
              </a:rPr>
            </a:br>
            <a:endParaRPr lang="en-AU" sz="2200" b="1" dirty="0">
              <a:solidFill>
                <a:schemeClr val="tx1"/>
              </a:solidFill>
            </a:endParaRPr>
          </a:p>
        </p:txBody>
      </p:sp>
      <p:sp>
        <p:nvSpPr>
          <p:cNvPr id="5" name="TextBox 4">
            <a:extLst>
              <a:ext uri="{FF2B5EF4-FFF2-40B4-BE49-F238E27FC236}">
                <a16:creationId xmlns:a16="http://schemas.microsoft.com/office/drawing/2014/main" id="{4CBC6BB9-721C-CB43-E025-DCB44C7D4AF2}"/>
              </a:ext>
            </a:extLst>
          </p:cNvPr>
          <p:cNvSpPr txBox="1"/>
          <p:nvPr/>
        </p:nvSpPr>
        <p:spPr>
          <a:xfrm>
            <a:off x="1262742" y="1766892"/>
            <a:ext cx="10025744" cy="523220"/>
          </a:xfrm>
          <a:prstGeom prst="rect">
            <a:avLst/>
          </a:prstGeom>
          <a:noFill/>
        </p:spPr>
        <p:txBody>
          <a:bodyPr wrap="square">
            <a:spAutoFit/>
          </a:bodyPr>
          <a:lstStyle/>
          <a:p>
            <a:r>
              <a:rPr lang="en-US" sz="2800" dirty="0">
                <a:solidFill>
                  <a:srgbClr val="03062E"/>
                </a:solidFill>
                <a:latin typeface="Cairo"/>
              </a:rPr>
              <a:t>R</a:t>
            </a:r>
            <a:r>
              <a:rPr lang="en-US" sz="2800" b="0" i="0" dirty="0">
                <a:solidFill>
                  <a:srgbClr val="03062E"/>
                </a:solidFill>
                <a:effectLst/>
                <a:latin typeface="Cairo"/>
              </a:rPr>
              <a:t>oughly analogous to a database table or folder. </a:t>
            </a:r>
            <a:endParaRPr lang="en-AU" sz="2800" dirty="0"/>
          </a:p>
        </p:txBody>
      </p:sp>
      <p:sp>
        <p:nvSpPr>
          <p:cNvPr id="7" name="TextBox 6">
            <a:extLst>
              <a:ext uri="{FF2B5EF4-FFF2-40B4-BE49-F238E27FC236}">
                <a16:creationId xmlns:a16="http://schemas.microsoft.com/office/drawing/2014/main" id="{0725F3F3-4D93-8943-45DF-56C5735A7821}"/>
              </a:ext>
            </a:extLst>
          </p:cNvPr>
          <p:cNvSpPr txBox="1"/>
          <p:nvPr/>
        </p:nvSpPr>
        <p:spPr>
          <a:xfrm>
            <a:off x="1262742" y="3103604"/>
            <a:ext cx="10580916" cy="954107"/>
          </a:xfrm>
          <a:prstGeom prst="rect">
            <a:avLst/>
          </a:prstGeom>
          <a:noFill/>
        </p:spPr>
        <p:txBody>
          <a:bodyPr wrap="square">
            <a:spAutoFit/>
          </a:bodyPr>
          <a:lstStyle/>
          <a:p>
            <a:r>
              <a:rPr lang="en-US" sz="2800" b="0" i="0" dirty="0">
                <a:solidFill>
                  <a:srgbClr val="03062E"/>
                </a:solidFill>
                <a:effectLst/>
                <a:latin typeface="Cairo"/>
              </a:rPr>
              <a:t>A single topic can be scaled horizontally </a:t>
            </a:r>
            <a:r>
              <a:rPr lang="en-US" sz="2800" b="0" i="0" dirty="0">
                <a:solidFill>
                  <a:schemeClr val="accent2"/>
                </a:solidFill>
                <a:effectLst/>
                <a:latin typeface="Cairo"/>
              </a:rPr>
              <a:t>across various servers </a:t>
            </a:r>
            <a:r>
              <a:rPr lang="en-US" sz="2800" b="0" i="0" dirty="0">
                <a:solidFill>
                  <a:srgbClr val="03062E"/>
                </a:solidFill>
                <a:effectLst/>
                <a:latin typeface="Cairo"/>
              </a:rPr>
              <a:t>to deliver performance well beyond the capabilities of a single server</a:t>
            </a:r>
          </a:p>
        </p:txBody>
      </p:sp>
      <p:sp>
        <p:nvSpPr>
          <p:cNvPr id="9" name="TextBox 8">
            <a:extLst>
              <a:ext uri="{FF2B5EF4-FFF2-40B4-BE49-F238E27FC236}">
                <a16:creationId xmlns:a16="http://schemas.microsoft.com/office/drawing/2014/main" id="{BEADE08A-9A09-4E9E-B61E-002EB9B64432}"/>
              </a:ext>
            </a:extLst>
          </p:cNvPr>
          <p:cNvSpPr txBox="1"/>
          <p:nvPr/>
        </p:nvSpPr>
        <p:spPr>
          <a:xfrm>
            <a:off x="1349829" y="4871203"/>
            <a:ext cx="10221686" cy="954107"/>
          </a:xfrm>
          <a:prstGeom prst="rect">
            <a:avLst/>
          </a:prstGeom>
          <a:noFill/>
        </p:spPr>
        <p:txBody>
          <a:bodyPr wrap="square">
            <a:spAutoFit/>
          </a:bodyPr>
          <a:lstStyle/>
          <a:p>
            <a:r>
              <a:rPr lang="en-US" sz="2800" b="0" i="0" dirty="0">
                <a:solidFill>
                  <a:srgbClr val="03062E"/>
                </a:solidFill>
                <a:effectLst/>
                <a:latin typeface="Cairo"/>
              </a:rPr>
              <a:t>there is no assurance of message time-ordering throughout the whole topic – only within a single partition</a:t>
            </a:r>
            <a:endParaRPr lang="en-AU" sz="2800" dirty="0"/>
          </a:p>
        </p:txBody>
      </p:sp>
      <p:sp>
        <p:nvSpPr>
          <p:cNvPr id="3" name="TextBox 2">
            <a:extLst>
              <a:ext uri="{FF2B5EF4-FFF2-40B4-BE49-F238E27FC236}">
                <a16:creationId xmlns:a16="http://schemas.microsoft.com/office/drawing/2014/main" id="{0A7703F5-1539-1EBD-536B-6B7A835DE5C5}"/>
              </a:ext>
            </a:extLst>
          </p:cNvPr>
          <p:cNvSpPr txBox="1"/>
          <p:nvPr/>
        </p:nvSpPr>
        <p:spPr>
          <a:xfrm>
            <a:off x="1349829" y="4283195"/>
            <a:ext cx="2329542" cy="523220"/>
          </a:xfrm>
          <a:prstGeom prst="rect">
            <a:avLst/>
          </a:prstGeom>
          <a:noFill/>
        </p:spPr>
        <p:txBody>
          <a:bodyPr wrap="square" rtlCol="0">
            <a:spAutoFit/>
          </a:bodyPr>
          <a:lstStyle/>
          <a:p>
            <a:r>
              <a:rPr lang="en-AU" sz="2800" b="1" dirty="0">
                <a:solidFill>
                  <a:schemeClr val="accent2"/>
                </a:solidFill>
              </a:rPr>
              <a:t>Replicate</a:t>
            </a:r>
          </a:p>
        </p:txBody>
      </p:sp>
      <p:sp>
        <p:nvSpPr>
          <p:cNvPr id="4" name="TextBox 3">
            <a:extLst>
              <a:ext uri="{FF2B5EF4-FFF2-40B4-BE49-F238E27FC236}">
                <a16:creationId xmlns:a16="http://schemas.microsoft.com/office/drawing/2014/main" id="{24769784-EF4E-BFC9-C8CE-ED25798EA2BB}"/>
              </a:ext>
            </a:extLst>
          </p:cNvPr>
          <p:cNvSpPr txBox="1"/>
          <p:nvPr/>
        </p:nvSpPr>
        <p:spPr>
          <a:xfrm>
            <a:off x="1262742" y="2594952"/>
            <a:ext cx="2329542" cy="523220"/>
          </a:xfrm>
          <a:prstGeom prst="rect">
            <a:avLst/>
          </a:prstGeom>
          <a:noFill/>
        </p:spPr>
        <p:txBody>
          <a:bodyPr wrap="square" rtlCol="0">
            <a:spAutoFit/>
          </a:bodyPr>
          <a:lstStyle/>
          <a:p>
            <a:r>
              <a:rPr lang="en-AU" sz="2800" b="1" dirty="0">
                <a:solidFill>
                  <a:schemeClr val="accent2"/>
                </a:solidFill>
              </a:rPr>
              <a:t>Partition</a:t>
            </a:r>
          </a:p>
        </p:txBody>
      </p:sp>
    </p:spTree>
    <p:extLst>
      <p:ext uri="{BB962C8B-B14F-4D97-AF65-F5344CB8AC3E}">
        <p14:creationId xmlns:p14="http://schemas.microsoft.com/office/powerpoint/2010/main" val="27621679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92059" y="555167"/>
            <a:ext cx="7309684" cy="696690"/>
          </a:xfrm>
          <a:effectLst/>
        </p:spPr>
        <p:txBody>
          <a:bodyPr>
            <a:normAutofit fontScale="90000"/>
          </a:bodyPr>
          <a:lstStyle/>
          <a:p>
            <a:r>
              <a:rPr lang="en-US" sz="4400" dirty="0">
                <a:solidFill>
                  <a:schemeClr val="accent2"/>
                </a:solidFill>
                <a:latin typeface="Arial Black" panose="020B0A04020102020204" pitchFamily="34" charset="0"/>
              </a:rPr>
              <a:t>Replicate &amp; Partition</a:t>
            </a:r>
            <a:br>
              <a:rPr lang="en-AU" b="1" dirty="0"/>
            </a:br>
            <a:br>
              <a:rPr lang="en-AU" b="1" dirty="0">
                <a:solidFill>
                  <a:srgbClr val="002060"/>
                </a:solidFill>
              </a:rPr>
            </a:br>
            <a:br>
              <a:rPr lang="en-AU" b="1" dirty="0">
                <a:solidFill>
                  <a:srgbClr val="002060"/>
                </a:solidFill>
              </a:rPr>
            </a:br>
            <a:endParaRPr lang="en-AU" sz="2200" b="1" dirty="0">
              <a:solidFill>
                <a:schemeClr val="tx1"/>
              </a:solidFill>
            </a:endParaRPr>
          </a:p>
        </p:txBody>
      </p:sp>
      <p:pic>
        <p:nvPicPr>
          <p:cNvPr id="18436" name="Picture 4">
            <a:extLst>
              <a:ext uri="{FF2B5EF4-FFF2-40B4-BE49-F238E27FC236}">
                <a16:creationId xmlns:a16="http://schemas.microsoft.com/office/drawing/2014/main" id="{A98381E8-79AF-D231-F6F8-F5F07528D68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1095" y="1465508"/>
            <a:ext cx="8479219" cy="4837325"/>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3ED3033-F47B-55E3-C358-234A595078A7}"/>
              </a:ext>
            </a:extLst>
          </p:cNvPr>
          <p:cNvSpPr txBox="1"/>
          <p:nvPr/>
        </p:nvSpPr>
        <p:spPr>
          <a:xfrm>
            <a:off x="10069286" y="3011254"/>
            <a:ext cx="1295400" cy="523220"/>
          </a:xfrm>
          <a:prstGeom prst="rect">
            <a:avLst/>
          </a:prstGeom>
          <a:noFill/>
        </p:spPr>
        <p:txBody>
          <a:bodyPr wrap="square" rtlCol="0">
            <a:spAutoFit/>
          </a:bodyPr>
          <a:lstStyle/>
          <a:p>
            <a:r>
              <a:rPr lang="en-AU" sz="2800" b="1" dirty="0">
                <a:solidFill>
                  <a:schemeClr val="accent1"/>
                </a:solidFill>
              </a:rPr>
              <a:t>Lead</a:t>
            </a:r>
          </a:p>
        </p:txBody>
      </p:sp>
      <p:sp>
        <p:nvSpPr>
          <p:cNvPr id="4" name="TextBox 3">
            <a:extLst>
              <a:ext uri="{FF2B5EF4-FFF2-40B4-BE49-F238E27FC236}">
                <a16:creationId xmlns:a16="http://schemas.microsoft.com/office/drawing/2014/main" id="{E628E780-2E68-0BF5-F1E4-B7FABD94B897}"/>
              </a:ext>
            </a:extLst>
          </p:cNvPr>
          <p:cNvSpPr txBox="1"/>
          <p:nvPr/>
        </p:nvSpPr>
        <p:spPr>
          <a:xfrm>
            <a:off x="10069286" y="3902909"/>
            <a:ext cx="1295400" cy="523220"/>
          </a:xfrm>
          <a:prstGeom prst="rect">
            <a:avLst/>
          </a:prstGeom>
          <a:noFill/>
        </p:spPr>
        <p:txBody>
          <a:bodyPr wrap="square" rtlCol="0">
            <a:spAutoFit/>
          </a:bodyPr>
          <a:lstStyle/>
          <a:p>
            <a:r>
              <a:rPr lang="en-AU" sz="2800" b="1" dirty="0">
                <a:solidFill>
                  <a:schemeClr val="accent1"/>
                </a:solidFill>
              </a:rPr>
              <a:t>Slave</a:t>
            </a:r>
          </a:p>
        </p:txBody>
      </p:sp>
      <p:cxnSp>
        <p:nvCxnSpPr>
          <p:cNvPr id="6" name="Straight Arrow Connector 5">
            <a:extLst>
              <a:ext uri="{FF2B5EF4-FFF2-40B4-BE49-F238E27FC236}">
                <a16:creationId xmlns:a16="http://schemas.microsoft.com/office/drawing/2014/main" id="{E1DA039A-02BF-CC4B-EEEA-8467B36DED57}"/>
              </a:ext>
            </a:extLst>
          </p:cNvPr>
          <p:cNvCxnSpPr>
            <a:cxnSpLocks/>
            <a:stCxn id="3" idx="1"/>
          </p:cNvCxnSpPr>
          <p:nvPr/>
        </p:nvCxnSpPr>
        <p:spPr>
          <a:xfrm rot="10800000">
            <a:off x="8958944" y="3113314"/>
            <a:ext cx="1110343" cy="15955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4669861F-4E13-B056-6AEB-7E2969BBE8AD}"/>
              </a:ext>
            </a:extLst>
          </p:cNvPr>
          <p:cNvCxnSpPr>
            <a:stCxn id="4" idx="1"/>
          </p:cNvCxnSpPr>
          <p:nvPr/>
        </p:nvCxnSpPr>
        <p:spPr>
          <a:xfrm rot="10800000">
            <a:off x="8850086" y="3981139"/>
            <a:ext cx="1219201" cy="183380"/>
          </a:xfrm>
          <a:prstGeom prst="curvedConnector3">
            <a:avLst>
              <a:gd name="adj1" fmla="val 50000"/>
            </a:avLst>
          </a:prstGeom>
          <a:ln>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2295401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47058" y="726146"/>
            <a:ext cx="4093028" cy="685800"/>
          </a:xfrm>
        </p:spPr>
        <p:txBody>
          <a:bodyPr>
            <a:noAutofit/>
          </a:bodyPr>
          <a:lstStyle/>
          <a:p>
            <a:pPr eaLnBrk="1" hangingPunct="1"/>
            <a:r>
              <a:rPr lang="en-US" altLang="en-US" sz="4400" dirty="0">
                <a:solidFill>
                  <a:schemeClr val="accent2"/>
                </a:solidFill>
                <a:latin typeface="Arial Black" panose="020B0A04020102020204" pitchFamily="34" charset="0"/>
              </a:rPr>
              <a:t>Zookeeper</a:t>
            </a:r>
          </a:p>
        </p:txBody>
      </p:sp>
      <p:sp>
        <p:nvSpPr>
          <p:cNvPr id="5" name="TextBox 4">
            <a:extLst>
              <a:ext uri="{FF2B5EF4-FFF2-40B4-BE49-F238E27FC236}">
                <a16:creationId xmlns:a16="http://schemas.microsoft.com/office/drawing/2014/main" id="{49764D29-6267-2817-720A-87103A3EB3CD}"/>
              </a:ext>
            </a:extLst>
          </p:cNvPr>
          <p:cNvSpPr txBox="1"/>
          <p:nvPr/>
        </p:nvSpPr>
        <p:spPr>
          <a:xfrm>
            <a:off x="947058" y="1853309"/>
            <a:ext cx="10352313" cy="2308324"/>
          </a:xfrm>
          <a:prstGeom prst="rect">
            <a:avLst/>
          </a:prstGeom>
          <a:noFill/>
        </p:spPr>
        <p:txBody>
          <a:bodyPr wrap="square">
            <a:spAutoFit/>
          </a:bodyPr>
          <a:lstStyle/>
          <a:p>
            <a:r>
              <a:rPr lang="en-US" b="0" i="0" dirty="0" err="1">
                <a:solidFill>
                  <a:srgbClr val="3A3A3A"/>
                </a:solidFill>
                <a:effectLst/>
                <a:latin typeface="Open Sans" panose="020B0606030504020204" pitchFamily="34" charset="0"/>
              </a:rPr>
              <a:t>ZooKeeper</a:t>
            </a:r>
            <a:r>
              <a:rPr lang="en-US" b="0" i="0" dirty="0">
                <a:solidFill>
                  <a:srgbClr val="3A3A3A"/>
                </a:solidFill>
                <a:effectLst/>
                <a:latin typeface="Open Sans" panose="020B0606030504020204" pitchFamily="34" charset="0"/>
              </a:rPr>
              <a:t> is used for managing and coordinating Kafka broker. </a:t>
            </a:r>
          </a:p>
          <a:p>
            <a:endParaRPr lang="en-US" b="0" i="0" dirty="0">
              <a:solidFill>
                <a:srgbClr val="3A3A3A"/>
              </a:solidFill>
              <a:effectLst/>
              <a:latin typeface="Open Sans" panose="020B0606030504020204" pitchFamily="34" charset="0"/>
            </a:endParaRPr>
          </a:p>
          <a:p>
            <a:r>
              <a:rPr lang="en-US" b="0" i="0" dirty="0" err="1">
                <a:solidFill>
                  <a:srgbClr val="3A3A3A"/>
                </a:solidFill>
                <a:effectLst/>
                <a:latin typeface="Open Sans" panose="020B0606030504020204" pitchFamily="34" charset="0"/>
              </a:rPr>
              <a:t>ZooKeeper</a:t>
            </a:r>
            <a:r>
              <a:rPr lang="en-US" b="0" i="0" dirty="0">
                <a:solidFill>
                  <a:srgbClr val="3A3A3A"/>
                </a:solidFill>
                <a:effectLst/>
                <a:latin typeface="Open Sans" panose="020B0606030504020204" pitchFamily="34" charset="0"/>
              </a:rPr>
              <a:t> service is mainly used to notify producer and consumer about the presence of any new broker in the Kafka cluster system or failure of the broker in the Kafka cluster system. </a:t>
            </a:r>
          </a:p>
          <a:p>
            <a:endParaRPr lang="en-US" dirty="0">
              <a:solidFill>
                <a:srgbClr val="3A3A3A"/>
              </a:solidFill>
              <a:latin typeface="Open Sans" panose="020B0606030504020204" pitchFamily="34" charset="0"/>
            </a:endParaRPr>
          </a:p>
          <a:p>
            <a:r>
              <a:rPr lang="en-US" b="0" i="0" dirty="0">
                <a:solidFill>
                  <a:srgbClr val="3A3A3A"/>
                </a:solidFill>
                <a:effectLst/>
                <a:latin typeface="Open Sans" panose="020B0606030504020204" pitchFamily="34" charset="0"/>
              </a:rPr>
              <a:t>As per the notification received by the Zookeeper regarding presence or failure of the broker then producer and consumer takes decision and starts coordinating their task with some other broker.</a:t>
            </a:r>
            <a:endParaRPr lang="en-AU" dirty="0"/>
          </a:p>
        </p:txBody>
      </p:sp>
    </p:spTree>
    <p:extLst>
      <p:ext uri="{BB962C8B-B14F-4D97-AF65-F5344CB8AC3E}">
        <p14:creationId xmlns:p14="http://schemas.microsoft.com/office/powerpoint/2010/main" val="17651473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9458" name="Picture 2" descr="Kafka's architecture (illustrated with 3 partitions, 3 replicas and 5 brokers.). Producers and consumers query Zookeeper for partition metadata (i.e., on which broker a stream partition leader is stored). Producers append to the partition's leader (e.g., broker 1 is assigned partition 1 leader), while exclusively one consumer pulls records from it starting at a given offset, initially 0. Records are appended to the last segment of a partition with an offset being associated to each record. Each partition has 2 other copies (i.e., partition's followers) assigned to other brokers that are responsible to pull data from the partition's leader in order to remain in sync.">
            <a:extLst>
              <a:ext uri="{FF2B5EF4-FFF2-40B4-BE49-F238E27FC236}">
                <a16:creationId xmlns:a16="http://schemas.microsoft.com/office/drawing/2014/main" id="{977D46EE-691B-F006-4838-3E5E76992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0074" y="413657"/>
            <a:ext cx="10821049" cy="56524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242157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22774" y="2866444"/>
            <a:ext cx="3136478" cy="562556"/>
          </a:xfrm>
          <a:solidFill>
            <a:srgbClr val="0070C0"/>
          </a:solidFill>
        </p:spPr>
        <p:txBody>
          <a:bodyPr>
            <a:noAutofit/>
          </a:bodyPr>
          <a:lstStyle/>
          <a:p>
            <a:pPr eaLnBrk="1" hangingPunct="1"/>
            <a:r>
              <a:rPr lang="en-US" altLang="en-US" sz="3200" dirty="0">
                <a:solidFill>
                  <a:schemeClr val="bg1"/>
                </a:solidFill>
                <a:latin typeface="Arial Black" panose="020B0A04020102020204" pitchFamily="34" charset="0"/>
              </a:rPr>
              <a:t>Producer</a:t>
            </a:r>
          </a:p>
        </p:txBody>
      </p:sp>
    </p:spTree>
    <p:extLst>
      <p:ext uri="{BB962C8B-B14F-4D97-AF65-F5344CB8AC3E}">
        <p14:creationId xmlns:p14="http://schemas.microsoft.com/office/powerpoint/2010/main" val="13501135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098" name="Picture 2" descr="Two different producer clients are publishing, independently from each other, new events to the topic by writing events over the network to the topic’s partitions.">
            <a:extLst>
              <a:ext uri="{FF2B5EF4-FFF2-40B4-BE49-F238E27FC236}">
                <a16:creationId xmlns:a16="http://schemas.microsoft.com/office/drawing/2014/main" id="{401151B5-3286-7110-010B-3EA465BA439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936171" y="676354"/>
            <a:ext cx="10297886" cy="587518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346902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922774" y="2840068"/>
            <a:ext cx="4221794" cy="588932"/>
          </a:xfrm>
          <a:solidFill>
            <a:srgbClr val="0070C0"/>
          </a:solidFill>
        </p:spPr>
        <p:txBody>
          <a:bodyPr>
            <a:noAutofit/>
          </a:bodyPr>
          <a:lstStyle/>
          <a:p>
            <a:pPr eaLnBrk="1" hangingPunct="1"/>
            <a:r>
              <a:rPr lang="en-US" altLang="en-US" sz="3200" dirty="0">
                <a:solidFill>
                  <a:schemeClr val="bg1"/>
                </a:solidFill>
                <a:latin typeface="Arial Black" panose="020B0A04020102020204" pitchFamily="34" charset="0"/>
              </a:rPr>
              <a:t>Consumer</a:t>
            </a:r>
          </a:p>
        </p:txBody>
      </p:sp>
    </p:spTree>
    <p:extLst>
      <p:ext uri="{BB962C8B-B14F-4D97-AF65-F5344CB8AC3E}">
        <p14:creationId xmlns:p14="http://schemas.microsoft.com/office/powerpoint/2010/main" val="17912687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9218" name="Picture 2">
            <a:extLst>
              <a:ext uri="{FF2B5EF4-FFF2-40B4-BE49-F238E27FC236}">
                <a16:creationId xmlns:a16="http://schemas.microsoft.com/office/drawing/2014/main" id="{59E79892-9CA9-C1B4-90F2-A664DF49E71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77190" y="1132498"/>
            <a:ext cx="11155680" cy="459300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88119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110489" y="729338"/>
            <a:ext cx="9807882" cy="696690"/>
          </a:xfrm>
          <a:effectLst/>
        </p:spPr>
        <p:txBody>
          <a:bodyPr>
            <a:normAutofit fontScale="90000"/>
          </a:bodyPr>
          <a:lstStyle/>
          <a:p>
            <a:r>
              <a:rPr lang="en-AU" sz="4400" dirty="0">
                <a:solidFill>
                  <a:srgbClr val="0070C0"/>
                </a:solidFill>
                <a:latin typeface="Arial Black" panose="020B0A04020102020204" pitchFamily="34" charset="0"/>
              </a:rPr>
              <a:t>Partition and Consumers</a:t>
            </a:r>
            <a:br>
              <a:rPr lang="en-AU" b="1" dirty="0"/>
            </a:br>
            <a:br>
              <a:rPr lang="en-AU" b="1" dirty="0">
                <a:solidFill>
                  <a:srgbClr val="002060"/>
                </a:solidFill>
              </a:rPr>
            </a:br>
            <a:br>
              <a:rPr lang="en-AU" b="1" dirty="0">
                <a:solidFill>
                  <a:srgbClr val="002060"/>
                </a:solidFill>
              </a:rPr>
            </a:br>
            <a:endParaRPr lang="en-AU" sz="2200" b="1" dirty="0">
              <a:solidFill>
                <a:schemeClr val="tx1"/>
              </a:solidFill>
            </a:endParaRPr>
          </a:p>
        </p:txBody>
      </p:sp>
      <p:pic>
        <p:nvPicPr>
          <p:cNvPr id="5122" name="Picture 2" descr="Topic (P1–P4) ➝ App Instances 1–4">
            <a:extLst>
              <a:ext uri="{FF2B5EF4-FFF2-40B4-BE49-F238E27FC236}">
                <a16:creationId xmlns:a16="http://schemas.microsoft.com/office/drawing/2014/main" id="{8D6C4EF4-2ADF-6D6C-58DD-9270EEC819C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500" y="1553938"/>
            <a:ext cx="9525000" cy="45339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70035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146" name="Picture 2" descr="How the Kafka broker works">
            <a:extLst>
              <a:ext uri="{FF2B5EF4-FFF2-40B4-BE49-F238E27FC236}">
                <a16:creationId xmlns:a16="http://schemas.microsoft.com/office/drawing/2014/main" id="{3B68C9AA-61F3-0EB5-BC9E-5F5F4AAF454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69770" y="754380"/>
            <a:ext cx="8252460" cy="50288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22276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671998" y="2899364"/>
            <a:ext cx="5913440" cy="604412"/>
          </a:xfrm>
          <a:solidFill>
            <a:srgbClr val="0070C0"/>
          </a:solidFill>
          <a:effectLst/>
        </p:spPr>
        <p:txBody>
          <a:bodyPr>
            <a:noAutofit/>
          </a:bodyPr>
          <a:lstStyle/>
          <a:p>
            <a:r>
              <a:rPr lang="en-AU" sz="3200" dirty="0">
                <a:solidFill>
                  <a:schemeClr val="bg1"/>
                </a:solidFill>
                <a:latin typeface="Arial Black" panose="020B0A04020102020204" pitchFamily="34" charset="0"/>
              </a:rPr>
              <a:t>Data Flow in Kafka</a:t>
            </a:r>
            <a:br>
              <a:rPr lang="en-AU" sz="3200" dirty="0">
                <a:solidFill>
                  <a:schemeClr val="bg1"/>
                </a:solidFill>
                <a:latin typeface="Arial Black" panose="020B0A04020102020204" pitchFamily="34" charset="0"/>
              </a:rPr>
            </a:br>
            <a:br>
              <a:rPr lang="en-AU" sz="3200" b="1" dirty="0">
                <a:solidFill>
                  <a:schemeClr val="bg1"/>
                </a:solidFill>
              </a:rPr>
            </a:br>
            <a:br>
              <a:rPr lang="en-AU" sz="3200" b="1" dirty="0">
                <a:solidFill>
                  <a:schemeClr val="bg1"/>
                </a:solidFill>
              </a:rPr>
            </a:br>
            <a:br>
              <a:rPr lang="en-AU" sz="3200" b="1" dirty="0">
                <a:solidFill>
                  <a:schemeClr val="bg1"/>
                </a:solidFill>
              </a:rPr>
            </a:br>
            <a:endParaRPr lang="en-AU" sz="3200" b="1" dirty="0">
              <a:solidFill>
                <a:schemeClr val="bg1"/>
              </a:solidFill>
            </a:endParaRPr>
          </a:p>
        </p:txBody>
      </p:sp>
    </p:spTree>
    <p:extLst>
      <p:ext uri="{BB962C8B-B14F-4D97-AF65-F5344CB8AC3E}">
        <p14:creationId xmlns:p14="http://schemas.microsoft.com/office/powerpoint/2010/main" val="3848056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5362" name="Picture 2" descr="Kafka Broker">
            <a:extLst>
              <a:ext uri="{FF2B5EF4-FFF2-40B4-BE49-F238E27FC236}">
                <a16:creationId xmlns:a16="http://schemas.microsoft.com/office/drawing/2014/main" id="{A7A082FA-7DEA-1EE9-7048-CFDF2D7FFD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9029" y="642256"/>
            <a:ext cx="11475232" cy="598714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17806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6386" name="Picture 2" descr="Kafka Broker">
            <a:extLst>
              <a:ext uri="{FF2B5EF4-FFF2-40B4-BE49-F238E27FC236}">
                <a16:creationId xmlns:a16="http://schemas.microsoft.com/office/drawing/2014/main" id="{F0FA669B-94A3-D55B-2BFC-748B4199FA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6830" y="683083"/>
            <a:ext cx="11440886" cy="59692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83690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7410" name="Picture 2" descr="Kafka Broker">
            <a:extLst>
              <a:ext uri="{FF2B5EF4-FFF2-40B4-BE49-F238E27FC236}">
                <a16:creationId xmlns:a16="http://schemas.microsoft.com/office/drawing/2014/main" id="{5EA4ACE1-134F-0B1C-81F4-4729CDE97B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8278" y="522638"/>
            <a:ext cx="11435443" cy="59663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66519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896007" y="3277014"/>
            <a:ext cx="5355324" cy="696690"/>
          </a:xfrm>
          <a:solidFill>
            <a:srgbClr val="0070C0"/>
          </a:solidFill>
          <a:effectLst/>
        </p:spPr>
        <p:txBody>
          <a:bodyPr>
            <a:normAutofit fontScale="90000"/>
          </a:bodyPr>
          <a:lstStyle/>
          <a:p>
            <a:r>
              <a:rPr lang="en-AU" sz="4400" dirty="0">
                <a:solidFill>
                  <a:schemeClr val="bg1"/>
                </a:solidFill>
                <a:latin typeface="Arial Black" panose="020B0A04020102020204" pitchFamily="34" charset="0"/>
              </a:rPr>
              <a:t>Ecosystem</a:t>
            </a:r>
            <a:br>
              <a:rPr lang="en-AU" b="1" dirty="0">
                <a:solidFill>
                  <a:schemeClr val="bg1"/>
                </a:solidFill>
              </a:rPr>
            </a:br>
            <a:br>
              <a:rPr lang="en-AU" b="1" dirty="0">
                <a:solidFill>
                  <a:schemeClr val="bg1"/>
                </a:solidFill>
              </a:rPr>
            </a:br>
            <a:br>
              <a:rPr lang="en-AU" b="1" dirty="0">
                <a:solidFill>
                  <a:schemeClr val="bg1"/>
                </a:solidFill>
              </a:rPr>
            </a:br>
            <a:endParaRPr lang="en-AU" sz="2200" b="1" dirty="0">
              <a:solidFill>
                <a:schemeClr val="bg1"/>
              </a:solidFill>
            </a:endParaRPr>
          </a:p>
        </p:txBody>
      </p:sp>
    </p:spTree>
    <p:extLst>
      <p:ext uri="{BB962C8B-B14F-4D97-AF65-F5344CB8AC3E}">
        <p14:creationId xmlns:p14="http://schemas.microsoft.com/office/powerpoint/2010/main" val="21189802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E7F9970-06FC-4B28-9ECF-AB546C5579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1430AC9-41D9-0595-A1F8-6A301DE92A54}"/>
              </a:ext>
            </a:extLst>
          </p:cNvPr>
          <p:cNvSpPr>
            <a:spLocks noGrp="1"/>
          </p:cNvSpPr>
          <p:nvPr>
            <p:ph type="title"/>
          </p:nvPr>
        </p:nvSpPr>
        <p:spPr>
          <a:xfrm>
            <a:off x="896007" y="3277014"/>
            <a:ext cx="5355324" cy="696690"/>
          </a:xfrm>
          <a:solidFill>
            <a:srgbClr val="0070C0"/>
          </a:solidFill>
          <a:effectLst/>
        </p:spPr>
        <p:txBody>
          <a:bodyPr>
            <a:normAutofit fontScale="90000"/>
          </a:bodyPr>
          <a:lstStyle/>
          <a:p>
            <a:r>
              <a:rPr lang="en-AU" sz="4400" dirty="0">
                <a:solidFill>
                  <a:schemeClr val="bg1"/>
                </a:solidFill>
                <a:latin typeface="Arial Black" panose="020B0A04020102020204" pitchFamily="34" charset="0"/>
              </a:rPr>
              <a:t>Kafka Connector</a:t>
            </a:r>
            <a:br>
              <a:rPr lang="en-AU" b="1" dirty="0">
                <a:solidFill>
                  <a:schemeClr val="bg1"/>
                </a:solidFill>
              </a:rPr>
            </a:br>
            <a:br>
              <a:rPr lang="en-AU" b="1" dirty="0">
                <a:solidFill>
                  <a:schemeClr val="bg1"/>
                </a:solidFill>
              </a:rPr>
            </a:br>
            <a:br>
              <a:rPr lang="en-AU" b="1" dirty="0">
                <a:solidFill>
                  <a:schemeClr val="bg1"/>
                </a:solidFill>
              </a:rPr>
            </a:br>
            <a:endParaRPr lang="en-AU" sz="2200" b="1" dirty="0">
              <a:solidFill>
                <a:schemeClr val="bg1"/>
              </a:solidFill>
            </a:endParaRPr>
          </a:p>
        </p:txBody>
      </p:sp>
    </p:spTree>
    <p:extLst>
      <p:ext uri="{BB962C8B-B14F-4D97-AF65-F5344CB8AC3E}">
        <p14:creationId xmlns:p14="http://schemas.microsoft.com/office/powerpoint/2010/main" val="30910143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E10EDF3-A519-3A42-0BDA-86F5BD97C6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5401C6-2F7E-E625-08A9-ED5AE3A44AB1}"/>
              </a:ext>
            </a:extLst>
          </p:cNvPr>
          <p:cNvSpPr>
            <a:spLocks noGrp="1"/>
          </p:cNvSpPr>
          <p:nvPr>
            <p:ph type="title"/>
          </p:nvPr>
        </p:nvSpPr>
        <p:spPr>
          <a:xfrm>
            <a:off x="1194945" y="1175652"/>
            <a:ext cx="7981712" cy="696690"/>
          </a:xfrm>
          <a:effectLst/>
        </p:spPr>
        <p:txBody>
          <a:bodyPr>
            <a:normAutofit fontScale="90000"/>
          </a:bodyPr>
          <a:lstStyle/>
          <a:p>
            <a:r>
              <a:rPr lang="en-AU" sz="4400" dirty="0">
                <a:solidFill>
                  <a:srgbClr val="0070C0"/>
                </a:solidFill>
                <a:latin typeface="Arial Black" panose="020B0A04020102020204" pitchFamily="34" charset="0"/>
              </a:rPr>
              <a:t>Kafka Connector</a:t>
            </a:r>
            <a:br>
              <a:rPr lang="en-AU" b="1" dirty="0"/>
            </a:br>
            <a:br>
              <a:rPr lang="en-AU" b="1" dirty="0">
                <a:solidFill>
                  <a:srgbClr val="002060"/>
                </a:solidFill>
              </a:rPr>
            </a:br>
            <a:br>
              <a:rPr lang="en-AU" b="1" dirty="0">
                <a:solidFill>
                  <a:srgbClr val="002060"/>
                </a:solidFill>
              </a:rPr>
            </a:br>
            <a:endParaRPr lang="en-AU" sz="2200" b="1" dirty="0">
              <a:solidFill>
                <a:schemeClr val="tx1"/>
              </a:solidFill>
            </a:endParaRPr>
          </a:p>
        </p:txBody>
      </p:sp>
      <p:pic>
        <p:nvPicPr>
          <p:cNvPr id="1026" name="Picture 2" descr="Kafka Connect">
            <a:extLst>
              <a:ext uri="{FF2B5EF4-FFF2-40B4-BE49-F238E27FC236}">
                <a16:creationId xmlns:a16="http://schemas.microsoft.com/office/drawing/2014/main" id="{B3B80AB7-C421-E605-41E8-F764AEC8F48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601" y="2625404"/>
            <a:ext cx="10943000" cy="23602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149579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2435916" y="3080655"/>
            <a:ext cx="6330015" cy="696690"/>
          </a:xfrm>
          <a:effectLst/>
        </p:spPr>
        <p:txBody>
          <a:bodyPr>
            <a:normAutofit fontScale="90000"/>
          </a:bodyPr>
          <a:lstStyle/>
          <a:p>
            <a:r>
              <a:rPr lang="en-AU" sz="4400" dirty="0">
                <a:solidFill>
                  <a:schemeClr val="accent2"/>
                </a:solidFill>
                <a:latin typeface="Arial Black" panose="020B0A04020102020204" pitchFamily="34" charset="0"/>
              </a:rPr>
              <a:t>Change Data Capture</a:t>
            </a:r>
            <a:br>
              <a:rPr lang="en-AU" b="1" dirty="0">
                <a:solidFill>
                  <a:schemeClr val="accent2"/>
                </a:solidFill>
              </a:rPr>
            </a:br>
            <a:br>
              <a:rPr lang="en-AU" b="1" dirty="0">
                <a:solidFill>
                  <a:schemeClr val="accent2"/>
                </a:solidFill>
              </a:rPr>
            </a:br>
            <a:br>
              <a:rPr lang="en-AU" b="1" dirty="0">
                <a:solidFill>
                  <a:schemeClr val="accent2"/>
                </a:solidFill>
              </a:rPr>
            </a:br>
            <a:endParaRPr lang="en-AU" sz="2200" b="1" dirty="0">
              <a:solidFill>
                <a:schemeClr val="accent2"/>
              </a:solidFill>
            </a:endParaRPr>
          </a:p>
        </p:txBody>
      </p:sp>
    </p:spTree>
    <p:extLst>
      <p:ext uri="{BB962C8B-B14F-4D97-AF65-F5344CB8AC3E}">
        <p14:creationId xmlns:p14="http://schemas.microsoft.com/office/powerpoint/2010/main" val="33281231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7F6106A-8960-3C59-5106-038075411773}"/>
              </a:ext>
            </a:extLst>
          </p:cNvPr>
          <p:cNvSpPr>
            <a:spLocks noGrp="1"/>
          </p:cNvSpPr>
          <p:nvPr>
            <p:ph type="title"/>
          </p:nvPr>
        </p:nvSpPr>
        <p:spPr/>
        <p:txBody>
          <a:bodyPr/>
          <a:lstStyle/>
          <a:p>
            <a:endParaRPr lang="en-AU"/>
          </a:p>
        </p:txBody>
      </p:sp>
      <p:pic>
        <p:nvPicPr>
          <p:cNvPr id="3074" name="Picture 2" descr="database replication">
            <a:extLst>
              <a:ext uri="{FF2B5EF4-FFF2-40B4-BE49-F238E27FC236}">
                <a16:creationId xmlns:a16="http://schemas.microsoft.com/office/drawing/2014/main" id="{D98CF040-1CFA-3A68-97F6-3C58164ABF4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2281" y="125878"/>
            <a:ext cx="11247437" cy="66062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954469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050" name="Picture 2" descr="Change data capture data flow diagram.">
            <a:extLst>
              <a:ext uri="{FF2B5EF4-FFF2-40B4-BE49-F238E27FC236}">
                <a16:creationId xmlns:a16="http://schemas.microsoft.com/office/drawing/2014/main" id="{476190FF-0B50-FA90-A0BB-6AFC5DDC22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3950" y="827315"/>
            <a:ext cx="10384840" cy="52421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2537484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061720" y="797605"/>
            <a:ext cx="4683341" cy="696690"/>
          </a:xfrm>
          <a:effectLst/>
        </p:spPr>
        <p:txBody>
          <a:bodyPr>
            <a:normAutofit fontScale="90000"/>
          </a:bodyPr>
          <a:lstStyle/>
          <a:p>
            <a:r>
              <a:rPr lang="en-AU" sz="4400" dirty="0">
                <a:solidFill>
                  <a:schemeClr val="accent2"/>
                </a:solidFill>
                <a:latin typeface="Arial Black" panose="020B0A04020102020204" pitchFamily="34" charset="0"/>
              </a:rPr>
              <a:t>Case Study</a:t>
            </a:r>
            <a:br>
              <a:rPr lang="en-AU" b="1" dirty="0">
                <a:solidFill>
                  <a:schemeClr val="accent2"/>
                </a:solidFill>
              </a:rPr>
            </a:br>
            <a:br>
              <a:rPr lang="en-AU" b="1" dirty="0">
                <a:solidFill>
                  <a:schemeClr val="accent2"/>
                </a:solidFill>
              </a:rPr>
            </a:br>
            <a:br>
              <a:rPr lang="en-AU" b="1" dirty="0">
                <a:solidFill>
                  <a:schemeClr val="accent2"/>
                </a:solidFill>
              </a:rPr>
            </a:br>
            <a:endParaRPr lang="en-AU" sz="2200" b="1" dirty="0">
              <a:solidFill>
                <a:schemeClr val="accent2"/>
              </a:solidFill>
            </a:endParaRPr>
          </a:p>
        </p:txBody>
      </p:sp>
      <p:pic>
        <p:nvPicPr>
          <p:cNvPr id="3" name="Picture 2" descr="A picture containing text, diagram, plan, screenshot&#10;&#10;Description automatically generated">
            <a:extLst>
              <a:ext uri="{FF2B5EF4-FFF2-40B4-BE49-F238E27FC236}">
                <a16:creationId xmlns:a16="http://schemas.microsoft.com/office/drawing/2014/main" id="{10D36420-37D8-F025-7EEE-1C43D42DC1EE}"/>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0" y="1807028"/>
            <a:ext cx="12106246" cy="4865915"/>
          </a:xfrm>
          <a:prstGeom prst="rect">
            <a:avLst/>
          </a:prstGeom>
          <a:noFill/>
          <a:ln>
            <a:noFill/>
          </a:ln>
        </p:spPr>
      </p:pic>
    </p:spTree>
    <p:extLst>
      <p:ext uri="{BB962C8B-B14F-4D97-AF65-F5344CB8AC3E}">
        <p14:creationId xmlns:p14="http://schemas.microsoft.com/office/powerpoint/2010/main" val="22265952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1228435" y="1006161"/>
            <a:ext cx="3713020" cy="696690"/>
          </a:xfrm>
          <a:effectLst/>
        </p:spPr>
        <p:txBody>
          <a:bodyPr>
            <a:normAutofit fontScale="90000"/>
          </a:bodyPr>
          <a:lstStyle/>
          <a:p>
            <a:r>
              <a:rPr lang="en-AU" dirty="0">
                <a:solidFill>
                  <a:srgbClr val="0070C0"/>
                </a:solidFill>
                <a:latin typeface="Arial Black" panose="020B0A04020102020204" pitchFamily="34" charset="0"/>
              </a:rPr>
              <a:t>References</a:t>
            </a:r>
            <a:br>
              <a:rPr lang="en-AU" b="1" dirty="0">
                <a:solidFill>
                  <a:srgbClr val="002060"/>
                </a:solidFill>
              </a:rPr>
            </a:br>
            <a:br>
              <a:rPr lang="en-AU" b="1" dirty="0">
                <a:solidFill>
                  <a:srgbClr val="002060"/>
                </a:solidFill>
              </a:rPr>
            </a:br>
            <a:endParaRPr lang="en-AU" sz="2200" b="1" dirty="0">
              <a:solidFill>
                <a:schemeClr val="tx1"/>
              </a:solidFill>
            </a:endParaRPr>
          </a:p>
        </p:txBody>
      </p:sp>
      <p:sp>
        <p:nvSpPr>
          <p:cNvPr id="4" name="Rectangle 3"/>
          <p:cNvSpPr/>
          <p:nvPr/>
        </p:nvSpPr>
        <p:spPr>
          <a:xfrm>
            <a:off x="1172357" y="2603245"/>
            <a:ext cx="10030691" cy="369332"/>
          </a:xfrm>
          <a:prstGeom prst="rect">
            <a:avLst/>
          </a:prstGeom>
        </p:spPr>
        <p:txBody>
          <a:bodyPr wrap="square">
            <a:spAutoFit/>
          </a:bodyPr>
          <a:lstStyle/>
          <a:p>
            <a:r>
              <a:rPr lang="en-AU" dirty="0"/>
              <a:t>https://developer.confluent.io/courses/#fundamentals</a:t>
            </a:r>
          </a:p>
        </p:txBody>
      </p:sp>
      <p:sp>
        <p:nvSpPr>
          <p:cNvPr id="6" name="TextBox 5">
            <a:extLst>
              <a:ext uri="{FF2B5EF4-FFF2-40B4-BE49-F238E27FC236}">
                <a16:creationId xmlns:a16="http://schemas.microsoft.com/office/drawing/2014/main" id="{264B9C99-FD68-E614-4782-4BE294969A2A}"/>
              </a:ext>
            </a:extLst>
          </p:cNvPr>
          <p:cNvSpPr txBox="1"/>
          <p:nvPr/>
        </p:nvSpPr>
        <p:spPr>
          <a:xfrm>
            <a:off x="1136732" y="3244334"/>
            <a:ext cx="9918536" cy="369332"/>
          </a:xfrm>
          <a:prstGeom prst="rect">
            <a:avLst/>
          </a:prstGeom>
          <a:noFill/>
        </p:spPr>
        <p:txBody>
          <a:bodyPr wrap="square">
            <a:spAutoFit/>
          </a:bodyPr>
          <a:lstStyle/>
          <a:p>
            <a:r>
              <a:rPr lang="en-AU" dirty="0"/>
              <a:t>https://www.confluent.io/blog/kafka-streams-tables-part-1-event-streaming/</a:t>
            </a:r>
          </a:p>
        </p:txBody>
      </p:sp>
      <p:sp>
        <p:nvSpPr>
          <p:cNvPr id="8" name="TextBox 7">
            <a:extLst>
              <a:ext uri="{FF2B5EF4-FFF2-40B4-BE49-F238E27FC236}">
                <a16:creationId xmlns:a16="http://schemas.microsoft.com/office/drawing/2014/main" id="{5B04FF48-4FB1-4BC4-B0B4-EDD0BA966689}"/>
              </a:ext>
            </a:extLst>
          </p:cNvPr>
          <p:cNvSpPr txBox="1"/>
          <p:nvPr/>
        </p:nvSpPr>
        <p:spPr>
          <a:xfrm>
            <a:off x="1172357" y="2016685"/>
            <a:ext cx="6096000" cy="369332"/>
          </a:xfrm>
          <a:prstGeom prst="rect">
            <a:avLst/>
          </a:prstGeom>
          <a:noFill/>
        </p:spPr>
        <p:txBody>
          <a:bodyPr wrap="square">
            <a:spAutoFit/>
          </a:bodyPr>
          <a:lstStyle/>
          <a:p>
            <a:r>
              <a:rPr lang="en-AU" dirty="0"/>
              <a:t>https://docs.confluent.io/kafka/get-started.html</a:t>
            </a:r>
          </a:p>
        </p:txBody>
      </p:sp>
      <p:sp>
        <p:nvSpPr>
          <p:cNvPr id="10" name="TextBox 9">
            <a:extLst>
              <a:ext uri="{FF2B5EF4-FFF2-40B4-BE49-F238E27FC236}">
                <a16:creationId xmlns:a16="http://schemas.microsoft.com/office/drawing/2014/main" id="{EFFA6BB0-5B2A-595C-BB27-2E2CB61E6A04}"/>
              </a:ext>
            </a:extLst>
          </p:cNvPr>
          <p:cNvSpPr txBox="1"/>
          <p:nvPr/>
        </p:nvSpPr>
        <p:spPr>
          <a:xfrm>
            <a:off x="1136732" y="4292378"/>
            <a:ext cx="9607468" cy="369332"/>
          </a:xfrm>
          <a:prstGeom prst="rect">
            <a:avLst/>
          </a:prstGeom>
          <a:noFill/>
        </p:spPr>
        <p:txBody>
          <a:bodyPr wrap="square">
            <a:spAutoFit/>
          </a:bodyPr>
          <a:lstStyle/>
          <a:p>
            <a:r>
              <a:rPr lang="en-AU" dirty="0">
                <a:solidFill>
                  <a:schemeClr val="accent2"/>
                </a:solidFill>
              </a:rPr>
              <a:t>https://developer.confluent.io/courses/architecture/get-started/</a:t>
            </a:r>
          </a:p>
        </p:txBody>
      </p:sp>
    </p:spTree>
    <p:extLst>
      <p:ext uri="{BB962C8B-B14F-4D97-AF65-F5344CB8AC3E}">
        <p14:creationId xmlns:p14="http://schemas.microsoft.com/office/powerpoint/2010/main" val="295707817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9155114" y="1035051"/>
            <a:ext cx="1311275" cy="930275"/>
          </a:xfrm>
          <a:prstGeom prst="rect">
            <a:avLst/>
          </a:prstGeom>
          <a:effectLst>
            <a:outerShdw blurRad="50800" dist="38100" dir="8100000" algn="tr" rotWithShape="0">
              <a:prstClr val="black">
                <a:alpha val="40000"/>
              </a:prstClr>
            </a:outerShdw>
          </a:effectLst>
        </p:spPr>
      </p:pic>
      <p:sp>
        <p:nvSpPr>
          <p:cNvPr id="5" name="Content Placeholder 2"/>
          <p:cNvSpPr>
            <a:spLocks noGrp="1"/>
          </p:cNvSpPr>
          <p:nvPr>
            <p:ph idx="1"/>
          </p:nvPr>
        </p:nvSpPr>
        <p:spPr>
          <a:xfrm>
            <a:off x="2235200" y="3073401"/>
            <a:ext cx="5308600" cy="1185863"/>
          </a:xfrm>
        </p:spPr>
        <p:txBody>
          <a:bodyPr>
            <a:normAutofit fontScale="85000" lnSpcReduction="10000"/>
          </a:bodyPr>
          <a:lstStyle/>
          <a:p>
            <a:pPr marL="0" indent="0">
              <a:buNone/>
              <a:defRPr/>
            </a:pPr>
            <a:r>
              <a:rPr lang="en-AU" sz="1500" b="1" dirty="0">
                <a:solidFill>
                  <a:schemeClr val="accent2"/>
                </a:solidFill>
              </a:rPr>
              <a:t>Mail</a:t>
            </a:r>
            <a:r>
              <a:rPr lang="en-AU" sz="1500" dirty="0"/>
              <a:t>:  </a:t>
            </a:r>
            <a:r>
              <a:rPr lang="en-AU" sz="1500" dirty="0">
                <a:solidFill>
                  <a:schemeClr val="tx1">
                    <a:lumMod val="50000"/>
                    <a:lumOff val="50000"/>
                  </a:schemeClr>
                </a:solidFill>
              </a:rPr>
              <a:t>info@funnygorilla.com.au</a:t>
            </a:r>
          </a:p>
          <a:p>
            <a:pPr marL="0" indent="0">
              <a:buNone/>
              <a:defRPr/>
            </a:pPr>
            <a:r>
              <a:rPr lang="en-AU" sz="1500" b="1" dirty="0">
                <a:solidFill>
                  <a:schemeClr val="accent2"/>
                </a:solidFill>
              </a:rPr>
              <a:t>Linkedin</a:t>
            </a:r>
            <a:r>
              <a:rPr lang="en-AU" sz="1500" dirty="0"/>
              <a:t>:  </a:t>
            </a:r>
            <a:r>
              <a:rPr lang="en-AU" sz="1500" dirty="0">
                <a:solidFill>
                  <a:schemeClr val="tx1">
                    <a:lumMod val="50000"/>
                    <a:lumOff val="50000"/>
                  </a:schemeClr>
                </a:solidFill>
              </a:rPr>
              <a:t>https://mt.linkedin.com/in/songqing-gu-2ba9034b/de</a:t>
            </a:r>
          </a:p>
          <a:p>
            <a:pPr marL="0" indent="0">
              <a:buNone/>
              <a:defRPr/>
            </a:pPr>
            <a:r>
              <a:rPr lang="en-AU" sz="1500" b="1" dirty="0">
                <a:solidFill>
                  <a:schemeClr val="accent2"/>
                </a:solidFill>
              </a:rPr>
              <a:t>Web Chat</a:t>
            </a:r>
            <a:r>
              <a:rPr lang="en-AU" sz="1500" dirty="0"/>
              <a:t>: </a:t>
            </a:r>
            <a:r>
              <a:rPr lang="en-AU" sz="1500" dirty="0">
                <a:solidFill>
                  <a:schemeClr val="tx1">
                    <a:lumMod val="50000"/>
                    <a:lumOff val="50000"/>
                  </a:schemeClr>
                </a:solidFill>
              </a:rPr>
              <a:t>FunnyGorilla</a:t>
            </a:r>
          </a:p>
          <a:p>
            <a:pPr marL="0" indent="0">
              <a:buNone/>
              <a:defRPr/>
            </a:pPr>
            <a:r>
              <a:rPr lang="en-AU" sz="1500" b="1" dirty="0">
                <a:solidFill>
                  <a:schemeClr val="accent2"/>
                </a:solidFill>
              </a:rPr>
              <a:t>Phone</a:t>
            </a:r>
            <a:r>
              <a:rPr lang="en-AU" sz="1500" dirty="0"/>
              <a:t>: </a:t>
            </a:r>
            <a:r>
              <a:rPr lang="en-AU" sz="1500" dirty="0">
                <a:solidFill>
                  <a:schemeClr val="tx1">
                    <a:lumMod val="50000"/>
                    <a:lumOff val="50000"/>
                  </a:schemeClr>
                </a:solidFill>
              </a:rPr>
              <a:t>0420891343</a:t>
            </a:r>
          </a:p>
          <a:p>
            <a:pPr marL="0" indent="0">
              <a:buNone/>
              <a:defRPr/>
            </a:pPr>
            <a:endParaRPr lang="en-AU" dirty="0"/>
          </a:p>
          <a:p>
            <a:pPr marL="0" indent="0">
              <a:buNone/>
              <a:defRPr/>
            </a:pPr>
            <a:endParaRPr lang="en-AU" dirty="0"/>
          </a:p>
        </p:txBody>
      </p:sp>
      <p:sp>
        <p:nvSpPr>
          <p:cNvPr id="6" name="TextBox 5"/>
          <p:cNvSpPr txBox="1">
            <a:spLocks noChangeArrowheads="1"/>
          </p:cNvSpPr>
          <p:nvPr/>
        </p:nvSpPr>
        <p:spPr bwMode="auto">
          <a:xfrm>
            <a:off x="8491538" y="1965325"/>
            <a:ext cx="1974850" cy="25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defRPr/>
            </a:pPr>
            <a:r>
              <a:rPr lang="en-AU" altLang="zh-CN" sz="1050" b="1" i="1">
                <a:solidFill>
                  <a:schemeClr val="accent2"/>
                </a:solidFill>
                <a:cs typeface="幼圆"/>
              </a:rPr>
              <a:t>Your success is our success</a:t>
            </a:r>
            <a:endParaRPr lang="en-AU" altLang="en-US" sz="1050">
              <a:solidFill>
                <a:schemeClr val="accent2"/>
              </a:solidFill>
            </a:endParaRPr>
          </a:p>
        </p:txBody>
      </p:sp>
      <p:sp>
        <p:nvSpPr>
          <p:cNvPr id="49157" name="Rectangle 6"/>
          <p:cNvSpPr>
            <a:spLocks noChangeArrowheads="1"/>
          </p:cNvSpPr>
          <p:nvPr/>
        </p:nvSpPr>
        <p:spPr bwMode="auto">
          <a:xfrm>
            <a:off x="2235200" y="2589213"/>
            <a:ext cx="1543050"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ts val="1000"/>
              </a:spcBef>
              <a:buClr>
                <a:schemeClr val="accent1"/>
              </a:buClr>
              <a:buFont typeface="Wingdings 3" panose="05040102010807070707" pitchFamily="18" charset="2"/>
              <a:buChar char=""/>
              <a:defRPr>
                <a:solidFill>
                  <a:srgbClr val="404040"/>
                </a:solidFill>
                <a:latin typeface="Century Gothic" panose="020B0502020202020204" pitchFamily="34" charset="0"/>
              </a:defRPr>
            </a:lvl1pPr>
            <a:lvl2pPr marL="742950" indent="-285750">
              <a:spcBef>
                <a:spcPts val="1000"/>
              </a:spcBef>
              <a:buClr>
                <a:schemeClr val="accent1"/>
              </a:buClr>
              <a:buFont typeface="Wingdings 3" panose="05040102010807070707" pitchFamily="18" charset="2"/>
              <a:buChar char=""/>
              <a:defRPr sz="1600">
                <a:solidFill>
                  <a:srgbClr val="404040"/>
                </a:solidFill>
                <a:latin typeface="Century Gothic" panose="020B0502020202020204" pitchFamily="34" charset="0"/>
              </a:defRPr>
            </a:lvl2pPr>
            <a:lvl3pPr marL="1143000" indent="-228600">
              <a:spcBef>
                <a:spcPts val="1000"/>
              </a:spcBef>
              <a:buClr>
                <a:schemeClr val="accent1"/>
              </a:buClr>
              <a:buFont typeface="Wingdings 3" panose="05040102010807070707" pitchFamily="18" charset="2"/>
              <a:buChar char=""/>
              <a:defRPr sz="1400">
                <a:solidFill>
                  <a:srgbClr val="404040"/>
                </a:solidFill>
                <a:latin typeface="Century Gothic" panose="020B0502020202020204" pitchFamily="34" charset="0"/>
              </a:defRPr>
            </a:lvl3pPr>
            <a:lvl4pPr marL="16002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4pPr>
            <a:lvl5pPr marL="2057400" indent="-228600">
              <a:spcBef>
                <a:spcPts val="1000"/>
              </a:spcBef>
              <a:buClr>
                <a:schemeClr val="accent1"/>
              </a:buClr>
              <a:buFont typeface="Wingdings 3" panose="05040102010807070707" pitchFamily="18" charset="2"/>
              <a:buChar char=""/>
              <a:defRPr sz="1200">
                <a:solidFill>
                  <a:srgbClr val="404040"/>
                </a:solidFill>
                <a:latin typeface="Century Gothic" panose="020B0502020202020204" pitchFamily="34" charset="0"/>
              </a:defRPr>
            </a:lvl5pPr>
            <a:lvl6pPr marL="25146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6pPr>
            <a:lvl7pPr marL="29718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7pPr>
            <a:lvl8pPr marL="34290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8pPr>
            <a:lvl9pPr marL="3886200" indent="-228600" defTabSz="457200" eaLnBrk="0" fontAlgn="base" hangingPunct="0">
              <a:spcBef>
                <a:spcPts val="1000"/>
              </a:spcBef>
              <a:spcAft>
                <a:spcPct val="0"/>
              </a:spcAft>
              <a:buClr>
                <a:schemeClr val="accent1"/>
              </a:buClr>
              <a:buFont typeface="Wingdings 3" panose="05040102010807070707" pitchFamily="18" charset="2"/>
              <a:buChar char=""/>
              <a:defRPr sz="1200">
                <a:solidFill>
                  <a:srgbClr val="404040"/>
                </a:solidFill>
                <a:latin typeface="Century Gothic" panose="020B0502020202020204" pitchFamily="34" charset="0"/>
              </a:defRPr>
            </a:lvl9pPr>
          </a:lstStyle>
          <a:p>
            <a:pPr>
              <a:spcBef>
                <a:spcPct val="0"/>
              </a:spcBef>
              <a:buClrTx/>
              <a:buFontTx/>
              <a:buNone/>
            </a:pPr>
            <a:r>
              <a:rPr lang="en-AU" altLang="en-US" sz="2700" b="1">
                <a:solidFill>
                  <a:srgbClr val="00B0F0"/>
                </a:solidFill>
              </a:rPr>
              <a:t>Contact</a:t>
            </a:r>
            <a:endParaRPr lang="en-AU" altLang="en-US" sz="2700">
              <a:solidFill>
                <a:schemeClr val="tx1"/>
              </a:solidFill>
            </a:endParaRPr>
          </a:p>
        </p:txBody>
      </p:sp>
      <p:pic>
        <p:nvPicPr>
          <p:cNvPr id="49158" name="Picture 7"/>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686800" y="4648200"/>
            <a:ext cx="1265238" cy="1593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41541660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24275</TotalTime>
  <Words>347</Words>
  <Application>Microsoft Macintosh PowerPoint</Application>
  <PresentationFormat>Widescreen</PresentationFormat>
  <Paragraphs>63</Paragraphs>
  <Slides>33</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33</vt:i4>
      </vt:variant>
    </vt:vector>
  </HeadingPairs>
  <TitlesOfParts>
    <vt:vector size="43" baseType="lpstr">
      <vt:lpstr>Arial</vt:lpstr>
      <vt:lpstr>Arial Black</vt:lpstr>
      <vt:lpstr>Cairo</vt:lpstr>
      <vt:lpstr>Calibri</vt:lpstr>
      <vt:lpstr>Century Gothic</vt:lpstr>
      <vt:lpstr>MarkPro-NarrowBook</vt:lpstr>
      <vt:lpstr>Open Sans</vt:lpstr>
      <vt:lpstr>Wingdings 3</vt:lpstr>
      <vt:lpstr>幼圆</vt:lpstr>
      <vt:lpstr>Wisp</vt:lpstr>
      <vt:lpstr>PowerPoint Presentation</vt:lpstr>
      <vt:lpstr>Learning Objectives   </vt:lpstr>
      <vt:lpstr>PowerPoint Presentation</vt:lpstr>
      <vt:lpstr>PowerPoint Presentation</vt:lpstr>
      <vt:lpstr>Event</vt:lpstr>
      <vt:lpstr>Event and Stream</vt:lpstr>
      <vt:lpstr>PowerPoint Presentation</vt:lpstr>
      <vt:lpstr>Architecture   </vt:lpstr>
      <vt:lpstr>Architecture   </vt:lpstr>
      <vt:lpstr>Broker   </vt:lpstr>
      <vt:lpstr>Topic   </vt:lpstr>
      <vt:lpstr>Replicate &amp; Partition   </vt:lpstr>
      <vt:lpstr>Zookeeper</vt:lpstr>
      <vt:lpstr>PowerPoint Presentation</vt:lpstr>
      <vt:lpstr>Producer</vt:lpstr>
      <vt:lpstr>PowerPoint Presentation</vt:lpstr>
      <vt:lpstr>Consumer</vt:lpstr>
      <vt:lpstr>PowerPoint Presentation</vt:lpstr>
      <vt:lpstr>Partition and Consumers   </vt:lpstr>
      <vt:lpstr>PowerPoint Presentation</vt:lpstr>
      <vt:lpstr>Data Flow in Kafka    </vt:lpstr>
      <vt:lpstr>PowerPoint Presentation</vt:lpstr>
      <vt:lpstr>PowerPoint Presentation</vt:lpstr>
      <vt:lpstr>PowerPoint Presentation</vt:lpstr>
      <vt:lpstr>Ecosystem   </vt:lpstr>
      <vt:lpstr>Kafka Connector   </vt:lpstr>
      <vt:lpstr>Kafka Connector   </vt:lpstr>
      <vt:lpstr>Change Data Capture   </vt:lpstr>
      <vt:lpstr>PowerPoint Presentation</vt:lpstr>
      <vt:lpstr>PowerPoint Presentation</vt:lpstr>
      <vt:lpstr>Case Study   </vt:lpstr>
      <vt:lpstr>References  </vt:lpstr>
      <vt:lpstr>PowerPoint Presentation</vt:lpstr>
    </vt:vector>
  </TitlesOfParts>
  <Company>ING Bank</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Some Advice to Students</dc:title>
  <dc:creator>Gu, S. (Songqing)</dc:creator>
  <cp:lastModifiedBy>Songqing Gu</cp:lastModifiedBy>
  <cp:revision>710</cp:revision>
  <dcterms:created xsi:type="dcterms:W3CDTF">2020-08-03T09:43:10Z</dcterms:created>
  <dcterms:modified xsi:type="dcterms:W3CDTF">2025-01-31T02:04:28Z</dcterms:modified>
</cp:coreProperties>
</file>