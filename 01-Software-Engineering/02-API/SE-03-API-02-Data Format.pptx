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315" r:id="rId3"/>
    <p:sldId id="350" r:id="rId4"/>
    <p:sldId id="342" r:id="rId5"/>
    <p:sldId id="297" r:id="rId6"/>
    <p:sldId id="281" r:id="rId7"/>
    <p:sldId id="351" r:id="rId8"/>
    <p:sldId id="294" r:id="rId9"/>
    <p:sldId id="31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15"/>
          </p14:sldIdLst>
        </p14:section>
        <p14:section name="Untitled Section" id="{96B2A4F6-E483-46D3-B718-858E0B0CB8CB}">
          <p14:sldIdLst>
            <p14:sldId id="350"/>
            <p14:sldId id="342"/>
            <p14:sldId id="297"/>
            <p14:sldId id="281"/>
            <p14:sldId id="351"/>
            <p14:sldId id="294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B8F"/>
    <a:srgbClr val="C9E8FF"/>
    <a:srgbClr val="74B2FC"/>
    <a:srgbClr val="2E8488"/>
    <a:srgbClr val="04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F0382995-55ED-46FA-993E-7002C50FD2C1}"/>
    <pc:docChg chg="undo custSel addSld delSld modSld sldOrd modSection">
      <pc:chgData name="Songqing" userId="c4d8cb49210192e2" providerId="LiveId" clId="{F0382995-55ED-46FA-993E-7002C50FD2C1}" dt="2023-04-01T08:33:39.011" v="1110" actId="20577"/>
      <pc:docMkLst>
        <pc:docMk/>
      </pc:docMkLst>
      <pc:sldChg chg="delSp modSp mod">
        <pc:chgData name="Songqing" userId="c4d8cb49210192e2" providerId="LiveId" clId="{F0382995-55ED-46FA-993E-7002C50FD2C1}" dt="2023-03-25T15:00:07.753" v="360" actId="255"/>
        <pc:sldMkLst>
          <pc:docMk/>
          <pc:sldMk cId="2686819680" sldId="288"/>
        </pc:sldMkLst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5.047" v="354" actId="478"/>
          <ac:spMkLst>
            <pc:docMk/>
            <pc:sldMk cId="2686819680" sldId="28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9" creationId="{00000000-0000-0000-0000-000000000000}"/>
          </ac:spMkLst>
        </pc:spChg>
        <pc:spChg chg="mod">
          <ac:chgData name="Songqing" userId="c4d8cb49210192e2" providerId="LiveId" clId="{F0382995-55ED-46FA-993E-7002C50FD2C1}" dt="2023-03-25T15:00:07.753" v="360" actId="255"/>
          <ac:spMkLst>
            <pc:docMk/>
            <pc:sldMk cId="2686819680" sldId="288"/>
            <ac:spMk id="14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56.191" v="357" actId="478"/>
          <ac:spMkLst>
            <pc:docMk/>
            <pc:sldMk cId="2686819680" sldId="288"/>
            <ac:spMk id="3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0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1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141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4:59:32.299" v="353" actId="478"/>
          <ac:cxnSpMkLst>
            <pc:docMk/>
            <pc:sldMk cId="2686819680" sldId="288"/>
            <ac:cxnSpMk id="5" creationId="{00000000-0000-0000-0000-000000000000}"/>
          </ac:cxnSpMkLst>
        </pc:cxnChg>
      </pc:sldChg>
      <pc:sldChg chg="addSp delSp modSp mod">
        <pc:chgData name="Songqing" userId="c4d8cb49210192e2" providerId="LiveId" clId="{F0382995-55ED-46FA-993E-7002C50FD2C1}" dt="2023-03-26T04:13:10.935" v="1098" actId="478"/>
        <pc:sldMkLst>
          <pc:docMk/>
          <pc:sldMk cId="887954990" sldId="290"/>
        </pc:sldMkLst>
        <pc:spChg chg="mod">
          <ac:chgData name="Songqing" userId="c4d8cb49210192e2" providerId="LiveId" clId="{F0382995-55ED-46FA-993E-7002C50FD2C1}" dt="2023-03-26T03:58:48.887" v="1092" actId="1076"/>
          <ac:spMkLst>
            <pc:docMk/>
            <pc:sldMk cId="887954990" sldId="290"/>
            <ac:spMk id="2" creationId="{00000000-0000-0000-0000-000000000000}"/>
          </ac:spMkLst>
        </pc:spChg>
        <pc:picChg chg="add del mod">
          <ac:chgData name="Songqing" userId="c4d8cb49210192e2" providerId="LiveId" clId="{F0382995-55ED-46FA-993E-7002C50FD2C1}" dt="2023-03-26T04:13:10.935" v="1098" actId="478"/>
          <ac:picMkLst>
            <pc:docMk/>
            <pc:sldMk cId="887954990" sldId="290"/>
            <ac:picMk id="4" creationId="{78BA8826-5FFB-3F50-2AC2-D4AA5B1448D4}"/>
          </ac:picMkLst>
        </pc:picChg>
      </pc:sldChg>
      <pc:sldChg chg="modSp mod">
        <pc:chgData name="Songqing" userId="c4d8cb49210192e2" providerId="LiveId" clId="{F0382995-55ED-46FA-993E-7002C50FD2C1}" dt="2023-04-01T08:33:39.011" v="1110" actId="20577"/>
        <pc:sldMkLst>
          <pc:docMk/>
          <pc:sldMk cId="915290282" sldId="298"/>
        </pc:sldMkLst>
        <pc:spChg chg="mod">
          <ac:chgData name="Songqing" userId="c4d8cb49210192e2" providerId="LiveId" clId="{F0382995-55ED-46FA-993E-7002C50FD2C1}" dt="2023-04-01T08:33:39.011" v="1110" actId="20577"/>
          <ac:spMkLst>
            <pc:docMk/>
            <pc:sldMk cId="915290282" sldId="298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F0382995-55ED-46FA-993E-7002C50FD2C1}" dt="2023-03-26T03:46:14.115" v="1070" actId="1076"/>
        <pc:sldMkLst>
          <pc:docMk/>
          <pc:sldMk cId="220019590" sldId="302"/>
        </pc:sldMkLst>
        <pc:spChg chg="del">
          <ac:chgData name="Songqing" userId="c4d8cb49210192e2" providerId="LiveId" clId="{F0382995-55ED-46FA-993E-7002C50FD2C1}" dt="2023-03-26T03:43:31.667" v="1040" actId="478"/>
          <ac:spMkLst>
            <pc:docMk/>
            <pc:sldMk cId="220019590" sldId="302"/>
            <ac:spMk id="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6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19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7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9" creationId="{00000000-0000-0000-0000-000000000000}"/>
          </ac:spMkLst>
        </pc:spChg>
        <pc:spChg chg="del">
          <ac:chgData name="Songqing" userId="c4d8cb49210192e2" providerId="LiveId" clId="{F0382995-55ED-46FA-993E-7002C50FD2C1}" dt="2023-03-26T03:46:04.300" v="1069" actId="478"/>
          <ac:spMkLst>
            <pc:docMk/>
            <pc:sldMk cId="220019590" sldId="302"/>
            <ac:spMk id="68" creationId="{00000000-0000-0000-0000-000000000000}"/>
          </ac:spMkLst>
        </pc:sp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9" creationId="{228B8860-04A8-DB81-4BBD-2B2839DA09D2}"/>
          </ac:picMkLst>
        </pc:pic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11" creationId="{DB960A67-25CD-61AD-615D-DFD2683CBEFC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5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5.741" v="1028" actId="478"/>
          <ac:picMkLst>
            <pc:docMk/>
            <pc:sldMk cId="220019590" sldId="302"/>
            <ac:picMk id="26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4.220" v="1027" actId="478"/>
          <ac:picMkLst>
            <pc:docMk/>
            <pc:sldMk cId="220019590" sldId="302"/>
            <ac:picMk id="27" creationId="{00000000-0000-0000-0000-000000000000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9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3:36.066" v="1042" actId="478"/>
          <ac:picMkLst>
            <pc:docMk/>
            <pc:sldMk cId="220019590" sldId="302"/>
            <ac:picMk id="31" creationId="{00000000-0000-0000-0000-000000000000}"/>
          </ac:picMkLst>
        </pc:picChg>
        <pc:cxnChg chg="del mod">
          <ac:chgData name="Songqing" userId="c4d8cb49210192e2" providerId="LiveId" clId="{F0382995-55ED-46FA-993E-7002C50FD2C1}" dt="2023-03-26T03:42:13.277" v="1026" actId="478"/>
          <ac:cxnSpMkLst>
            <pc:docMk/>
            <pc:sldMk cId="220019590" sldId="302"/>
            <ac:cxnSpMk id="8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3:33.410" v="1041" actId="478"/>
          <ac:cxnSpMkLst>
            <pc:docMk/>
            <pc:sldMk cId="220019590" sldId="302"/>
            <ac:cxnSpMk id="1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4" creationId="{52B9A001-2952-25D0-7857-1B722DAF225E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4:00.206" v="1046" actId="478"/>
          <ac:cxnSpMkLst>
            <pc:docMk/>
            <pc:sldMk cId="220019590" sldId="302"/>
            <ac:cxnSpMk id="30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2:16.627" v="1029" actId="478"/>
          <ac:cxnSpMkLst>
            <pc:docMk/>
            <pc:sldMk cId="220019590" sldId="302"/>
            <ac:cxnSpMk id="33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6" creationId="{00000000-0000-0000-0000-000000000000}"/>
          </ac:cxnSpMkLst>
        </pc:cxnChg>
      </pc:sldChg>
      <pc:sldChg chg="modSp mod">
        <pc:chgData name="Songqing" userId="c4d8cb49210192e2" providerId="LiveId" clId="{F0382995-55ED-46FA-993E-7002C50FD2C1}" dt="2023-04-01T06:53:36.827" v="1101" actId="20577"/>
        <pc:sldMkLst>
          <pc:docMk/>
          <pc:sldMk cId="244921353" sldId="303"/>
        </pc:sldMkLst>
        <pc:graphicFrameChg chg="modGraphic">
          <ac:chgData name="Songqing" userId="c4d8cb49210192e2" providerId="LiveId" clId="{F0382995-55ED-46FA-993E-7002C50FD2C1}" dt="2023-04-01T06:53:36.827" v="1101" actId="20577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modSp mod">
        <pc:chgData name="Songqing" userId="c4d8cb49210192e2" providerId="LiveId" clId="{F0382995-55ED-46FA-993E-7002C50FD2C1}" dt="2023-03-24T19:25:51.115" v="197" actId="20577"/>
        <pc:sldMkLst>
          <pc:docMk/>
          <pc:sldMk cId="2608556701" sldId="315"/>
        </pc:sldMkLst>
        <pc:spChg chg="mod">
          <ac:chgData name="Songqing" userId="c4d8cb49210192e2" providerId="LiveId" clId="{F0382995-55ED-46FA-993E-7002C50FD2C1}" dt="2023-03-24T19:25:51.115" v="19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ord">
        <pc:chgData name="Songqing" userId="c4d8cb49210192e2" providerId="LiveId" clId="{F0382995-55ED-46FA-993E-7002C50FD2C1}" dt="2023-03-24T19:28:24.200" v="199"/>
        <pc:sldMkLst>
          <pc:docMk/>
          <pc:sldMk cId="198251155" sldId="319"/>
        </pc:sldMkLst>
      </pc:sldChg>
      <pc:sldChg chg="delSp modSp mod">
        <pc:chgData name="Songqing" userId="c4d8cb49210192e2" providerId="LiveId" clId="{F0382995-55ED-46FA-993E-7002C50FD2C1}" dt="2023-03-24T19:29:49.303" v="205" actId="1076"/>
        <pc:sldMkLst>
          <pc:docMk/>
          <pc:sldMk cId="2892519445" sldId="321"/>
        </pc:sldMkLst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4T19:29:44.653" v="204" actId="478"/>
          <ac:spMkLst>
            <pc:docMk/>
            <pc:sldMk cId="2892519445" sldId="321"/>
            <ac:spMk id="7" creationId="{00000000-0000-0000-0000-000000000000}"/>
          </ac:spMkLst>
        </pc:spChg>
      </pc:sldChg>
      <pc:sldChg chg="delSp modSp mod">
        <pc:chgData name="Songqing" userId="c4d8cb49210192e2" providerId="LiveId" clId="{F0382995-55ED-46FA-993E-7002C50FD2C1}" dt="2023-03-26T03:59:24.545" v="1094" actId="478"/>
        <pc:sldMkLst>
          <pc:docMk/>
          <pc:sldMk cId="3387566821" sldId="334"/>
        </pc:sldMkLst>
        <pc:spChg chg="del">
          <ac:chgData name="Songqing" userId="c4d8cb49210192e2" providerId="LiveId" clId="{F0382995-55ED-46FA-993E-7002C50FD2C1}" dt="2023-03-26T03:59:24.545" v="1094" actId="478"/>
          <ac:spMkLst>
            <pc:docMk/>
            <pc:sldMk cId="3387566821" sldId="334"/>
            <ac:spMk id="6" creationId="{00000000-0000-0000-0000-000000000000}"/>
          </ac:spMkLst>
        </pc:spChg>
        <pc:spChg chg="ord">
          <ac:chgData name="Songqing" userId="c4d8cb49210192e2" providerId="LiveId" clId="{F0382995-55ED-46FA-993E-7002C50FD2C1}" dt="2023-03-24T19:15:05.833" v="110" actId="166"/>
          <ac:spMkLst>
            <pc:docMk/>
            <pc:sldMk cId="3387566821" sldId="334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4T19:15:18.650" v="114" actId="20577"/>
          <ac:spMkLst>
            <pc:docMk/>
            <pc:sldMk cId="3387566821" sldId="334"/>
            <ac:spMk id="42" creationId="{00000000-0000-0000-0000-000000000000}"/>
          </ac:spMkLst>
        </pc:spChg>
        <pc:spChg chg="del">
          <ac:chgData name="Songqing" userId="c4d8cb49210192e2" providerId="LiveId" clId="{F0382995-55ED-46FA-993E-7002C50FD2C1}" dt="2023-03-26T03:59:22.553" v="1093" actId="478"/>
          <ac:spMkLst>
            <pc:docMk/>
            <pc:sldMk cId="3387566821" sldId="334"/>
            <ac:spMk id="52" creationId="{00000000-0000-0000-0000-000000000000}"/>
          </ac:spMkLst>
        </pc:spChg>
      </pc:sldChg>
      <pc:sldChg chg="del">
        <pc:chgData name="Songqing" userId="c4d8cb49210192e2" providerId="LiveId" clId="{F0382995-55ED-46FA-993E-7002C50FD2C1}" dt="2023-03-25T15:58:00.267" v="1005" actId="2696"/>
        <pc:sldMkLst>
          <pc:docMk/>
          <pc:sldMk cId="2285731675" sldId="337"/>
        </pc:sldMkLst>
      </pc:sldChg>
      <pc:sldChg chg="addSp delSp modSp mod">
        <pc:chgData name="Songqing" userId="c4d8cb49210192e2" providerId="LiveId" clId="{F0382995-55ED-46FA-993E-7002C50FD2C1}" dt="2023-04-01T06:14:06.248" v="1100" actId="14100"/>
        <pc:sldMkLst>
          <pc:docMk/>
          <pc:sldMk cId="455407460" sldId="338"/>
        </pc:sldMkLst>
        <pc:spChg chg="mod">
          <ac:chgData name="Songqing" userId="c4d8cb49210192e2" providerId="LiveId" clId="{F0382995-55ED-46FA-993E-7002C50FD2C1}" dt="2023-03-25T15:31:46.221" v="718" actId="207"/>
          <ac:spMkLst>
            <pc:docMk/>
            <pc:sldMk cId="455407460" sldId="33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5:00:26.565" v="362" actId="478"/>
          <ac:spMkLst>
            <pc:docMk/>
            <pc:sldMk cId="455407460" sldId="338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5T15:33:03.150" v="723" actId="207"/>
          <ac:spMkLst>
            <pc:docMk/>
            <pc:sldMk cId="455407460" sldId="338"/>
            <ac:spMk id="5" creationId="{00000000-0000-0000-0000-000000000000}"/>
          </ac:spMkLst>
        </pc:spChg>
        <pc:spChg chg="del">
          <ac:chgData name="Songqing" userId="c4d8cb49210192e2" providerId="LiveId" clId="{F0382995-55ED-46FA-993E-7002C50FD2C1}" dt="2023-03-25T12:14:35.587" v="215" actId="478"/>
          <ac:spMkLst>
            <pc:docMk/>
            <pc:sldMk cId="455407460" sldId="338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20:54.345" v="329" actId="478"/>
          <ac:spMkLst>
            <pc:docMk/>
            <pc:sldMk cId="455407460" sldId="338"/>
            <ac:spMk id="7" creationId="{00000000-0000-0000-0000-000000000000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5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15:32.385" v="221" actId="478"/>
          <ac:spMkLst>
            <pc:docMk/>
            <pc:sldMk cId="455407460" sldId="338"/>
            <ac:spMk id="1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2:17:04.669" v="238" actId="478"/>
          <ac:spMkLst>
            <pc:docMk/>
            <pc:sldMk cId="455407460" sldId="338"/>
            <ac:spMk id="20" creationId="{F7CCB033-B175-4E18-3539-56EB4432DE6E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2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01.223" v="719" actId="207"/>
          <ac:spMkLst>
            <pc:docMk/>
            <pc:sldMk cId="455407460" sldId="338"/>
            <ac:spMk id="29" creationId="{C4C31951-CED1-35CA-0222-7F2870A04008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0" creationId="{00000000-0000-0000-0000-000000000000}"/>
          </ac:spMkLst>
        </pc:spChg>
        <pc:spChg chg="mod">
          <ac:chgData name="Songqing" userId="c4d8cb49210192e2" providerId="LiveId" clId="{F0382995-55ED-46FA-993E-7002C50FD2C1}" dt="2023-03-25T15:28:16.812" v="714" actId="20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" userId="c4d8cb49210192e2" providerId="LiveId" clId="{F0382995-55ED-46FA-993E-7002C50FD2C1}" dt="2023-03-25T15:36:15.723" v="737" actId="1076"/>
          <ac:spMkLst>
            <pc:docMk/>
            <pc:sldMk cId="455407460" sldId="338"/>
            <ac:spMk id="3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36.155" v="722" actId="207"/>
          <ac:spMkLst>
            <pc:docMk/>
            <pc:sldMk cId="455407460" sldId="338"/>
            <ac:spMk id="33" creationId="{1E412B0A-B86C-3EB9-81BF-7447D297BF7F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7" creationId="{00000000-0000-0000-0000-000000000000}"/>
          </ac:spMkLst>
        </pc:spChg>
        <pc:spChg chg="add mod">
          <ac:chgData name="Songqing" userId="c4d8cb49210192e2" providerId="LiveId" clId="{F0382995-55ED-46FA-993E-7002C50FD2C1}" dt="2023-04-01T06:14:06.248" v="1100" actId="14100"/>
          <ac:spMkLst>
            <pc:docMk/>
            <pc:sldMk cId="455407460" sldId="338"/>
            <ac:spMk id="42" creationId="{F64AD005-A819-0732-F7B4-EC30E1FD8503}"/>
          </ac:spMkLst>
        </pc:spChg>
        <pc:spChg chg="mod">
          <ac:chgData name="Songqing" userId="c4d8cb49210192e2" providerId="LiveId" clId="{F0382995-55ED-46FA-993E-7002C50FD2C1}" dt="2023-03-25T15:36:03.579" v="735" actId="1076"/>
          <ac:spMkLst>
            <pc:docMk/>
            <pc:sldMk cId="455407460" sldId="338"/>
            <ac:spMk id="45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25:53.086" v="656" actId="1036"/>
          <ac:spMkLst>
            <pc:docMk/>
            <pc:sldMk cId="455407460" sldId="338"/>
            <ac:spMk id="47" creationId="{92BF62D1-39BD-0106-DBF1-B40AA33F94D9}"/>
          </ac:spMkLst>
        </pc:spChg>
        <pc:spChg chg="add mod">
          <ac:chgData name="Songqing" userId="c4d8cb49210192e2" providerId="LiveId" clId="{F0382995-55ED-46FA-993E-7002C50FD2C1}" dt="2023-03-25T15:36:00.183" v="734" actId="1076"/>
          <ac:spMkLst>
            <pc:docMk/>
            <pc:sldMk cId="455407460" sldId="338"/>
            <ac:spMk id="48" creationId="{BC5E60E8-575C-1354-C6C7-985C986E4EB1}"/>
          </ac:spMkLst>
        </pc:spChg>
        <pc:spChg chg="add mod">
          <ac:chgData name="Songqing" userId="c4d8cb49210192e2" providerId="LiveId" clId="{F0382995-55ED-46FA-993E-7002C50FD2C1}" dt="2023-03-25T15:36:12.686" v="736" actId="1076"/>
          <ac:spMkLst>
            <pc:docMk/>
            <pc:sldMk cId="455407460" sldId="338"/>
            <ac:spMk id="49" creationId="{432E5DF7-7596-43C1-7CF2-D7311EE9E5CC}"/>
          </ac:spMkLst>
        </pc:spChg>
        <pc:spChg chg="add mod">
          <ac:chgData name="Songqing" userId="c4d8cb49210192e2" providerId="LiveId" clId="{F0382995-55ED-46FA-993E-7002C50FD2C1}" dt="2023-03-25T15:35:56.798" v="733" actId="1076"/>
          <ac:spMkLst>
            <pc:docMk/>
            <pc:sldMk cId="455407460" sldId="338"/>
            <ac:spMk id="50" creationId="{DF15C7CE-02E3-F829-C8FE-F50E99AF52E6}"/>
          </ac:spMkLst>
        </pc:spChg>
        <pc:picChg chg="add mod">
          <ac:chgData name="Songqing" userId="c4d8cb49210192e2" providerId="LiveId" clId="{F0382995-55ED-46FA-993E-7002C50FD2C1}" dt="2023-03-25T15:25:53.086" v="656" actId="1036"/>
          <ac:picMkLst>
            <pc:docMk/>
            <pc:sldMk cId="455407460" sldId="338"/>
            <ac:picMk id="2" creationId="{957FB54C-C7E6-FD80-CD63-3EA1CB43BC4B}"/>
          </ac:picMkLst>
        </pc:picChg>
        <pc:picChg chg="del">
          <ac:chgData name="Songqing" userId="c4d8cb49210192e2" providerId="LiveId" clId="{F0382995-55ED-46FA-993E-7002C50FD2C1}" dt="2023-03-25T12:17:00.107" v="237" actId="478"/>
          <ac:picMkLst>
            <pc:docMk/>
            <pc:sldMk cId="455407460" sldId="338"/>
            <ac:picMk id="8" creationId="{00000000-0000-0000-0000-000000000000}"/>
          </ac:picMkLst>
        </pc:picChg>
        <pc:picChg chg="add del mod">
          <ac:chgData name="Songqing" userId="c4d8cb49210192e2" providerId="LiveId" clId="{F0382995-55ED-46FA-993E-7002C50FD2C1}" dt="2023-03-25T15:28:23.362" v="717" actId="478"/>
          <ac:picMkLst>
            <pc:docMk/>
            <pc:sldMk cId="455407460" sldId="338"/>
            <ac:picMk id="9" creationId="{576E5A9D-0B9A-DF62-291C-BE25F8BA0B93}"/>
          </ac:picMkLst>
        </pc:picChg>
        <pc:picChg chg="del mod">
          <ac:chgData name="Songqing" userId="c4d8cb49210192e2" providerId="LiveId" clId="{F0382995-55ED-46FA-993E-7002C50FD2C1}" dt="2023-03-25T12:14:23.185" v="211" actId="478"/>
          <ac:picMkLst>
            <pc:docMk/>
            <pc:sldMk cId="455407460" sldId="338"/>
            <ac:picMk id="12" creationId="{00000000-0000-0000-0000-000000000000}"/>
          </ac:picMkLst>
        </pc:picChg>
        <pc:picChg chg="mod">
          <ac:chgData name="Songqing" userId="c4d8cb49210192e2" providerId="LiveId" clId="{F0382995-55ED-46FA-993E-7002C50FD2C1}" dt="2023-03-25T15:39:59.576" v="771" actId="1076"/>
          <ac:picMkLst>
            <pc:docMk/>
            <pc:sldMk cId="455407460" sldId="338"/>
            <ac:picMk id="14" creationId="{00000000-0000-0000-0000-000000000000}"/>
          </ac:picMkLst>
        </pc:picChg>
        <pc:picChg chg="del">
          <ac:chgData name="Songqing" userId="c4d8cb49210192e2" providerId="LiveId" clId="{F0382995-55ED-46FA-993E-7002C50FD2C1}" dt="2023-03-25T12:16:58.910" v="236" actId="478"/>
          <ac:picMkLst>
            <pc:docMk/>
            <pc:sldMk cId="455407460" sldId="338"/>
            <ac:picMk id="17" creationId="{00000000-0000-0000-0000-000000000000}"/>
          </ac:picMkLst>
        </pc:picChg>
        <pc:picChg chg="del">
          <ac:chgData name="Songqing" userId="c4d8cb49210192e2" providerId="LiveId" clId="{F0382995-55ED-46FA-993E-7002C50FD2C1}" dt="2023-03-25T15:00:24.078" v="361" actId="478"/>
          <ac:picMkLst>
            <pc:docMk/>
            <pc:sldMk cId="455407460" sldId="338"/>
            <ac:picMk id="18" creationId="{00000000-0000-0000-0000-000000000000}"/>
          </ac:picMkLst>
        </pc:picChg>
        <pc:picChg chg="add mod">
          <ac:chgData name="Songqing" userId="c4d8cb49210192e2" providerId="LiveId" clId="{F0382995-55ED-46FA-993E-7002C50FD2C1}" dt="2023-03-25T15:39:48.409" v="769" actId="1076"/>
          <ac:picMkLst>
            <pc:docMk/>
            <pc:sldMk cId="455407460" sldId="338"/>
            <ac:picMk id="51" creationId="{8A9C80C6-C6FF-2CFB-2DC2-7BDDA66B4A24}"/>
          </ac:picMkLst>
        </pc:picChg>
        <pc:picChg chg="add mod">
          <ac:chgData name="Songqing" userId="c4d8cb49210192e2" providerId="LiveId" clId="{F0382995-55ED-46FA-993E-7002C50FD2C1}" dt="2023-03-25T15:39:49.742" v="770" actId="1076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" userId="c4d8cb49210192e2" providerId="LiveId" clId="{F0382995-55ED-46FA-993E-7002C50FD2C1}" dt="2023-03-25T15:35:24.186" v="731" actId="208"/>
          <ac:cxnSpMkLst>
            <pc:docMk/>
            <pc:sldMk cId="455407460" sldId="338"/>
            <ac:cxnSpMk id="10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2.063" v="411" actId="478"/>
          <ac:cxnSpMkLst>
            <pc:docMk/>
            <pc:sldMk cId="455407460" sldId="338"/>
            <ac:cxnSpMk id="1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1.264" v="410" actId="478"/>
          <ac:cxnSpMkLst>
            <pc:docMk/>
            <pc:sldMk cId="455407460" sldId="338"/>
            <ac:cxnSpMk id="2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0.060" v="409" actId="478"/>
          <ac:cxnSpMkLst>
            <pc:docMk/>
            <pc:sldMk cId="455407460" sldId="338"/>
            <ac:cxnSpMk id="4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35:30.315" v="732" actId="208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addSp delSp modSp mod">
        <pc:chgData name="Songqing" userId="c4d8cb49210192e2" providerId="LiveId" clId="{F0382995-55ED-46FA-993E-7002C50FD2C1}" dt="2023-03-26T03:41:15.313" v="1025" actId="14100"/>
        <pc:sldMkLst>
          <pc:docMk/>
          <pc:sldMk cId="2458293802" sldId="339"/>
        </pc:sldMkLst>
        <pc:spChg chg="del mod">
          <ac:chgData name="Songqing" userId="c4d8cb49210192e2" providerId="LiveId" clId="{F0382995-55ED-46FA-993E-7002C50FD2C1}" dt="2023-03-25T15:51:00.777" v="929" actId="478"/>
          <ac:spMkLst>
            <pc:docMk/>
            <pc:sldMk cId="2458293802" sldId="339"/>
            <ac:spMk id="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57:27.376" v="1004" actId="14100"/>
          <ac:spMkLst>
            <pc:docMk/>
            <pc:sldMk cId="2458293802" sldId="339"/>
            <ac:spMk id="3" creationId="{AE4FEFFD-FE45-DC51-559B-B6A4CFE0DC6B}"/>
          </ac:spMkLst>
        </pc:spChg>
        <pc:spChg chg="add mod">
          <ac:chgData name="Songqing" userId="c4d8cb49210192e2" providerId="LiveId" clId="{F0382995-55ED-46FA-993E-7002C50FD2C1}" dt="2023-03-25T15:51:30.214" v="938" actId="14100"/>
          <ac:spMkLst>
            <pc:docMk/>
            <pc:sldMk cId="2458293802" sldId="339"/>
            <ac:spMk id="5" creationId="{65A724B9-3B71-C501-FEB9-3AC8B35DF09B}"/>
          </ac:spMkLst>
        </pc:spChg>
        <pc:spChg chg="add mod">
          <ac:chgData name="Songqing" userId="c4d8cb49210192e2" providerId="LiveId" clId="{F0382995-55ED-46FA-993E-7002C50FD2C1}" dt="2023-03-25T15:53:31.367" v="967" actId="1076"/>
          <ac:spMkLst>
            <pc:docMk/>
            <pc:sldMk cId="2458293802" sldId="339"/>
            <ac:spMk id="10" creationId="{54630805-135C-7A66-D833-4B1C189AB539}"/>
          </ac:spMkLst>
        </pc:spChg>
        <pc:spChg chg="del">
          <ac:chgData name="Songqing" userId="c4d8cb49210192e2" providerId="LiveId" clId="{F0382995-55ED-46FA-993E-7002C50FD2C1}" dt="2023-03-25T15:51:37.012" v="940" actId="478"/>
          <ac:spMkLst>
            <pc:docMk/>
            <pc:sldMk cId="2458293802" sldId="339"/>
            <ac:spMk id="1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51:39.336" v="941" actId="478"/>
          <ac:spMkLst>
            <pc:docMk/>
            <pc:sldMk cId="2458293802" sldId="339"/>
            <ac:spMk id="15" creationId="{B87DE697-6C68-6F17-7AED-82C66ECF8198}"/>
          </ac:spMkLst>
        </pc:spChg>
        <pc:spChg chg="add mod">
          <ac:chgData name="Songqing" userId="c4d8cb49210192e2" providerId="LiveId" clId="{F0382995-55ED-46FA-993E-7002C50FD2C1}" dt="2023-03-25T15:55:03.095" v="989" actId="207"/>
          <ac:spMkLst>
            <pc:docMk/>
            <pc:sldMk cId="2458293802" sldId="339"/>
            <ac:spMk id="16" creationId="{15FA377C-99B5-74C4-D7A0-DE4B0159E856}"/>
          </ac:spMkLst>
        </pc:spChg>
        <pc:spChg chg="del mod">
          <ac:chgData name="Songqing" userId="c4d8cb49210192e2" providerId="LiveId" clId="{F0382995-55ED-46FA-993E-7002C50FD2C1}" dt="2023-03-25T15:49:10.622" v="877" actId="478"/>
          <ac:spMkLst>
            <pc:docMk/>
            <pc:sldMk cId="2458293802" sldId="339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52.609" v="928" actId="478"/>
          <ac:spMkLst>
            <pc:docMk/>
            <pc:sldMk cId="2458293802" sldId="339"/>
            <ac:spMk id="26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5.913" v="997" actId="20577"/>
          <ac:spMkLst>
            <pc:docMk/>
            <pc:sldMk cId="2458293802" sldId="339"/>
            <ac:spMk id="34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8.880" v="999" actId="20577"/>
          <ac:spMkLst>
            <pc:docMk/>
            <pc:sldMk cId="2458293802" sldId="339"/>
            <ac:spMk id="35" creationId="{00000000-0000-0000-0000-000000000000}"/>
          </ac:spMkLst>
        </pc:spChg>
        <pc:spChg chg="mod">
          <ac:chgData name="Songqing" userId="c4d8cb49210192e2" providerId="LiveId" clId="{F0382995-55ED-46FA-993E-7002C50FD2C1}" dt="2023-03-26T03:41:15.313" v="1025" actId="14100"/>
          <ac:spMkLst>
            <pc:docMk/>
            <pc:sldMk cId="2458293802" sldId="339"/>
            <ac:spMk id="3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15.213" v="927" actId="478"/>
          <ac:spMkLst>
            <pc:docMk/>
            <pc:sldMk cId="2458293802" sldId="339"/>
            <ac:spMk id="37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5:06.329" v="991" actId="478"/>
          <ac:spMkLst>
            <pc:docMk/>
            <pc:sldMk cId="2458293802" sldId="339"/>
            <ac:spMk id="38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5:51:03.821" v="930" actId="478"/>
          <ac:cxnSpMkLst>
            <pc:docMk/>
            <pc:sldMk cId="2458293802" sldId="339"/>
            <ac:cxnSpMk id="4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4.615" v="931" actId="478"/>
          <ac:cxnSpMkLst>
            <pc:docMk/>
            <pc:sldMk cId="2458293802" sldId="339"/>
            <ac:cxnSpMk id="6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5.779" v="932" actId="478"/>
          <ac:cxnSpMkLst>
            <pc:docMk/>
            <pc:sldMk cId="2458293802" sldId="339"/>
            <ac:cxnSpMk id="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7:27.376" v="1004" actId="14100"/>
          <ac:cxnSpMkLst>
            <pc:docMk/>
            <pc:sldMk cId="2458293802" sldId="339"/>
            <ac:cxnSpMk id="18" creationId="{3DCAB44A-AF9D-019D-EEED-8B67EC621CC1}"/>
          </ac:cxnSpMkLst>
        </pc:cxnChg>
      </pc:sldChg>
      <pc:sldChg chg="addSp delSp modSp mod">
        <pc:chgData name="Songqing" userId="c4d8cb49210192e2" providerId="LiveId" clId="{F0382995-55ED-46FA-993E-7002C50FD2C1}" dt="2023-03-26T03:53:50.658" v="1091" actId="478"/>
        <pc:sldMkLst>
          <pc:docMk/>
          <pc:sldMk cId="3808974401" sldId="342"/>
        </pc:sldMkLst>
        <pc:spChg chg="del mod">
          <ac:chgData name="Songqing" userId="c4d8cb49210192e2" providerId="LiveId" clId="{F0382995-55ED-46FA-993E-7002C50FD2C1}" dt="2023-03-26T03:53:42.691" v="1089" actId="478"/>
          <ac:spMkLst>
            <pc:docMk/>
            <pc:sldMk cId="3808974401" sldId="342"/>
            <ac:spMk id="2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53:50.658" v="1091" actId="478"/>
          <ac:spMkLst>
            <pc:docMk/>
            <pc:sldMk cId="3808974401" sldId="342"/>
            <ac:spMk id="5" creationId="{61B1B69F-B21A-6797-82F4-323065BFDD46}"/>
          </ac:spMkLst>
        </pc:spChg>
      </pc:sldChg>
      <pc:sldChg chg="addSp delSp modSp add mod">
        <pc:chgData name="Songqing" userId="c4d8cb49210192e2" providerId="LiveId" clId="{F0382995-55ED-46FA-993E-7002C50FD2C1}" dt="2023-03-25T15:58:30.800" v="1011" actId="14100"/>
        <pc:sldMkLst>
          <pc:docMk/>
          <pc:sldMk cId="3232703280" sldId="346"/>
        </pc:sldMkLst>
        <pc:spChg chg="del">
          <ac:chgData name="Songqing" userId="c4d8cb49210192e2" providerId="LiveId" clId="{F0382995-55ED-46FA-993E-7002C50FD2C1}" dt="2023-03-14T13:44:32.047" v="28" actId="478"/>
          <ac:spMkLst>
            <pc:docMk/>
            <pc:sldMk cId="3232703280" sldId="346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37.979" v="42" actId="1076"/>
          <ac:spMkLst>
            <pc:docMk/>
            <pc:sldMk cId="3232703280" sldId="346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46.785" v="44" actId="1076"/>
          <ac:spMkLst>
            <pc:docMk/>
            <pc:sldMk cId="3232703280" sldId="346"/>
            <ac:spMk id="23" creationId="{00000000-0000-0000-0000-000000000000}"/>
          </ac:spMkLst>
        </pc:spChg>
        <pc:spChg chg="mod">
          <ac:chgData name="Songqing" userId="c4d8cb49210192e2" providerId="LiveId" clId="{F0382995-55ED-46FA-993E-7002C50FD2C1}" dt="2023-03-24T19:14:10.773" v="109" actId="14100"/>
          <ac:spMkLst>
            <pc:docMk/>
            <pc:sldMk cId="3232703280" sldId="346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14T13:48:30.848" v="80" actId="20577"/>
          <ac:spMkLst>
            <pc:docMk/>
            <pc:sldMk cId="3232703280" sldId="346"/>
            <ac:spMk id="25" creationId="{00000000-0000-0000-0000-000000000000}"/>
          </ac:spMkLst>
        </pc:spChg>
        <pc:spChg chg="del mod">
          <ac:chgData name="Songqing" userId="c4d8cb49210192e2" providerId="LiveId" clId="{F0382995-55ED-46FA-993E-7002C50FD2C1}" dt="2023-03-14T13:46:34.416" v="56" actId="478"/>
          <ac:spMkLst>
            <pc:docMk/>
            <pc:sldMk cId="3232703280" sldId="346"/>
            <ac:spMk id="27" creationId="{00000000-0000-0000-0000-000000000000}"/>
          </ac:spMkLst>
        </pc:spChg>
        <pc:spChg chg="mod">
          <ac:chgData name="Songqing" userId="c4d8cb49210192e2" providerId="LiveId" clId="{F0382995-55ED-46FA-993E-7002C50FD2C1}" dt="2023-03-14T13:44:10.562" v="26" actId="20577"/>
          <ac:spMkLst>
            <pc:docMk/>
            <pc:sldMk cId="3232703280" sldId="346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41.056" v="57" actId="1076"/>
          <ac:spMkLst>
            <pc:docMk/>
            <pc:sldMk cId="3232703280" sldId="346"/>
            <ac:spMk id="37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29.416" v="55" actId="20577"/>
          <ac:spMkLst>
            <pc:docMk/>
            <pc:sldMk cId="3232703280" sldId="346"/>
            <ac:spMk id="41" creationId="{00000000-0000-0000-0000-000000000000}"/>
          </ac:spMkLst>
        </pc:spChg>
        <pc:spChg chg="add mod">
          <ac:chgData name="Songqing" userId="c4d8cb49210192e2" providerId="LiveId" clId="{F0382995-55ED-46FA-993E-7002C50FD2C1}" dt="2023-03-14T13:48:47.319" v="90" actId="20577"/>
          <ac:spMkLst>
            <pc:docMk/>
            <pc:sldMk cId="3232703280" sldId="346"/>
            <ac:spMk id="55" creationId="{CE133626-5CA9-4AC0-45F2-6B1ACAEE2EFE}"/>
          </ac:spMkLst>
        </pc:spChg>
        <pc:cxnChg chg="del mod">
          <ac:chgData name="Songqing" userId="c4d8cb49210192e2" providerId="LiveId" clId="{F0382995-55ED-46FA-993E-7002C50FD2C1}" dt="2023-03-14T13:45:43.762" v="43" actId="478"/>
          <ac:cxnSpMkLst>
            <pc:docMk/>
            <pc:sldMk cId="3232703280" sldId="346"/>
            <ac:cxnSpMk id="7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6.756" v="33" actId="478"/>
          <ac:cxnSpMkLst>
            <pc:docMk/>
            <pc:sldMk cId="3232703280" sldId="346"/>
            <ac:cxnSpMk id="1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17.625" v="37" actId="478"/>
          <ac:cxnSpMkLst>
            <pc:docMk/>
            <pc:sldMk cId="3232703280" sldId="346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8.654" v="34" actId="478"/>
          <ac:cxnSpMkLst>
            <pc:docMk/>
            <pc:sldMk cId="3232703280" sldId="346"/>
            <ac:cxnSpMk id="2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16.606" v="1006" actId="208"/>
          <ac:cxnSpMkLst>
            <pc:docMk/>
            <pc:sldMk cId="3232703280" sldId="346"/>
            <ac:cxnSpMk id="35" creationId="{EEC82209-3ABC-B1D5-B2BF-50BC31CC3C22}"/>
          </ac:cxnSpMkLst>
        </pc:cxnChg>
        <pc:cxnChg chg="add mod">
          <ac:chgData name="Songqing" userId="c4d8cb49210192e2" providerId="LiveId" clId="{F0382995-55ED-46FA-993E-7002C50FD2C1}" dt="2023-03-25T15:58:19.169" v="1007" actId="208"/>
          <ac:cxnSpMkLst>
            <pc:docMk/>
            <pc:sldMk cId="3232703280" sldId="346"/>
            <ac:cxnSpMk id="38" creationId="{52AE3FEC-5DF7-81DA-8A45-A5838621419F}"/>
          </ac:cxnSpMkLst>
        </pc:cxnChg>
        <pc:cxnChg chg="add mod">
          <ac:chgData name="Songqing" userId="c4d8cb49210192e2" providerId="LiveId" clId="{F0382995-55ED-46FA-993E-7002C50FD2C1}" dt="2023-03-25T15:58:21.895" v="1008" actId="208"/>
          <ac:cxnSpMkLst>
            <pc:docMk/>
            <pc:sldMk cId="3232703280" sldId="346"/>
            <ac:cxnSpMk id="39" creationId="{2095C78B-862B-C6F2-6C5C-49D21491E697}"/>
          </ac:cxnSpMkLst>
        </pc:cxnChg>
        <pc:cxnChg chg="del mod">
          <ac:chgData name="Songqing" userId="c4d8cb49210192e2" providerId="LiveId" clId="{F0382995-55ED-46FA-993E-7002C50FD2C1}" dt="2023-03-14T13:45:48.580" v="45" actId="478"/>
          <ac:cxnSpMkLst>
            <pc:docMk/>
            <pc:sldMk cId="3232703280" sldId="346"/>
            <ac:cxnSpMk id="42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23.966" v="1009" actId="208"/>
          <ac:cxnSpMkLst>
            <pc:docMk/>
            <pc:sldMk cId="3232703280" sldId="346"/>
            <ac:cxnSpMk id="46" creationId="{23E4E777-0415-407C-2C3D-B8F48B772E4D}"/>
          </ac:cxnSpMkLst>
        </pc:cxnChg>
        <pc:cxnChg chg="add mod">
          <ac:chgData name="Songqing" userId="c4d8cb49210192e2" providerId="LiveId" clId="{F0382995-55ED-46FA-993E-7002C50FD2C1}" dt="2023-03-24T19:14:10.773" v="109" actId="14100"/>
          <ac:cxnSpMkLst>
            <pc:docMk/>
            <pc:sldMk cId="3232703280" sldId="346"/>
            <ac:cxnSpMk id="49" creationId="{DC90D867-ABD3-0073-E0E6-127708ED845D}"/>
          </ac:cxnSpMkLst>
        </pc:cxnChg>
        <pc:cxnChg chg="add mod">
          <ac:chgData name="Songqing" userId="c4d8cb49210192e2" providerId="LiveId" clId="{F0382995-55ED-46FA-993E-7002C50FD2C1}" dt="2023-03-25T15:58:30.800" v="1011" actId="14100"/>
          <ac:cxnSpMkLst>
            <pc:docMk/>
            <pc:sldMk cId="3232703280" sldId="346"/>
            <ac:cxnSpMk id="57" creationId="{EC55D37F-E11D-BCF3-4D1A-8741299C855F}"/>
          </ac:cxnSpMkLst>
        </pc:cxnChg>
      </pc:sldChg>
      <pc:sldChg chg="addSp delSp modSp add mod">
        <pc:chgData name="Songqing" userId="c4d8cb49210192e2" providerId="LiveId" clId="{F0382995-55ED-46FA-993E-7002C50FD2C1}" dt="2023-03-26T03:49:52.179" v="1073" actId="478"/>
        <pc:sldMkLst>
          <pc:docMk/>
          <pc:sldMk cId="3230245180" sldId="347"/>
        </pc:sldMkLst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52.179" v="1073" actId="478"/>
          <ac:spMkLst>
            <pc:docMk/>
            <pc:sldMk cId="3230245180" sldId="347"/>
            <ac:spMk id="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49:49.255" v="1072" actId="478"/>
          <ac:spMkLst>
            <pc:docMk/>
            <pc:sldMk cId="3230245180" sldId="347"/>
            <ac:spMk id="7" creationId="{66A4A5D9-80DB-2393-3E96-2B0E13388A38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4T19:16:21.194" v="129" actId="207"/>
          <ac:spMkLst>
            <pc:docMk/>
            <pc:sldMk cId="3230245180" sldId="347"/>
            <ac:spMk id="44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1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47.032" v="1071" actId="478"/>
          <ac:spMkLst>
            <pc:docMk/>
            <pc:sldMk cId="3230245180" sldId="347"/>
            <ac:spMk id="5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2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60" creationId="{00000000-0000-0000-0000-000000000000}"/>
          </ac:spMkLst>
        </pc:sp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4" creationId="{00000000-0000-0000-0000-000000000000}"/>
          </ac:picMkLst>
        </pc:pic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0730" creationId="{00000000-0000-0000-0000-000000000000}"/>
          </ac:picMkLst>
        </pc:pic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9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20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8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43" creationId="{00000000-0000-0000-0000-000000000000}"/>
          </ac:cxnSpMkLst>
        </pc:cxnChg>
      </pc:sldChg>
      <pc:sldChg chg="add ord">
        <pc:chgData name="Songqing" userId="c4d8cb49210192e2" providerId="LiveId" clId="{F0382995-55ED-46FA-993E-7002C50FD2C1}" dt="2023-03-24T19:28:39.725" v="202"/>
        <pc:sldMkLst>
          <pc:docMk/>
          <pc:sldMk cId="407331459" sldId="348"/>
        </pc:sldMkLst>
      </pc:sldChg>
      <pc:sldChg chg="addSp delSp modSp add mod ord">
        <pc:chgData name="Songqing" userId="c4d8cb49210192e2" providerId="LiveId" clId="{F0382995-55ED-46FA-993E-7002C50FD2C1}" dt="2023-03-25T15:42:08.449" v="848" actId="1076"/>
        <pc:sldMkLst>
          <pc:docMk/>
          <pc:sldMk cId="48961036" sldId="349"/>
        </pc:sldMkLst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25T15:42:01.096" v="847" actId="1076"/>
          <ac:spMkLst>
            <pc:docMk/>
            <pc:sldMk cId="48961036" sldId="349"/>
            <ac:spMk id="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34:24.105" v="726" actId="478"/>
          <ac:spMkLst>
            <pc:docMk/>
            <pc:sldMk cId="48961036" sldId="349"/>
            <ac:spMk id="6" creationId="{58394D0F-945E-BA94-E9F0-2C2041209317}"/>
          </ac:spMkLst>
        </pc:spChg>
        <pc:spChg chg="mod">
          <ac:chgData name="Songqing" userId="c4d8cb49210192e2" providerId="LiveId" clId="{F0382995-55ED-46FA-993E-7002C50FD2C1}" dt="2023-03-25T15:42:08.449" v="848" actId="1076"/>
          <ac:spMkLst>
            <pc:docMk/>
            <pc:sldMk cId="48961036" sldId="349"/>
            <ac:spMk id="9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34:21.206" v="725" actId="478"/>
          <ac:spMkLst>
            <pc:docMk/>
            <pc:sldMk cId="48961036" sldId="349"/>
            <ac:spMk id="14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4" creationId="{00000000-0000-0000-0000-000000000000}"/>
          </ac:spMkLst>
        </pc:spChg>
        <pc:spChg chg="del">
          <ac:chgData name="Songqing" userId="c4d8cb49210192e2" providerId="LiveId" clId="{F0382995-55ED-46FA-993E-7002C50FD2C1}" dt="2023-03-25T15:34:36.843" v="727" actId="21"/>
          <ac:spMkLst>
            <pc:docMk/>
            <pc:sldMk cId="48961036" sldId="349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141" creationId="{00000000-0000-0000-0000-000000000000}"/>
          </ac:spMkLst>
        </pc:spChg>
        <pc:cxnChg chg="mod">
          <ac:chgData name="Songqing" userId="c4d8cb49210192e2" providerId="LiveId" clId="{F0382995-55ED-46FA-993E-7002C50FD2C1}" dt="2023-03-25T15:41:58.109" v="846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add">
        <pc:chgData name="Songqing" userId="c4d8cb49210192e2" providerId="LiveId" clId="{F0382995-55ED-46FA-993E-7002C50FD2C1}" dt="2023-03-26T03:50:20.001" v="1074" actId="2890"/>
        <pc:sldMkLst>
          <pc:docMk/>
          <pc:sldMk cId="3402427553" sldId="350"/>
        </pc:sldMkLst>
      </pc:sldChg>
    </pc:docChg>
  </pc:docChgLst>
  <pc:docChgLst>
    <pc:chgData name="Songqing Gu" userId="c4d8cb49210192e2" providerId="LiveId" clId="{DF485ABC-687E-4CA1-8443-68795BCC9A4D}"/>
    <pc:docChg chg="custSel addSld delSld modSld modSection">
      <pc:chgData name="Songqing Gu" userId="c4d8cb49210192e2" providerId="LiveId" clId="{DF485ABC-687E-4CA1-8443-68795BCC9A4D}" dt="2023-05-21T18:12:34.491" v="27" actId="478"/>
      <pc:docMkLst>
        <pc:docMk/>
      </pc:docMkLst>
      <pc:sldChg chg="modSp mod">
        <pc:chgData name="Songqing Gu" userId="c4d8cb49210192e2" providerId="LiveId" clId="{DF485ABC-687E-4CA1-8443-68795BCC9A4D}" dt="2023-05-13T02:48:02.369" v="9" actId="20577"/>
        <pc:sldMkLst>
          <pc:docMk/>
          <pc:sldMk cId="3813058601" sldId="256"/>
        </pc:sldMkLst>
        <pc:spChg chg="mod">
          <ac:chgData name="Songqing Gu" userId="c4d8cb49210192e2" providerId="LiveId" clId="{DF485ABC-687E-4CA1-8443-68795BCC9A4D}" dt="2023-05-13T02:48:02.369" v="9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21562614" sldId="282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54292618" sldId="284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789354427" sldId="285"/>
        </pc:sldMkLst>
      </pc:sldChg>
      <pc:sldChg chg="del">
        <pc:chgData name="Songqing Gu" userId="c4d8cb49210192e2" providerId="LiveId" clId="{DF485ABC-687E-4CA1-8443-68795BCC9A4D}" dt="2023-05-13T02:49:00.470" v="14" actId="2696"/>
        <pc:sldMkLst>
          <pc:docMk/>
          <pc:sldMk cId="2431625991" sldId="286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2194767642" sldId="287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2686819680" sldId="288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3855471171" sldId="289"/>
        </pc:sldMkLst>
      </pc:sldChg>
      <pc:sldChg chg="del">
        <pc:chgData name="Songqing Gu" userId="c4d8cb49210192e2" providerId="LiveId" clId="{DF485ABC-687E-4CA1-8443-68795BCC9A4D}" dt="2023-05-13T02:48:24.814" v="11" actId="2696"/>
        <pc:sldMkLst>
          <pc:docMk/>
          <pc:sldMk cId="887954990" sldId="290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530391023" sldId="292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1030084157" sldId="293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2271689629" sldId="295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915290282" sldId="298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220019590" sldId="302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244921353" sldId="303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2953617833" sldId="305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1232005295" sldId="313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3647521266" sldId="314"/>
        </pc:sldMkLst>
      </pc:sldChg>
      <pc:sldChg chg="del">
        <pc:chgData name="Songqing Gu" userId="c4d8cb49210192e2" providerId="LiveId" clId="{DF485ABC-687E-4CA1-8443-68795BCC9A4D}" dt="2023-05-13T02:49:07.458" v="15" actId="2696"/>
        <pc:sldMkLst>
          <pc:docMk/>
          <pc:sldMk cId="4012434336" sldId="316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3117407649" sldId="318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198251155" sldId="319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3396296038" sldId="320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2892519445" sldId="321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574980495" sldId="322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3530029220" sldId="323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2533243423" sldId="325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3291485371" sldId="327"/>
        </pc:sldMkLst>
      </pc:sldChg>
      <pc:sldChg chg="del">
        <pc:chgData name="Songqing Gu" userId="c4d8cb49210192e2" providerId="LiveId" clId="{DF485ABC-687E-4CA1-8443-68795BCC9A4D}" dt="2023-05-13T02:48:57.196" v="13" actId="2696"/>
        <pc:sldMkLst>
          <pc:docMk/>
          <pc:sldMk cId="2492364789" sldId="329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3387566821" sldId="334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3533085196" sldId="335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2978975941" sldId="336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455407460" sldId="338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2458293802" sldId="339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1362375622" sldId="340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3242821094" sldId="341"/>
        </pc:sldMkLst>
      </pc:sldChg>
      <pc:sldChg chg="modSp mod">
        <pc:chgData name="Songqing Gu" userId="c4d8cb49210192e2" providerId="LiveId" clId="{DF485ABC-687E-4CA1-8443-68795BCC9A4D}" dt="2023-05-21T18:12:10.951" v="20" actId="20577"/>
        <pc:sldMkLst>
          <pc:docMk/>
          <pc:sldMk cId="3808974401" sldId="342"/>
        </pc:sldMkLst>
        <pc:spChg chg="mod">
          <ac:chgData name="Songqing Gu" userId="c4d8cb49210192e2" providerId="LiveId" clId="{DF485ABC-687E-4CA1-8443-68795BCC9A4D}" dt="2023-05-21T18:12:10.951" v="20" actId="20577"/>
          <ac:spMkLst>
            <pc:docMk/>
            <pc:sldMk cId="3808974401" sldId="342"/>
            <ac:spMk id="3" creationId="{00000000-0000-0000-0000-000000000000}"/>
          </ac:spMkLst>
        </pc:spChg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2368908414" sldId="343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1636408948" sldId="344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4115383892" sldId="345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3232703280" sldId="346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3230245180" sldId="347"/>
        </pc:sldMkLst>
      </pc:sldChg>
      <pc:sldChg chg="del">
        <pc:chgData name="Songqing Gu" userId="c4d8cb49210192e2" providerId="LiveId" clId="{DF485ABC-687E-4CA1-8443-68795BCC9A4D}" dt="2023-05-13T02:48:52.885" v="12" actId="47"/>
        <pc:sldMkLst>
          <pc:docMk/>
          <pc:sldMk cId="407331459" sldId="348"/>
        </pc:sldMkLst>
      </pc:sldChg>
      <pc:sldChg chg="del">
        <pc:chgData name="Songqing Gu" userId="c4d8cb49210192e2" providerId="LiveId" clId="{DF485ABC-687E-4CA1-8443-68795BCC9A4D}" dt="2023-05-13T02:48:19.374" v="10" actId="47"/>
        <pc:sldMkLst>
          <pc:docMk/>
          <pc:sldMk cId="48961036" sldId="349"/>
        </pc:sldMkLst>
      </pc:sldChg>
      <pc:sldChg chg="delSp modSp add mod">
        <pc:chgData name="Songqing Gu" userId="c4d8cb49210192e2" providerId="LiveId" clId="{DF485ABC-687E-4CA1-8443-68795BCC9A4D}" dt="2023-05-21T18:12:34.491" v="27" actId="478"/>
        <pc:sldMkLst>
          <pc:docMk/>
          <pc:sldMk cId="1666508475" sldId="351"/>
        </pc:sldMkLst>
        <pc:spChg chg="mod">
          <ac:chgData name="Songqing Gu" userId="c4d8cb49210192e2" providerId="LiveId" clId="{DF485ABC-687E-4CA1-8443-68795BCC9A4D}" dt="2023-05-21T18:12:31.050" v="25" actId="20577"/>
          <ac:spMkLst>
            <pc:docMk/>
            <pc:sldMk cId="1666508475" sldId="351"/>
            <ac:spMk id="2" creationId="{00000000-0000-0000-0000-000000000000}"/>
          </ac:spMkLst>
        </pc:spChg>
        <pc:picChg chg="del">
          <ac:chgData name="Songqing Gu" userId="c4d8cb49210192e2" providerId="LiveId" clId="{DF485ABC-687E-4CA1-8443-68795BCC9A4D}" dt="2023-05-21T18:12:33.990" v="26" actId="478"/>
          <ac:picMkLst>
            <pc:docMk/>
            <pc:sldMk cId="1666508475" sldId="351"/>
            <ac:picMk id="4" creationId="{00000000-0000-0000-0000-000000000000}"/>
          </ac:picMkLst>
        </pc:picChg>
        <pc:picChg chg="del">
          <ac:chgData name="Songqing Gu" userId="c4d8cb49210192e2" providerId="LiveId" clId="{DF485ABC-687E-4CA1-8443-68795BCC9A4D}" dt="2023-05-21T18:12:34.491" v="27" actId="478"/>
          <ac:picMkLst>
            <pc:docMk/>
            <pc:sldMk cId="1666508475" sldId="351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A142A-507E-481A-AD9C-B2E1F29E4008}" type="datetimeFigureOut">
              <a:rPr lang="en-AU" smtClean="0"/>
              <a:t>22/05/2023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C95-B9B5-4E81-AC64-AA2341AE21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1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22/05/2023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5407" y="2359817"/>
            <a:ext cx="5296775" cy="9190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Data Types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685800"/>
            <a:ext cx="7315200" cy="685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  <a:endParaRPr lang="en-US" alt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2154382" y="2614833"/>
            <a:ext cx="3840018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What is API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Why API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Where is API located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API types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Transport Protocol - HTTP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Data Contract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Rest API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 err="1">
                <a:solidFill>
                  <a:schemeClr val="accent2"/>
                </a:solidFill>
              </a:rPr>
              <a:t>OpenAPI</a:t>
            </a:r>
            <a:r>
              <a:rPr lang="en-AU" altLang="en-US" b="1" i="1" dirty="0">
                <a:solidFill>
                  <a:schemeClr val="accent2"/>
                </a:solidFill>
              </a:rPr>
              <a:t> Specification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API lifecycle</a:t>
            </a: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995055" y="2108633"/>
            <a:ext cx="76523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</p:spTree>
    <p:extLst>
      <p:ext uri="{BB962C8B-B14F-4D97-AF65-F5344CB8AC3E}">
        <p14:creationId xmlns:p14="http://schemas.microsoft.com/office/powerpoint/2010/main" val="26085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1651" y="2421903"/>
            <a:ext cx="6374493" cy="986315"/>
          </a:xfrm>
          <a:effectLst/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Data Contract</a:t>
            </a: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27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99152" y="251470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XML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AVRO</a:t>
            </a:r>
            <a:endParaRPr lang="en-AU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97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29" y="529556"/>
            <a:ext cx="147880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XML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29" y="1502228"/>
            <a:ext cx="5295900" cy="48822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5" y="529556"/>
            <a:ext cx="5607503" cy="6267209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481122" y="529556"/>
            <a:ext cx="1478807" cy="69669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7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4300" b="1" dirty="0">
                <a:solidFill>
                  <a:schemeClr val="accent2"/>
                </a:solidFill>
              </a:rPr>
              <a:t>XSD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117600" y="1099127"/>
            <a:ext cx="0" cy="332509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454072" y="766618"/>
            <a:ext cx="734292" cy="9237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785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4518809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JASON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55" y="1755919"/>
            <a:ext cx="5267325" cy="2200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410" y="2943225"/>
            <a:ext cx="63912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36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4518809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AVRO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508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67" y="996924"/>
            <a:ext cx="240817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10125"/>
              </p:ext>
            </p:extLst>
          </p:nvPr>
        </p:nvGraphicFramePr>
        <p:xfrm>
          <a:off x="1533235" y="2054681"/>
          <a:ext cx="9679709" cy="2697845"/>
        </p:xfrm>
        <a:graphic>
          <a:graphicData uri="http://schemas.openxmlformats.org/drawingml/2006/table">
            <a:tbl>
              <a:tblPr/>
              <a:tblGrid>
                <a:gridCol w="1583377">
                  <a:extLst>
                    <a:ext uri="{9D8B030D-6E8A-4147-A177-3AD203B41FA5}">
                      <a16:colId xmlns:a16="http://schemas.microsoft.com/office/drawing/2014/main" val="4271026178"/>
                    </a:ext>
                  </a:extLst>
                </a:gridCol>
                <a:gridCol w="8096332">
                  <a:extLst>
                    <a:ext uri="{9D8B030D-6E8A-4147-A177-3AD203B41FA5}">
                      <a16:colId xmlns:a16="http://schemas.microsoft.com/office/drawing/2014/main" val="2026321442"/>
                    </a:ext>
                  </a:extLst>
                </a:gridCol>
              </a:tblGrid>
              <a:tr h="336973">
                <a:tc>
                  <a:txBody>
                    <a:bodyPr/>
                    <a:lstStyle/>
                    <a:p>
                      <a:r>
                        <a:rPr lang="en-AU" dirty="0"/>
                        <a:t>Http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https://www.tutorialspoint.com/http/http_overview.htm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373409"/>
                  </a:ext>
                </a:extLst>
              </a:tr>
              <a:tr h="336973">
                <a:tc>
                  <a:txBody>
                    <a:bodyPr/>
                    <a:lstStyle/>
                    <a:p>
                      <a:r>
                        <a:rPr lang="en-AU" dirty="0"/>
                        <a:t>XML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https://www.w3schools.com/xml/default.asp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84448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SOAP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https://www.tutorialspoint.com/soapui/soap_introduction.htm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9506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SOAPUI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https://support.smartbear.com/readyapi/docs/get-started.html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48637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JSON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https://www.w3schools.com/js/js_json_intro.asp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376132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REST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https://aws.amazon.com/what-is/restful-api/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88151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Postman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1" dirty="0">
                          <a:solidFill>
                            <a:srgbClr val="002060"/>
                          </a:solidFill>
                        </a:rPr>
                        <a:t>https://learning.postman.com/docs/getting-started/introduction/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50958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33234" y="5239480"/>
            <a:ext cx="100399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https://blog.devgenius.io/how-to-speed-up-your-api-tests-using-the-advanced-features-of-postman-350c453b376</a:t>
            </a:r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22800</TotalTime>
  <Words>228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Century Gothic</vt:lpstr>
      <vt:lpstr>Wingdings 3</vt:lpstr>
      <vt:lpstr>Wisp</vt:lpstr>
      <vt:lpstr>Funny Gorilla诙猩猩-IT培训</vt:lpstr>
      <vt:lpstr>Learning Objectives   </vt:lpstr>
      <vt:lpstr>Data Contract</vt:lpstr>
      <vt:lpstr>PowerPoint Presentation</vt:lpstr>
      <vt:lpstr>XML </vt:lpstr>
      <vt:lpstr>JASON  </vt:lpstr>
      <vt:lpstr>AVRO 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829</cp:revision>
  <dcterms:created xsi:type="dcterms:W3CDTF">2020-08-03T09:43:10Z</dcterms:created>
  <dcterms:modified xsi:type="dcterms:W3CDTF">2023-05-21T18:12:36Z</dcterms:modified>
</cp:coreProperties>
</file>