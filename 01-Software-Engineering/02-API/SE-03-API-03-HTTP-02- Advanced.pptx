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315" r:id="rId3"/>
    <p:sldId id="341" r:id="rId4"/>
    <p:sldId id="335" r:id="rId5"/>
    <p:sldId id="347" r:id="rId6"/>
    <p:sldId id="336" r:id="rId7"/>
    <p:sldId id="284" r:id="rId8"/>
    <p:sldId id="305" r:id="rId9"/>
    <p:sldId id="298" r:id="rId10"/>
    <p:sldId id="320" r:id="rId11"/>
    <p:sldId id="282" r:id="rId12"/>
    <p:sldId id="342" r:id="rId13"/>
    <p:sldId id="290" r:id="rId14"/>
    <p:sldId id="343" r:id="rId15"/>
    <p:sldId id="344" r:id="rId16"/>
    <p:sldId id="345" r:id="rId17"/>
    <p:sldId id="346" r:id="rId18"/>
    <p:sldId id="294" r:id="rId19"/>
    <p:sldId id="31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15"/>
            <p14:sldId id="341"/>
            <p14:sldId id="335"/>
            <p14:sldId id="347"/>
            <p14:sldId id="336"/>
          </p14:sldIdLst>
        </p14:section>
        <p14:section name="Untitled Section" id="{96B2A4F6-E483-46D3-B718-858E0B0CB8CB}">
          <p14:sldIdLst>
            <p14:sldId id="284"/>
            <p14:sldId id="305"/>
            <p14:sldId id="298"/>
            <p14:sldId id="320"/>
            <p14:sldId id="282"/>
            <p14:sldId id="342"/>
            <p14:sldId id="290"/>
            <p14:sldId id="343"/>
            <p14:sldId id="344"/>
            <p14:sldId id="345"/>
            <p14:sldId id="346"/>
            <p14:sldId id="294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3B8F"/>
    <a:srgbClr val="C9E8FF"/>
    <a:srgbClr val="74B2FC"/>
    <a:srgbClr val="2E8488"/>
    <a:srgbClr val="044E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15C465-B731-4BBE-9792-240199F2B230}" v="12" dt="2023-05-28T04:15:22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98"/>
    <p:restoredTop sz="94650"/>
  </p:normalViewPr>
  <p:slideViewPr>
    <p:cSldViewPr snapToGrid="0">
      <p:cViewPr varScale="1">
        <p:scale>
          <a:sx n="144" d="100"/>
          <a:sy n="144" d="100"/>
        </p:scale>
        <p:origin x="102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gqing" userId="c4d8cb49210192e2" providerId="LiveId" clId="{3D15C465-B731-4BBE-9792-240199F2B230}"/>
    <pc:docChg chg="delSld modSld modSection">
      <pc:chgData name="Songqing" userId="c4d8cb49210192e2" providerId="LiveId" clId="{3D15C465-B731-4BBE-9792-240199F2B230}" dt="2023-04-02T01:55:10.827" v="7" actId="47"/>
      <pc:docMkLst>
        <pc:docMk/>
      </pc:docMkLst>
      <pc:sldChg chg="modSp mod">
        <pc:chgData name="Songqing" userId="c4d8cb49210192e2" providerId="LiveId" clId="{3D15C465-B731-4BBE-9792-240199F2B230}" dt="2023-04-02T01:53:35.334" v="5" actId="20577"/>
        <pc:sldMkLst>
          <pc:docMk/>
          <pc:sldMk cId="3813058601" sldId="256"/>
        </pc:sldMkLst>
        <pc:spChg chg="mod">
          <ac:chgData name="Songqing" userId="c4d8cb49210192e2" providerId="LiveId" clId="{3D15C465-B731-4BBE-9792-240199F2B230}" dt="2023-04-02T01:53:35.334" v="5" actId="20577"/>
          <ac:spMkLst>
            <pc:docMk/>
            <pc:sldMk cId="3813058601" sldId="256"/>
            <ac:spMk id="3" creationId="{00000000-0000-0000-0000-000000000000}"/>
          </ac:spMkLst>
        </pc:spChg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2739736197" sldId="281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789354427" sldId="285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2431625991" sldId="286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2194767642" sldId="287"/>
        </pc:sldMkLst>
      </pc:sldChg>
      <pc:sldChg chg="del">
        <pc:chgData name="Songqing" userId="c4d8cb49210192e2" providerId="LiveId" clId="{3D15C465-B731-4BBE-9792-240199F2B230}" dt="2023-04-02T01:54:01.490" v="6" actId="47"/>
        <pc:sldMkLst>
          <pc:docMk/>
          <pc:sldMk cId="2686819680" sldId="288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3855471171" sldId="289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530391023" sldId="292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1030084157" sldId="293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1222785476" sldId="297"/>
        </pc:sldMkLst>
      </pc:sldChg>
      <pc:sldChg chg="del">
        <pc:chgData name="Songqing" userId="c4d8cb49210192e2" providerId="LiveId" clId="{3D15C465-B731-4BBE-9792-240199F2B230}" dt="2023-04-02T01:54:01.490" v="6" actId="47"/>
        <pc:sldMkLst>
          <pc:docMk/>
          <pc:sldMk cId="220019590" sldId="302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244921353" sldId="303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1232005295" sldId="313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3647521266" sldId="314"/>
        </pc:sldMkLst>
      </pc:sldChg>
      <pc:sldChg chg="del">
        <pc:chgData name="Songqing" userId="c4d8cb49210192e2" providerId="LiveId" clId="{3D15C465-B731-4BBE-9792-240199F2B230}" dt="2023-04-02T01:54:01.490" v="6" actId="47"/>
        <pc:sldMkLst>
          <pc:docMk/>
          <pc:sldMk cId="4012434336" sldId="316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3117407649" sldId="318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198251155" sldId="319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574980495" sldId="322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3530029220" sldId="323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2533243423" sldId="325"/>
        </pc:sldMkLst>
      </pc:sldChg>
      <pc:sldChg chg="del">
        <pc:chgData name="Songqing" userId="c4d8cb49210192e2" providerId="LiveId" clId="{3D15C465-B731-4BBE-9792-240199F2B230}" dt="2023-04-02T01:54:01.490" v="6" actId="47"/>
        <pc:sldMkLst>
          <pc:docMk/>
          <pc:sldMk cId="3291485371" sldId="327"/>
        </pc:sldMkLst>
      </pc:sldChg>
      <pc:sldChg chg="del">
        <pc:chgData name="Songqing" userId="c4d8cb49210192e2" providerId="LiveId" clId="{3D15C465-B731-4BBE-9792-240199F2B230}" dt="2023-04-02T01:54:01.490" v="6" actId="47"/>
        <pc:sldMkLst>
          <pc:docMk/>
          <pc:sldMk cId="3387566821" sldId="334"/>
        </pc:sldMkLst>
      </pc:sldChg>
      <pc:sldChg chg="del">
        <pc:chgData name="Songqing" userId="c4d8cb49210192e2" providerId="LiveId" clId="{3D15C465-B731-4BBE-9792-240199F2B230}" dt="2023-04-02T01:54:01.490" v="6" actId="47"/>
        <pc:sldMkLst>
          <pc:docMk/>
          <pc:sldMk cId="455407460" sldId="338"/>
        </pc:sldMkLst>
      </pc:sldChg>
      <pc:sldChg chg="del">
        <pc:chgData name="Songqing" userId="c4d8cb49210192e2" providerId="LiveId" clId="{3D15C465-B731-4BBE-9792-240199F2B230}" dt="2023-04-02T01:54:01.490" v="6" actId="47"/>
        <pc:sldMkLst>
          <pc:docMk/>
          <pc:sldMk cId="2458293802" sldId="339"/>
        </pc:sldMkLst>
      </pc:sldChg>
      <pc:sldChg chg="del">
        <pc:chgData name="Songqing" userId="c4d8cb49210192e2" providerId="LiveId" clId="{3D15C465-B731-4BBE-9792-240199F2B230}" dt="2023-04-02T01:54:01.490" v="6" actId="47"/>
        <pc:sldMkLst>
          <pc:docMk/>
          <pc:sldMk cId="1362375622" sldId="340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3808974401" sldId="342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2368908414" sldId="343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1636408948" sldId="344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4115383892" sldId="345"/>
        </pc:sldMkLst>
      </pc:sldChg>
      <pc:sldChg chg="del">
        <pc:chgData name="Songqing" userId="c4d8cb49210192e2" providerId="LiveId" clId="{3D15C465-B731-4BBE-9792-240199F2B230}" dt="2023-04-02T01:54:01.490" v="6" actId="47"/>
        <pc:sldMkLst>
          <pc:docMk/>
          <pc:sldMk cId="3232703280" sldId="346"/>
        </pc:sldMkLst>
      </pc:sldChg>
      <pc:sldChg chg="del">
        <pc:chgData name="Songqing" userId="c4d8cb49210192e2" providerId="LiveId" clId="{3D15C465-B731-4BBE-9792-240199F2B230}" dt="2023-04-02T01:54:01.490" v="6" actId="47"/>
        <pc:sldMkLst>
          <pc:docMk/>
          <pc:sldMk cId="3230245180" sldId="347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407331459" sldId="348"/>
        </pc:sldMkLst>
      </pc:sldChg>
      <pc:sldChg chg="del">
        <pc:chgData name="Songqing" userId="c4d8cb49210192e2" providerId="LiveId" clId="{3D15C465-B731-4BBE-9792-240199F2B230}" dt="2023-04-02T01:54:01.490" v="6" actId="47"/>
        <pc:sldMkLst>
          <pc:docMk/>
          <pc:sldMk cId="48961036" sldId="349"/>
        </pc:sldMkLst>
      </pc:sldChg>
      <pc:sldChg chg="del">
        <pc:chgData name="Songqing" userId="c4d8cb49210192e2" providerId="LiveId" clId="{3D15C465-B731-4BBE-9792-240199F2B230}" dt="2023-04-02T01:55:10.827" v="7" actId="47"/>
        <pc:sldMkLst>
          <pc:docMk/>
          <pc:sldMk cId="3402427553" sldId="350"/>
        </pc:sldMkLst>
      </pc:sldChg>
    </pc:docChg>
  </pc:docChgLst>
  <pc:docChgLst>
    <pc:chgData name="Songqing Gu" userId="c4d8cb49210192e2" providerId="LiveId" clId="{3D15C465-B731-4BBE-9792-240199F2B230}"/>
    <pc:docChg chg="custSel addSld delSld modSld sldOrd modSection">
      <pc:chgData name="Songqing Gu" userId="c4d8cb49210192e2" providerId="LiveId" clId="{3D15C465-B731-4BBE-9792-240199F2B230}" dt="2023-05-28T16:52:29.282" v="457" actId="20577"/>
      <pc:docMkLst>
        <pc:docMk/>
      </pc:docMkLst>
      <pc:sldChg chg="addSp modSp mod">
        <pc:chgData name="Songqing Gu" userId="c4d8cb49210192e2" providerId="LiveId" clId="{3D15C465-B731-4BBE-9792-240199F2B230}" dt="2023-05-14T23:00:28.562" v="180" actId="1076"/>
        <pc:sldMkLst>
          <pc:docMk/>
          <pc:sldMk cId="54292618" sldId="284"/>
        </pc:sldMkLst>
        <pc:spChg chg="mod">
          <ac:chgData name="Songqing Gu" userId="c4d8cb49210192e2" providerId="LiveId" clId="{3D15C465-B731-4BBE-9792-240199F2B230}" dt="2023-05-14T22:58:03.107" v="124" actId="1038"/>
          <ac:spMkLst>
            <pc:docMk/>
            <pc:sldMk cId="54292618" sldId="284"/>
            <ac:spMk id="3" creationId="{00000000-0000-0000-0000-000000000000}"/>
          </ac:spMkLst>
        </pc:spChg>
        <pc:spChg chg="mod">
          <ac:chgData name="Songqing Gu" userId="c4d8cb49210192e2" providerId="LiveId" clId="{3D15C465-B731-4BBE-9792-240199F2B230}" dt="2023-05-14T22:58:19.670" v="127" actId="1076"/>
          <ac:spMkLst>
            <pc:docMk/>
            <pc:sldMk cId="54292618" sldId="284"/>
            <ac:spMk id="4" creationId="{00000000-0000-0000-0000-000000000000}"/>
          </ac:spMkLst>
        </pc:spChg>
        <pc:spChg chg="mod">
          <ac:chgData name="Songqing Gu" userId="c4d8cb49210192e2" providerId="LiveId" clId="{3D15C465-B731-4BBE-9792-240199F2B230}" dt="2023-05-14T22:58:03.107" v="124" actId="1038"/>
          <ac:spMkLst>
            <pc:docMk/>
            <pc:sldMk cId="54292618" sldId="284"/>
            <ac:spMk id="5" creationId="{00000000-0000-0000-0000-000000000000}"/>
          </ac:spMkLst>
        </pc:spChg>
        <pc:spChg chg="mod">
          <ac:chgData name="Songqing Gu" userId="c4d8cb49210192e2" providerId="LiveId" clId="{3D15C465-B731-4BBE-9792-240199F2B230}" dt="2023-05-14T22:58:03.107" v="124" actId="1038"/>
          <ac:spMkLst>
            <pc:docMk/>
            <pc:sldMk cId="54292618" sldId="284"/>
            <ac:spMk id="6" creationId="{00000000-0000-0000-0000-000000000000}"/>
          </ac:spMkLst>
        </pc:spChg>
        <pc:spChg chg="mod">
          <ac:chgData name="Songqing Gu" userId="c4d8cb49210192e2" providerId="LiveId" clId="{3D15C465-B731-4BBE-9792-240199F2B230}" dt="2023-05-14T22:57:44.021" v="96" actId="1076"/>
          <ac:spMkLst>
            <pc:docMk/>
            <pc:sldMk cId="54292618" sldId="284"/>
            <ac:spMk id="7" creationId="{00000000-0000-0000-0000-000000000000}"/>
          </ac:spMkLst>
        </pc:spChg>
        <pc:spChg chg="mod">
          <ac:chgData name="Songqing Gu" userId="c4d8cb49210192e2" providerId="LiveId" clId="{3D15C465-B731-4BBE-9792-240199F2B230}" dt="2023-05-14T22:58:31.660" v="130" actId="1076"/>
          <ac:spMkLst>
            <pc:docMk/>
            <pc:sldMk cId="54292618" sldId="284"/>
            <ac:spMk id="8" creationId="{00000000-0000-0000-0000-000000000000}"/>
          </ac:spMkLst>
        </pc:spChg>
        <pc:spChg chg="mod">
          <ac:chgData name="Songqing Gu" userId="c4d8cb49210192e2" providerId="LiveId" clId="{3D15C465-B731-4BBE-9792-240199F2B230}" dt="2023-05-14T22:58:07.629" v="125" actId="14100"/>
          <ac:spMkLst>
            <pc:docMk/>
            <pc:sldMk cId="54292618" sldId="284"/>
            <ac:spMk id="9" creationId="{00000000-0000-0000-0000-000000000000}"/>
          </ac:spMkLst>
        </pc:spChg>
        <pc:spChg chg="mod">
          <ac:chgData name="Songqing Gu" userId="c4d8cb49210192e2" providerId="LiveId" clId="{3D15C465-B731-4BBE-9792-240199F2B230}" dt="2023-05-14T22:58:21.472" v="128" actId="1076"/>
          <ac:spMkLst>
            <pc:docMk/>
            <pc:sldMk cId="54292618" sldId="284"/>
            <ac:spMk id="12" creationId="{00000000-0000-0000-0000-000000000000}"/>
          </ac:spMkLst>
        </pc:spChg>
        <pc:spChg chg="mod">
          <ac:chgData name="Songqing Gu" userId="c4d8cb49210192e2" providerId="LiveId" clId="{3D15C465-B731-4BBE-9792-240199F2B230}" dt="2023-05-14T22:58:19.670" v="127" actId="1076"/>
          <ac:spMkLst>
            <pc:docMk/>
            <pc:sldMk cId="54292618" sldId="284"/>
            <ac:spMk id="13" creationId="{00000000-0000-0000-0000-000000000000}"/>
          </ac:spMkLst>
        </pc:spChg>
        <pc:spChg chg="add mod">
          <ac:chgData name="Songqing Gu" userId="c4d8cb49210192e2" providerId="LiveId" clId="{3D15C465-B731-4BBE-9792-240199F2B230}" dt="2023-05-14T22:58:25.093" v="129" actId="1076"/>
          <ac:spMkLst>
            <pc:docMk/>
            <pc:sldMk cId="54292618" sldId="284"/>
            <ac:spMk id="16" creationId="{D968E855-FD13-E83C-BB0F-5AA18D6592C6}"/>
          </ac:spMkLst>
        </pc:spChg>
        <pc:spChg chg="add mod">
          <ac:chgData name="Songqing Gu" userId="c4d8cb49210192e2" providerId="LiveId" clId="{3D15C465-B731-4BBE-9792-240199F2B230}" dt="2023-05-14T22:54:35.379" v="76" actId="1076"/>
          <ac:spMkLst>
            <pc:docMk/>
            <pc:sldMk cId="54292618" sldId="284"/>
            <ac:spMk id="18" creationId="{7249C118-C677-A7F2-CEA7-3D0BD324DB41}"/>
          </ac:spMkLst>
        </pc:spChg>
        <pc:spChg chg="add mod ord">
          <ac:chgData name="Songqing Gu" userId="c4d8cb49210192e2" providerId="LiveId" clId="{3D15C465-B731-4BBE-9792-240199F2B230}" dt="2023-05-14T22:58:31.660" v="130" actId="1076"/>
          <ac:spMkLst>
            <pc:docMk/>
            <pc:sldMk cId="54292618" sldId="284"/>
            <ac:spMk id="22" creationId="{75D6AB71-76B0-1EAD-2964-F9770F4D7271}"/>
          </ac:spMkLst>
        </pc:spChg>
        <pc:spChg chg="add mod">
          <ac:chgData name="Songqing Gu" userId="c4d8cb49210192e2" providerId="LiveId" clId="{3D15C465-B731-4BBE-9792-240199F2B230}" dt="2023-05-14T23:00:28.562" v="180" actId="1076"/>
          <ac:spMkLst>
            <pc:docMk/>
            <pc:sldMk cId="54292618" sldId="284"/>
            <ac:spMk id="37" creationId="{E6786BC8-3C64-533B-6C10-6D8FC47130DC}"/>
          </ac:spMkLst>
        </pc:spChg>
        <pc:spChg chg="add mod">
          <ac:chgData name="Songqing Gu" userId="c4d8cb49210192e2" providerId="LiveId" clId="{3D15C465-B731-4BBE-9792-240199F2B230}" dt="2023-05-14T23:00:20.321" v="177" actId="1076"/>
          <ac:spMkLst>
            <pc:docMk/>
            <pc:sldMk cId="54292618" sldId="284"/>
            <ac:spMk id="38" creationId="{81CF69FE-5E81-3263-045D-6311DBAA5475}"/>
          </ac:spMkLst>
        </pc:spChg>
        <pc:cxnChg chg="add mod">
          <ac:chgData name="Songqing Gu" userId="c4d8cb49210192e2" providerId="LiveId" clId="{3D15C465-B731-4BBE-9792-240199F2B230}" dt="2023-05-14T22:58:25.093" v="129" actId="1076"/>
          <ac:cxnSpMkLst>
            <pc:docMk/>
            <pc:sldMk cId="54292618" sldId="284"/>
            <ac:cxnSpMk id="14" creationId="{79FB8FF1-9B58-3682-E66E-22724389818F}"/>
          </ac:cxnSpMkLst>
        </pc:cxnChg>
        <pc:cxnChg chg="add mod">
          <ac:chgData name="Songqing Gu" userId="c4d8cb49210192e2" providerId="LiveId" clId="{3D15C465-B731-4BBE-9792-240199F2B230}" dt="2023-05-14T22:58:07.629" v="125" actId="14100"/>
          <ac:cxnSpMkLst>
            <pc:docMk/>
            <pc:sldMk cId="54292618" sldId="284"/>
            <ac:cxnSpMk id="19" creationId="{0EFB30FE-EF88-2010-5B79-61A500A3C968}"/>
          </ac:cxnSpMkLst>
        </pc:cxnChg>
        <pc:cxnChg chg="add mod">
          <ac:chgData name="Songqing Gu" userId="c4d8cb49210192e2" providerId="LiveId" clId="{3D15C465-B731-4BBE-9792-240199F2B230}" dt="2023-05-14T22:59:19.874" v="140" actId="14100"/>
          <ac:cxnSpMkLst>
            <pc:docMk/>
            <pc:sldMk cId="54292618" sldId="284"/>
            <ac:cxnSpMk id="30" creationId="{CA4F4072-E20C-EFF2-80D9-C243D8E9956D}"/>
          </ac:cxnSpMkLst>
        </pc:cxnChg>
        <pc:cxnChg chg="add mod">
          <ac:chgData name="Songqing Gu" userId="c4d8cb49210192e2" providerId="LiveId" clId="{3D15C465-B731-4BBE-9792-240199F2B230}" dt="2023-05-14T22:59:09.839" v="137" actId="14100"/>
          <ac:cxnSpMkLst>
            <pc:docMk/>
            <pc:sldMk cId="54292618" sldId="284"/>
            <ac:cxnSpMk id="33" creationId="{6C743B69-D3FB-6083-FC0A-55FE196BB9A9}"/>
          </ac:cxnSpMkLst>
        </pc:cxnChg>
      </pc:sldChg>
      <pc:sldChg chg="ord">
        <pc:chgData name="Songqing Gu" userId="c4d8cb49210192e2" providerId="LiveId" clId="{3D15C465-B731-4BBE-9792-240199F2B230}" dt="2023-05-16T17:26:01.012" v="207"/>
        <pc:sldMkLst>
          <pc:docMk/>
          <pc:sldMk cId="887954990" sldId="290"/>
        </pc:sldMkLst>
      </pc:sldChg>
      <pc:sldChg chg="del">
        <pc:chgData name="Songqing Gu" userId="c4d8cb49210192e2" providerId="LiveId" clId="{3D15C465-B731-4BBE-9792-240199F2B230}" dt="2023-05-13T02:43:40.997" v="0" actId="47"/>
        <pc:sldMkLst>
          <pc:docMk/>
          <pc:sldMk cId="2271689629" sldId="295"/>
        </pc:sldMkLst>
      </pc:sldChg>
      <pc:sldChg chg="addSp modSp mod">
        <pc:chgData name="Songqing Gu" userId="c4d8cb49210192e2" providerId="LiveId" clId="{3D15C465-B731-4BBE-9792-240199F2B230}" dt="2023-05-28T04:15:22.878" v="411" actId="1076"/>
        <pc:sldMkLst>
          <pc:docMk/>
          <pc:sldMk cId="915290282" sldId="298"/>
        </pc:sldMkLst>
        <pc:spChg chg="add mod">
          <ac:chgData name="Songqing Gu" userId="c4d8cb49210192e2" providerId="LiveId" clId="{3D15C465-B731-4BBE-9792-240199F2B230}" dt="2023-05-28T04:13:27.042" v="384" actId="14100"/>
          <ac:spMkLst>
            <pc:docMk/>
            <pc:sldMk cId="915290282" sldId="298"/>
            <ac:spMk id="3" creationId="{728E0398-A394-08E8-3300-1C9D5AE41037}"/>
          </ac:spMkLst>
        </pc:spChg>
        <pc:spChg chg="add mod">
          <ac:chgData name="Songqing Gu" userId="c4d8cb49210192e2" providerId="LiveId" clId="{3D15C465-B731-4BBE-9792-240199F2B230}" dt="2023-05-28T04:13:27.042" v="384" actId="14100"/>
          <ac:spMkLst>
            <pc:docMk/>
            <pc:sldMk cId="915290282" sldId="298"/>
            <ac:spMk id="4" creationId="{7117052F-5B5E-799F-74F2-0B110DDFA642}"/>
          </ac:spMkLst>
        </pc:spChg>
        <pc:spChg chg="add mod">
          <ac:chgData name="Songqing Gu" userId="c4d8cb49210192e2" providerId="LiveId" clId="{3D15C465-B731-4BBE-9792-240199F2B230}" dt="2023-05-28T04:13:33.054" v="385" actId="1076"/>
          <ac:spMkLst>
            <pc:docMk/>
            <pc:sldMk cId="915290282" sldId="298"/>
            <ac:spMk id="5" creationId="{4DC1C531-A91A-EC27-5B4D-B35189B185DF}"/>
          </ac:spMkLst>
        </pc:spChg>
        <pc:spChg chg="add mod">
          <ac:chgData name="Songqing Gu" userId="c4d8cb49210192e2" providerId="LiveId" clId="{3D15C465-B731-4BBE-9792-240199F2B230}" dt="2023-05-28T04:14:03.496" v="406" actId="1076"/>
          <ac:spMkLst>
            <pc:docMk/>
            <pc:sldMk cId="915290282" sldId="298"/>
            <ac:spMk id="6" creationId="{FF65CB8B-33D4-2A73-EBBA-66478A805AB5}"/>
          </ac:spMkLst>
        </pc:spChg>
        <pc:picChg chg="add mod">
          <ac:chgData name="Songqing Gu" userId="c4d8cb49210192e2" providerId="LiveId" clId="{3D15C465-B731-4BBE-9792-240199F2B230}" dt="2023-05-28T04:15:22.878" v="411" actId="1076"/>
          <ac:picMkLst>
            <pc:docMk/>
            <pc:sldMk cId="915290282" sldId="298"/>
            <ac:picMk id="13" creationId="{F5C1B50A-BDC1-D13B-A531-E9A95DF1B49D}"/>
          </ac:picMkLst>
        </pc:picChg>
        <pc:cxnChg chg="add">
          <ac:chgData name="Songqing Gu" userId="c4d8cb49210192e2" providerId="LiveId" clId="{3D15C465-B731-4BBE-9792-240199F2B230}" dt="2023-05-28T04:14:12.318" v="407" actId="11529"/>
          <ac:cxnSpMkLst>
            <pc:docMk/>
            <pc:sldMk cId="915290282" sldId="298"/>
            <ac:cxnSpMk id="9" creationId="{E7467D25-01D5-1523-12EE-13E1F4B9210B}"/>
          </ac:cxnSpMkLst>
        </pc:cxnChg>
        <pc:cxnChg chg="add">
          <ac:chgData name="Songqing Gu" userId="c4d8cb49210192e2" providerId="LiveId" clId="{3D15C465-B731-4BBE-9792-240199F2B230}" dt="2023-05-28T04:14:25.238" v="408" actId="11529"/>
          <ac:cxnSpMkLst>
            <pc:docMk/>
            <pc:sldMk cId="915290282" sldId="298"/>
            <ac:cxnSpMk id="12" creationId="{9AE3F92A-42F8-E4B8-82D9-73A68A451CB4}"/>
          </ac:cxnSpMkLst>
        </pc:cxnChg>
      </pc:sldChg>
      <pc:sldChg chg="modSp mod ord">
        <pc:chgData name="Songqing Gu" userId="c4d8cb49210192e2" providerId="LiveId" clId="{3D15C465-B731-4BBE-9792-240199F2B230}" dt="2023-05-16T17:28:47.337" v="228" actId="14100"/>
        <pc:sldMkLst>
          <pc:docMk/>
          <pc:sldMk cId="2953617833" sldId="305"/>
        </pc:sldMkLst>
        <pc:spChg chg="mod">
          <ac:chgData name="Songqing Gu" userId="c4d8cb49210192e2" providerId="LiveId" clId="{3D15C465-B731-4BBE-9792-240199F2B230}" dt="2023-05-16T17:28:47.337" v="228" actId="14100"/>
          <ac:spMkLst>
            <pc:docMk/>
            <pc:sldMk cId="2953617833" sldId="305"/>
            <ac:spMk id="2" creationId="{00000000-0000-0000-0000-000000000000}"/>
          </ac:spMkLst>
        </pc:spChg>
      </pc:sldChg>
      <pc:sldChg chg="modSp mod">
        <pc:chgData name="Songqing Gu" userId="c4d8cb49210192e2" providerId="LiveId" clId="{3D15C465-B731-4BBE-9792-240199F2B230}" dt="2023-05-16T17:31:00.238" v="334" actId="20577"/>
        <pc:sldMkLst>
          <pc:docMk/>
          <pc:sldMk cId="2608556701" sldId="315"/>
        </pc:sldMkLst>
        <pc:spChg chg="mod">
          <ac:chgData name="Songqing Gu" userId="c4d8cb49210192e2" providerId="LiveId" clId="{3D15C465-B731-4BBE-9792-240199F2B230}" dt="2023-05-16T17:31:00.238" v="334" actId="20577"/>
          <ac:spMkLst>
            <pc:docMk/>
            <pc:sldMk cId="2608556701" sldId="315"/>
            <ac:spMk id="21507" creationId="{00000000-0000-0000-0000-000000000000}"/>
          </ac:spMkLst>
        </pc:spChg>
      </pc:sldChg>
      <pc:sldChg chg="del">
        <pc:chgData name="Songqing Gu" userId="c4d8cb49210192e2" providerId="LiveId" clId="{3D15C465-B731-4BBE-9792-240199F2B230}" dt="2023-05-13T02:43:40.997" v="0" actId="47"/>
        <pc:sldMkLst>
          <pc:docMk/>
          <pc:sldMk cId="2892519445" sldId="321"/>
        </pc:sldMkLst>
      </pc:sldChg>
      <pc:sldChg chg="del">
        <pc:chgData name="Songqing Gu" userId="c4d8cb49210192e2" providerId="LiveId" clId="{3D15C465-B731-4BBE-9792-240199F2B230}" dt="2023-05-13T02:43:40.997" v="0" actId="47"/>
        <pc:sldMkLst>
          <pc:docMk/>
          <pc:sldMk cId="2492364789" sldId="329"/>
        </pc:sldMkLst>
      </pc:sldChg>
      <pc:sldChg chg="addSp modSp add mod">
        <pc:chgData name="Songqing Gu" userId="c4d8cb49210192e2" providerId="LiveId" clId="{3D15C465-B731-4BBE-9792-240199F2B230}" dt="2023-05-16T17:27:43.866" v="214" actId="1076"/>
        <pc:sldMkLst>
          <pc:docMk/>
          <pc:sldMk cId="2946565649" sldId="342"/>
        </pc:sldMkLst>
        <pc:spChg chg="mod">
          <ac:chgData name="Songqing Gu" userId="c4d8cb49210192e2" providerId="LiveId" clId="{3D15C465-B731-4BBE-9792-240199F2B230}" dt="2023-05-16T17:26:51.609" v="209" actId="1076"/>
          <ac:spMkLst>
            <pc:docMk/>
            <pc:sldMk cId="2946565649" sldId="342"/>
            <ac:spMk id="2" creationId="{00000000-0000-0000-0000-000000000000}"/>
          </ac:spMkLst>
        </pc:spChg>
        <pc:picChg chg="add mod">
          <ac:chgData name="Songqing Gu" userId="c4d8cb49210192e2" providerId="LiveId" clId="{3D15C465-B731-4BBE-9792-240199F2B230}" dt="2023-05-16T17:27:43.866" v="214" actId="1076"/>
          <ac:picMkLst>
            <pc:docMk/>
            <pc:sldMk cId="2946565649" sldId="342"/>
            <ac:picMk id="4" creationId="{DC056D05-6D89-6758-978A-44107ED9203D}"/>
          </ac:picMkLst>
        </pc:picChg>
      </pc:sldChg>
      <pc:sldChg chg="modSp add mod">
        <pc:chgData name="Songqing Gu" userId="c4d8cb49210192e2" providerId="LiveId" clId="{3D15C465-B731-4BBE-9792-240199F2B230}" dt="2023-05-28T16:51:45.024" v="419" actId="20577"/>
        <pc:sldMkLst>
          <pc:docMk/>
          <pc:sldMk cId="2228922136" sldId="343"/>
        </pc:sldMkLst>
        <pc:spChg chg="mod">
          <ac:chgData name="Songqing Gu" userId="c4d8cb49210192e2" providerId="LiveId" clId="{3D15C465-B731-4BBE-9792-240199F2B230}" dt="2023-05-28T16:51:45.024" v="419" actId="20577"/>
          <ac:spMkLst>
            <pc:docMk/>
            <pc:sldMk cId="2228922136" sldId="343"/>
            <ac:spMk id="2" creationId="{00000000-0000-0000-0000-000000000000}"/>
          </ac:spMkLst>
        </pc:spChg>
      </pc:sldChg>
      <pc:sldChg chg="modSp add mod">
        <pc:chgData name="Songqing Gu" userId="c4d8cb49210192e2" providerId="LiveId" clId="{3D15C465-B731-4BBE-9792-240199F2B230}" dt="2023-05-28T16:51:52.516" v="427" actId="20577"/>
        <pc:sldMkLst>
          <pc:docMk/>
          <pc:sldMk cId="1935590610" sldId="344"/>
        </pc:sldMkLst>
        <pc:spChg chg="mod">
          <ac:chgData name="Songqing Gu" userId="c4d8cb49210192e2" providerId="LiveId" clId="{3D15C465-B731-4BBE-9792-240199F2B230}" dt="2023-05-28T16:51:52.516" v="427" actId="20577"/>
          <ac:spMkLst>
            <pc:docMk/>
            <pc:sldMk cId="1935590610" sldId="344"/>
            <ac:spMk id="2" creationId="{00000000-0000-0000-0000-000000000000}"/>
          </ac:spMkLst>
        </pc:spChg>
      </pc:sldChg>
      <pc:sldChg chg="modSp add mod">
        <pc:chgData name="Songqing Gu" userId="c4d8cb49210192e2" providerId="LiveId" clId="{3D15C465-B731-4BBE-9792-240199F2B230}" dt="2023-05-28T16:52:10.733" v="441" actId="20577"/>
        <pc:sldMkLst>
          <pc:docMk/>
          <pc:sldMk cId="1293463960" sldId="345"/>
        </pc:sldMkLst>
        <pc:spChg chg="mod">
          <ac:chgData name="Songqing Gu" userId="c4d8cb49210192e2" providerId="LiveId" clId="{3D15C465-B731-4BBE-9792-240199F2B230}" dt="2023-05-28T16:52:10.733" v="441" actId="20577"/>
          <ac:spMkLst>
            <pc:docMk/>
            <pc:sldMk cId="1293463960" sldId="345"/>
            <ac:spMk id="2" creationId="{00000000-0000-0000-0000-000000000000}"/>
          </ac:spMkLst>
        </pc:spChg>
      </pc:sldChg>
      <pc:sldChg chg="modSp add mod">
        <pc:chgData name="Songqing Gu" userId="c4d8cb49210192e2" providerId="LiveId" clId="{3D15C465-B731-4BBE-9792-240199F2B230}" dt="2023-05-28T16:52:29.282" v="457" actId="20577"/>
        <pc:sldMkLst>
          <pc:docMk/>
          <pc:sldMk cId="3653286175" sldId="346"/>
        </pc:sldMkLst>
        <pc:spChg chg="mod">
          <ac:chgData name="Songqing Gu" userId="c4d8cb49210192e2" providerId="LiveId" clId="{3D15C465-B731-4BBE-9792-240199F2B230}" dt="2023-05-28T16:52:29.282" v="457" actId="20577"/>
          <ac:spMkLst>
            <pc:docMk/>
            <pc:sldMk cId="3653286175" sldId="346"/>
            <ac:spMk id="2" creationId="{00000000-0000-0000-0000-000000000000}"/>
          </ac:spMkLst>
        </pc:spChg>
      </pc:sldChg>
    </pc:docChg>
  </pc:docChgLst>
  <pc:docChgLst>
    <pc:chgData name="Songqing" userId="c4d8cb49210192e2" providerId="LiveId" clId="{F0382995-55ED-46FA-993E-7002C50FD2C1}"/>
    <pc:docChg chg="undo custSel addSld delSld modSld sldOrd modSection">
      <pc:chgData name="Songqing" userId="c4d8cb49210192e2" providerId="LiveId" clId="{F0382995-55ED-46FA-993E-7002C50FD2C1}" dt="2023-04-01T08:33:39.011" v="1110" actId="20577"/>
      <pc:docMkLst>
        <pc:docMk/>
      </pc:docMkLst>
      <pc:sldChg chg="delSp modSp mod">
        <pc:chgData name="Songqing" userId="c4d8cb49210192e2" providerId="LiveId" clId="{F0382995-55ED-46FA-993E-7002C50FD2C1}" dt="2023-03-25T15:00:07.753" v="360" actId="255"/>
        <pc:sldMkLst>
          <pc:docMk/>
          <pc:sldMk cId="2686819680" sldId="288"/>
        </pc:sldMkLst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2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5.047" v="354" actId="478"/>
          <ac:spMkLst>
            <pc:docMk/>
            <pc:sldMk cId="2686819680" sldId="288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9" creationId="{00000000-0000-0000-0000-000000000000}"/>
          </ac:spMkLst>
        </pc:spChg>
        <pc:spChg chg="mod">
          <ac:chgData name="Songqing" userId="c4d8cb49210192e2" providerId="LiveId" clId="{F0382995-55ED-46FA-993E-7002C50FD2C1}" dt="2023-03-25T15:00:07.753" v="360" actId="255"/>
          <ac:spMkLst>
            <pc:docMk/>
            <pc:sldMk cId="2686819680" sldId="288"/>
            <ac:spMk id="14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24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56.191" v="357" actId="478"/>
          <ac:spMkLst>
            <pc:docMk/>
            <pc:sldMk cId="2686819680" sldId="288"/>
            <ac:spMk id="33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80" creationId="{00000000-0000-0000-0000-000000000000}"/>
          </ac:spMkLst>
        </pc:spChg>
        <pc:spChg chg="del mod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81" creationId="{00000000-0000-0000-0000-000000000000}"/>
          </ac:spMkLst>
        </pc:spChg>
        <pc:spChg chg="del">
          <ac:chgData name="Songqing" userId="c4d8cb49210192e2" providerId="LiveId" clId="{F0382995-55ED-46FA-993E-7002C50FD2C1}" dt="2023-03-25T14:59:32.299" v="353" actId="478"/>
          <ac:spMkLst>
            <pc:docMk/>
            <pc:sldMk cId="2686819680" sldId="288"/>
            <ac:spMk id="141" creationId="{00000000-0000-0000-0000-000000000000}"/>
          </ac:spMkLst>
        </pc:spChg>
        <pc:cxnChg chg="del mod">
          <ac:chgData name="Songqing" userId="c4d8cb49210192e2" providerId="LiveId" clId="{F0382995-55ED-46FA-993E-7002C50FD2C1}" dt="2023-03-25T14:59:32.299" v="353" actId="478"/>
          <ac:cxnSpMkLst>
            <pc:docMk/>
            <pc:sldMk cId="2686819680" sldId="288"/>
            <ac:cxnSpMk id="5" creationId="{00000000-0000-0000-0000-000000000000}"/>
          </ac:cxnSpMkLst>
        </pc:cxnChg>
      </pc:sldChg>
      <pc:sldChg chg="addSp delSp modSp mod">
        <pc:chgData name="Songqing" userId="c4d8cb49210192e2" providerId="LiveId" clId="{F0382995-55ED-46FA-993E-7002C50FD2C1}" dt="2023-03-26T04:13:10.935" v="1098" actId="478"/>
        <pc:sldMkLst>
          <pc:docMk/>
          <pc:sldMk cId="887954990" sldId="290"/>
        </pc:sldMkLst>
        <pc:spChg chg="mod">
          <ac:chgData name="Songqing" userId="c4d8cb49210192e2" providerId="LiveId" clId="{F0382995-55ED-46FA-993E-7002C50FD2C1}" dt="2023-03-26T03:58:48.887" v="1092" actId="1076"/>
          <ac:spMkLst>
            <pc:docMk/>
            <pc:sldMk cId="887954990" sldId="290"/>
            <ac:spMk id="2" creationId="{00000000-0000-0000-0000-000000000000}"/>
          </ac:spMkLst>
        </pc:spChg>
        <pc:picChg chg="add del mod">
          <ac:chgData name="Songqing" userId="c4d8cb49210192e2" providerId="LiveId" clId="{F0382995-55ED-46FA-993E-7002C50FD2C1}" dt="2023-03-26T04:13:10.935" v="1098" actId="478"/>
          <ac:picMkLst>
            <pc:docMk/>
            <pc:sldMk cId="887954990" sldId="290"/>
            <ac:picMk id="4" creationId="{78BA8826-5FFB-3F50-2AC2-D4AA5B1448D4}"/>
          </ac:picMkLst>
        </pc:picChg>
      </pc:sldChg>
      <pc:sldChg chg="modSp mod">
        <pc:chgData name="Songqing" userId="c4d8cb49210192e2" providerId="LiveId" clId="{F0382995-55ED-46FA-993E-7002C50FD2C1}" dt="2023-04-01T08:33:39.011" v="1110" actId="20577"/>
        <pc:sldMkLst>
          <pc:docMk/>
          <pc:sldMk cId="915290282" sldId="298"/>
        </pc:sldMkLst>
        <pc:spChg chg="mod">
          <ac:chgData name="Songqing" userId="c4d8cb49210192e2" providerId="LiveId" clId="{F0382995-55ED-46FA-993E-7002C50FD2C1}" dt="2023-04-01T08:33:39.011" v="1110" actId="20577"/>
          <ac:spMkLst>
            <pc:docMk/>
            <pc:sldMk cId="915290282" sldId="298"/>
            <ac:spMk id="2" creationId="{00000000-0000-0000-0000-000000000000}"/>
          </ac:spMkLst>
        </pc:spChg>
      </pc:sldChg>
      <pc:sldChg chg="addSp delSp modSp mod">
        <pc:chgData name="Songqing" userId="c4d8cb49210192e2" providerId="LiveId" clId="{F0382995-55ED-46FA-993E-7002C50FD2C1}" dt="2023-03-26T03:46:14.115" v="1070" actId="1076"/>
        <pc:sldMkLst>
          <pc:docMk/>
          <pc:sldMk cId="220019590" sldId="302"/>
        </pc:sldMkLst>
        <pc:spChg chg="del">
          <ac:chgData name="Songqing" userId="c4d8cb49210192e2" providerId="LiveId" clId="{F0382995-55ED-46FA-993E-7002C50FD2C1}" dt="2023-03-26T03:43:31.667" v="1040" actId="478"/>
          <ac:spMkLst>
            <pc:docMk/>
            <pc:sldMk cId="220019590" sldId="302"/>
            <ac:spMk id="3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6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19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0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4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28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0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2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43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7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8" creationId="{00000000-0000-0000-0000-000000000000}"/>
          </ac:spMkLst>
        </pc:spChg>
        <pc:spChg chg="mod">
          <ac:chgData name="Songqing" userId="c4d8cb49210192e2" providerId="LiveId" clId="{F0382995-55ED-46FA-993E-7002C50FD2C1}" dt="2023-03-26T03:46:14.115" v="1070" actId="1076"/>
          <ac:spMkLst>
            <pc:docMk/>
            <pc:sldMk cId="220019590" sldId="302"/>
            <ac:spMk id="59" creationId="{00000000-0000-0000-0000-000000000000}"/>
          </ac:spMkLst>
        </pc:spChg>
        <pc:spChg chg="del">
          <ac:chgData name="Songqing" userId="c4d8cb49210192e2" providerId="LiveId" clId="{F0382995-55ED-46FA-993E-7002C50FD2C1}" dt="2023-03-26T03:46:04.300" v="1069" actId="478"/>
          <ac:spMkLst>
            <pc:docMk/>
            <pc:sldMk cId="220019590" sldId="302"/>
            <ac:spMk id="68" creationId="{00000000-0000-0000-0000-000000000000}"/>
          </ac:spMkLst>
        </pc:spChg>
        <pc:picChg chg="add 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9" creationId="{228B8860-04A8-DB81-4BBD-2B2839DA09D2}"/>
          </ac:picMkLst>
        </pc:picChg>
        <pc:picChg chg="add 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11" creationId="{DB960A67-25CD-61AD-615D-DFD2683CBEFC}"/>
          </ac:picMkLst>
        </pc:picChg>
        <pc:picChg chg="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25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2:15.741" v="1028" actId="478"/>
          <ac:picMkLst>
            <pc:docMk/>
            <pc:sldMk cId="220019590" sldId="302"/>
            <ac:picMk id="26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2:14.220" v="1027" actId="478"/>
          <ac:picMkLst>
            <pc:docMk/>
            <pc:sldMk cId="220019590" sldId="302"/>
            <ac:picMk id="27" creationId="{00000000-0000-0000-0000-000000000000}"/>
          </ac:picMkLst>
        </pc:picChg>
        <pc:picChg chg="mod">
          <ac:chgData name="Songqing" userId="c4d8cb49210192e2" providerId="LiveId" clId="{F0382995-55ED-46FA-993E-7002C50FD2C1}" dt="2023-03-26T03:46:14.115" v="1070" actId="1076"/>
          <ac:picMkLst>
            <pc:docMk/>
            <pc:sldMk cId="220019590" sldId="302"/>
            <ac:picMk id="29" creationId="{00000000-0000-0000-0000-000000000000}"/>
          </ac:picMkLst>
        </pc:picChg>
        <pc:picChg chg="del">
          <ac:chgData name="Songqing" userId="c4d8cb49210192e2" providerId="LiveId" clId="{F0382995-55ED-46FA-993E-7002C50FD2C1}" dt="2023-03-26T03:43:36.066" v="1042" actId="478"/>
          <ac:picMkLst>
            <pc:docMk/>
            <pc:sldMk cId="220019590" sldId="302"/>
            <ac:picMk id="31" creationId="{00000000-0000-0000-0000-000000000000}"/>
          </ac:picMkLst>
        </pc:picChg>
        <pc:cxnChg chg="del mod">
          <ac:chgData name="Songqing" userId="c4d8cb49210192e2" providerId="LiveId" clId="{F0382995-55ED-46FA-993E-7002C50FD2C1}" dt="2023-03-26T03:42:13.277" v="1026" actId="478"/>
          <ac:cxnSpMkLst>
            <pc:docMk/>
            <pc:sldMk cId="220019590" sldId="302"/>
            <ac:cxnSpMk id="8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3:33.410" v="1041" actId="478"/>
          <ac:cxnSpMkLst>
            <pc:docMk/>
            <pc:sldMk cId="220019590" sldId="302"/>
            <ac:cxnSpMk id="10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14" creationId="{52B9A001-2952-25D0-7857-1B722DAF225E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15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4:00.206" v="1046" actId="478"/>
          <ac:cxnSpMkLst>
            <pc:docMk/>
            <pc:sldMk cId="220019590" sldId="302"/>
            <ac:cxnSpMk id="30" creationId="{00000000-0000-0000-0000-000000000000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32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6T03:42:16.627" v="1029" actId="478"/>
          <ac:cxnSpMkLst>
            <pc:docMk/>
            <pc:sldMk cId="220019590" sldId="302"/>
            <ac:cxnSpMk id="33" creationId="{00000000-0000-0000-0000-000000000000}"/>
          </ac:cxnSpMkLst>
        </pc:cxnChg>
        <pc:cxnChg chg="mod">
          <ac:chgData name="Songqing" userId="c4d8cb49210192e2" providerId="LiveId" clId="{F0382995-55ED-46FA-993E-7002C50FD2C1}" dt="2023-03-26T03:46:14.115" v="1070" actId="1076"/>
          <ac:cxnSpMkLst>
            <pc:docMk/>
            <pc:sldMk cId="220019590" sldId="302"/>
            <ac:cxnSpMk id="36" creationId="{00000000-0000-0000-0000-000000000000}"/>
          </ac:cxnSpMkLst>
        </pc:cxnChg>
      </pc:sldChg>
      <pc:sldChg chg="modSp mod">
        <pc:chgData name="Songqing" userId="c4d8cb49210192e2" providerId="LiveId" clId="{F0382995-55ED-46FA-993E-7002C50FD2C1}" dt="2023-04-01T06:53:36.827" v="1101" actId="20577"/>
        <pc:sldMkLst>
          <pc:docMk/>
          <pc:sldMk cId="244921353" sldId="303"/>
        </pc:sldMkLst>
        <pc:graphicFrameChg chg="modGraphic">
          <ac:chgData name="Songqing" userId="c4d8cb49210192e2" providerId="LiveId" clId="{F0382995-55ED-46FA-993E-7002C50FD2C1}" dt="2023-04-01T06:53:36.827" v="1101" actId="20577"/>
          <ac:graphicFrameMkLst>
            <pc:docMk/>
            <pc:sldMk cId="244921353" sldId="303"/>
            <ac:graphicFrameMk id="4" creationId="{00000000-0000-0000-0000-000000000000}"/>
          </ac:graphicFrameMkLst>
        </pc:graphicFrameChg>
      </pc:sldChg>
      <pc:sldChg chg="modSp mod">
        <pc:chgData name="Songqing" userId="c4d8cb49210192e2" providerId="LiveId" clId="{F0382995-55ED-46FA-993E-7002C50FD2C1}" dt="2023-03-24T19:25:51.115" v="197" actId="20577"/>
        <pc:sldMkLst>
          <pc:docMk/>
          <pc:sldMk cId="2608556701" sldId="315"/>
        </pc:sldMkLst>
        <pc:spChg chg="mod">
          <ac:chgData name="Songqing" userId="c4d8cb49210192e2" providerId="LiveId" clId="{F0382995-55ED-46FA-993E-7002C50FD2C1}" dt="2023-03-24T19:25:51.115" v="197" actId="20577"/>
          <ac:spMkLst>
            <pc:docMk/>
            <pc:sldMk cId="2608556701" sldId="315"/>
            <ac:spMk id="21507" creationId="{00000000-0000-0000-0000-000000000000}"/>
          </ac:spMkLst>
        </pc:spChg>
      </pc:sldChg>
      <pc:sldChg chg="ord">
        <pc:chgData name="Songqing" userId="c4d8cb49210192e2" providerId="LiveId" clId="{F0382995-55ED-46FA-993E-7002C50FD2C1}" dt="2023-03-24T19:28:24.200" v="199"/>
        <pc:sldMkLst>
          <pc:docMk/>
          <pc:sldMk cId="198251155" sldId="319"/>
        </pc:sldMkLst>
      </pc:sldChg>
      <pc:sldChg chg="delSp modSp mod">
        <pc:chgData name="Songqing" userId="c4d8cb49210192e2" providerId="LiveId" clId="{F0382995-55ED-46FA-993E-7002C50FD2C1}" dt="2023-03-24T19:29:49.303" v="205" actId="1076"/>
        <pc:sldMkLst>
          <pc:docMk/>
          <pc:sldMk cId="2892519445" sldId="321"/>
        </pc:sldMkLst>
        <pc:spChg chg="mod">
          <ac:chgData name="Songqing" userId="c4d8cb49210192e2" providerId="LiveId" clId="{F0382995-55ED-46FA-993E-7002C50FD2C1}" dt="2023-03-24T19:29:49.303" v="205" actId="1076"/>
          <ac:spMkLst>
            <pc:docMk/>
            <pc:sldMk cId="2892519445" sldId="321"/>
            <ac:spMk id="5" creationId="{00000000-0000-0000-0000-000000000000}"/>
          </ac:spMkLst>
        </pc:spChg>
        <pc:spChg chg="mod">
          <ac:chgData name="Songqing" userId="c4d8cb49210192e2" providerId="LiveId" clId="{F0382995-55ED-46FA-993E-7002C50FD2C1}" dt="2023-03-24T19:29:49.303" v="205" actId="1076"/>
          <ac:spMkLst>
            <pc:docMk/>
            <pc:sldMk cId="2892519445" sldId="321"/>
            <ac:spMk id="6" creationId="{00000000-0000-0000-0000-000000000000}"/>
          </ac:spMkLst>
        </pc:spChg>
        <pc:spChg chg="del mod">
          <ac:chgData name="Songqing" userId="c4d8cb49210192e2" providerId="LiveId" clId="{F0382995-55ED-46FA-993E-7002C50FD2C1}" dt="2023-03-24T19:29:44.653" v="204" actId="478"/>
          <ac:spMkLst>
            <pc:docMk/>
            <pc:sldMk cId="2892519445" sldId="321"/>
            <ac:spMk id="7" creationId="{00000000-0000-0000-0000-000000000000}"/>
          </ac:spMkLst>
        </pc:spChg>
      </pc:sldChg>
      <pc:sldChg chg="delSp modSp mod">
        <pc:chgData name="Songqing" userId="c4d8cb49210192e2" providerId="LiveId" clId="{F0382995-55ED-46FA-993E-7002C50FD2C1}" dt="2023-03-26T03:59:24.545" v="1094" actId="478"/>
        <pc:sldMkLst>
          <pc:docMk/>
          <pc:sldMk cId="3387566821" sldId="334"/>
        </pc:sldMkLst>
        <pc:spChg chg="del">
          <ac:chgData name="Songqing" userId="c4d8cb49210192e2" providerId="LiveId" clId="{F0382995-55ED-46FA-993E-7002C50FD2C1}" dt="2023-03-26T03:59:24.545" v="1094" actId="478"/>
          <ac:spMkLst>
            <pc:docMk/>
            <pc:sldMk cId="3387566821" sldId="334"/>
            <ac:spMk id="6" creationId="{00000000-0000-0000-0000-000000000000}"/>
          </ac:spMkLst>
        </pc:spChg>
        <pc:spChg chg="ord">
          <ac:chgData name="Songqing" userId="c4d8cb49210192e2" providerId="LiveId" clId="{F0382995-55ED-46FA-993E-7002C50FD2C1}" dt="2023-03-24T19:15:05.833" v="110" actId="166"/>
          <ac:spMkLst>
            <pc:docMk/>
            <pc:sldMk cId="3387566821" sldId="334"/>
            <ac:spMk id="40" creationId="{00000000-0000-0000-0000-000000000000}"/>
          </ac:spMkLst>
        </pc:spChg>
        <pc:spChg chg="mod">
          <ac:chgData name="Songqing" userId="c4d8cb49210192e2" providerId="LiveId" clId="{F0382995-55ED-46FA-993E-7002C50FD2C1}" dt="2023-03-24T19:15:18.650" v="114" actId="20577"/>
          <ac:spMkLst>
            <pc:docMk/>
            <pc:sldMk cId="3387566821" sldId="334"/>
            <ac:spMk id="42" creationId="{00000000-0000-0000-0000-000000000000}"/>
          </ac:spMkLst>
        </pc:spChg>
        <pc:spChg chg="del">
          <ac:chgData name="Songqing" userId="c4d8cb49210192e2" providerId="LiveId" clId="{F0382995-55ED-46FA-993E-7002C50FD2C1}" dt="2023-03-26T03:59:22.553" v="1093" actId="478"/>
          <ac:spMkLst>
            <pc:docMk/>
            <pc:sldMk cId="3387566821" sldId="334"/>
            <ac:spMk id="52" creationId="{00000000-0000-0000-0000-000000000000}"/>
          </ac:spMkLst>
        </pc:spChg>
      </pc:sldChg>
      <pc:sldChg chg="del">
        <pc:chgData name="Songqing" userId="c4d8cb49210192e2" providerId="LiveId" clId="{F0382995-55ED-46FA-993E-7002C50FD2C1}" dt="2023-03-25T15:58:00.267" v="1005" actId="2696"/>
        <pc:sldMkLst>
          <pc:docMk/>
          <pc:sldMk cId="2285731675" sldId="337"/>
        </pc:sldMkLst>
      </pc:sldChg>
      <pc:sldChg chg="addSp delSp modSp mod">
        <pc:chgData name="Songqing" userId="c4d8cb49210192e2" providerId="LiveId" clId="{F0382995-55ED-46FA-993E-7002C50FD2C1}" dt="2023-04-01T06:14:06.248" v="1100" actId="14100"/>
        <pc:sldMkLst>
          <pc:docMk/>
          <pc:sldMk cId="455407460" sldId="338"/>
        </pc:sldMkLst>
        <pc:spChg chg="mod">
          <ac:chgData name="Songqing" userId="c4d8cb49210192e2" providerId="LiveId" clId="{F0382995-55ED-46FA-993E-7002C50FD2C1}" dt="2023-03-25T15:31:46.221" v="718" actId="207"/>
          <ac:spMkLst>
            <pc:docMk/>
            <pc:sldMk cId="455407460" sldId="338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5T15:00:26.565" v="362" actId="478"/>
          <ac:spMkLst>
            <pc:docMk/>
            <pc:sldMk cId="455407460" sldId="338"/>
            <ac:spMk id="4" creationId="{00000000-0000-0000-0000-000000000000}"/>
          </ac:spMkLst>
        </pc:spChg>
        <pc:spChg chg="mod">
          <ac:chgData name="Songqing" userId="c4d8cb49210192e2" providerId="LiveId" clId="{F0382995-55ED-46FA-993E-7002C50FD2C1}" dt="2023-03-25T15:33:03.150" v="723" actId="207"/>
          <ac:spMkLst>
            <pc:docMk/>
            <pc:sldMk cId="455407460" sldId="338"/>
            <ac:spMk id="5" creationId="{00000000-0000-0000-0000-000000000000}"/>
          </ac:spMkLst>
        </pc:spChg>
        <pc:spChg chg="del">
          <ac:chgData name="Songqing" userId="c4d8cb49210192e2" providerId="LiveId" clId="{F0382995-55ED-46FA-993E-7002C50FD2C1}" dt="2023-03-25T12:14:35.587" v="215" actId="478"/>
          <ac:spMkLst>
            <pc:docMk/>
            <pc:sldMk cId="455407460" sldId="338"/>
            <ac:spMk id="6" creationId="{00000000-0000-0000-0000-000000000000}"/>
          </ac:spMkLst>
        </pc:spChg>
        <pc:spChg chg="del mod">
          <ac:chgData name="Songqing" userId="c4d8cb49210192e2" providerId="LiveId" clId="{F0382995-55ED-46FA-993E-7002C50FD2C1}" dt="2023-03-25T12:20:54.345" v="329" actId="478"/>
          <ac:spMkLst>
            <pc:docMk/>
            <pc:sldMk cId="455407460" sldId="338"/>
            <ac:spMk id="7" creationId="{00000000-0000-0000-0000-000000000000}"/>
          </ac:spMkLst>
        </pc:spChg>
        <pc:spChg chg="del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13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15" creationId="{00000000-0000-0000-0000-000000000000}"/>
          </ac:spMkLst>
        </pc:spChg>
        <pc:spChg chg="del mod">
          <ac:chgData name="Songqing" userId="c4d8cb49210192e2" providerId="LiveId" clId="{F0382995-55ED-46FA-993E-7002C50FD2C1}" dt="2023-03-25T12:15:32.385" v="221" actId="478"/>
          <ac:spMkLst>
            <pc:docMk/>
            <pc:sldMk cId="455407460" sldId="338"/>
            <ac:spMk id="16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2:17:04.669" v="238" actId="478"/>
          <ac:spMkLst>
            <pc:docMk/>
            <pc:sldMk cId="455407460" sldId="338"/>
            <ac:spMk id="20" creationId="{F7CCB033-B175-4E18-3539-56EB4432DE6E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2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32:01.223" v="719" actId="207"/>
          <ac:spMkLst>
            <pc:docMk/>
            <pc:sldMk cId="455407460" sldId="338"/>
            <ac:spMk id="29" creationId="{C4C31951-CED1-35CA-0222-7F2870A04008}"/>
          </ac:spMkLst>
        </pc:spChg>
        <pc:spChg chg="del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30" creationId="{00000000-0000-0000-0000-000000000000}"/>
          </ac:spMkLst>
        </pc:spChg>
        <pc:spChg chg="mod">
          <ac:chgData name="Songqing" userId="c4d8cb49210192e2" providerId="LiveId" clId="{F0382995-55ED-46FA-993E-7002C50FD2C1}" dt="2023-03-25T15:28:16.812" v="714" actId="207"/>
          <ac:spMkLst>
            <pc:docMk/>
            <pc:sldMk cId="455407460" sldId="338"/>
            <ac:spMk id="31" creationId="{00000000-0000-0000-0000-000000000000}"/>
          </ac:spMkLst>
        </pc:spChg>
        <pc:spChg chg="mod">
          <ac:chgData name="Songqing" userId="c4d8cb49210192e2" providerId="LiveId" clId="{F0382995-55ED-46FA-993E-7002C50FD2C1}" dt="2023-03-25T15:36:15.723" v="737" actId="1076"/>
          <ac:spMkLst>
            <pc:docMk/>
            <pc:sldMk cId="455407460" sldId="338"/>
            <ac:spMk id="3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32:36.155" v="722" actId="207"/>
          <ac:spMkLst>
            <pc:docMk/>
            <pc:sldMk cId="455407460" sldId="338"/>
            <ac:spMk id="33" creationId="{1E412B0A-B86C-3EB9-81BF-7447D297BF7F}"/>
          </ac:spMkLst>
        </pc:spChg>
        <pc:spChg chg="del mod">
          <ac:chgData name="Songqing" userId="c4d8cb49210192e2" providerId="LiveId" clId="{F0382995-55ED-46FA-993E-7002C50FD2C1}" dt="2023-03-25T15:25:40.748" v="642" actId="478"/>
          <ac:spMkLst>
            <pc:docMk/>
            <pc:sldMk cId="455407460" sldId="338"/>
            <ac:spMk id="37" creationId="{00000000-0000-0000-0000-000000000000}"/>
          </ac:spMkLst>
        </pc:spChg>
        <pc:spChg chg="add mod">
          <ac:chgData name="Songqing" userId="c4d8cb49210192e2" providerId="LiveId" clId="{F0382995-55ED-46FA-993E-7002C50FD2C1}" dt="2023-04-01T06:14:06.248" v="1100" actId="14100"/>
          <ac:spMkLst>
            <pc:docMk/>
            <pc:sldMk cId="455407460" sldId="338"/>
            <ac:spMk id="42" creationId="{F64AD005-A819-0732-F7B4-EC30E1FD8503}"/>
          </ac:spMkLst>
        </pc:spChg>
        <pc:spChg chg="mod">
          <ac:chgData name="Songqing" userId="c4d8cb49210192e2" providerId="LiveId" clId="{F0382995-55ED-46FA-993E-7002C50FD2C1}" dt="2023-03-25T15:36:03.579" v="735" actId="1076"/>
          <ac:spMkLst>
            <pc:docMk/>
            <pc:sldMk cId="455407460" sldId="338"/>
            <ac:spMk id="45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25:53.086" v="656" actId="1036"/>
          <ac:spMkLst>
            <pc:docMk/>
            <pc:sldMk cId="455407460" sldId="338"/>
            <ac:spMk id="47" creationId="{92BF62D1-39BD-0106-DBF1-B40AA33F94D9}"/>
          </ac:spMkLst>
        </pc:spChg>
        <pc:spChg chg="add mod">
          <ac:chgData name="Songqing" userId="c4d8cb49210192e2" providerId="LiveId" clId="{F0382995-55ED-46FA-993E-7002C50FD2C1}" dt="2023-03-25T15:36:00.183" v="734" actId="1076"/>
          <ac:spMkLst>
            <pc:docMk/>
            <pc:sldMk cId="455407460" sldId="338"/>
            <ac:spMk id="48" creationId="{BC5E60E8-575C-1354-C6C7-985C986E4EB1}"/>
          </ac:spMkLst>
        </pc:spChg>
        <pc:spChg chg="add mod">
          <ac:chgData name="Songqing" userId="c4d8cb49210192e2" providerId="LiveId" clId="{F0382995-55ED-46FA-993E-7002C50FD2C1}" dt="2023-03-25T15:36:12.686" v="736" actId="1076"/>
          <ac:spMkLst>
            <pc:docMk/>
            <pc:sldMk cId="455407460" sldId="338"/>
            <ac:spMk id="49" creationId="{432E5DF7-7596-43C1-7CF2-D7311EE9E5CC}"/>
          </ac:spMkLst>
        </pc:spChg>
        <pc:spChg chg="add mod">
          <ac:chgData name="Songqing" userId="c4d8cb49210192e2" providerId="LiveId" clId="{F0382995-55ED-46FA-993E-7002C50FD2C1}" dt="2023-03-25T15:35:56.798" v="733" actId="1076"/>
          <ac:spMkLst>
            <pc:docMk/>
            <pc:sldMk cId="455407460" sldId="338"/>
            <ac:spMk id="50" creationId="{DF15C7CE-02E3-F829-C8FE-F50E99AF52E6}"/>
          </ac:spMkLst>
        </pc:spChg>
        <pc:picChg chg="add mod">
          <ac:chgData name="Songqing" userId="c4d8cb49210192e2" providerId="LiveId" clId="{F0382995-55ED-46FA-993E-7002C50FD2C1}" dt="2023-03-25T15:25:53.086" v="656" actId="1036"/>
          <ac:picMkLst>
            <pc:docMk/>
            <pc:sldMk cId="455407460" sldId="338"/>
            <ac:picMk id="2" creationId="{957FB54C-C7E6-FD80-CD63-3EA1CB43BC4B}"/>
          </ac:picMkLst>
        </pc:picChg>
        <pc:picChg chg="del">
          <ac:chgData name="Songqing" userId="c4d8cb49210192e2" providerId="LiveId" clId="{F0382995-55ED-46FA-993E-7002C50FD2C1}" dt="2023-03-25T12:17:00.107" v="237" actId="478"/>
          <ac:picMkLst>
            <pc:docMk/>
            <pc:sldMk cId="455407460" sldId="338"/>
            <ac:picMk id="8" creationId="{00000000-0000-0000-0000-000000000000}"/>
          </ac:picMkLst>
        </pc:picChg>
        <pc:picChg chg="add del mod">
          <ac:chgData name="Songqing" userId="c4d8cb49210192e2" providerId="LiveId" clId="{F0382995-55ED-46FA-993E-7002C50FD2C1}" dt="2023-03-25T15:28:23.362" v="717" actId="478"/>
          <ac:picMkLst>
            <pc:docMk/>
            <pc:sldMk cId="455407460" sldId="338"/>
            <ac:picMk id="9" creationId="{576E5A9D-0B9A-DF62-291C-BE25F8BA0B93}"/>
          </ac:picMkLst>
        </pc:picChg>
        <pc:picChg chg="del mod">
          <ac:chgData name="Songqing" userId="c4d8cb49210192e2" providerId="LiveId" clId="{F0382995-55ED-46FA-993E-7002C50FD2C1}" dt="2023-03-25T12:14:23.185" v="211" actId="478"/>
          <ac:picMkLst>
            <pc:docMk/>
            <pc:sldMk cId="455407460" sldId="338"/>
            <ac:picMk id="12" creationId="{00000000-0000-0000-0000-000000000000}"/>
          </ac:picMkLst>
        </pc:picChg>
        <pc:picChg chg="mod">
          <ac:chgData name="Songqing" userId="c4d8cb49210192e2" providerId="LiveId" clId="{F0382995-55ED-46FA-993E-7002C50FD2C1}" dt="2023-03-25T15:39:59.576" v="771" actId="1076"/>
          <ac:picMkLst>
            <pc:docMk/>
            <pc:sldMk cId="455407460" sldId="338"/>
            <ac:picMk id="14" creationId="{00000000-0000-0000-0000-000000000000}"/>
          </ac:picMkLst>
        </pc:picChg>
        <pc:picChg chg="del">
          <ac:chgData name="Songqing" userId="c4d8cb49210192e2" providerId="LiveId" clId="{F0382995-55ED-46FA-993E-7002C50FD2C1}" dt="2023-03-25T12:16:58.910" v="236" actId="478"/>
          <ac:picMkLst>
            <pc:docMk/>
            <pc:sldMk cId="455407460" sldId="338"/>
            <ac:picMk id="17" creationId="{00000000-0000-0000-0000-000000000000}"/>
          </ac:picMkLst>
        </pc:picChg>
        <pc:picChg chg="del">
          <ac:chgData name="Songqing" userId="c4d8cb49210192e2" providerId="LiveId" clId="{F0382995-55ED-46FA-993E-7002C50FD2C1}" dt="2023-03-25T15:00:24.078" v="361" actId="478"/>
          <ac:picMkLst>
            <pc:docMk/>
            <pc:sldMk cId="455407460" sldId="338"/>
            <ac:picMk id="18" creationId="{00000000-0000-0000-0000-000000000000}"/>
          </ac:picMkLst>
        </pc:picChg>
        <pc:picChg chg="add mod">
          <ac:chgData name="Songqing" userId="c4d8cb49210192e2" providerId="LiveId" clId="{F0382995-55ED-46FA-993E-7002C50FD2C1}" dt="2023-03-25T15:39:48.409" v="769" actId="1076"/>
          <ac:picMkLst>
            <pc:docMk/>
            <pc:sldMk cId="455407460" sldId="338"/>
            <ac:picMk id="51" creationId="{8A9C80C6-C6FF-2CFB-2DC2-7BDDA66B4A24}"/>
          </ac:picMkLst>
        </pc:picChg>
        <pc:picChg chg="add mod">
          <ac:chgData name="Songqing" userId="c4d8cb49210192e2" providerId="LiveId" clId="{F0382995-55ED-46FA-993E-7002C50FD2C1}" dt="2023-03-25T15:39:49.742" v="770" actId="1076"/>
          <ac:picMkLst>
            <pc:docMk/>
            <pc:sldMk cId="455407460" sldId="338"/>
            <ac:picMk id="52" creationId="{6C92295F-63AE-4838-C79B-698CA0A9DA66}"/>
          </ac:picMkLst>
        </pc:picChg>
        <pc:cxnChg chg="mod">
          <ac:chgData name="Songqing" userId="c4d8cb49210192e2" providerId="LiveId" clId="{F0382995-55ED-46FA-993E-7002C50FD2C1}" dt="2023-03-25T15:35:24.186" v="731" actId="208"/>
          <ac:cxnSpMkLst>
            <pc:docMk/>
            <pc:sldMk cId="455407460" sldId="338"/>
            <ac:cxnSpMk id="10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2.063" v="411" actId="478"/>
          <ac:cxnSpMkLst>
            <pc:docMk/>
            <pc:sldMk cId="455407460" sldId="338"/>
            <ac:cxnSpMk id="11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1.264" v="410" actId="478"/>
          <ac:cxnSpMkLst>
            <pc:docMk/>
            <pc:sldMk cId="455407460" sldId="338"/>
            <ac:cxnSpMk id="21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02:30.060" v="409" actId="478"/>
          <ac:cxnSpMkLst>
            <pc:docMk/>
            <pc:sldMk cId="455407460" sldId="338"/>
            <ac:cxnSpMk id="40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35:30.315" v="732" actId="208"/>
          <ac:cxnSpMkLst>
            <pc:docMk/>
            <pc:sldMk cId="455407460" sldId="338"/>
            <ac:cxnSpMk id="43" creationId="{2A802624-0405-D3AF-FFC3-40749969E127}"/>
          </ac:cxnSpMkLst>
        </pc:cxnChg>
      </pc:sldChg>
      <pc:sldChg chg="addSp delSp modSp mod">
        <pc:chgData name="Songqing" userId="c4d8cb49210192e2" providerId="LiveId" clId="{F0382995-55ED-46FA-993E-7002C50FD2C1}" dt="2023-03-26T03:41:15.313" v="1025" actId="14100"/>
        <pc:sldMkLst>
          <pc:docMk/>
          <pc:sldMk cId="2458293802" sldId="339"/>
        </pc:sldMkLst>
        <pc:spChg chg="del mod">
          <ac:chgData name="Songqing" userId="c4d8cb49210192e2" providerId="LiveId" clId="{F0382995-55ED-46FA-993E-7002C50FD2C1}" dt="2023-03-25T15:51:00.777" v="929" actId="478"/>
          <ac:spMkLst>
            <pc:docMk/>
            <pc:sldMk cId="2458293802" sldId="339"/>
            <ac:spMk id="2" creationId="{00000000-0000-0000-0000-000000000000}"/>
          </ac:spMkLst>
        </pc:spChg>
        <pc:spChg chg="add mod">
          <ac:chgData name="Songqing" userId="c4d8cb49210192e2" providerId="LiveId" clId="{F0382995-55ED-46FA-993E-7002C50FD2C1}" dt="2023-03-25T15:57:27.376" v="1004" actId="14100"/>
          <ac:spMkLst>
            <pc:docMk/>
            <pc:sldMk cId="2458293802" sldId="339"/>
            <ac:spMk id="3" creationId="{AE4FEFFD-FE45-DC51-559B-B6A4CFE0DC6B}"/>
          </ac:spMkLst>
        </pc:spChg>
        <pc:spChg chg="add mod">
          <ac:chgData name="Songqing" userId="c4d8cb49210192e2" providerId="LiveId" clId="{F0382995-55ED-46FA-993E-7002C50FD2C1}" dt="2023-03-25T15:51:30.214" v="938" actId="14100"/>
          <ac:spMkLst>
            <pc:docMk/>
            <pc:sldMk cId="2458293802" sldId="339"/>
            <ac:spMk id="5" creationId="{65A724B9-3B71-C501-FEB9-3AC8B35DF09B}"/>
          </ac:spMkLst>
        </pc:spChg>
        <pc:spChg chg="add mod">
          <ac:chgData name="Songqing" userId="c4d8cb49210192e2" providerId="LiveId" clId="{F0382995-55ED-46FA-993E-7002C50FD2C1}" dt="2023-03-25T15:53:31.367" v="967" actId="1076"/>
          <ac:spMkLst>
            <pc:docMk/>
            <pc:sldMk cId="2458293802" sldId="339"/>
            <ac:spMk id="10" creationId="{54630805-135C-7A66-D833-4B1C189AB539}"/>
          </ac:spMkLst>
        </pc:spChg>
        <pc:spChg chg="del">
          <ac:chgData name="Songqing" userId="c4d8cb49210192e2" providerId="LiveId" clId="{F0382995-55ED-46FA-993E-7002C50FD2C1}" dt="2023-03-25T15:51:37.012" v="940" actId="478"/>
          <ac:spMkLst>
            <pc:docMk/>
            <pc:sldMk cId="2458293802" sldId="339"/>
            <ac:spMk id="13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5:51:39.336" v="941" actId="478"/>
          <ac:spMkLst>
            <pc:docMk/>
            <pc:sldMk cId="2458293802" sldId="339"/>
            <ac:spMk id="15" creationId="{B87DE697-6C68-6F17-7AED-82C66ECF8198}"/>
          </ac:spMkLst>
        </pc:spChg>
        <pc:spChg chg="add mod">
          <ac:chgData name="Songqing" userId="c4d8cb49210192e2" providerId="LiveId" clId="{F0382995-55ED-46FA-993E-7002C50FD2C1}" dt="2023-03-25T15:55:03.095" v="989" actId="207"/>
          <ac:spMkLst>
            <pc:docMk/>
            <pc:sldMk cId="2458293802" sldId="339"/>
            <ac:spMk id="16" creationId="{15FA377C-99B5-74C4-D7A0-DE4B0159E856}"/>
          </ac:spMkLst>
        </pc:spChg>
        <pc:spChg chg="del mod">
          <ac:chgData name="Songqing" userId="c4d8cb49210192e2" providerId="LiveId" clId="{F0382995-55ED-46FA-993E-7002C50FD2C1}" dt="2023-03-25T15:49:10.622" v="877" actId="478"/>
          <ac:spMkLst>
            <pc:docMk/>
            <pc:sldMk cId="2458293802" sldId="339"/>
            <ac:spMk id="24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0:52.609" v="928" actId="478"/>
          <ac:spMkLst>
            <pc:docMk/>
            <pc:sldMk cId="2458293802" sldId="339"/>
            <ac:spMk id="26" creationId="{00000000-0000-0000-0000-000000000000}"/>
          </ac:spMkLst>
        </pc:spChg>
        <pc:spChg chg="mod">
          <ac:chgData name="Songqing" userId="c4d8cb49210192e2" providerId="LiveId" clId="{F0382995-55ED-46FA-993E-7002C50FD2C1}" dt="2023-03-25T15:56:45.913" v="997" actId="20577"/>
          <ac:spMkLst>
            <pc:docMk/>
            <pc:sldMk cId="2458293802" sldId="339"/>
            <ac:spMk id="34" creationId="{00000000-0000-0000-0000-000000000000}"/>
          </ac:spMkLst>
        </pc:spChg>
        <pc:spChg chg="mod">
          <ac:chgData name="Songqing" userId="c4d8cb49210192e2" providerId="LiveId" clId="{F0382995-55ED-46FA-993E-7002C50FD2C1}" dt="2023-03-25T15:56:48.880" v="999" actId="20577"/>
          <ac:spMkLst>
            <pc:docMk/>
            <pc:sldMk cId="2458293802" sldId="339"/>
            <ac:spMk id="35" creationId="{00000000-0000-0000-0000-000000000000}"/>
          </ac:spMkLst>
        </pc:spChg>
        <pc:spChg chg="mod">
          <ac:chgData name="Songqing" userId="c4d8cb49210192e2" providerId="LiveId" clId="{F0382995-55ED-46FA-993E-7002C50FD2C1}" dt="2023-03-26T03:41:15.313" v="1025" actId="14100"/>
          <ac:spMkLst>
            <pc:docMk/>
            <pc:sldMk cId="2458293802" sldId="339"/>
            <ac:spMk id="36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0:15.213" v="927" actId="478"/>
          <ac:spMkLst>
            <pc:docMk/>
            <pc:sldMk cId="2458293802" sldId="339"/>
            <ac:spMk id="37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55:06.329" v="991" actId="478"/>
          <ac:spMkLst>
            <pc:docMk/>
            <pc:sldMk cId="2458293802" sldId="339"/>
            <ac:spMk id="38" creationId="{00000000-0000-0000-0000-000000000000}"/>
          </ac:spMkLst>
        </pc:spChg>
        <pc:cxnChg chg="del mod">
          <ac:chgData name="Songqing" userId="c4d8cb49210192e2" providerId="LiveId" clId="{F0382995-55ED-46FA-993E-7002C50FD2C1}" dt="2023-03-25T15:51:03.821" v="930" actId="478"/>
          <ac:cxnSpMkLst>
            <pc:docMk/>
            <pc:sldMk cId="2458293802" sldId="339"/>
            <ac:cxnSpMk id="4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51:04.615" v="931" actId="478"/>
          <ac:cxnSpMkLst>
            <pc:docMk/>
            <pc:sldMk cId="2458293802" sldId="339"/>
            <ac:cxnSpMk id="6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25T15:51:05.779" v="932" actId="478"/>
          <ac:cxnSpMkLst>
            <pc:docMk/>
            <pc:sldMk cId="2458293802" sldId="339"/>
            <ac:cxnSpMk id="8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7:27.376" v="1004" actId="14100"/>
          <ac:cxnSpMkLst>
            <pc:docMk/>
            <pc:sldMk cId="2458293802" sldId="339"/>
            <ac:cxnSpMk id="18" creationId="{3DCAB44A-AF9D-019D-EEED-8B67EC621CC1}"/>
          </ac:cxnSpMkLst>
        </pc:cxnChg>
      </pc:sldChg>
      <pc:sldChg chg="addSp delSp modSp mod">
        <pc:chgData name="Songqing" userId="c4d8cb49210192e2" providerId="LiveId" clId="{F0382995-55ED-46FA-993E-7002C50FD2C1}" dt="2023-03-26T03:53:50.658" v="1091" actId="478"/>
        <pc:sldMkLst>
          <pc:docMk/>
          <pc:sldMk cId="3808974401" sldId="342"/>
        </pc:sldMkLst>
        <pc:spChg chg="del mod">
          <ac:chgData name="Songqing" userId="c4d8cb49210192e2" providerId="LiveId" clId="{F0382995-55ED-46FA-993E-7002C50FD2C1}" dt="2023-03-26T03:53:42.691" v="1089" actId="478"/>
          <ac:spMkLst>
            <pc:docMk/>
            <pc:sldMk cId="3808974401" sldId="342"/>
            <ac:spMk id="2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6T03:53:50.658" v="1091" actId="478"/>
          <ac:spMkLst>
            <pc:docMk/>
            <pc:sldMk cId="3808974401" sldId="342"/>
            <ac:spMk id="5" creationId="{61B1B69F-B21A-6797-82F4-323065BFDD46}"/>
          </ac:spMkLst>
        </pc:spChg>
      </pc:sldChg>
      <pc:sldChg chg="addSp delSp modSp add mod">
        <pc:chgData name="Songqing" userId="c4d8cb49210192e2" providerId="LiveId" clId="{F0382995-55ED-46FA-993E-7002C50FD2C1}" dt="2023-03-25T15:58:30.800" v="1011" actId="14100"/>
        <pc:sldMkLst>
          <pc:docMk/>
          <pc:sldMk cId="3232703280" sldId="346"/>
        </pc:sldMkLst>
        <pc:spChg chg="del">
          <ac:chgData name="Songqing" userId="c4d8cb49210192e2" providerId="LiveId" clId="{F0382995-55ED-46FA-993E-7002C50FD2C1}" dt="2023-03-14T13:44:32.047" v="28" actId="478"/>
          <ac:spMkLst>
            <pc:docMk/>
            <pc:sldMk cId="3232703280" sldId="346"/>
            <ac:spMk id="2" creationId="{00000000-0000-0000-0000-000000000000}"/>
          </ac:spMkLst>
        </pc:spChg>
        <pc:spChg chg="mod">
          <ac:chgData name="Songqing" userId="c4d8cb49210192e2" providerId="LiveId" clId="{F0382995-55ED-46FA-993E-7002C50FD2C1}" dt="2023-03-14T13:45:37.979" v="42" actId="1076"/>
          <ac:spMkLst>
            <pc:docMk/>
            <pc:sldMk cId="3232703280" sldId="346"/>
            <ac:spMk id="5" creationId="{00000000-0000-0000-0000-000000000000}"/>
          </ac:spMkLst>
        </pc:spChg>
        <pc:spChg chg="mod">
          <ac:chgData name="Songqing" userId="c4d8cb49210192e2" providerId="LiveId" clId="{F0382995-55ED-46FA-993E-7002C50FD2C1}" dt="2023-03-14T13:45:46.785" v="44" actId="1076"/>
          <ac:spMkLst>
            <pc:docMk/>
            <pc:sldMk cId="3232703280" sldId="346"/>
            <ac:spMk id="23" creationId="{00000000-0000-0000-0000-000000000000}"/>
          </ac:spMkLst>
        </pc:spChg>
        <pc:spChg chg="mod">
          <ac:chgData name="Songqing" userId="c4d8cb49210192e2" providerId="LiveId" clId="{F0382995-55ED-46FA-993E-7002C50FD2C1}" dt="2023-03-24T19:14:10.773" v="109" actId="14100"/>
          <ac:spMkLst>
            <pc:docMk/>
            <pc:sldMk cId="3232703280" sldId="346"/>
            <ac:spMk id="24" creationId="{00000000-0000-0000-0000-000000000000}"/>
          </ac:spMkLst>
        </pc:spChg>
        <pc:spChg chg="mod">
          <ac:chgData name="Songqing" userId="c4d8cb49210192e2" providerId="LiveId" clId="{F0382995-55ED-46FA-993E-7002C50FD2C1}" dt="2023-03-14T13:48:30.848" v="80" actId="20577"/>
          <ac:spMkLst>
            <pc:docMk/>
            <pc:sldMk cId="3232703280" sldId="346"/>
            <ac:spMk id="25" creationId="{00000000-0000-0000-0000-000000000000}"/>
          </ac:spMkLst>
        </pc:spChg>
        <pc:spChg chg="del mod">
          <ac:chgData name="Songqing" userId="c4d8cb49210192e2" providerId="LiveId" clId="{F0382995-55ED-46FA-993E-7002C50FD2C1}" dt="2023-03-14T13:46:34.416" v="56" actId="478"/>
          <ac:spMkLst>
            <pc:docMk/>
            <pc:sldMk cId="3232703280" sldId="346"/>
            <ac:spMk id="27" creationId="{00000000-0000-0000-0000-000000000000}"/>
          </ac:spMkLst>
        </pc:spChg>
        <pc:spChg chg="mod">
          <ac:chgData name="Songqing" userId="c4d8cb49210192e2" providerId="LiveId" clId="{F0382995-55ED-46FA-993E-7002C50FD2C1}" dt="2023-03-14T13:44:10.562" v="26" actId="20577"/>
          <ac:spMkLst>
            <pc:docMk/>
            <pc:sldMk cId="3232703280" sldId="346"/>
            <ac:spMk id="33" creationId="{00000000-0000-0000-0000-000000000000}"/>
          </ac:spMkLst>
        </pc:spChg>
        <pc:spChg chg="mod">
          <ac:chgData name="Songqing" userId="c4d8cb49210192e2" providerId="LiveId" clId="{F0382995-55ED-46FA-993E-7002C50FD2C1}" dt="2023-03-14T13:46:41.056" v="57" actId="1076"/>
          <ac:spMkLst>
            <pc:docMk/>
            <pc:sldMk cId="3232703280" sldId="346"/>
            <ac:spMk id="37" creationId="{00000000-0000-0000-0000-000000000000}"/>
          </ac:spMkLst>
        </pc:spChg>
        <pc:spChg chg="mod">
          <ac:chgData name="Songqing" userId="c4d8cb49210192e2" providerId="LiveId" clId="{F0382995-55ED-46FA-993E-7002C50FD2C1}" dt="2023-03-14T13:46:29.416" v="55" actId="20577"/>
          <ac:spMkLst>
            <pc:docMk/>
            <pc:sldMk cId="3232703280" sldId="346"/>
            <ac:spMk id="41" creationId="{00000000-0000-0000-0000-000000000000}"/>
          </ac:spMkLst>
        </pc:spChg>
        <pc:spChg chg="add mod">
          <ac:chgData name="Songqing" userId="c4d8cb49210192e2" providerId="LiveId" clId="{F0382995-55ED-46FA-993E-7002C50FD2C1}" dt="2023-03-14T13:48:47.319" v="90" actId="20577"/>
          <ac:spMkLst>
            <pc:docMk/>
            <pc:sldMk cId="3232703280" sldId="346"/>
            <ac:spMk id="55" creationId="{CE133626-5CA9-4AC0-45F2-6B1ACAEE2EFE}"/>
          </ac:spMkLst>
        </pc:spChg>
        <pc:cxnChg chg="del mod">
          <ac:chgData name="Songqing" userId="c4d8cb49210192e2" providerId="LiveId" clId="{F0382995-55ED-46FA-993E-7002C50FD2C1}" dt="2023-03-14T13:45:43.762" v="43" actId="478"/>
          <ac:cxnSpMkLst>
            <pc:docMk/>
            <pc:sldMk cId="3232703280" sldId="346"/>
            <ac:cxnSpMk id="7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06.756" v="33" actId="478"/>
          <ac:cxnSpMkLst>
            <pc:docMk/>
            <pc:sldMk cId="3232703280" sldId="346"/>
            <ac:cxnSpMk id="12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17.625" v="37" actId="478"/>
          <ac:cxnSpMkLst>
            <pc:docMk/>
            <pc:sldMk cId="3232703280" sldId="346"/>
            <ac:cxnSpMk id="15" creationId="{00000000-0000-0000-0000-000000000000}"/>
          </ac:cxnSpMkLst>
        </pc:cxnChg>
        <pc:cxnChg chg="del mod">
          <ac:chgData name="Songqing" userId="c4d8cb49210192e2" providerId="LiveId" clId="{F0382995-55ED-46FA-993E-7002C50FD2C1}" dt="2023-03-14T13:45:08.654" v="34" actId="478"/>
          <ac:cxnSpMkLst>
            <pc:docMk/>
            <pc:sldMk cId="3232703280" sldId="346"/>
            <ac:cxnSpMk id="28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8:16.606" v="1006" actId="208"/>
          <ac:cxnSpMkLst>
            <pc:docMk/>
            <pc:sldMk cId="3232703280" sldId="346"/>
            <ac:cxnSpMk id="35" creationId="{EEC82209-3ABC-B1D5-B2BF-50BC31CC3C22}"/>
          </ac:cxnSpMkLst>
        </pc:cxnChg>
        <pc:cxnChg chg="add mod">
          <ac:chgData name="Songqing" userId="c4d8cb49210192e2" providerId="LiveId" clId="{F0382995-55ED-46FA-993E-7002C50FD2C1}" dt="2023-03-25T15:58:19.169" v="1007" actId="208"/>
          <ac:cxnSpMkLst>
            <pc:docMk/>
            <pc:sldMk cId="3232703280" sldId="346"/>
            <ac:cxnSpMk id="38" creationId="{52AE3FEC-5DF7-81DA-8A45-A5838621419F}"/>
          </ac:cxnSpMkLst>
        </pc:cxnChg>
        <pc:cxnChg chg="add mod">
          <ac:chgData name="Songqing" userId="c4d8cb49210192e2" providerId="LiveId" clId="{F0382995-55ED-46FA-993E-7002C50FD2C1}" dt="2023-03-25T15:58:21.895" v="1008" actId="208"/>
          <ac:cxnSpMkLst>
            <pc:docMk/>
            <pc:sldMk cId="3232703280" sldId="346"/>
            <ac:cxnSpMk id="39" creationId="{2095C78B-862B-C6F2-6C5C-49D21491E697}"/>
          </ac:cxnSpMkLst>
        </pc:cxnChg>
        <pc:cxnChg chg="del mod">
          <ac:chgData name="Songqing" userId="c4d8cb49210192e2" providerId="LiveId" clId="{F0382995-55ED-46FA-993E-7002C50FD2C1}" dt="2023-03-14T13:45:48.580" v="45" actId="478"/>
          <ac:cxnSpMkLst>
            <pc:docMk/>
            <pc:sldMk cId="3232703280" sldId="346"/>
            <ac:cxnSpMk id="42" creationId="{00000000-0000-0000-0000-000000000000}"/>
          </ac:cxnSpMkLst>
        </pc:cxnChg>
        <pc:cxnChg chg="add mod">
          <ac:chgData name="Songqing" userId="c4d8cb49210192e2" providerId="LiveId" clId="{F0382995-55ED-46FA-993E-7002C50FD2C1}" dt="2023-03-25T15:58:23.966" v="1009" actId="208"/>
          <ac:cxnSpMkLst>
            <pc:docMk/>
            <pc:sldMk cId="3232703280" sldId="346"/>
            <ac:cxnSpMk id="46" creationId="{23E4E777-0415-407C-2C3D-B8F48B772E4D}"/>
          </ac:cxnSpMkLst>
        </pc:cxnChg>
        <pc:cxnChg chg="add mod">
          <ac:chgData name="Songqing" userId="c4d8cb49210192e2" providerId="LiveId" clId="{F0382995-55ED-46FA-993E-7002C50FD2C1}" dt="2023-03-24T19:14:10.773" v="109" actId="14100"/>
          <ac:cxnSpMkLst>
            <pc:docMk/>
            <pc:sldMk cId="3232703280" sldId="346"/>
            <ac:cxnSpMk id="49" creationId="{DC90D867-ABD3-0073-E0E6-127708ED845D}"/>
          </ac:cxnSpMkLst>
        </pc:cxnChg>
        <pc:cxnChg chg="add mod">
          <ac:chgData name="Songqing" userId="c4d8cb49210192e2" providerId="LiveId" clId="{F0382995-55ED-46FA-993E-7002C50FD2C1}" dt="2023-03-25T15:58:30.800" v="1011" actId="14100"/>
          <ac:cxnSpMkLst>
            <pc:docMk/>
            <pc:sldMk cId="3232703280" sldId="346"/>
            <ac:cxnSpMk id="57" creationId="{EC55D37F-E11D-BCF3-4D1A-8741299C855F}"/>
          </ac:cxnSpMkLst>
        </pc:cxnChg>
      </pc:sldChg>
      <pc:sldChg chg="addSp delSp modSp add mod">
        <pc:chgData name="Songqing" userId="c4d8cb49210192e2" providerId="LiveId" clId="{F0382995-55ED-46FA-993E-7002C50FD2C1}" dt="2023-03-26T03:49:52.179" v="1073" actId="478"/>
        <pc:sldMkLst>
          <pc:docMk/>
          <pc:sldMk cId="3230245180" sldId="347"/>
        </pc:sldMkLst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" creationId="{00000000-0000-0000-0000-000000000000}"/>
          </ac:spMkLst>
        </pc:spChg>
        <pc:spChg chg="del mod">
          <ac:chgData name="Songqing" userId="c4d8cb49210192e2" providerId="LiveId" clId="{F0382995-55ED-46FA-993E-7002C50FD2C1}" dt="2023-03-26T03:49:52.179" v="1073" actId="478"/>
          <ac:spMkLst>
            <pc:docMk/>
            <pc:sldMk cId="3230245180" sldId="347"/>
            <ac:spMk id="6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6T03:49:49.255" v="1072" actId="478"/>
          <ac:spMkLst>
            <pc:docMk/>
            <pc:sldMk cId="3230245180" sldId="347"/>
            <ac:spMk id="7" creationId="{66A4A5D9-80DB-2393-3E96-2B0E13388A38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5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8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2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1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3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6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1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2" creationId="{00000000-0000-0000-0000-000000000000}"/>
          </ac:spMkLst>
        </pc:spChg>
        <pc:spChg chg="mod">
          <ac:chgData name="Songqing" userId="c4d8cb49210192e2" providerId="LiveId" clId="{F0382995-55ED-46FA-993E-7002C50FD2C1}" dt="2023-03-24T19:16:21.194" v="129" actId="207"/>
          <ac:spMkLst>
            <pc:docMk/>
            <pc:sldMk cId="3230245180" sldId="347"/>
            <ac:spMk id="44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5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6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8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49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1" creationId="{00000000-0000-0000-0000-000000000000}"/>
          </ac:spMkLst>
        </pc:spChg>
        <pc:spChg chg="del mod">
          <ac:chgData name="Songqing" userId="c4d8cb49210192e2" providerId="LiveId" clId="{F0382995-55ED-46FA-993E-7002C50FD2C1}" dt="2023-03-26T03:49:47.032" v="1071" actId="478"/>
          <ac:spMkLst>
            <pc:docMk/>
            <pc:sldMk cId="3230245180" sldId="347"/>
            <ac:spMk id="52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57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720" creationId="{00000000-0000-0000-0000-000000000000}"/>
          </ac:spMkLst>
        </pc:spChg>
        <pc:spChg chg="del">
          <ac:chgData name="Songqing" userId="c4d8cb49210192e2" providerId="LiveId" clId="{F0382995-55ED-46FA-993E-7002C50FD2C1}" dt="2023-03-24T19:15:50.599" v="116" actId="478"/>
          <ac:spMkLst>
            <pc:docMk/>
            <pc:sldMk cId="3230245180" sldId="347"/>
            <ac:spMk id="30760" creationId="{00000000-0000-0000-0000-000000000000}"/>
          </ac:spMkLst>
        </pc:spChg>
        <pc:picChg chg="del">
          <ac:chgData name="Songqing" userId="c4d8cb49210192e2" providerId="LiveId" clId="{F0382995-55ED-46FA-993E-7002C50FD2C1}" dt="2023-03-24T19:15:50.599" v="116" actId="478"/>
          <ac:picMkLst>
            <pc:docMk/>
            <pc:sldMk cId="3230245180" sldId="347"/>
            <ac:picMk id="34" creationId="{00000000-0000-0000-0000-000000000000}"/>
          </ac:picMkLst>
        </pc:picChg>
        <pc:picChg chg="del">
          <ac:chgData name="Songqing" userId="c4d8cb49210192e2" providerId="LiveId" clId="{F0382995-55ED-46FA-993E-7002C50FD2C1}" dt="2023-03-24T19:15:50.599" v="116" actId="478"/>
          <ac:picMkLst>
            <pc:docMk/>
            <pc:sldMk cId="3230245180" sldId="347"/>
            <ac:picMk id="30730" creationId="{00000000-0000-0000-0000-000000000000}"/>
          </ac:picMkLst>
        </pc:pic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5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9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20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35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38" creationId="{00000000-0000-0000-0000-000000000000}"/>
          </ac:cxnSpMkLst>
        </pc:cxnChg>
        <pc:cxnChg chg="del">
          <ac:chgData name="Songqing" userId="c4d8cb49210192e2" providerId="LiveId" clId="{F0382995-55ED-46FA-993E-7002C50FD2C1}" dt="2023-03-24T19:15:50.599" v="116" actId="478"/>
          <ac:cxnSpMkLst>
            <pc:docMk/>
            <pc:sldMk cId="3230245180" sldId="347"/>
            <ac:cxnSpMk id="43" creationId="{00000000-0000-0000-0000-000000000000}"/>
          </ac:cxnSpMkLst>
        </pc:cxnChg>
      </pc:sldChg>
      <pc:sldChg chg="add ord">
        <pc:chgData name="Songqing" userId="c4d8cb49210192e2" providerId="LiveId" clId="{F0382995-55ED-46FA-993E-7002C50FD2C1}" dt="2023-03-24T19:28:39.725" v="202"/>
        <pc:sldMkLst>
          <pc:docMk/>
          <pc:sldMk cId="407331459" sldId="348"/>
        </pc:sldMkLst>
      </pc:sldChg>
      <pc:sldChg chg="addSp delSp modSp add mod ord">
        <pc:chgData name="Songqing" userId="c4d8cb49210192e2" providerId="LiveId" clId="{F0382995-55ED-46FA-993E-7002C50FD2C1}" dt="2023-03-25T15:42:08.449" v="848" actId="1076"/>
        <pc:sldMkLst>
          <pc:docMk/>
          <pc:sldMk cId="48961036" sldId="349"/>
        </pc:sldMkLst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2" creationId="{00000000-0000-0000-0000-000000000000}"/>
          </ac:spMkLst>
        </pc:spChg>
        <pc:spChg chg="mod">
          <ac:chgData name="Songqing" userId="c4d8cb49210192e2" providerId="LiveId" clId="{F0382995-55ED-46FA-993E-7002C50FD2C1}" dt="2023-03-25T15:42:01.096" v="847" actId="1076"/>
          <ac:spMkLst>
            <pc:docMk/>
            <pc:sldMk cId="48961036" sldId="349"/>
            <ac:spMk id="3" creationId="{00000000-0000-0000-0000-000000000000}"/>
          </ac:spMkLst>
        </pc:spChg>
        <pc:spChg chg="add del mod">
          <ac:chgData name="Songqing" userId="c4d8cb49210192e2" providerId="LiveId" clId="{F0382995-55ED-46FA-993E-7002C50FD2C1}" dt="2023-03-25T15:34:24.105" v="726" actId="478"/>
          <ac:spMkLst>
            <pc:docMk/>
            <pc:sldMk cId="48961036" sldId="349"/>
            <ac:spMk id="6" creationId="{58394D0F-945E-BA94-E9F0-2C2041209317}"/>
          </ac:spMkLst>
        </pc:spChg>
        <pc:spChg chg="mod">
          <ac:chgData name="Songqing" userId="c4d8cb49210192e2" providerId="LiveId" clId="{F0382995-55ED-46FA-993E-7002C50FD2C1}" dt="2023-03-25T15:42:08.449" v="848" actId="1076"/>
          <ac:spMkLst>
            <pc:docMk/>
            <pc:sldMk cId="48961036" sldId="349"/>
            <ac:spMk id="9" creationId="{00000000-0000-0000-0000-000000000000}"/>
          </ac:spMkLst>
        </pc:spChg>
        <pc:spChg chg="del mod">
          <ac:chgData name="Songqing" userId="c4d8cb49210192e2" providerId="LiveId" clId="{F0382995-55ED-46FA-993E-7002C50FD2C1}" dt="2023-03-25T15:34:21.206" v="725" actId="478"/>
          <ac:spMkLst>
            <pc:docMk/>
            <pc:sldMk cId="48961036" sldId="349"/>
            <ac:spMk id="14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24" creationId="{00000000-0000-0000-0000-000000000000}"/>
          </ac:spMkLst>
        </pc:spChg>
        <pc:spChg chg="del">
          <ac:chgData name="Songqing" userId="c4d8cb49210192e2" providerId="LiveId" clId="{F0382995-55ED-46FA-993E-7002C50FD2C1}" dt="2023-03-25T15:34:36.843" v="727" actId="21"/>
          <ac:spMkLst>
            <pc:docMk/>
            <pc:sldMk cId="48961036" sldId="349"/>
            <ac:spMk id="33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80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81" creationId="{00000000-0000-0000-0000-000000000000}"/>
          </ac:spMkLst>
        </pc:spChg>
        <pc:spChg chg="mod">
          <ac:chgData name="Songqing" userId="c4d8cb49210192e2" providerId="LiveId" clId="{F0382995-55ED-46FA-993E-7002C50FD2C1}" dt="2023-03-25T15:41:52.799" v="845" actId="1036"/>
          <ac:spMkLst>
            <pc:docMk/>
            <pc:sldMk cId="48961036" sldId="349"/>
            <ac:spMk id="141" creationId="{00000000-0000-0000-0000-000000000000}"/>
          </ac:spMkLst>
        </pc:spChg>
        <pc:cxnChg chg="mod">
          <ac:chgData name="Songqing" userId="c4d8cb49210192e2" providerId="LiveId" clId="{F0382995-55ED-46FA-993E-7002C50FD2C1}" dt="2023-03-25T15:41:58.109" v="846" actId="14100"/>
          <ac:cxnSpMkLst>
            <pc:docMk/>
            <pc:sldMk cId="48961036" sldId="349"/>
            <ac:cxnSpMk id="5" creationId="{00000000-0000-0000-0000-000000000000}"/>
          </ac:cxnSpMkLst>
        </pc:cxnChg>
      </pc:sldChg>
      <pc:sldChg chg="add">
        <pc:chgData name="Songqing" userId="c4d8cb49210192e2" providerId="LiveId" clId="{F0382995-55ED-46FA-993E-7002C50FD2C1}" dt="2023-03-26T03:50:20.001" v="1074" actId="2890"/>
        <pc:sldMkLst>
          <pc:docMk/>
          <pc:sldMk cId="3402427553" sldId="3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8A142A-507E-481A-AD9C-B2E1F29E4008}" type="datetimeFigureOut">
              <a:rPr lang="en-AU" smtClean="0"/>
              <a:t>8/8/2025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F94C95-B9B5-4E81-AC64-AA2341AE21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3143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F94C95-B9B5-4E81-AC64-AA2341AE214C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06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8/8/2025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8/8/2025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8/8/2025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8/8/2025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8/8/2025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8/8/2025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8/8/2025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8/8/2025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8/8/2025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8/8/2025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8/8/2025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8/8/2025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8/8/2025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8/8/2025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8/8/2025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8/8/2025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8/8/2025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03782" y="6049817"/>
            <a:ext cx="4322618" cy="447373"/>
          </a:xfrm>
          <a:effectLst/>
        </p:spPr>
        <p:txBody>
          <a:bodyPr>
            <a:normAutofit/>
          </a:bodyPr>
          <a:lstStyle/>
          <a:p>
            <a:r>
              <a:rPr lang="en-AU" altLang="zh-CN" sz="2000" b="1" dirty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dirty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dirty="0">
                <a:solidFill>
                  <a:srgbClr val="002060"/>
                </a:solidFill>
              </a:rPr>
              <a:t>-</a:t>
            </a:r>
            <a:r>
              <a:rPr lang="en-US" altLang="zh-CN" sz="2000" b="1" i="1" dirty="0">
                <a:solidFill>
                  <a:schemeClr val="accent2"/>
                </a:solidFill>
              </a:rPr>
              <a:t>IT</a:t>
            </a:r>
            <a:r>
              <a:rPr lang="zh-CN" altLang="en-US" sz="2000" b="1" i="1" dirty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9008" y="2581489"/>
            <a:ext cx="4322618" cy="660475"/>
          </a:xfrm>
          <a:effectLst/>
        </p:spPr>
        <p:txBody>
          <a:bodyPr>
            <a:noAutofit/>
          </a:bodyPr>
          <a:lstStyle/>
          <a:p>
            <a:r>
              <a:rPr lang="en-AU" sz="32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HTTP</a:t>
            </a:r>
            <a:r>
              <a:rPr lang="en-AU" sz="3200" b="1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AU" sz="32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3202" y="151296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625345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1"/>
                </a:solidFill>
              </a:rPr>
              <a:t>Your success is our success</a:t>
            </a:r>
            <a:endParaRPr lang="en-AU" sz="1400" dirty="0"/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95055" y="1163230"/>
            <a:ext cx="4373377" cy="60083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b="1" dirty="0">
                <a:solidFill>
                  <a:srgbClr val="0070C0"/>
                </a:solidFill>
              </a:rPr>
              <a:t>Learning Objectives   </a:t>
            </a:r>
          </a:p>
        </p:txBody>
      </p:sp>
      <p:sp>
        <p:nvSpPr>
          <p:cNvPr id="21507" name="Rectangle 1"/>
          <p:cNvSpPr>
            <a:spLocks noChangeArrowheads="1"/>
          </p:cNvSpPr>
          <p:nvPr/>
        </p:nvSpPr>
        <p:spPr bwMode="auto">
          <a:xfrm>
            <a:off x="2154382" y="2614833"/>
            <a:ext cx="3840018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What is Transport </a:t>
            </a:r>
            <a:r>
              <a:rPr lang="en-AU" altLang="en-US" b="1" i="1" dirty="0" err="1">
                <a:solidFill>
                  <a:schemeClr val="accent2"/>
                </a:solidFill>
              </a:rPr>
              <a:t>Protocal</a:t>
            </a:r>
            <a:endParaRPr lang="en-AU" altLang="en-US" b="1" i="1" dirty="0">
              <a:solidFill>
                <a:schemeClr val="accent2"/>
              </a:solidFill>
            </a:endParaRP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Http introduction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URI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Request Method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Response Code</a:t>
            </a: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Char char="•"/>
            </a:pPr>
            <a:r>
              <a:rPr lang="en-AU" altLang="en-US" b="1" i="1" dirty="0">
                <a:solidFill>
                  <a:schemeClr val="accent2"/>
                </a:solidFill>
              </a:rPr>
              <a:t>Data format</a:t>
            </a:r>
          </a:p>
        </p:txBody>
      </p:sp>
      <p:sp>
        <p:nvSpPr>
          <p:cNvPr id="21508" name="TextBox 2"/>
          <p:cNvSpPr txBox="1">
            <a:spLocks noChangeArrowheads="1"/>
          </p:cNvSpPr>
          <p:nvPr/>
        </p:nvSpPr>
        <p:spPr bwMode="auto">
          <a:xfrm>
            <a:off x="1995055" y="2108633"/>
            <a:ext cx="765232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the end of this learning module, you will be able to understand: </a:t>
            </a:r>
          </a:p>
        </p:txBody>
      </p:sp>
    </p:spTree>
    <p:extLst>
      <p:ext uri="{BB962C8B-B14F-4D97-AF65-F5344CB8AC3E}">
        <p14:creationId xmlns:p14="http://schemas.microsoft.com/office/powerpoint/2010/main" val="2608556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7695" y="3117353"/>
            <a:ext cx="4514191" cy="623293"/>
          </a:xfrm>
          <a:solidFill>
            <a:srgbClr val="0070C0"/>
          </a:solidFill>
          <a:effectLst/>
        </p:spPr>
        <p:txBody>
          <a:bodyPr>
            <a:normAutofit fontScale="90000"/>
          </a:bodyPr>
          <a:lstStyle/>
          <a:p>
            <a:r>
              <a:rPr lang="en-AU" b="1" dirty="0" err="1">
                <a:solidFill>
                  <a:schemeClr val="bg1"/>
                </a:solidFill>
              </a:rPr>
              <a:t>grpc</a:t>
            </a:r>
            <a:br>
              <a:rPr lang="en-AU" b="1" dirty="0">
                <a:solidFill>
                  <a:schemeClr val="bg1"/>
                </a:solidFill>
              </a:rPr>
            </a:br>
            <a:br>
              <a:rPr lang="en-AU" b="1" dirty="0">
                <a:solidFill>
                  <a:schemeClr val="bg1"/>
                </a:solidFill>
              </a:rPr>
            </a:br>
            <a:endParaRPr lang="en-AU" sz="2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2821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computer screen&#10;&#10;Description automatically generated">
            <a:extLst>
              <a:ext uri="{FF2B5EF4-FFF2-40B4-BE49-F238E27FC236}">
                <a16:creationId xmlns:a16="http://schemas.microsoft.com/office/drawing/2014/main" id="{9C0D1DF6-1438-3B1D-CA2F-977E48F78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567" y="608701"/>
            <a:ext cx="7579816" cy="60452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E1EE747-254E-B42C-027A-5E7651B6D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503" y="887649"/>
            <a:ext cx="2745361" cy="623293"/>
          </a:xfrm>
          <a:effectLst/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OSI Model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085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EDD4F9-6772-43A1-BD3C-CC553680E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F1E185B-A211-6EA9-A776-4D5B286EB24E}"/>
              </a:ext>
            </a:extLst>
          </p:cNvPr>
          <p:cNvSpPr/>
          <p:nvPr/>
        </p:nvSpPr>
        <p:spPr>
          <a:xfrm>
            <a:off x="4779663" y="2160196"/>
            <a:ext cx="1027689" cy="1699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B0EB4B-4C3D-D275-9E2A-12889C322E3F}"/>
              </a:ext>
            </a:extLst>
          </p:cNvPr>
          <p:cNvSpPr/>
          <p:nvPr/>
        </p:nvSpPr>
        <p:spPr>
          <a:xfrm>
            <a:off x="5957090" y="2075230"/>
            <a:ext cx="1027689" cy="1699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C2544D-39B7-D3D8-3730-26EBC04EA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1778" y="2500058"/>
            <a:ext cx="6540619" cy="3359027"/>
          </a:xfrm>
          <a:prstGeom prst="rect">
            <a:avLst/>
          </a:prstGeom>
        </p:spPr>
      </p:pic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0AE64A0F-4062-8EB9-F7F1-6467126417B1}"/>
              </a:ext>
            </a:extLst>
          </p:cNvPr>
          <p:cNvCxnSpPr>
            <a:cxnSpLocks/>
            <a:stCxn id="8" idx="2"/>
            <a:endCxn id="6" idx="2"/>
          </p:cNvCxnSpPr>
          <p:nvPr/>
        </p:nvCxnSpPr>
        <p:spPr>
          <a:xfrm rot="5400000" flipH="1" flipV="1">
            <a:off x="5839738" y="1698930"/>
            <a:ext cx="84966" cy="1177427"/>
          </a:xfrm>
          <a:prstGeom prst="bentConnector3">
            <a:avLst>
              <a:gd name="adj1" fmla="val -3983353"/>
            </a:avLst>
          </a:prstGeom>
          <a:ln w="38100">
            <a:solidFill>
              <a:schemeClr val="tx1">
                <a:lumMod val="75000"/>
                <a:lumOff val="25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036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2883" y="847904"/>
            <a:ext cx="4514191" cy="623293"/>
          </a:xfrm>
          <a:effectLst/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chemeClr val="accent2"/>
                </a:solidFill>
              </a:rPr>
              <a:t>Transport protocol</a:t>
            </a:r>
            <a:br>
              <a:rPr lang="en-AU" b="1" dirty="0">
                <a:solidFill>
                  <a:schemeClr val="accent2"/>
                </a:solidFill>
              </a:rPr>
            </a:br>
            <a:br>
              <a:rPr lang="en-AU" b="1" dirty="0">
                <a:solidFill>
                  <a:schemeClr val="accent2"/>
                </a:solidFill>
              </a:rPr>
            </a:br>
            <a:endParaRPr lang="en-AU" sz="2200" b="1" dirty="0">
              <a:solidFill>
                <a:schemeClr val="accent2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083" y="2337643"/>
            <a:ext cx="9131833" cy="374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975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loud 21">
            <a:extLst>
              <a:ext uri="{FF2B5EF4-FFF2-40B4-BE49-F238E27FC236}">
                <a16:creationId xmlns:a16="http://schemas.microsoft.com/office/drawing/2014/main" id="{75D6AB71-76B0-1EAD-2964-F9770F4D7271}"/>
              </a:ext>
            </a:extLst>
          </p:cNvPr>
          <p:cNvSpPr/>
          <p:nvPr/>
        </p:nvSpPr>
        <p:spPr>
          <a:xfrm>
            <a:off x="2319007" y="3818001"/>
            <a:ext cx="2645750" cy="887503"/>
          </a:xfrm>
          <a:prstGeom prst="cloud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Cloud 12"/>
          <p:cNvSpPr/>
          <p:nvPr/>
        </p:nvSpPr>
        <p:spPr>
          <a:xfrm>
            <a:off x="-123410" y="3894268"/>
            <a:ext cx="2822385" cy="828395"/>
          </a:xfrm>
          <a:prstGeom prst="cloud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Cloud 11"/>
          <p:cNvSpPr/>
          <p:nvPr/>
        </p:nvSpPr>
        <p:spPr>
          <a:xfrm>
            <a:off x="4130782" y="2615879"/>
            <a:ext cx="3191153" cy="1394818"/>
          </a:xfrm>
          <a:prstGeom prst="cloud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Cloud 8"/>
          <p:cNvSpPr/>
          <p:nvPr/>
        </p:nvSpPr>
        <p:spPr>
          <a:xfrm>
            <a:off x="1317621" y="2060281"/>
            <a:ext cx="2645750" cy="1612826"/>
          </a:xfrm>
          <a:prstGeom prst="cloud">
            <a:avLst/>
          </a:prstGeom>
          <a:solidFill>
            <a:srgbClr val="0070C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9" y="672743"/>
            <a:ext cx="7998692" cy="613975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HTTP</a:t>
            </a:r>
            <a:r>
              <a:rPr lang="en-AU" b="1" dirty="0">
                <a:solidFill>
                  <a:srgbClr val="00B0F0"/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Introduction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75032" y="2281377"/>
            <a:ext cx="1445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bg1"/>
                </a:solidFill>
              </a:rPr>
              <a:t>URI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669" y="4079596"/>
            <a:ext cx="25146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bg1"/>
                </a:solidFill>
              </a:rPr>
              <a:t>Request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5032" y="2595086"/>
            <a:ext cx="1514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bg1"/>
                </a:solidFill>
              </a:rPr>
              <a:t>Header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75032" y="2943956"/>
            <a:ext cx="1302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bg1"/>
                </a:solidFill>
              </a:rPr>
              <a:t>Body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93310" y="3070720"/>
            <a:ext cx="31680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bg1"/>
                </a:solidFill>
              </a:rPr>
              <a:t>Request</a:t>
            </a:r>
            <a:r>
              <a:rPr lang="en-AU" dirty="0"/>
              <a:t> </a:t>
            </a:r>
            <a:r>
              <a:rPr lang="en-AU" dirty="0">
                <a:solidFill>
                  <a:schemeClr val="bg1"/>
                </a:solidFill>
              </a:rPr>
              <a:t>/</a:t>
            </a:r>
            <a:r>
              <a:rPr lang="en-AU" dirty="0"/>
              <a:t> </a:t>
            </a:r>
            <a:r>
              <a:rPr lang="en-AU" b="1" dirty="0">
                <a:solidFill>
                  <a:schemeClr val="bg1"/>
                </a:solidFill>
              </a:rPr>
              <a:t>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14284" y="4118318"/>
            <a:ext cx="2050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AU" b="1" dirty="0">
                <a:solidFill>
                  <a:schemeClr val="bg1"/>
                </a:solidFill>
              </a:rPr>
              <a:t>Status</a:t>
            </a:r>
            <a:r>
              <a:rPr lang="en-AU" dirty="0">
                <a:solidFill>
                  <a:schemeClr val="bg1"/>
                </a:solidFill>
              </a:rPr>
              <a:t> </a:t>
            </a:r>
            <a:r>
              <a:rPr lang="en-AU" b="1" dirty="0">
                <a:solidFill>
                  <a:schemeClr val="bg1"/>
                </a:solidFill>
              </a:rPr>
              <a:t>Code</a:t>
            </a:r>
          </a:p>
        </p:txBody>
      </p:sp>
      <p:pic>
        <p:nvPicPr>
          <p:cNvPr id="10" name="Picture 9" descr="https://learning.oreilly.com/api/v2/epubs/urn:orm:book:9781484281420/files/images/525090_1_En_2_Chapter/525090_1_En_2_Fig4_HTML.jp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5624" y="1820737"/>
            <a:ext cx="4554134" cy="44495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79FB8FF1-9B58-3682-E66E-22724389818F}"/>
              </a:ext>
            </a:extLst>
          </p:cNvPr>
          <p:cNvCxnSpPr>
            <a:cxnSpLocks/>
            <a:stCxn id="12" idx="1"/>
            <a:endCxn id="16" idx="0"/>
          </p:cNvCxnSpPr>
          <p:nvPr/>
        </p:nvCxnSpPr>
        <p:spPr>
          <a:xfrm rot="16200000" flipH="1">
            <a:off x="5745598" y="3989972"/>
            <a:ext cx="614190" cy="65266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968E855-FD13-E83C-BB0F-5AA18D6592C6}"/>
              </a:ext>
            </a:extLst>
          </p:cNvPr>
          <p:cNvSpPr txBox="1"/>
          <p:nvPr/>
        </p:nvSpPr>
        <p:spPr>
          <a:xfrm>
            <a:off x="4783451" y="4623402"/>
            <a:ext cx="31911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accent1"/>
                </a:solidFill>
                <a:latin typeface="Arial Black" panose="020B0A04020102020204" pitchFamily="34" charset="0"/>
              </a:rPr>
              <a:t>Synchronous Communication pattern</a:t>
            </a:r>
            <a:endParaRPr lang="en-AU" b="1" dirty="0">
              <a:solidFill>
                <a:schemeClr val="accent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49C118-C677-A7F2-CEA7-3D0BD324DB41}"/>
              </a:ext>
            </a:extLst>
          </p:cNvPr>
          <p:cNvSpPr txBox="1"/>
          <p:nvPr/>
        </p:nvSpPr>
        <p:spPr>
          <a:xfrm>
            <a:off x="3506684" y="1439614"/>
            <a:ext cx="15085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accent1"/>
                </a:solidFill>
                <a:latin typeface="Arial Black" panose="020B0A04020102020204" pitchFamily="34" charset="0"/>
              </a:rPr>
              <a:t>Message </a:t>
            </a:r>
            <a:endParaRPr lang="en-AU" b="1" dirty="0">
              <a:solidFill>
                <a:schemeClr val="accent1"/>
              </a:solidFill>
            </a:endParaRP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0EFB30FE-EF88-2010-5B79-61A500A3C968}"/>
              </a:ext>
            </a:extLst>
          </p:cNvPr>
          <p:cNvCxnSpPr>
            <a:cxnSpLocks/>
            <a:stCxn id="9" idx="3"/>
            <a:endCxn id="18" idx="2"/>
          </p:cNvCxnSpPr>
          <p:nvPr/>
        </p:nvCxnSpPr>
        <p:spPr>
          <a:xfrm rot="5400000" flipH="1" flipV="1">
            <a:off x="3278941" y="1170501"/>
            <a:ext cx="343550" cy="162044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CA4F4072-E20C-EFF2-80D9-C243D8E9956D}"/>
              </a:ext>
            </a:extLst>
          </p:cNvPr>
          <p:cNvCxnSpPr>
            <a:cxnSpLocks/>
            <a:endCxn id="13" idx="3"/>
          </p:cNvCxnSpPr>
          <p:nvPr/>
        </p:nvCxnSpPr>
        <p:spPr>
          <a:xfrm rot="5400000">
            <a:off x="1153316" y="3447756"/>
            <a:ext cx="628343" cy="35940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6C743B69-D3FB-6083-FC0A-55FE196BB9A9}"/>
              </a:ext>
            </a:extLst>
          </p:cNvPr>
          <p:cNvCxnSpPr>
            <a:cxnSpLocks/>
            <a:endCxn id="22" idx="3"/>
          </p:cNvCxnSpPr>
          <p:nvPr/>
        </p:nvCxnSpPr>
        <p:spPr>
          <a:xfrm rot="16200000" flipH="1">
            <a:off x="3261595" y="3488458"/>
            <a:ext cx="427550" cy="33302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6786BC8-3C64-533B-6C10-6D8FC47130DC}"/>
              </a:ext>
            </a:extLst>
          </p:cNvPr>
          <p:cNvSpPr txBox="1"/>
          <p:nvPr/>
        </p:nvSpPr>
        <p:spPr>
          <a:xfrm>
            <a:off x="681067" y="4792456"/>
            <a:ext cx="15728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accent1"/>
                </a:solidFill>
                <a:latin typeface="Arial Black" panose="020B0A04020102020204" pitchFamily="34" charset="0"/>
              </a:rPr>
              <a:t>Request </a:t>
            </a:r>
          </a:p>
          <a:p>
            <a:r>
              <a:rPr lang="en-AU" b="1" dirty="0">
                <a:solidFill>
                  <a:schemeClr val="accent1"/>
                </a:solidFill>
                <a:latin typeface="Arial Black" panose="020B0A04020102020204" pitchFamily="34" charset="0"/>
              </a:rPr>
              <a:t>Message</a:t>
            </a:r>
            <a:endParaRPr lang="en-AU" b="1" dirty="0">
              <a:solidFill>
                <a:schemeClr val="accent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1CF69FE-5E81-3263-045D-6311DBAA5475}"/>
              </a:ext>
            </a:extLst>
          </p:cNvPr>
          <p:cNvSpPr txBox="1"/>
          <p:nvPr/>
        </p:nvSpPr>
        <p:spPr>
          <a:xfrm>
            <a:off x="2932968" y="4729135"/>
            <a:ext cx="16330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1" dirty="0">
                <a:solidFill>
                  <a:schemeClr val="accent1"/>
                </a:solidFill>
                <a:latin typeface="Arial Black" panose="020B0A04020102020204" pitchFamily="34" charset="0"/>
              </a:rPr>
              <a:t>Response Message</a:t>
            </a:r>
            <a:endParaRPr lang="en-AU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92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286" y="433090"/>
            <a:ext cx="10885713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HTTP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Sample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i="1" dirty="0">
                <a:solidFill>
                  <a:schemeClr val="accent2"/>
                </a:solidFill>
                <a:latin typeface="Arial Black" panose="020B0A04020102020204" pitchFamily="34" charset="0"/>
              </a:rPr>
              <a:t>header</a:t>
            </a:r>
            <a:r>
              <a:rPr lang="en-AU" b="1" i="1" dirty="0">
                <a:solidFill>
                  <a:srgbClr val="002060"/>
                </a:solidFill>
              </a:rPr>
              <a:t>, </a:t>
            </a:r>
            <a:r>
              <a:rPr lang="en-AU" i="1" dirty="0">
                <a:solidFill>
                  <a:schemeClr val="accent2"/>
                </a:solidFill>
                <a:latin typeface="Arial Black" panose="020B0A04020102020204" pitchFamily="34" charset="0"/>
              </a:rPr>
              <a:t>body</a:t>
            </a:r>
            <a:r>
              <a:rPr lang="en-AU" b="1" i="1" dirty="0">
                <a:solidFill>
                  <a:srgbClr val="002060"/>
                </a:solidFill>
              </a:rPr>
              <a:t>, </a:t>
            </a:r>
            <a:r>
              <a:rPr lang="en-AU" i="1" dirty="0">
                <a:solidFill>
                  <a:schemeClr val="accent2"/>
                </a:solidFill>
                <a:latin typeface="Arial Black" panose="020B0A04020102020204" pitchFamily="34" charset="0"/>
              </a:rPr>
              <a:t>request</a:t>
            </a:r>
            <a:r>
              <a:rPr lang="en-AU" b="1" i="1" dirty="0">
                <a:solidFill>
                  <a:srgbClr val="002060"/>
                </a:solidFill>
              </a:rPr>
              <a:t>, </a:t>
            </a:r>
            <a:r>
              <a:rPr lang="en-AU" i="1" dirty="0">
                <a:solidFill>
                  <a:schemeClr val="accent2"/>
                </a:solidFill>
                <a:latin typeface="Arial Black" panose="020B0A04020102020204" pitchFamily="34" charset="0"/>
              </a:rPr>
              <a:t>response</a:t>
            </a:r>
            <a:br>
              <a:rPr lang="en-AU" b="1" i="1" dirty="0">
                <a:solidFill>
                  <a:srgbClr val="002060"/>
                </a:solidFill>
              </a:rPr>
            </a:br>
            <a:br>
              <a:rPr lang="en-AU" b="1" i="1" dirty="0">
                <a:solidFill>
                  <a:srgbClr val="002060"/>
                </a:solidFill>
              </a:rPr>
            </a:br>
            <a:endParaRPr lang="en-AU" sz="2200" b="1" i="1" dirty="0">
              <a:solidFill>
                <a:schemeClr val="tx1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9293" y="1973313"/>
            <a:ext cx="5292463" cy="33870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2986" y="1973313"/>
            <a:ext cx="5046210" cy="3485018"/>
          </a:xfrm>
          <a:prstGeom prst="rect">
            <a:avLst/>
          </a:prstGeom>
        </p:spPr>
      </p:pic>
      <p:sp>
        <p:nvSpPr>
          <p:cNvPr id="3" name="Chevron 2"/>
          <p:cNvSpPr/>
          <p:nvPr/>
        </p:nvSpPr>
        <p:spPr>
          <a:xfrm>
            <a:off x="5155189" y="3546052"/>
            <a:ext cx="1062182" cy="683491"/>
          </a:xfrm>
          <a:prstGeom prst="chevron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3617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67" y="433090"/>
            <a:ext cx="7455397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HTTP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–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i="1" dirty="0">
                <a:solidFill>
                  <a:schemeClr val="accent2"/>
                </a:solidFill>
                <a:latin typeface="Arial Black" panose="020B0A04020102020204" pitchFamily="34" charset="0"/>
              </a:rPr>
              <a:t>URI, URL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68" y="2340237"/>
            <a:ext cx="6877731" cy="57830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6167" y="1690228"/>
            <a:ext cx="6210300" cy="352425"/>
          </a:xfrm>
          <a:prstGeom prst="rect">
            <a:avLst/>
          </a:prstGeom>
        </p:spPr>
      </p:pic>
      <p:sp>
        <p:nvSpPr>
          <p:cNvPr id="3" name="Arrow: Chevron 2">
            <a:extLst>
              <a:ext uri="{FF2B5EF4-FFF2-40B4-BE49-F238E27FC236}">
                <a16:creationId xmlns:a16="http://schemas.microsoft.com/office/drawing/2014/main" id="{728E0398-A394-08E8-3300-1C9D5AE41037}"/>
              </a:ext>
            </a:extLst>
          </p:cNvPr>
          <p:cNvSpPr/>
          <p:nvPr/>
        </p:nvSpPr>
        <p:spPr>
          <a:xfrm>
            <a:off x="3246301" y="5224322"/>
            <a:ext cx="2647146" cy="180515"/>
          </a:xfrm>
          <a:prstGeom prst="chevron">
            <a:avLst/>
          </a:prstGeom>
          <a:solidFill>
            <a:schemeClr val="tx1">
              <a:lumMod val="50000"/>
              <a:lumOff val="50000"/>
            </a:schemeClr>
          </a:solidFill>
          <a:ln w="2857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4000" b="1" dirty="0">
              <a:solidFill>
                <a:schemeClr val="bg1"/>
              </a:solidFill>
            </a:endParaRPr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7117052F-5B5E-799F-74F2-0B110DDFA642}"/>
              </a:ext>
            </a:extLst>
          </p:cNvPr>
          <p:cNvSpPr/>
          <p:nvPr/>
        </p:nvSpPr>
        <p:spPr>
          <a:xfrm>
            <a:off x="3798973" y="4903109"/>
            <a:ext cx="1564689" cy="687478"/>
          </a:xfrm>
          <a:prstGeom prst="can">
            <a:avLst/>
          </a:prstGeom>
          <a:solidFill>
            <a:schemeClr val="tx1">
              <a:lumMod val="50000"/>
              <a:lumOff val="50000"/>
            </a:schemeClr>
          </a:solidFill>
          <a:ln w="3810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800" b="1" dirty="0"/>
              <a:t>DNS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C1C531-A91A-EC27-5B4D-B35189B185DF}"/>
              </a:ext>
            </a:extLst>
          </p:cNvPr>
          <p:cNvSpPr txBox="1"/>
          <p:nvPr/>
        </p:nvSpPr>
        <p:spPr>
          <a:xfrm>
            <a:off x="5070598" y="4101624"/>
            <a:ext cx="1883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168.112.10.10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65CB8B-33D4-2A73-EBBA-66478A805AB5}"/>
              </a:ext>
            </a:extLst>
          </p:cNvPr>
          <p:cNvSpPr txBox="1"/>
          <p:nvPr/>
        </p:nvSpPr>
        <p:spPr>
          <a:xfrm>
            <a:off x="1476167" y="4101624"/>
            <a:ext cx="245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www.example.com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7467D25-01D5-1523-12EE-13E1F4B9210B}"/>
              </a:ext>
            </a:extLst>
          </p:cNvPr>
          <p:cNvCxnSpPr/>
          <p:nvPr/>
        </p:nvCxnSpPr>
        <p:spPr>
          <a:xfrm>
            <a:off x="3037114" y="3058886"/>
            <a:ext cx="0" cy="903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AE3F92A-42F8-E4B8-82D9-73A68A451CB4}"/>
              </a:ext>
            </a:extLst>
          </p:cNvPr>
          <p:cNvCxnSpPr>
            <a:stCxn id="5" idx="0"/>
          </p:cNvCxnSpPr>
          <p:nvPr/>
        </p:nvCxnSpPr>
        <p:spPr>
          <a:xfrm flipH="1" flipV="1">
            <a:off x="6012212" y="3167743"/>
            <a:ext cx="1" cy="933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6">
            <a:extLst>
              <a:ext uri="{FF2B5EF4-FFF2-40B4-BE49-F238E27FC236}">
                <a16:creationId xmlns:a16="http://schemas.microsoft.com/office/drawing/2014/main" id="{F5C1B50A-BDC1-D13B-A531-E9A95DF1B49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4239302" y="2199892"/>
            <a:ext cx="438622" cy="453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B55C3E-5E37-7DCC-B467-3AE1B1E6C1D4}"/>
              </a:ext>
            </a:extLst>
          </p:cNvPr>
          <p:cNvSpPr txBox="1"/>
          <p:nvPr/>
        </p:nvSpPr>
        <p:spPr>
          <a:xfrm>
            <a:off x="7119886" y="5780203"/>
            <a:ext cx="3080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Localhost -&gt; 127.0.0.1</a:t>
            </a:r>
          </a:p>
        </p:txBody>
      </p:sp>
      <p:cxnSp>
        <p:nvCxnSpPr>
          <p:cNvPr id="14" name="Curved Connector 13">
            <a:extLst>
              <a:ext uri="{FF2B5EF4-FFF2-40B4-BE49-F238E27FC236}">
                <a16:creationId xmlns:a16="http://schemas.microsoft.com/office/drawing/2014/main" id="{9DDA9DA8-20B2-C157-4A43-1F33A0F48207}"/>
              </a:ext>
            </a:extLst>
          </p:cNvPr>
          <p:cNvCxnSpPr>
            <a:cxnSpLocks/>
            <a:endCxn id="3" idx="1"/>
          </p:cNvCxnSpPr>
          <p:nvPr/>
        </p:nvCxnSpPr>
        <p:spPr>
          <a:xfrm rot="16200000" flipH="1">
            <a:off x="2593738" y="4571759"/>
            <a:ext cx="839522" cy="64612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34657B45-E219-F191-B251-6FF34F38B7B0}"/>
              </a:ext>
            </a:extLst>
          </p:cNvPr>
          <p:cNvCxnSpPr>
            <a:cxnSpLocks/>
            <a:stCxn id="3" idx="3"/>
            <a:endCxn id="5" idx="2"/>
          </p:cNvCxnSpPr>
          <p:nvPr/>
        </p:nvCxnSpPr>
        <p:spPr>
          <a:xfrm flipV="1">
            <a:off x="5893447" y="4470956"/>
            <a:ext cx="118766" cy="84362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5290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6167" y="433090"/>
            <a:ext cx="7455397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HTTP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–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i="1" dirty="0">
                <a:solidFill>
                  <a:schemeClr val="accent2"/>
                </a:solidFill>
                <a:latin typeface="Arial Black" panose="020B0A04020102020204" pitchFamily="34" charset="0"/>
              </a:rPr>
              <a:t>Request Methods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130" y="2057689"/>
            <a:ext cx="6463434" cy="2828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296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6727" y="624111"/>
            <a:ext cx="9284173" cy="641271"/>
          </a:xfrm>
          <a:effectLst/>
        </p:spPr>
        <p:txBody>
          <a:bodyPr>
            <a:normAutofit fontScale="90000"/>
          </a:bodyPr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HTTP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</a:t>
            </a:r>
            <a:r>
              <a:rPr lang="en-AU" b="1" dirty="0">
                <a:solidFill>
                  <a:schemeClr val="accent2"/>
                </a:solidFill>
              </a:rPr>
              <a:t> </a:t>
            </a:r>
            <a:r>
              <a:rPr lang="en-AU" i="1" dirty="0">
                <a:solidFill>
                  <a:schemeClr val="accent2"/>
                </a:solidFill>
                <a:latin typeface="Arial Black" panose="020B0A04020102020204" pitchFamily="34" charset="0"/>
              </a:rPr>
              <a:t>Status Code</a:t>
            </a:r>
            <a:br>
              <a:rPr lang="en-US" dirty="0"/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5762" y="2061956"/>
            <a:ext cx="8915400" cy="5070020"/>
          </a:xfrm>
        </p:spPr>
        <p:txBody>
          <a:bodyPr>
            <a:norm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>
                <a:highlight>
                  <a:srgbClr val="FFFF00"/>
                </a:highlight>
              </a:rPr>
              <a:t>4xx</a:t>
            </a:r>
            <a:r>
              <a:rPr lang="en-US" dirty="0">
                <a:highlight>
                  <a:srgbClr val="FFFF00"/>
                </a:highlight>
              </a:rPr>
              <a:t> </a:t>
            </a:r>
            <a:r>
              <a:rPr lang="en-US" dirty="0"/>
              <a:t>— The request contains an error of some kind.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400 Bad Request </a:t>
            </a:r>
            <a:r>
              <a:rPr lang="en-US" dirty="0"/>
              <a:t>– This means that client-side input fails validation.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401 Unauthorized </a:t>
            </a:r>
            <a:r>
              <a:rPr lang="en-US" dirty="0"/>
              <a:t>– This means the user isn’t not authorized to access a resource. It usually returns when the user isn’t authenticated.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403 Forbidden </a:t>
            </a:r>
            <a:r>
              <a:rPr lang="en-US" dirty="0"/>
              <a:t>– This means the user is authenticated, but it’s not allowed to access a resource.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404 Not Found </a:t>
            </a:r>
            <a:r>
              <a:rPr lang="en-US" dirty="0"/>
              <a:t>– This indicates that a resource is not found.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US" b="1" dirty="0">
                <a:highlight>
                  <a:srgbClr val="FFFF00"/>
                </a:highlight>
              </a:rPr>
              <a:t>5xx</a:t>
            </a:r>
            <a:r>
              <a:rPr lang="en-US" dirty="0"/>
              <a:t> — The server encountered an error fulfilling the request.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500 Internal server error </a:t>
            </a:r>
            <a:r>
              <a:rPr lang="en-US" dirty="0"/>
              <a:t>– This is a generic server error. It probably shouldn’t be thrown explicitly.</a:t>
            </a:r>
          </a:p>
          <a:p>
            <a:pPr lvl="1"/>
            <a:r>
              <a:rPr lang="en-US" b="1" dirty="0">
                <a:solidFill>
                  <a:srgbClr val="002060"/>
                </a:solidFill>
              </a:rPr>
              <a:t>503 Service Unavailable </a:t>
            </a:r>
            <a:r>
              <a:rPr lang="en-US" dirty="0"/>
              <a:t>– This indicates that something unexpected happened on server side (It can be anything like server overload, some parts of the system failed, etc.).</a:t>
            </a:r>
          </a:p>
        </p:txBody>
      </p:sp>
      <p:sp>
        <p:nvSpPr>
          <p:cNvPr id="4" name="Rectangle 3"/>
          <p:cNvSpPr/>
          <p:nvPr/>
        </p:nvSpPr>
        <p:spPr>
          <a:xfrm>
            <a:off x="1655762" y="1692624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highlight>
                  <a:srgbClr val="FFFF00"/>
                </a:highlight>
              </a:rPr>
              <a:t>2xx</a:t>
            </a:r>
            <a:r>
              <a:rPr lang="en-US" dirty="0">
                <a:highlight>
                  <a:srgbClr val="FFFF00"/>
                </a:highlight>
              </a:rPr>
              <a:t> </a:t>
            </a:r>
            <a:r>
              <a:rPr lang="en-US" dirty="0"/>
              <a:t>— The request was successful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562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2451" y="745504"/>
            <a:ext cx="6374493" cy="745840"/>
          </a:xfrm>
          <a:effectLst/>
        </p:spPr>
        <p:txBody>
          <a:bodyPr>
            <a:normAutofit/>
          </a:bodyPr>
          <a:lstStyle/>
          <a:p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  <a:t>Data format in </a:t>
            </a:r>
            <a:r>
              <a:rPr lang="en-AU" sz="3200" dirty="0">
                <a:solidFill>
                  <a:schemeClr val="accent2"/>
                </a:solidFill>
                <a:latin typeface="Arial Black" panose="020B0A04020102020204" pitchFamily="34" charset="0"/>
              </a:rPr>
              <a:t>HTTP</a:t>
            </a:r>
            <a:endParaRPr lang="en-AU" sz="2200" b="1" dirty="0">
              <a:solidFill>
                <a:schemeClr val="accent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056D05-6D89-6758-978A-44107ED92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779" y="2351315"/>
            <a:ext cx="8463927" cy="233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565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8623" y="1855846"/>
            <a:ext cx="6374493" cy="986315"/>
          </a:xfrm>
          <a:effectLst/>
        </p:spPr>
        <p:txBody>
          <a:bodyPr>
            <a:normAutofit/>
          </a:bodyPr>
          <a:lstStyle/>
          <a:p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  <a:t>Demo </a:t>
            </a:r>
            <a:r>
              <a:rPr lang="en-AU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-</a:t>
            </a:r>
            <a:r>
              <a:rPr lang="en-AU" sz="3200" dirty="0">
                <a:solidFill>
                  <a:srgbClr val="0070C0"/>
                </a:solidFill>
                <a:latin typeface="Arial Black" panose="020B0A04020102020204" pitchFamily="34" charset="0"/>
              </a:rPr>
              <a:t> </a:t>
            </a:r>
            <a:r>
              <a:rPr lang="en-AU" sz="3200" dirty="0">
                <a:solidFill>
                  <a:schemeClr val="accent2"/>
                </a:solidFill>
                <a:latin typeface="Arial Black" panose="020B0A04020102020204" pitchFamily="34" charset="0"/>
              </a:rPr>
              <a:t>HTTP</a:t>
            </a:r>
            <a:endParaRPr lang="en-AU" sz="22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7954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813" y="2868515"/>
            <a:ext cx="6286105" cy="665681"/>
          </a:xfrm>
          <a:solidFill>
            <a:srgbClr val="0070C0"/>
          </a:solidFill>
          <a:effectLst/>
        </p:spPr>
        <p:txBody>
          <a:bodyPr>
            <a:normAutofit/>
          </a:bodyPr>
          <a:lstStyle/>
          <a:p>
            <a:r>
              <a:rPr lang="en-AU" sz="3200" b="1" dirty="0">
                <a:solidFill>
                  <a:schemeClr val="bg1"/>
                </a:solidFill>
              </a:rPr>
              <a:t>Http Session &amp; Cookies</a:t>
            </a:r>
            <a:endParaRPr lang="en-AU" sz="2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922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3561" y="3174849"/>
            <a:ext cx="6374493" cy="693390"/>
          </a:xfrm>
          <a:effectLst/>
        </p:spPr>
        <p:txBody>
          <a:bodyPr>
            <a:normAutofit/>
          </a:bodyPr>
          <a:lstStyle/>
          <a:p>
            <a:r>
              <a:rPr lang="en-AU" sz="3200" b="1" i="1" dirty="0">
                <a:solidFill>
                  <a:srgbClr val="0070C0"/>
                </a:solidFill>
              </a:rPr>
              <a:t>Http Cookies</a:t>
            </a:r>
            <a:endParaRPr lang="en-AU" sz="2200" b="1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590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8623" y="1855846"/>
            <a:ext cx="6374493" cy="619499"/>
          </a:xfrm>
          <a:effectLst/>
        </p:spPr>
        <p:txBody>
          <a:bodyPr>
            <a:normAutofit/>
          </a:bodyPr>
          <a:lstStyle/>
          <a:p>
            <a:r>
              <a:rPr lang="en-AU" sz="2800" b="1" i="1" dirty="0">
                <a:solidFill>
                  <a:srgbClr val="0070C0"/>
                </a:solidFill>
              </a:rPr>
              <a:t>Web Storage </a:t>
            </a:r>
            <a:r>
              <a:rPr lang="en-AU" sz="28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</a:t>
            </a:r>
            <a:r>
              <a:rPr lang="en-AU" sz="2800" b="1" i="1" dirty="0">
                <a:solidFill>
                  <a:srgbClr val="0070C0"/>
                </a:solidFill>
              </a:rPr>
              <a:t> </a:t>
            </a:r>
            <a:r>
              <a:rPr lang="en-AU" sz="2800" b="1" i="1" dirty="0">
                <a:solidFill>
                  <a:schemeClr val="accent2"/>
                </a:solidFill>
              </a:rPr>
              <a:t>HTTP</a:t>
            </a:r>
          </a:p>
        </p:txBody>
      </p:sp>
    </p:spTree>
    <p:extLst>
      <p:ext uri="{BB962C8B-B14F-4D97-AF65-F5344CB8AC3E}">
        <p14:creationId xmlns:p14="http://schemas.microsoft.com/office/powerpoint/2010/main" val="12934639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8623" y="1855846"/>
            <a:ext cx="6374493" cy="601027"/>
          </a:xfrm>
          <a:effectLst/>
        </p:spPr>
        <p:txBody>
          <a:bodyPr>
            <a:normAutofit/>
          </a:bodyPr>
          <a:lstStyle/>
          <a:p>
            <a:r>
              <a:rPr lang="en-AU" sz="2800" b="1" i="1" dirty="0">
                <a:solidFill>
                  <a:srgbClr val="0070C0"/>
                </a:solidFill>
              </a:rPr>
              <a:t>Event Listener </a:t>
            </a:r>
            <a:r>
              <a:rPr lang="en-AU" sz="2800" b="1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-</a:t>
            </a:r>
            <a:r>
              <a:rPr lang="en-AU" sz="2800" b="1" i="1" dirty="0">
                <a:solidFill>
                  <a:srgbClr val="0070C0"/>
                </a:solidFill>
              </a:rPr>
              <a:t> </a:t>
            </a:r>
            <a:r>
              <a:rPr lang="en-AU" sz="2800" b="1" i="1" dirty="0">
                <a:solidFill>
                  <a:schemeClr val="accent2"/>
                </a:solidFill>
              </a:rPr>
              <a:t>HTTP</a:t>
            </a:r>
          </a:p>
        </p:txBody>
      </p:sp>
    </p:spTree>
    <p:extLst>
      <p:ext uri="{BB962C8B-B14F-4D97-AF65-F5344CB8AC3E}">
        <p14:creationId xmlns:p14="http://schemas.microsoft.com/office/powerpoint/2010/main" val="3653286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67" y="996924"/>
            <a:ext cx="2408173" cy="696690"/>
          </a:xfrm>
          <a:effectLst/>
        </p:spPr>
        <p:txBody>
          <a:bodyPr>
            <a:normAutofit fontScale="90000"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References</a:t>
            </a:r>
            <a:br>
              <a:rPr lang="en-AU" b="1" dirty="0">
                <a:solidFill>
                  <a:srgbClr val="002060"/>
                </a:solidFill>
              </a:rPr>
            </a:br>
            <a:br>
              <a:rPr lang="en-AU" b="1" dirty="0">
                <a:solidFill>
                  <a:srgbClr val="002060"/>
                </a:solidFill>
              </a:rPr>
            </a:br>
            <a:endParaRPr lang="en-AU" sz="2200" b="1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310125"/>
              </p:ext>
            </p:extLst>
          </p:nvPr>
        </p:nvGraphicFramePr>
        <p:xfrm>
          <a:off x="1533235" y="2054681"/>
          <a:ext cx="9679709" cy="2697845"/>
        </p:xfrm>
        <a:graphic>
          <a:graphicData uri="http://schemas.openxmlformats.org/drawingml/2006/table">
            <a:tbl>
              <a:tblPr/>
              <a:tblGrid>
                <a:gridCol w="1583377">
                  <a:extLst>
                    <a:ext uri="{9D8B030D-6E8A-4147-A177-3AD203B41FA5}">
                      <a16:colId xmlns:a16="http://schemas.microsoft.com/office/drawing/2014/main" val="4271026178"/>
                    </a:ext>
                  </a:extLst>
                </a:gridCol>
                <a:gridCol w="8096332">
                  <a:extLst>
                    <a:ext uri="{9D8B030D-6E8A-4147-A177-3AD203B41FA5}">
                      <a16:colId xmlns:a16="http://schemas.microsoft.com/office/drawing/2014/main" val="2026321442"/>
                    </a:ext>
                  </a:extLst>
                </a:gridCol>
              </a:tblGrid>
              <a:tr h="336973">
                <a:tc>
                  <a:txBody>
                    <a:bodyPr/>
                    <a:lstStyle/>
                    <a:p>
                      <a:r>
                        <a:rPr lang="en-AU" dirty="0"/>
                        <a:t>Http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https://www.tutorialspoint.com/http/http_overview.htm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373409"/>
                  </a:ext>
                </a:extLst>
              </a:tr>
              <a:tr h="336973">
                <a:tc>
                  <a:txBody>
                    <a:bodyPr/>
                    <a:lstStyle/>
                    <a:p>
                      <a:r>
                        <a:rPr lang="en-AU" dirty="0"/>
                        <a:t>XML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https://www.w3schools.com/xml/default.asp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384448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SOAP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https://www.tutorialspoint.com/soapui/soap_introduction.htm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089506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SOAPUI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https://support.smartbear.com/readyapi/docs/get-started.html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848637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JSON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https://www.w3schools.com/js/js_json_intro.asp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2376132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REST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i="1" dirty="0"/>
                        <a:t>https://aws.amazon.com/what-is/restful-api/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88151"/>
                  </a:ext>
                </a:extLst>
              </a:tr>
              <a:tr h="393265">
                <a:tc>
                  <a:txBody>
                    <a:bodyPr/>
                    <a:lstStyle/>
                    <a:p>
                      <a:r>
                        <a:rPr lang="en-AU" dirty="0"/>
                        <a:t>Postman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800" b="0" i="1" dirty="0">
                          <a:solidFill>
                            <a:srgbClr val="002060"/>
                          </a:solidFill>
                        </a:rPr>
                        <a:t>https://learning.postman.com/docs/getting-started/introduction/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50958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533234" y="5239480"/>
            <a:ext cx="1003992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https://blog.devgenius.io/how-to-speed-up-your-api-tests-using-the-advanced-features-of-postman-350c453b376</a:t>
            </a:r>
          </a:p>
        </p:txBody>
      </p:sp>
    </p:spTree>
    <p:extLst>
      <p:ext uri="{BB962C8B-B14F-4D97-AF65-F5344CB8AC3E}">
        <p14:creationId xmlns:p14="http://schemas.microsoft.com/office/powerpoint/2010/main" val="14080254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49157" name="Rectangle 6"/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4915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7835828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23353</TotalTime>
  <Words>445</Words>
  <Application>Microsoft Macintosh PowerPoint</Application>
  <PresentationFormat>Widescreen</PresentationFormat>
  <Paragraphs>72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Black</vt:lpstr>
      <vt:lpstr>Calibri</vt:lpstr>
      <vt:lpstr>Century Gothic</vt:lpstr>
      <vt:lpstr>Wingdings 3</vt:lpstr>
      <vt:lpstr>幼圆</vt:lpstr>
      <vt:lpstr>Wisp</vt:lpstr>
      <vt:lpstr>Funny Gorilla诙猩猩-IT培训</vt:lpstr>
      <vt:lpstr>Learning Objectives   </vt:lpstr>
      <vt:lpstr>grpc  </vt:lpstr>
      <vt:lpstr>OSI Model  </vt:lpstr>
      <vt:lpstr>PowerPoint Presentation</vt:lpstr>
      <vt:lpstr>Transport protocol  </vt:lpstr>
      <vt:lpstr>HTTP Introduction  </vt:lpstr>
      <vt:lpstr>HTTP Sample - header, body, request, response  </vt:lpstr>
      <vt:lpstr>HTTP – URI, URL  </vt:lpstr>
      <vt:lpstr>HTTP – Request Methods  </vt:lpstr>
      <vt:lpstr>HTTP - Status Code  </vt:lpstr>
      <vt:lpstr>Data format in HTTP</vt:lpstr>
      <vt:lpstr>Demo - HTTP</vt:lpstr>
      <vt:lpstr>Http Session &amp; Cookies</vt:lpstr>
      <vt:lpstr>Http Cookies</vt:lpstr>
      <vt:lpstr>Web Storage - HTTP</vt:lpstr>
      <vt:lpstr>Event Listener - HTTP</vt:lpstr>
      <vt:lpstr>References  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Songqing Gu</cp:lastModifiedBy>
  <cp:revision>847</cp:revision>
  <dcterms:created xsi:type="dcterms:W3CDTF">2020-08-03T09:43:10Z</dcterms:created>
  <dcterms:modified xsi:type="dcterms:W3CDTF">2025-08-08T09:26:26Z</dcterms:modified>
</cp:coreProperties>
</file>