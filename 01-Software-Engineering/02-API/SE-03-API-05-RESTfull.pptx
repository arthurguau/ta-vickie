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15" r:id="rId3"/>
    <p:sldId id="349" r:id="rId4"/>
    <p:sldId id="350" r:id="rId5"/>
    <p:sldId id="344" r:id="rId6"/>
    <p:sldId id="345" r:id="rId7"/>
    <p:sldId id="343" r:id="rId8"/>
    <p:sldId id="325" r:id="rId9"/>
    <p:sldId id="313" r:id="rId10"/>
    <p:sldId id="319" r:id="rId11"/>
    <p:sldId id="322" r:id="rId12"/>
    <p:sldId id="348" r:id="rId13"/>
    <p:sldId id="323" r:id="rId14"/>
    <p:sldId id="303" r:id="rId15"/>
    <p:sldId id="287" r:id="rId16"/>
    <p:sldId id="352" r:id="rId17"/>
    <p:sldId id="351" r:id="rId18"/>
    <p:sldId id="318" r:id="rId19"/>
    <p:sldId id="329" r:id="rId20"/>
    <p:sldId id="353" r:id="rId21"/>
    <p:sldId id="294" r:id="rId22"/>
    <p:sldId id="31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49"/>
          </p14:sldIdLst>
        </p14:section>
        <p14:section name="Untitled Section" id="{96B2A4F6-E483-46D3-B718-858E0B0CB8CB}">
          <p14:sldIdLst>
            <p14:sldId id="350"/>
            <p14:sldId id="344"/>
            <p14:sldId id="345"/>
            <p14:sldId id="343"/>
            <p14:sldId id="325"/>
            <p14:sldId id="313"/>
            <p14:sldId id="319"/>
            <p14:sldId id="322"/>
            <p14:sldId id="348"/>
            <p14:sldId id="323"/>
            <p14:sldId id="303"/>
            <p14:sldId id="287"/>
            <p14:sldId id="352"/>
            <p14:sldId id="351"/>
            <p14:sldId id="318"/>
            <p14:sldId id="329"/>
            <p14:sldId id="353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2"/>
    <p:restoredTop sz="94650"/>
  </p:normalViewPr>
  <p:slideViewPr>
    <p:cSldViewPr snapToGrid="0">
      <p:cViewPr varScale="1">
        <p:scale>
          <a:sx n="144" d="100"/>
          <a:sy n="144" d="100"/>
        </p:scale>
        <p:origin x="95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39C3ABAB-0B02-464C-AD73-A994AEF04C05}"/>
    <pc:docChg chg="delSld modSld modSection">
      <pc:chgData name="Songqing" userId="c4d8cb49210192e2" providerId="LiveId" clId="{39C3ABAB-0B02-464C-AD73-A994AEF04C05}" dt="2023-04-13T02:14:21.920" v="33" actId="20577"/>
      <pc:docMkLst>
        <pc:docMk/>
      </pc:docMkLst>
      <pc:sldChg chg="modSp mod">
        <pc:chgData name="Songqing" userId="c4d8cb49210192e2" providerId="LiveId" clId="{39C3ABAB-0B02-464C-AD73-A994AEF04C05}" dt="2023-04-13T01:27:14.204" v="6" actId="1076"/>
        <pc:sldMkLst>
          <pc:docMk/>
          <pc:sldMk cId="3813058601" sldId="256"/>
        </pc:sldMkLst>
        <pc:spChg chg="mod">
          <ac:chgData name="Songqing" userId="c4d8cb49210192e2" providerId="LiveId" clId="{39C3ABAB-0B02-464C-AD73-A994AEF04C05}" dt="2023-04-13T01:27:14.204" v="6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39C3ABAB-0B02-464C-AD73-A994AEF04C05}" dt="2023-04-13T01:29:01.558" v="21" actId="47"/>
        <pc:sldMkLst>
          <pc:docMk/>
          <pc:sldMk cId="2739736197" sldId="281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21562614" sldId="282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54292618" sldId="284"/>
        </pc:sldMkLst>
      </pc:sldChg>
      <pc:sldChg chg="del">
        <pc:chgData name="Songqing" userId="c4d8cb49210192e2" providerId="LiveId" clId="{39C3ABAB-0B02-464C-AD73-A994AEF04C05}" dt="2023-04-13T01:29:04.633" v="23" actId="47"/>
        <pc:sldMkLst>
          <pc:docMk/>
          <pc:sldMk cId="789354427" sldId="285"/>
        </pc:sldMkLst>
      </pc:sldChg>
      <pc:sldChg chg="del">
        <pc:chgData name="Songqing" userId="c4d8cb49210192e2" providerId="LiveId" clId="{39C3ABAB-0B02-464C-AD73-A994AEF04C05}" dt="2023-04-13T01:29:03.277" v="22" actId="47"/>
        <pc:sldMkLst>
          <pc:docMk/>
          <pc:sldMk cId="2431625991" sldId="286"/>
        </pc:sldMkLst>
      </pc:sldChg>
      <pc:sldChg chg="del">
        <pc:chgData name="Songqing" userId="c4d8cb49210192e2" providerId="LiveId" clId="{39C3ABAB-0B02-464C-AD73-A994AEF04C05}" dt="2023-04-13T01:29:05.423" v="24" actId="47"/>
        <pc:sldMkLst>
          <pc:docMk/>
          <pc:sldMk cId="3855471171" sldId="289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887954990" sldId="290"/>
        </pc:sldMkLst>
      </pc:sldChg>
      <pc:sldChg chg="del">
        <pc:chgData name="Songqing" userId="c4d8cb49210192e2" providerId="LiveId" clId="{39C3ABAB-0B02-464C-AD73-A994AEF04C05}" dt="2023-04-13T01:29:06.280" v="25" actId="47"/>
        <pc:sldMkLst>
          <pc:docMk/>
          <pc:sldMk cId="530391023" sldId="292"/>
        </pc:sldMkLst>
      </pc:sldChg>
      <pc:sldChg chg="del">
        <pc:chgData name="Songqing" userId="c4d8cb49210192e2" providerId="LiveId" clId="{39C3ABAB-0B02-464C-AD73-A994AEF04C05}" dt="2023-04-13T01:29:08.645" v="26" actId="47"/>
        <pc:sldMkLst>
          <pc:docMk/>
          <pc:sldMk cId="1030084157" sldId="293"/>
        </pc:sldMkLst>
      </pc:sldChg>
      <pc:sldChg chg="del">
        <pc:chgData name="Songqing" userId="c4d8cb49210192e2" providerId="LiveId" clId="{39C3ABAB-0B02-464C-AD73-A994AEF04C05}" dt="2023-04-13T01:29:00.251" v="20" actId="47"/>
        <pc:sldMkLst>
          <pc:docMk/>
          <pc:sldMk cId="1222785476" sldId="297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915290282" sldId="298"/>
        </pc:sldMkLst>
      </pc:sldChg>
      <pc:sldChg chg="del">
        <pc:chgData name="Songqing" userId="c4d8cb49210192e2" providerId="LiveId" clId="{39C3ABAB-0B02-464C-AD73-A994AEF04C05}" dt="2023-04-13T01:28:22.758" v="10" actId="47"/>
        <pc:sldMkLst>
          <pc:docMk/>
          <pc:sldMk cId="220019590" sldId="302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2953617833" sldId="305"/>
        </pc:sldMkLst>
      </pc:sldChg>
      <pc:sldChg chg="del">
        <pc:chgData name="Songqing" userId="c4d8cb49210192e2" providerId="LiveId" clId="{39C3ABAB-0B02-464C-AD73-A994AEF04C05}" dt="2023-04-13T01:27:20.574" v="7" actId="47"/>
        <pc:sldMkLst>
          <pc:docMk/>
          <pc:sldMk cId="4012434336" sldId="316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3396296038" sldId="320"/>
        </pc:sldMkLst>
      </pc:sldChg>
      <pc:sldChg chg="del">
        <pc:chgData name="Songqing" userId="c4d8cb49210192e2" providerId="LiveId" clId="{39C3ABAB-0B02-464C-AD73-A994AEF04C05}" dt="2023-04-13T01:28:31.708" v="13" actId="47"/>
        <pc:sldMkLst>
          <pc:docMk/>
          <pc:sldMk cId="3291485371" sldId="327"/>
        </pc:sldMkLst>
      </pc:sldChg>
      <pc:sldChg chg="del">
        <pc:chgData name="Songqing" userId="c4d8cb49210192e2" providerId="LiveId" clId="{39C3ABAB-0B02-464C-AD73-A994AEF04C05}" dt="2023-04-13T01:28:25.925" v="11" actId="47"/>
        <pc:sldMkLst>
          <pc:docMk/>
          <pc:sldMk cId="3387566821" sldId="334"/>
        </pc:sldMkLst>
      </pc:sldChg>
      <pc:sldChg chg="del">
        <pc:chgData name="Songqing" userId="c4d8cb49210192e2" providerId="LiveId" clId="{39C3ABAB-0B02-464C-AD73-A994AEF04C05}" dt="2023-04-13T01:28:44.698" v="16" actId="47"/>
        <pc:sldMkLst>
          <pc:docMk/>
          <pc:sldMk cId="3533085196" sldId="335"/>
        </pc:sldMkLst>
      </pc:sldChg>
      <pc:sldChg chg="del">
        <pc:chgData name="Songqing" userId="c4d8cb49210192e2" providerId="LiveId" clId="{39C3ABAB-0B02-464C-AD73-A994AEF04C05}" dt="2023-04-13T01:28:54.841" v="17" actId="47"/>
        <pc:sldMkLst>
          <pc:docMk/>
          <pc:sldMk cId="2978975941" sldId="336"/>
        </pc:sldMkLst>
      </pc:sldChg>
      <pc:sldChg chg="del">
        <pc:chgData name="Songqing" userId="c4d8cb49210192e2" providerId="LiveId" clId="{39C3ABAB-0B02-464C-AD73-A994AEF04C05}" dt="2023-04-13T01:28:11.604" v="8" actId="47"/>
        <pc:sldMkLst>
          <pc:docMk/>
          <pc:sldMk cId="2458293802" sldId="339"/>
        </pc:sldMkLst>
      </pc:sldChg>
      <pc:sldChg chg="del">
        <pc:chgData name="Songqing" userId="c4d8cb49210192e2" providerId="LiveId" clId="{39C3ABAB-0B02-464C-AD73-A994AEF04C05}" dt="2023-04-13T01:28:34.141" v="14" actId="47"/>
        <pc:sldMkLst>
          <pc:docMk/>
          <pc:sldMk cId="1362375622" sldId="340"/>
        </pc:sldMkLst>
      </pc:sldChg>
      <pc:sldChg chg="del">
        <pc:chgData name="Songqing" userId="c4d8cb49210192e2" providerId="LiveId" clId="{39C3ABAB-0B02-464C-AD73-A994AEF04C05}" dt="2023-04-13T01:28:38.442" v="15" actId="47"/>
        <pc:sldMkLst>
          <pc:docMk/>
          <pc:sldMk cId="3242821094" sldId="341"/>
        </pc:sldMkLst>
      </pc:sldChg>
      <pc:sldChg chg="del">
        <pc:chgData name="Songqing" userId="c4d8cb49210192e2" providerId="LiveId" clId="{39C3ABAB-0B02-464C-AD73-A994AEF04C05}" dt="2023-04-13T01:28:59.063" v="19" actId="47"/>
        <pc:sldMkLst>
          <pc:docMk/>
          <pc:sldMk cId="3808974401" sldId="342"/>
        </pc:sldMkLst>
      </pc:sldChg>
      <pc:sldChg chg="del">
        <pc:chgData name="Songqing" userId="c4d8cb49210192e2" providerId="LiveId" clId="{39C3ABAB-0B02-464C-AD73-A994AEF04C05}" dt="2023-04-13T01:28:16.203" v="9" actId="47"/>
        <pc:sldMkLst>
          <pc:docMk/>
          <pc:sldMk cId="3232703280" sldId="346"/>
        </pc:sldMkLst>
      </pc:sldChg>
      <pc:sldChg chg="del">
        <pc:chgData name="Songqing" userId="c4d8cb49210192e2" providerId="LiveId" clId="{39C3ABAB-0B02-464C-AD73-A994AEF04C05}" dt="2023-04-13T01:28:28.909" v="12" actId="47"/>
        <pc:sldMkLst>
          <pc:docMk/>
          <pc:sldMk cId="3230245180" sldId="347"/>
        </pc:sldMkLst>
      </pc:sldChg>
      <pc:sldChg chg="modSp mod">
        <pc:chgData name="Songqing" userId="c4d8cb49210192e2" providerId="LiveId" clId="{39C3ABAB-0B02-464C-AD73-A994AEF04C05}" dt="2023-04-13T02:14:21.920" v="33" actId="20577"/>
        <pc:sldMkLst>
          <pc:docMk/>
          <pc:sldMk cId="48961036" sldId="349"/>
        </pc:sldMkLst>
        <pc:spChg chg="mod">
          <ac:chgData name="Songqing" userId="c4d8cb49210192e2" providerId="LiveId" clId="{39C3ABAB-0B02-464C-AD73-A994AEF04C05}" dt="2023-04-13T02:14:21.920" v="33" actId="20577"/>
          <ac:spMkLst>
            <pc:docMk/>
            <pc:sldMk cId="48961036" sldId="349"/>
            <ac:spMk id="9" creationId="{00000000-0000-0000-0000-000000000000}"/>
          </ac:spMkLst>
        </pc:spChg>
      </pc:sldChg>
      <pc:sldChg chg="del">
        <pc:chgData name="Songqing" userId="c4d8cb49210192e2" providerId="LiveId" clId="{39C3ABAB-0B02-464C-AD73-A994AEF04C05}" dt="2023-04-13T01:28:57.474" v="18" actId="47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2EC84E90-57EC-4474-9F53-E2646DF8BD60}"/>
    <pc:docChg chg="custSel addSld delSld modSld modSection">
      <pc:chgData name="Songqing Gu" userId="c4d8cb49210192e2" providerId="LiveId" clId="{2EC84E90-57EC-4474-9F53-E2646DF8BD60}" dt="2023-05-23T09:34:10.151" v="135" actId="11529"/>
      <pc:docMkLst>
        <pc:docMk/>
      </pc:docMkLst>
      <pc:sldChg chg="del">
        <pc:chgData name="Songqing Gu" userId="c4d8cb49210192e2" providerId="LiveId" clId="{2EC84E90-57EC-4474-9F53-E2646DF8BD60}" dt="2023-05-13T02:21:02.627" v="1" actId="47"/>
        <pc:sldMkLst>
          <pc:docMk/>
          <pc:sldMk cId="2686819680" sldId="288"/>
        </pc:sldMkLst>
      </pc:sldChg>
      <pc:sldChg chg="del">
        <pc:chgData name="Songqing Gu" userId="c4d8cb49210192e2" providerId="LiveId" clId="{2EC84E90-57EC-4474-9F53-E2646DF8BD60}" dt="2023-05-14T20:11:38.557" v="4" actId="2696"/>
        <pc:sldMkLst>
          <pc:docMk/>
          <pc:sldMk cId="2271689629" sldId="295"/>
        </pc:sldMkLst>
      </pc:sldChg>
      <pc:sldChg chg="modSp mod">
        <pc:chgData name="Songqing Gu" userId="c4d8cb49210192e2" providerId="LiveId" clId="{2EC84E90-57EC-4474-9F53-E2646DF8BD60}" dt="2023-05-15T23:51:48.567" v="29" actId="14734"/>
        <pc:sldMkLst>
          <pc:docMk/>
          <pc:sldMk cId="244921353" sldId="303"/>
        </pc:sldMkLst>
        <pc:graphicFrameChg chg="modGraphic">
          <ac:chgData name="Songqing Gu" userId="c4d8cb49210192e2" providerId="LiveId" clId="{2EC84E90-57EC-4474-9F53-E2646DF8BD60}" dt="2023-05-15T23:51:48.567" v="29" actId="14734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addSp modSp mod">
        <pc:chgData name="Songqing Gu" userId="c4d8cb49210192e2" providerId="LiveId" clId="{2EC84E90-57EC-4474-9F53-E2646DF8BD60}" dt="2023-05-23T09:25:27.331" v="130" actId="20577"/>
        <pc:sldMkLst>
          <pc:docMk/>
          <pc:sldMk cId="3647521266" sldId="314"/>
        </pc:sldMkLst>
        <pc:spChg chg="mod">
          <ac:chgData name="Songqing Gu" userId="c4d8cb49210192e2" providerId="LiveId" clId="{2EC84E90-57EC-4474-9F53-E2646DF8BD60}" dt="2023-05-23T09:24:36.835" v="61" actId="14100"/>
          <ac:spMkLst>
            <pc:docMk/>
            <pc:sldMk cId="3647521266" sldId="314"/>
            <ac:spMk id="2" creationId="{00000000-0000-0000-0000-000000000000}"/>
          </ac:spMkLst>
        </pc:spChg>
        <pc:spChg chg="add mod">
          <ac:chgData name="Songqing Gu" userId="c4d8cb49210192e2" providerId="LiveId" clId="{2EC84E90-57EC-4474-9F53-E2646DF8BD60}" dt="2023-05-23T09:25:27.331" v="130" actId="20577"/>
          <ac:spMkLst>
            <pc:docMk/>
            <pc:sldMk cId="3647521266" sldId="314"/>
            <ac:spMk id="3" creationId="{61A19865-C62E-C35F-9C9E-055CB848E232}"/>
          </ac:spMkLst>
        </pc:spChg>
        <pc:spChg chg="mod">
          <ac:chgData name="Songqing Gu" userId="c4d8cb49210192e2" providerId="LiveId" clId="{2EC84E90-57EC-4474-9F53-E2646DF8BD60}" dt="2023-05-23T09:25:04.062" v="102" actId="20577"/>
          <ac:spMkLst>
            <pc:docMk/>
            <pc:sldMk cId="3647521266" sldId="314"/>
            <ac:spMk id="4" creationId="{00000000-0000-0000-0000-000000000000}"/>
          </ac:spMkLst>
        </pc:spChg>
      </pc:sldChg>
      <pc:sldChg chg="addSp mod">
        <pc:chgData name="Songqing Gu" userId="c4d8cb49210192e2" providerId="LiveId" clId="{2EC84E90-57EC-4474-9F53-E2646DF8BD60}" dt="2023-05-23T09:34:10.151" v="135" actId="11529"/>
        <pc:sldMkLst>
          <pc:docMk/>
          <pc:sldMk cId="2533243423" sldId="325"/>
        </pc:sldMkLst>
        <pc:spChg chg="add">
          <ac:chgData name="Songqing Gu" userId="c4d8cb49210192e2" providerId="LiveId" clId="{2EC84E90-57EC-4474-9F53-E2646DF8BD60}" dt="2023-05-23T09:34:10.151" v="135" actId="11529"/>
          <ac:spMkLst>
            <pc:docMk/>
            <pc:sldMk cId="2533243423" sldId="325"/>
            <ac:spMk id="2" creationId="{23BC8F12-A132-0022-F967-244667706334}"/>
          </ac:spMkLst>
        </pc:spChg>
      </pc:sldChg>
      <pc:sldChg chg="del">
        <pc:chgData name="Songqing Gu" userId="c4d8cb49210192e2" providerId="LiveId" clId="{2EC84E90-57EC-4474-9F53-E2646DF8BD60}" dt="2023-05-13T02:20:55.434" v="0" actId="47"/>
        <pc:sldMkLst>
          <pc:docMk/>
          <pc:sldMk cId="455407460" sldId="338"/>
        </pc:sldMkLst>
      </pc:sldChg>
      <pc:sldChg chg="modSp mod">
        <pc:chgData name="Songqing Gu" userId="c4d8cb49210192e2" providerId="LiveId" clId="{2EC84E90-57EC-4474-9F53-E2646DF8BD60}" dt="2023-05-23T09:26:57.690" v="132" actId="113"/>
        <pc:sldMkLst>
          <pc:docMk/>
          <pc:sldMk cId="1636408948" sldId="344"/>
        </pc:sldMkLst>
        <pc:spChg chg="mod">
          <ac:chgData name="Songqing Gu" userId="c4d8cb49210192e2" providerId="LiveId" clId="{2EC84E90-57EC-4474-9F53-E2646DF8BD60}" dt="2023-05-23T09:26:57.690" v="132" actId="113"/>
          <ac:spMkLst>
            <pc:docMk/>
            <pc:sldMk cId="1636408948" sldId="344"/>
            <ac:spMk id="7" creationId="{00000000-0000-0000-0000-000000000000}"/>
          </ac:spMkLst>
        </pc:spChg>
      </pc:sldChg>
      <pc:sldChg chg="modSp mod">
        <pc:chgData name="Songqing Gu" userId="c4d8cb49210192e2" providerId="LiveId" clId="{2EC84E90-57EC-4474-9F53-E2646DF8BD60}" dt="2023-05-23T09:27:16.583" v="134" actId="207"/>
        <pc:sldMkLst>
          <pc:docMk/>
          <pc:sldMk cId="4115383892" sldId="345"/>
        </pc:sldMkLst>
        <pc:spChg chg="mod">
          <ac:chgData name="Songqing Gu" userId="c4d8cb49210192e2" providerId="LiveId" clId="{2EC84E90-57EC-4474-9F53-E2646DF8BD60}" dt="2023-05-23T09:27:16.583" v="134" actId="207"/>
          <ac:spMkLst>
            <pc:docMk/>
            <pc:sldMk cId="4115383892" sldId="345"/>
            <ac:spMk id="5" creationId="{00000000-0000-0000-0000-000000000000}"/>
          </ac:spMkLst>
        </pc:spChg>
      </pc:sldChg>
      <pc:sldChg chg="addSp modSp mod">
        <pc:chgData name="Songqing Gu" userId="c4d8cb49210192e2" providerId="LiveId" clId="{2EC84E90-57EC-4474-9F53-E2646DF8BD60}" dt="2023-05-15T23:41:13.119" v="28" actId="20577"/>
        <pc:sldMkLst>
          <pc:docMk/>
          <pc:sldMk cId="48961036" sldId="349"/>
        </pc:sldMkLst>
        <pc:spChg chg="mod">
          <ac:chgData name="Songqing Gu" userId="c4d8cb49210192e2" providerId="LiveId" clId="{2EC84E90-57EC-4474-9F53-E2646DF8BD60}" dt="2023-05-13T02:21:13.676" v="3" actId="14100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2EC84E90-57EC-4474-9F53-E2646DF8BD60}" dt="2023-05-15T23:41:13.119" v="28" actId="20577"/>
          <ac:spMkLst>
            <pc:docMk/>
            <pc:sldMk cId="48961036" sldId="349"/>
            <ac:spMk id="4" creationId="{B1B68323-331B-990B-9C94-80CC1EBA6C56}"/>
          </ac:spMkLst>
        </pc:spChg>
        <pc:spChg chg="mod">
          <ac:chgData name="Songqing Gu" userId="c4d8cb49210192e2" providerId="LiveId" clId="{2EC84E90-57EC-4474-9F53-E2646DF8BD60}" dt="2023-05-13T02:21:09.479" v="2" actId="20577"/>
          <ac:spMkLst>
            <pc:docMk/>
            <pc:sldMk cId="48961036" sldId="349"/>
            <ac:spMk id="9" creationId="{00000000-0000-0000-0000-000000000000}"/>
          </ac:spMkLst>
        </pc:spChg>
        <pc:spChg chg="mod">
          <ac:chgData name="Songqing Gu" userId="c4d8cb49210192e2" providerId="LiveId" clId="{2EC84E90-57EC-4474-9F53-E2646DF8BD60}" dt="2023-05-15T23:40:58.217" v="5" actId="14100"/>
          <ac:spMkLst>
            <pc:docMk/>
            <pc:sldMk cId="48961036" sldId="349"/>
            <ac:spMk id="24" creationId="{00000000-0000-0000-0000-000000000000}"/>
          </ac:spMkLst>
        </pc:spChg>
      </pc:sldChg>
      <pc:sldChg chg="add">
        <pc:chgData name="Songqing Gu" userId="c4d8cb49210192e2" providerId="LiveId" clId="{2EC84E90-57EC-4474-9F53-E2646DF8BD60}" dt="2023-05-23T09:24:14.193" v="30" actId="2890"/>
        <pc:sldMkLst>
          <pc:docMk/>
          <pc:sldMk cId="4106364443" sldId="350"/>
        </pc:sldMkLst>
      </pc:sldChg>
    </pc:docChg>
  </pc:docChgLst>
  <pc:docChgLst>
    <pc:chgData name="Songqing" userId="c4d8cb49210192e2" providerId="LiveId" clId="{AC5B5E68-1FBA-4B33-BC61-28C017A47620}"/>
    <pc:docChg chg="custSel addSld modSld modSection">
      <pc:chgData name="Songqing" userId="c4d8cb49210192e2" providerId="LiveId" clId="{AC5B5E68-1FBA-4B33-BC61-28C017A47620}" dt="2023-08-08T01:25:36.738" v="94" actId="20577"/>
      <pc:docMkLst>
        <pc:docMk/>
      </pc:docMkLst>
      <pc:sldChg chg="delSp modSp mod">
        <pc:chgData name="Songqing" userId="c4d8cb49210192e2" providerId="LiveId" clId="{AC5B5E68-1FBA-4B33-BC61-28C017A47620}" dt="2023-08-08T01:25:36.738" v="94" actId="20577"/>
        <pc:sldMkLst>
          <pc:docMk/>
          <pc:sldMk cId="2194767642" sldId="287"/>
        </pc:sldMkLst>
        <pc:spChg chg="mod">
          <ac:chgData name="Songqing" userId="c4d8cb49210192e2" providerId="LiveId" clId="{AC5B5E68-1FBA-4B33-BC61-28C017A47620}" dt="2023-08-08T01:25:36.738" v="94" actId="20577"/>
          <ac:spMkLst>
            <pc:docMk/>
            <pc:sldMk cId="2194767642" sldId="287"/>
            <ac:spMk id="2" creationId="{00000000-0000-0000-0000-000000000000}"/>
          </ac:spMkLst>
        </pc:spChg>
        <pc:spChg chg="mod">
          <ac:chgData name="Songqing" userId="c4d8cb49210192e2" providerId="LiveId" clId="{AC5B5E68-1FBA-4B33-BC61-28C017A47620}" dt="2023-08-08T01:06:29.734" v="41" actId="14100"/>
          <ac:spMkLst>
            <pc:docMk/>
            <pc:sldMk cId="2194767642" sldId="287"/>
            <ac:spMk id="5" creationId="{00000000-0000-0000-0000-000000000000}"/>
          </ac:spMkLst>
        </pc:spChg>
        <pc:spChg chg="mod">
          <ac:chgData name="Songqing" userId="c4d8cb49210192e2" providerId="LiveId" clId="{AC5B5E68-1FBA-4B33-BC61-28C017A47620}" dt="2023-08-08T01:06:57.048" v="64" actId="20577"/>
          <ac:spMkLst>
            <pc:docMk/>
            <pc:sldMk cId="2194767642" sldId="287"/>
            <ac:spMk id="8" creationId="{00000000-0000-0000-0000-000000000000}"/>
          </ac:spMkLst>
        </pc:spChg>
        <pc:spChg chg="mod">
          <ac:chgData name="Songqing" userId="c4d8cb49210192e2" providerId="LiveId" clId="{AC5B5E68-1FBA-4B33-BC61-28C017A47620}" dt="2023-08-08T01:07:25.451" v="80" actId="14100"/>
          <ac:spMkLst>
            <pc:docMk/>
            <pc:sldMk cId="2194767642" sldId="287"/>
            <ac:spMk id="9" creationId="{00000000-0000-0000-0000-000000000000}"/>
          </ac:spMkLst>
        </pc:spChg>
        <pc:graphicFrameChg chg="del">
          <ac:chgData name="Songqing" userId="c4d8cb49210192e2" providerId="LiveId" clId="{AC5B5E68-1FBA-4B33-BC61-28C017A47620}" dt="2023-08-08T01:06:08.260" v="29" actId="478"/>
          <ac:graphicFrameMkLst>
            <pc:docMk/>
            <pc:sldMk cId="2194767642" sldId="287"/>
            <ac:graphicFrameMk id="7" creationId="{00000000-0000-0000-0000-000000000000}"/>
          </ac:graphicFrameMkLst>
        </pc:graphicFrameChg>
      </pc:sldChg>
      <pc:sldChg chg="add">
        <pc:chgData name="Songqing" userId="c4d8cb49210192e2" providerId="LiveId" clId="{AC5B5E68-1FBA-4B33-BC61-28C017A47620}" dt="2023-08-08T01:05:48.921" v="0" actId="2890"/>
        <pc:sldMkLst>
          <pc:docMk/>
          <pc:sldMk cId="394642133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11/7/2025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hat.com/en/topics/cloud-native-apps/stateful-vs-stateles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etstore.swagger.io/v2/swagger.json" TargetMode="External"/><Relationship Id="rId2" Type="http://schemas.openxmlformats.org/officeDocument/2006/relationships/hyperlink" Target="https://editor.swagger.io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8607" y="2513001"/>
            <a:ext cx="4694514" cy="671070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REST API</a:t>
            </a:r>
            <a:r>
              <a:rPr lang="en-AU" sz="32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Why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Where is API located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types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Transport Protocol - HTTP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Contract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Rest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 err="1">
                <a:solidFill>
                  <a:schemeClr val="accent2"/>
                </a:solidFill>
              </a:rPr>
              <a:t>OpenAPI</a:t>
            </a:r>
            <a:r>
              <a:rPr lang="en-AU" altLang="en-US" b="1" i="1" dirty="0">
                <a:solidFill>
                  <a:schemeClr val="accent2"/>
                </a:solidFill>
              </a:rPr>
              <a:t> Specification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lifecycle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ud 2"/>
          <p:cNvSpPr/>
          <p:nvPr/>
        </p:nvSpPr>
        <p:spPr>
          <a:xfrm>
            <a:off x="7596571" y="1483322"/>
            <a:ext cx="2004629" cy="1106640"/>
          </a:xfrm>
          <a:prstGeom prst="cloud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ounded Rectangle 23"/>
          <p:cNvSpPr/>
          <p:nvPr/>
        </p:nvSpPr>
        <p:spPr>
          <a:xfrm>
            <a:off x="4016827" y="2548268"/>
            <a:ext cx="1404259" cy="39178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4314801" y="2765535"/>
            <a:ext cx="7457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+mj-lt"/>
              </a:rPr>
              <a:t>API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65769" y="1745883"/>
            <a:ext cx="3048545" cy="37784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Service</a:t>
            </a:r>
            <a:endParaRPr lang="en-AU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" name="Curved Connector 4"/>
          <p:cNvCxnSpPr>
            <a:cxnSpLocks/>
          </p:cNvCxnSpPr>
          <p:nvPr/>
        </p:nvCxnSpPr>
        <p:spPr>
          <a:xfrm rot="10800000" flipV="1">
            <a:off x="5511047" y="2202541"/>
            <a:ext cx="2368552" cy="996889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805407E5-FFE1-7FFF-37D6-306F5EA37C21}"/>
              </a:ext>
            </a:extLst>
          </p:cNvPr>
          <p:cNvSpPr txBox="1">
            <a:spLocks/>
          </p:cNvSpPr>
          <p:nvPr/>
        </p:nvSpPr>
        <p:spPr>
          <a:xfrm>
            <a:off x="3338019" y="3569246"/>
            <a:ext cx="1543061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Function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65CE16-428D-64B7-972F-2696F1A5F7BB}"/>
              </a:ext>
            </a:extLst>
          </p:cNvPr>
          <p:cNvSpPr txBox="1">
            <a:spLocks/>
          </p:cNvSpPr>
          <p:nvPr/>
        </p:nvSpPr>
        <p:spPr>
          <a:xfrm>
            <a:off x="3338019" y="3940754"/>
            <a:ext cx="2153397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Data contract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0F6E9F-0390-FC04-9047-FF8C13CCD712}"/>
              </a:ext>
            </a:extLst>
          </p:cNvPr>
          <p:cNvSpPr txBox="1">
            <a:spLocks/>
          </p:cNvSpPr>
          <p:nvPr/>
        </p:nvSpPr>
        <p:spPr>
          <a:xfrm>
            <a:off x="3338019" y="4312262"/>
            <a:ext cx="2710605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Transport protocol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5CC8B3E-77B3-CD63-3FDE-7A465C71AC40}"/>
              </a:ext>
            </a:extLst>
          </p:cNvPr>
          <p:cNvSpPr txBox="1">
            <a:spLocks/>
          </p:cNvSpPr>
          <p:nvPr/>
        </p:nvSpPr>
        <p:spPr>
          <a:xfrm>
            <a:off x="3338019" y="4711259"/>
            <a:ext cx="3264626" cy="42073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  <a:latin typeface="+mn-lt"/>
              </a:rPr>
              <a:t>Communication pattern</a:t>
            </a:r>
          </a:p>
        </p:txBody>
      </p:sp>
    </p:spTree>
    <p:extLst>
      <p:ext uri="{BB962C8B-B14F-4D97-AF65-F5344CB8AC3E}">
        <p14:creationId xmlns:p14="http://schemas.microsoft.com/office/powerpoint/2010/main" val="4896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3076" y="3155003"/>
            <a:ext cx="3406747" cy="607793"/>
          </a:xfrm>
          <a:solidFill>
            <a:srgbClr val="0070C0"/>
          </a:solidFill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REST API </a:t>
            </a:r>
            <a:br>
              <a:rPr lang="en-AU" b="1" dirty="0">
                <a:solidFill>
                  <a:schemeClr val="bg1"/>
                </a:solidFill>
              </a:rPr>
            </a:br>
            <a:endParaRPr lang="en-AU" sz="2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2549" y="3912750"/>
            <a:ext cx="46043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Representational State Transfer</a:t>
            </a:r>
            <a:endParaRPr lang="en-AU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36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072" y="957974"/>
            <a:ext cx="275243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REST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6034" y="2152966"/>
            <a:ext cx="105571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client-server architecture made up of </a:t>
            </a: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clients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servers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resources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with requests managed through HTTP.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6073" y="4661957"/>
            <a:ext cx="1062049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layered system that organizes each type of server (those responsible for security, load-balancing, etc.) involved the retrieval of requested information into hierarchies, invisible to the client.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21B72-9FBC-0123-7A3D-F48C08C95846}"/>
              </a:ext>
            </a:extLst>
          </p:cNvPr>
          <p:cNvSpPr txBox="1"/>
          <p:nvPr/>
        </p:nvSpPr>
        <p:spPr>
          <a:xfrm>
            <a:off x="1076034" y="2989296"/>
            <a:ext cx="9962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Stateless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client-server communication, meaning no client information is stored between get requests and each request is separate and unconnected.</a:t>
            </a:r>
          </a:p>
        </p:txBody>
      </p:sp>
    </p:spTree>
    <p:extLst>
      <p:ext uri="{BB962C8B-B14F-4D97-AF65-F5344CB8AC3E}">
        <p14:creationId xmlns:p14="http://schemas.microsoft.com/office/powerpoint/2010/main" val="163640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072" y="957974"/>
            <a:ext cx="5697435" cy="536891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REST</a:t>
            </a:r>
            <a:r>
              <a:rPr lang="en-AU" sz="2800" b="1" dirty="0">
                <a:solidFill>
                  <a:srgbClr val="002060"/>
                </a:solidFill>
              </a:rPr>
              <a:t> </a:t>
            </a:r>
            <a:r>
              <a:rPr lang="en-AU" sz="2800" b="1" dirty="0">
                <a:solidFill>
                  <a:srgbClr val="0070C0"/>
                </a:solidFill>
              </a:rPr>
              <a:t>API – concept (optional) </a:t>
            </a: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36071" y="1654664"/>
            <a:ext cx="10326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var(--pfe-theme--font-family,&quot;Red Hat Text&quot;,&quot;RedHatText&quot;,&quot;Overpass&quot;,Overpass,Arial,sans-serif)"/>
              </a:rPr>
              <a:t>A uniform interface between components so that information is transferred in a standard 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6071" y="2223814"/>
            <a:ext cx="96335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151515"/>
                </a:solidFill>
                <a:latin typeface="RedHatText"/>
              </a:rPr>
              <a:t>This requires that: </a:t>
            </a:r>
            <a:r>
              <a:rPr lang="en-US" i="1" dirty="0">
                <a:solidFill>
                  <a:srgbClr val="151515"/>
                </a:solidFill>
                <a:latin typeface="var(--pfe-theme--font-family,&quot;Red Hat Text&quot;,&quot;RedHatText&quot;,&quot;Overpass&quot;,Overpass,Arial,sans-serif)"/>
              </a:rPr>
              <a:t>resources requested are identifiable and separate from the representations sent to the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rgbClr val="151515"/>
              </a:solidFill>
              <a:latin typeface="var(--pfe-theme--font-family,&quot;Red Hat Text&quot;,&quot;RedHatText&quot;,&quot;Overpass&quot;,Overpass,Arial,sans-serif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C00000"/>
                </a:solidFill>
                <a:latin typeface="var(--pfe-theme--font-family,&quot;Red Hat Text&quot;,&quot;RedHatText&quot;,&quot;Overpass&quot;,Overpass,Arial,sans-serif)"/>
              </a:rPr>
              <a:t>resources</a:t>
            </a:r>
            <a:r>
              <a:rPr lang="en-US" i="1" dirty="0">
                <a:solidFill>
                  <a:srgbClr val="151515"/>
                </a:solidFill>
                <a:latin typeface="var(--pfe-theme--font-family,&quot;Red Hat Text&quot;,&quot;RedHatText&quot;,&quot;Overpass&quot;,Overpass,Arial,sans-serif)"/>
              </a:rPr>
              <a:t> can be manipulated by the client via the representation they receive because the representation contains enough information to do so.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>
              <a:solidFill>
                <a:srgbClr val="151515"/>
              </a:solidFill>
              <a:latin typeface="var(--pfe-theme--font-family,&quot;Red Hat Text&quot;,&quot;RedHatText&quot;,&quot;Overpass&quot;,Overpass,Arial,sans-serif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151515"/>
                </a:solidFill>
                <a:latin typeface="var(--pfe-theme--font-family,&quot;Red Hat Text&quot;,&quot;RedHatText&quot;,&quot;Overpass&quot;,Overpass,Arial,sans-serif)"/>
              </a:rPr>
              <a:t>self-descriptive messages returned to the client have enough information to describe how the client should process 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>
              <a:solidFill>
                <a:srgbClr val="151515"/>
              </a:solidFill>
              <a:latin typeface="var(--pfe-theme--font-family,&quot;Red Hat Text&quot;,&quot;RedHatText&quot;,&quot;Overpass&quot;,Overpass,Arial,sans-serif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151515"/>
                </a:solidFill>
                <a:latin typeface="var(--pfe-theme--font-family,&quot;Red Hat Text&quot;,&quot;RedHatText&quot;,&quot;Overpass&quot;,Overpass,Arial,sans-serif)"/>
              </a:rPr>
              <a:t>hypertext/hypermedia is available, meaning that after accessing a resource the client should be able to use hyperlinks to find all other currently available actions they can take.</a:t>
            </a:r>
            <a:endParaRPr lang="en-US" b="0" i="1" dirty="0">
              <a:solidFill>
                <a:srgbClr val="151515"/>
              </a:solidFill>
              <a:effectLst/>
              <a:latin typeface="var(--pfe-theme--font-family,&quot;Red Hat Text&quot;,&quot;RedHatText&quot;,&quot;Overpass&quot;,Overpass,Arial,sans-serif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2766" y="6146495"/>
            <a:ext cx="674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https://www.redhat.com/en/topics/api/what-is-a-rest-api</a:t>
            </a:r>
          </a:p>
        </p:txBody>
      </p:sp>
    </p:spTree>
    <p:extLst>
      <p:ext uri="{BB962C8B-B14F-4D97-AF65-F5344CB8AC3E}">
        <p14:creationId xmlns:p14="http://schemas.microsoft.com/office/powerpoint/2010/main" val="411538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96" y="903143"/>
            <a:ext cx="8827810" cy="4322330"/>
          </a:xfrm>
          <a:prstGeom prst="rect">
            <a:avLst/>
          </a:prstGeom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7B5A668B-DFB1-3442-885D-049148BA9209}"/>
              </a:ext>
            </a:extLst>
          </p:cNvPr>
          <p:cNvCxnSpPr/>
          <p:nvPr/>
        </p:nvCxnSpPr>
        <p:spPr>
          <a:xfrm rot="5400000" flipH="1" flipV="1">
            <a:off x="5753100" y="3695700"/>
            <a:ext cx="3363686" cy="174171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3B3BA6-1F11-1069-46E3-BB62081C3C5F}"/>
              </a:ext>
            </a:extLst>
          </p:cNvPr>
          <p:cNvSpPr txBox="1"/>
          <p:nvPr/>
        </p:nvSpPr>
        <p:spPr>
          <a:xfrm>
            <a:off x="5775637" y="6093767"/>
            <a:ext cx="1741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/>
                </a:solidFill>
              </a:rPr>
              <a:t>End point</a:t>
            </a:r>
          </a:p>
        </p:txBody>
      </p:sp>
    </p:spTree>
    <p:extLst>
      <p:ext uri="{BB962C8B-B14F-4D97-AF65-F5344CB8AC3E}">
        <p14:creationId xmlns:p14="http://schemas.microsoft.com/office/powerpoint/2010/main" val="236890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learning.oreilly.com/api/v2/epubs/urn:orm:book:9781484281420/files/images/525090_1_En_2_Chapter/525090_1_En_2_Fig3_HTM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73" y="1038464"/>
            <a:ext cx="7932073" cy="527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BC8F12-A132-0022-F967-244667706334}"/>
              </a:ext>
            </a:extLst>
          </p:cNvPr>
          <p:cNvSpPr/>
          <p:nvPr/>
        </p:nvSpPr>
        <p:spPr>
          <a:xfrm>
            <a:off x="5540829" y="1600200"/>
            <a:ext cx="1643742" cy="174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243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092" y="965855"/>
            <a:ext cx="3902265" cy="696690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REST API </a:t>
            </a: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AU" sz="2800" b="1" i="1" dirty="0">
                <a:solidFill>
                  <a:schemeClr val="accent2"/>
                </a:solidFill>
              </a:rPr>
              <a:t>POST</a:t>
            </a:r>
            <a:br>
              <a:rPr lang="en-AU" sz="2800" b="1" dirty="0">
                <a:solidFill>
                  <a:srgbClr val="002060"/>
                </a:solidFill>
              </a:rPr>
            </a:b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587" y="1662545"/>
            <a:ext cx="7475250" cy="49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0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9" y="2974602"/>
            <a:ext cx="3627666" cy="625848"/>
          </a:xfrm>
          <a:effectLst/>
        </p:spPr>
        <p:txBody>
          <a:bodyPr>
            <a:noAutofit/>
          </a:bodyPr>
          <a:lstStyle/>
          <a:p>
            <a:r>
              <a:rPr lang="en-AU" sz="2800" b="1" i="1" dirty="0">
                <a:solidFill>
                  <a:schemeClr val="accent2"/>
                </a:solidFill>
              </a:rPr>
              <a:t>Demo </a:t>
            </a:r>
            <a:r>
              <a:rPr lang="en-AU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2800" b="1" i="1" dirty="0">
                <a:solidFill>
                  <a:srgbClr val="0070C0"/>
                </a:solidFill>
              </a:rPr>
              <a:t> REST API</a:t>
            </a:r>
            <a:br>
              <a:rPr lang="en-AU" sz="2800" b="1" i="1" dirty="0">
                <a:solidFill>
                  <a:srgbClr val="002060"/>
                </a:solidFill>
              </a:rPr>
            </a:br>
            <a:br>
              <a:rPr lang="en-AU" sz="2800" b="1" i="1" dirty="0">
                <a:solidFill>
                  <a:srgbClr val="002060"/>
                </a:solidFill>
              </a:rPr>
            </a:br>
            <a:endParaRPr lang="en-AU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51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471" y="762905"/>
            <a:ext cx="2990362" cy="696690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REST API </a:t>
            </a: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AU" sz="2800" b="1" dirty="0">
                <a:solidFill>
                  <a:schemeClr val="accent2"/>
                </a:solidFill>
              </a:rPr>
              <a:t>PUT</a:t>
            </a:r>
            <a:br>
              <a:rPr lang="en-AU" sz="2800" b="1" dirty="0">
                <a:solidFill>
                  <a:srgbClr val="002060"/>
                </a:solidFill>
              </a:rPr>
            </a:b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32" y="1644073"/>
            <a:ext cx="7667839" cy="48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8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6370" y="2648030"/>
            <a:ext cx="5523347" cy="696690"/>
          </a:xfrm>
          <a:effectLst/>
        </p:spPr>
        <p:txBody>
          <a:bodyPr>
            <a:noAutofit/>
          </a:bodyPr>
          <a:lstStyle/>
          <a:p>
            <a:r>
              <a:rPr lang="en-AU" sz="2800" b="1" i="1" dirty="0">
                <a:solidFill>
                  <a:schemeClr val="accent2"/>
                </a:solidFill>
              </a:rPr>
              <a:t>Demo </a:t>
            </a:r>
            <a:r>
              <a:rPr lang="en-AU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2800" b="1" i="1" dirty="0">
                <a:solidFill>
                  <a:srgbClr val="0070C0"/>
                </a:solidFill>
              </a:rPr>
              <a:t> REST API</a:t>
            </a:r>
            <a:br>
              <a:rPr lang="en-AU" sz="2800" b="1" i="1" dirty="0">
                <a:solidFill>
                  <a:srgbClr val="002060"/>
                </a:solidFill>
              </a:rPr>
            </a:br>
            <a:br>
              <a:rPr lang="en-AU" sz="2800" b="1" i="1" dirty="0">
                <a:solidFill>
                  <a:srgbClr val="002060"/>
                </a:solidFill>
              </a:rPr>
            </a:br>
            <a:endParaRPr lang="en-AU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3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63" y="762656"/>
            <a:ext cx="3592946" cy="592615"/>
          </a:xfrm>
          <a:effectLst/>
        </p:spPr>
        <p:txBody>
          <a:bodyPr>
            <a:normAutofit fontScale="90000"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REST API </a:t>
            </a:r>
            <a:r>
              <a:rPr lang="en-AU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AU" sz="2800" b="1" i="1" dirty="0">
                <a:solidFill>
                  <a:schemeClr val="accent2"/>
                </a:solidFill>
              </a:rPr>
              <a:t>PATCH</a:t>
            </a:r>
            <a:br>
              <a:rPr lang="en-AU" sz="2800" b="1" dirty="0">
                <a:solidFill>
                  <a:srgbClr val="002060"/>
                </a:solidFill>
              </a:rPr>
            </a:b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109" y="581893"/>
            <a:ext cx="71056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2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656" y="927674"/>
            <a:ext cx="9284173" cy="696690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Rest API Example </a:t>
            </a:r>
            <a:r>
              <a:rPr lang="en-AU" sz="2800" b="1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AU" sz="2800" b="1" dirty="0">
                <a:solidFill>
                  <a:schemeClr val="accent2"/>
                </a:solidFill>
              </a:rPr>
              <a:t>HTTP Method, URL, resource path</a:t>
            </a:r>
            <a:br>
              <a:rPr lang="en-AU" sz="2800" b="1" dirty="0">
                <a:solidFill>
                  <a:srgbClr val="002060"/>
                </a:solidFill>
              </a:rPr>
            </a:b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370995"/>
              </p:ext>
            </p:extLst>
          </p:nvPr>
        </p:nvGraphicFramePr>
        <p:xfrm>
          <a:off x="1293911" y="2152073"/>
          <a:ext cx="9651996" cy="3273956"/>
        </p:xfrm>
        <a:graphic>
          <a:graphicData uri="http://schemas.openxmlformats.org/drawingml/2006/table">
            <a:tbl>
              <a:tblPr/>
              <a:tblGrid>
                <a:gridCol w="530610">
                  <a:extLst>
                    <a:ext uri="{9D8B030D-6E8A-4147-A177-3AD203B41FA5}">
                      <a16:colId xmlns:a16="http://schemas.microsoft.com/office/drawing/2014/main" val="2362225832"/>
                    </a:ext>
                  </a:extLst>
                </a:gridCol>
                <a:gridCol w="1890312">
                  <a:extLst>
                    <a:ext uri="{9D8B030D-6E8A-4147-A177-3AD203B41FA5}">
                      <a16:colId xmlns:a16="http://schemas.microsoft.com/office/drawing/2014/main" val="29381075"/>
                    </a:ext>
                  </a:extLst>
                </a:gridCol>
                <a:gridCol w="920283">
                  <a:extLst>
                    <a:ext uri="{9D8B030D-6E8A-4147-A177-3AD203B41FA5}">
                      <a16:colId xmlns:a16="http://schemas.microsoft.com/office/drawing/2014/main" val="403765848"/>
                    </a:ext>
                  </a:extLst>
                </a:gridCol>
                <a:gridCol w="2283735">
                  <a:extLst>
                    <a:ext uri="{9D8B030D-6E8A-4147-A177-3AD203B41FA5}">
                      <a16:colId xmlns:a16="http://schemas.microsoft.com/office/drawing/2014/main" val="1579984328"/>
                    </a:ext>
                  </a:extLst>
                </a:gridCol>
                <a:gridCol w="1376218">
                  <a:extLst>
                    <a:ext uri="{9D8B030D-6E8A-4147-A177-3AD203B41FA5}">
                      <a16:colId xmlns:a16="http://schemas.microsoft.com/office/drawing/2014/main" val="1822128359"/>
                    </a:ext>
                  </a:extLst>
                </a:gridCol>
                <a:gridCol w="2650838">
                  <a:extLst>
                    <a:ext uri="{9D8B030D-6E8A-4147-A177-3AD203B41FA5}">
                      <a16:colId xmlns:a16="http://schemas.microsoft.com/office/drawing/2014/main" val="2599842401"/>
                    </a:ext>
                  </a:extLst>
                </a:gridCol>
              </a:tblGrid>
              <a:tr h="558470">
                <a:tc>
                  <a:txBody>
                    <a:bodyPr/>
                    <a:lstStyle/>
                    <a:p>
                      <a:r>
                        <a:rPr lang="en-AU" sz="1400" b="1" dirty="0"/>
                        <a:t>No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dirty="0"/>
                        <a:t>API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dirty="0"/>
                        <a:t>Method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dirty="0"/>
                        <a:t>Resource Path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dirty="0"/>
                        <a:t>Status</a:t>
                      </a:r>
                      <a:r>
                        <a:rPr lang="en-AU" sz="1400" b="1" baseline="0" dirty="0"/>
                        <a:t> Code</a:t>
                      </a:r>
                      <a:endParaRPr lang="en-AU" sz="1400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dirty="0"/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954578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Get students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Get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All students</a:t>
                      </a:r>
                      <a:r>
                        <a:rPr lang="en-AU" sz="1400" baseline="0" dirty="0"/>
                        <a:t> are retrieved</a:t>
                      </a:r>
                      <a:endParaRPr lang="en-AU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53038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Create students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Post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The student is created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39636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Get student</a:t>
                      </a:r>
                      <a:endParaRPr lang="en-AU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Get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/v1/students/{id}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The student</a:t>
                      </a:r>
                      <a:r>
                        <a:rPr lang="en-AU" sz="1400" baseline="0" dirty="0"/>
                        <a:t> is retrieved</a:t>
                      </a:r>
                      <a:endParaRPr lang="en-AU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810091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Update student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Put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/v1/students/{id}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The</a:t>
                      </a:r>
                      <a:r>
                        <a:rPr lang="en-AU" sz="1400" baseline="0" dirty="0"/>
                        <a:t> student is updated</a:t>
                      </a:r>
                      <a:endParaRPr lang="en-AU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405024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Delete students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Delete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/v1/students/{id}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The</a:t>
                      </a:r>
                      <a:r>
                        <a:rPr lang="en-AU" sz="1400" baseline="0" dirty="0"/>
                        <a:t> student is deleted</a:t>
                      </a:r>
                      <a:endParaRPr lang="en-AU" sz="1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611671"/>
                  </a:ext>
                </a:extLst>
              </a:tr>
              <a:tr h="452581">
                <a:tc>
                  <a:txBody>
                    <a:bodyPr/>
                    <a:lstStyle/>
                    <a:p>
                      <a:r>
                        <a:rPr lang="en-AU" sz="1400" dirty="0"/>
                        <a:t>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Modify students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/</a:t>
                      </a:r>
                      <a:r>
                        <a:rPr lang="en-AU" sz="1400" dirty="0" err="1"/>
                        <a:t>api</a:t>
                      </a:r>
                      <a:r>
                        <a:rPr lang="en-AU" sz="1400" dirty="0"/>
                        <a:t>/v1/students/{id}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The student is modified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560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2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769" y="3080655"/>
            <a:ext cx="3918199" cy="657865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Deployment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767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536" y="831518"/>
            <a:ext cx="2780476" cy="696690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End Point</a:t>
            </a:r>
            <a:br>
              <a:rPr lang="en-AU" sz="3200" b="1" dirty="0">
                <a:solidFill>
                  <a:schemeClr val="accent2"/>
                </a:solidFill>
              </a:rPr>
            </a:br>
            <a:br>
              <a:rPr lang="en-AU" sz="3200" b="1" dirty="0">
                <a:solidFill>
                  <a:schemeClr val="accent2"/>
                </a:solidFill>
              </a:rPr>
            </a:br>
            <a:endParaRPr lang="en-AU" sz="3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5524" y="2014172"/>
            <a:ext cx="1938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 Method</a:t>
            </a:r>
            <a:endParaRPr lang="en-AU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94068" y="2025718"/>
            <a:ext cx="16981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Host Name</a:t>
            </a:r>
            <a:endParaRPr lang="en-AU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92239" y="2025718"/>
            <a:ext cx="2092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Resource Path</a:t>
            </a: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D41D7-6185-FF77-5F4E-FCBAB376B700}"/>
              </a:ext>
            </a:extLst>
          </p:cNvPr>
          <p:cNvSpPr txBox="1"/>
          <p:nvPr/>
        </p:nvSpPr>
        <p:spPr>
          <a:xfrm>
            <a:off x="3456869" y="2025718"/>
            <a:ext cx="1278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Triplet</a:t>
            </a:r>
            <a:endParaRPr lang="en-AU" sz="2400" dirty="0">
              <a:highlight>
                <a:srgbClr val="FFFF00"/>
              </a:highlight>
            </a:endParaRPr>
          </a:p>
        </p:txBody>
      </p:sp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665457D8-E186-EBE2-04FB-D40D38AD4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9895" y="3868421"/>
            <a:ext cx="1147590" cy="1147590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ACBEF4B-1D37-E5E4-7628-69A0464D45B8}"/>
              </a:ext>
            </a:extLst>
          </p:cNvPr>
          <p:cNvSpPr/>
          <p:nvPr/>
        </p:nvSpPr>
        <p:spPr>
          <a:xfrm>
            <a:off x="3640606" y="2824788"/>
            <a:ext cx="577387" cy="555064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859D8FA-2890-CD6C-805B-648E55F00BC3}"/>
              </a:ext>
            </a:extLst>
          </p:cNvPr>
          <p:cNvSpPr/>
          <p:nvPr/>
        </p:nvSpPr>
        <p:spPr>
          <a:xfrm>
            <a:off x="3640606" y="4000914"/>
            <a:ext cx="577387" cy="555064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5899E267-7446-ECA9-19A1-6125966A94B7}"/>
              </a:ext>
            </a:extLst>
          </p:cNvPr>
          <p:cNvSpPr/>
          <p:nvPr/>
        </p:nvSpPr>
        <p:spPr>
          <a:xfrm>
            <a:off x="3640606" y="5147519"/>
            <a:ext cx="577387" cy="555064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DD51063-DE7B-6608-10C3-75DBBEF08BDD}"/>
              </a:ext>
            </a:extLst>
          </p:cNvPr>
          <p:cNvCxnSpPr>
            <a:endCxn id="14" idx="2"/>
          </p:cNvCxnSpPr>
          <p:nvPr/>
        </p:nvCxnSpPr>
        <p:spPr>
          <a:xfrm flipV="1">
            <a:off x="2427485" y="3102320"/>
            <a:ext cx="1213121" cy="1365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1C47FB-972B-2C9B-370C-99C67B434CCA}"/>
              </a:ext>
            </a:extLst>
          </p:cNvPr>
          <p:cNvCxnSpPr>
            <a:endCxn id="17" idx="2"/>
          </p:cNvCxnSpPr>
          <p:nvPr/>
        </p:nvCxnSpPr>
        <p:spPr>
          <a:xfrm>
            <a:off x="2296414" y="4383511"/>
            <a:ext cx="1344192" cy="1041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451FB3-4D98-D7C2-10E2-CDF5300EA47D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448508" y="4278446"/>
            <a:ext cx="1192098" cy="134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3A5CF64-B6AD-822C-5723-A0D5F14FA7EA}"/>
              </a:ext>
            </a:extLst>
          </p:cNvPr>
          <p:cNvSpPr/>
          <p:nvPr/>
        </p:nvSpPr>
        <p:spPr>
          <a:xfrm>
            <a:off x="4728094" y="2770937"/>
            <a:ext cx="7030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Get</a:t>
            </a:r>
            <a:endParaRPr lang="en-AU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225D6C3A-139B-DB2C-EB6C-5EF9E0D320EE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rot="5400000">
            <a:off x="5404650" y="2150791"/>
            <a:ext cx="295100" cy="9451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51F953-F3C1-C9D2-62B0-7C665945FC56}"/>
              </a:ext>
            </a:extLst>
          </p:cNvPr>
          <p:cNvSpPr txBox="1"/>
          <p:nvPr/>
        </p:nvSpPr>
        <p:spPr>
          <a:xfrm>
            <a:off x="5761705" y="2789050"/>
            <a:ext cx="2464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http://</a:t>
            </a:r>
            <a:r>
              <a:rPr lang="en-AU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www.hostname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/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FADF7-EE91-DA79-6B97-5BDD072596EA}"/>
              </a:ext>
            </a:extLst>
          </p:cNvPr>
          <p:cNvSpPr txBox="1"/>
          <p:nvPr/>
        </p:nvSpPr>
        <p:spPr>
          <a:xfrm>
            <a:off x="8043643" y="2824788"/>
            <a:ext cx="1421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Accounts/66</a:t>
            </a:r>
            <a:endParaRPr lang="en-US" dirty="0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A603E42E-6D2B-0858-EF48-52FD1A4245C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7267778" y="2213673"/>
            <a:ext cx="301667" cy="8490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2B4CAFCE-FE02-23FA-F638-548BA587E78B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5400000">
            <a:off x="9077920" y="2164077"/>
            <a:ext cx="337405" cy="9840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884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131" y="3047473"/>
            <a:ext cx="5421584" cy="585851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REST API Specifications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097817" y="5210608"/>
          <a:ext cx="1667599" cy="106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690120" imgH="439560" progId="Package">
                  <p:embed/>
                </p:oleObj>
              </mc:Choice>
              <mc:Fallback>
                <p:oleObj name="Packager Shell Object" showAsIcon="1" r:id="rId2" imgW="690120" imgH="439560" progId="Packag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97817" y="5210608"/>
                        <a:ext cx="1667599" cy="1061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785342" y="3802601"/>
            <a:ext cx="14124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panose="02020603050405020304" pitchFamily="18" charset="0"/>
              </a:rPr>
              <a:t>RAML</a:t>
            </a:r>
            <a:endParaRPr lang="en-AU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85342" y="4172625"/>
            <a:ext cx="24270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 Blueprint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5342" y="4511179"/>
            <a:ext cx="27238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2"/>
                </a:solidFill>
                <a:ea typeface="Times New Roman" panose="02020603050405020304" pitchFamily="18" charset="0"/>
              </a:rPr>
              <a:t>OpenAPI/Swagger</a:t>
            </a:r>
            <a:endParaRPr lang="en-AU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4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8" y="1390730"/>
            <a:ext cx="884843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OpenAPI/Swagger </a:t>
            </a:r>
            <a:r>
              <a:rPr lang="en-AU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Demo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96120" y="3234975"/>
            <a:ext cx="2467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https://editor.swagger.io/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596120" y="4382530"/>
            <a:ext cx="4166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https://petstore.swagger.io/v2/swagger.json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596120" y="2865643"/>
            <a:ext cx="172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Swagger Editor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96120" y="4017814"/>
            <a:ext cx="2360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Example Petstore API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407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412" y="3015531"/>
            <a:ext cx="5584567" cy="696690"/>
          </a:xfrm>
          <a:solidFill>
            <a:srgbClr val="0070C0"/>
          </a:solidFill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Restful API Governance</a:t>
            </a:r>
            <a:br>
              <a:rPr lang="en-AU" b="1" dirty="0">
                <a:solidFill>
                  <a:schemeClr val="bg1"/>
                </a:solidFill>
              </a:rPr>
            </a:br>
            <a:endParaRPr lang="en-AU" sz="22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01268" y="6199970"/>
            <a:ext cx="45207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400" dirty="0"/>
              <a:t>https://blog.postman.com/api-lifecycle-blueprint/</a:t>
            </a:r>
          </a:p>
        </p:txBody>
      </p:sp>
    </p:spTree>
    <p:extLst>
      <p:ext uri="{BB962C8B-B14F-4D97-AF65-F5344CB8AC3E}">
        <p14:creationId xmlns:p14="http://schemas.microsoft.com/office/powerpoint/2010/main" val="249236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A31DD-0869-60CB-47FD-5C02BD23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8141-1AA1-DAFF-CE40-22C4C41E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09" y="916459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Lifecycle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180CC-2CC6-727B-7DD1-BE639EB3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77" y="1769485"/>
            <a:ext cx="8845328" cy="39940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3B0A7A-330E-F135-810A-CB7E1875918A}"/>
              </a:ext>
            </a:extLst>
          </p:cNvPr>
          <p:cNvSpPr/>
          <p:nvPr/>
        </p:nvSpPr>
        <p:spPr>
          <a:xfrm>
            <a:off x="2601268" y="6199970"/>
            <a:ext cx="45207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400" dirty="0"/>
              <a:t>https://blog.postman.com/api-lifecycle-blueprint/</a:t>
            </a:r>
          </a:p>
        </p:txBody>
      </p:sp>
    </p:spTree>
    <p:extLst>
      <p:ext uri="{BB962C8B-B14F-4D97-AF65-F5344CB8AC3E}">
        <p14:creationId xmlns:p14="http://schemas.microsoft.com/office/powerpoint/2010/main" val="601030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23068</TotalTime>
  <Words>685</Words>
  <Application>Microsoft Macintosh PowerPoint</Application>
  <PresentationFormat>Widescreen</PresentationFormat>
  <Paragraphs>129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Black</vt:lpstr>
      <vt:lpstr>Calibri</vt:lpstr>
      <vt:lpstr>Century Gothic</vt:lpstr>
      <vt:lpstr>RedHatText</vt:lpstr>
      <vt:lpstr>Times New Roman</vt:lpstr>
      <vt:lpstr>var(--pfe-theme--font-family,"Red Hat Text","RedHatText","Overpass",Overpass,Arial,sans-serif)</vt:lpstr>
      <vt:lpstr>Wingdings 3</vt:lpstr>
      <vt:lpstr>幼圆</vt:lpstr>
      <vt:lpstr>Wisp</vt:lpstr>
      <vt:lpstr>Packager Shell Object</vt:lpstr>
      <vt:lpstr>Funny Gorilla诙猩猩-IT培训</vt:lpstr>
      <vt:lpstr>Learning Objectives   </vt:lpstr>
      <vt:lpstr>PowerPoint Presentation</vt:lpstr>
      <vt:lpstr>REST API  </vt:lpstr>
      <vt:lpstr>REST API  </vt:lpstr>
      <vt:lpstr>REST API – concept (optional)  </vt:lpstr>
      <vt:lpstr>PowerPoint Presentation</vt:lpstr>
      <vt:lpstr>PowerPoint Presentation</vt:lpstr>
      <vt:lpstr>REST API – POST  </vt:lpstr>
      <vt:lpstr>Demo – REST API  </vt:lpstr>
      <vt:lpstr>REST API – PUT  </vt:lpstr>
      <vt:lpstr>Demo – REST API  </vt:lpstr>
      <vt:lpstr>REST API – PATCH  </vt:lpstr>
      <vt:lpstr>Rest API Example - HTTP Method, URL, resource path  </vt:lpstr>
      <vt:lpstr>Deployment  </vt:lpstr>
      <vt:lpstr>End Point  </vt:lpstr>
      <vt:lpstr>REST API Specifications  </vt:lpstr>
      <vt:lpstr>OpenAPI/Swagger – Demo  </vt:lpstr>
      <vt:lpstr>Restful API Governance </vt:lpstr>
      <vt:lpstr>API Lifecycle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863</cp:revision>
  <dcterms:created xsi:type="dcterms:W3CDTF">2020-08-03T09:43:10Z</dcterms:created>
  <dcterms:modified xsi:type="dcterms:W3CDTF">2025-07-11T09:00:23Z</dcterms:modified>
</cp:coreProperties>
</file>