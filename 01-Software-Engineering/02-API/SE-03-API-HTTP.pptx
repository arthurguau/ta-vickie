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315" r:id="rId3"/>
    <p:sldId id="341" r:id="rId4"/>
    <p:sldId id="335" r:id="rId5"/>
    <p:sldId id="336" r:id="rId6"/>
    <p:sldId id="284" r:id="rId7"/>
    <p:sldId id="305" r:id="rId8"/>
    <p:sldId id="298" r:id="rId9"/>
    <p:sldId id="320" r:id="rId10"/>
    <p:sldId id="282" r:id="rId11"/>
    <p:sldId id="342" r:id="rId12"/>
    <p:sldId id="290" r:id="rId13"/>
    <p:sldId id="343" r:id="rId14"/>
    <p:sldId id="347" r:id="rId15"/>
    <p:sldId id="345" r:id="rId16"/>
    <p:sldId id="346" r:id="rId17"/>
    <p:sldId id="294" r:id="rId18"/>
    <p:sldId id="31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AAF580E-2583-42CA-B0FA-385A997457CF}">
          <p14:sldIdLst>
            <p14:sldId id="256"/>
            <p14:sldId id="315"/>
            <p14:sldId id="341"/>
            <p14:sldId id="335"/>
            <p14:sldId id="336"/>
          </p14:sldIdLst>
        </p14:section>
        <p14:section name="Untitled Section" id="{96B2A4F6-E483-46D3-B718-858E0B0CB8CB}">
          <p14:sldIdLst>
            <p14:sldId id="284"/>
            <p14:sldId id="305"/>
            <p14:sldId id="298"/>
            <p14:sldId id="320"/>
            <p14:sldId id="282"/>
            <p14:sldId id="342"/>
            <p14:sldId id="290"/>
            <p14:sldId id="343"/>
            <p14:sldId id="347"/>
            <p14:sldId id="345"/>
            <p14:sldId id="346"/>
            <p14:sldId id="294"/>
            <p14:sldId id="31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 S. (Songqing)" initials="GS(" lastIdx="2" clrIdx="0">
    <p:extLst>
      <p:ext uri="{19B8F6BF-5375-455C-9EA6-DF929625EA0E}">
        <p15:presenceInfo xmlns:p15="http://schemas.microsoft.com/office/powerpoint/2012/main" userId="Gu, S. (Songqi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3B8F"/>
    <a:srgbClr val="C9E8FF"/>
    <a:srgbClr val="74B2FC"/>
    <a:srgbClr val="2E8488"/>
    <a:srgbClr val="044E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15C465-B731-4BBE-9792-240199F2B230}" v="12" dt="2023-05-28T04:15:22.8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23"/>
    <p:restoredTop sz="80508"/>
  </p:normalViewPr>
  <p:slideViewPr>
    <p:cSldViewPr snapToGrid="0">
      <p:cViewPr varScale="1">
        <p:scale>
          <a:sx n="119" d="100"/>
          <a:sy n="119" d="100"/>
        </p:scale>
        <p:origin x="1728" y="488"/>
      </p:cViewPr>
      <p:guideLst/>
    </p:cSldViewPr>
  </p:slideViewPr>
  <p:notesTextViewPr>
    <p:cViewPr>
      <p:scale>
        <a:sx n="160" d="100"/>
        <a:sy n="16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gqing" userId="c4d8cb49210192e2" providerId="LiveId" clId="{3D15C465-B731-4BBE-9792-240199F2B230}"/>
    <pc:docChg chg="delSld modSld modSection">
      <pc:chgData name="Songqing" userId="c4d8cb49210192e2" providerId="LiveId" clId="{3D15C465-B731-4BBE-9792-240199F2B230}" dt="2023-04-02T01:55:10.827" v="7" actId="47"/>
      <pc:docMkLst>
        <pc:docMk/>
      </pc:docMkLst>
      <pc:sldChg chg="modSp mod">
        <pc:chgData name="Songqing" userId="c4d8cb49210192e2" providerId="LiveId" clId="{3D15C465-B731-4BBE-9792-240199F2B230}" dt="2023-04-02T01:53:35.334" v="5" actId="20577"/>
        <pc:sldMkLst>
          <pc:docMk/>
          <pc:sldMk cId="3813058601" sldId="256"/>
        </pc:sldMkLst>
        <pc:spChg chg="mod">
          <ac:chgData name="Songqing" userId="c4d8cb49210192e2" providerId="LiveId" clId="{3D15C465-B731-4BBE-9792-240199F2B230}" dt="2023-04-02T01:53:35.334" v="5" actId="20577"/>
          <ac:spMkLst>
            <pc:docMk/>
            <pc:sldMk cId="3813058601" sldId="256"/>
            <ac:spMk id="3" creationId="{00000000-0000-0000-0000-000000000000}"/>
          </ac:spMkLst>
        </pc:spChg>
      </pc:sldChg>
      <pc:sldChg chg="del">
        <pc:chgData name="Songqing" userId="c4d8cb49210192e2" providerId="LiveId" clId="{3D15C465-B731-4BBE-9792-240199F2B230}" dt="2023-04-02T01:55:10.827" v="7" actId="47"/>
        <pc:sldMkLst>
          <pc:docMk/>
          <pc:sldMk cId="2739736197" sldId="281"/>
        </pc:sldMkLst>
      </pc:sldChg>
      <pc:sldChg chg="del">
        <pc:chgData name="Songqing" userId="c4d8cb49210192e2" providerId="LiveId" clId="{3D15C465-B731-4BBE-9792-240199F2B230}" dt="2023-04-02T01:55:10.827" v="7" actId="47"/>
        <pc:sldMkLst>
          <pc:docMk/>
          <pc:sldMk cId="789354427" sldId="285"/>
        </pc:sldMkLst>
      </pc:sldChg>
      <pc:sldChg chg="del">
        <pc:chgData name="Songqing" userId="c4d8cb49210192e2" providerId="LiveId" clId="{3D15C465-B731-4BBE-9792-240199F2B230}" dt="2023-04-02T01:55:10.827" v="7" actId="47"/>
        <pc:sldMkLst>
          <pc:docMk/>
          <pc:sldMk cId="2431625991" sldId="286"/>
        </pc:sldMkLst>
      </pc:sldChg>
      <pc:sldChg chg="del">
        <pc:chgData name="Songqing" userId="c4d8cb49210192e2" providerId="LiveId" clId="{3D15C465-B731-4BBE-9792-240199F2B230}" dt="2023-04-02T01:55:10.827" v="7" actId="47"/>
        <pc:sldMkLst>
          <pc:docMk/>
          <pc:sldMk cId="2194767642" sldId="287"/>
        </pc:sldMkLst>
      </pc:sldChg>
      <pc:sldChg chg="del">
        <pc:chgData name="Songqing" userId="c4d8cb49210192e2" providerId="LiveId" clId="{3D15C465-B731-4BBE-9792-240199F2B230}" dt="2023-04-02T01:54:01.490" v="6" actId="47"/>
        <pc:sldMkLst>
          <pc:docMk/>
          <pc:sldMk cId="2686819680" sldId="288"/>
        </pc:sldMkLst>
      </pc:sldChg>
      <pc:sldChg chg="del">
        <pc:chgData name="Songqing" userId="c4d8cb49210192e2" providerId="LiveId" clId="{3D15C465-B731-4BBE-9792-240199F2B230}" dt="2023-04-02T01:55:10.827" v="7" actId="47"/>
        <pc:sldMkLst>
          <pc:docMk/>
          <pc:sldMk cId="3855471171" sldId="289"/>
        </pc:sldMkLst>
      </pc:sldChg>
      <pc:sldChg chg="del">
        <pc:chgData name="Songqing" userId="c4d8cb49210192e2" providerId="LiveId" clId="{3D15C465-B731-4BBE-9792-240199F2B230}" dt="2023-04-02T01:55:10.827" v="7" actId="47"/>
        <pc:sldMkLst>
          <pc:docMk/>
          <pc:sldMk cId="530391023" sldId="292"/>
        </pc:sldMkLst>
      </pc:sldChg>
      <pc:sldChg chg="del">
        <pc:chgData name="Songqing" userId="c4d8cb49210192e2" providerId="LiveId" clId="{3D15C465-B731-4BBE-9792-240199F2B230}" dt="2023-04-02T01:55:10.827" v="7" actId="47"/>
        <pc:sldMkLst>
          <pc:docMk/>
          <pc:sldMk cId="1030084157" sldId="293"/>
        </pc:sldMkLst>
      </pc:sldChg>
      <pc:sldChg chg="del">
        <pc:chgData name="Songqing" userId="c4d8cb49210192e2" providerId="LiveId" clId="{3D15C465-B731-4BBE-9792-240199F2B230}" dt="2023-04-02T01:55:10.827" v="7" actId="47"/>
        <pc:sldMkLst>
          <pc:docMk/>
          <pc:sldMk cId="1222785476" sldId="297"/>
        </pc:sldMkLst>
      </pc:sldChg>
      <pc:sldChg chg="del">
        <pc:chgData name="Songqing" userId="c4d8cb49210192e2" providerId="LiveId" clId="{3D15C465-B731-4BBE-9792-240199F2B230}" dt="2023-04-02T01:54:01.490" v="6" actId="47"/>
        <pc:sldMkLst>
          <pc:docMk/>
          <pc:sldMk cId="220019590" sldId="302"/>
        </pc:sldMkLst>
      </pc:sldChg>
      <pc:sldChg chg="del">
        <pc:chgData name="Songqing" userId="c4d8cb49210192e2" providerId="LiveId" clId="{3D15C465-B731-4BBE-9792-240199F2B230}" dt="2023-04-02T01:55:10.827" v="7" actId="47"/>
        <pc:sldMkLst>
          <pc:docMk/>
          <pc:sldMk cId="244921353" sldId="303"/>
        </pc:sldMkLst>
      </pc:sldChg>
      <pc:sldChg chg="del">
        <pc:chgData name="Songqing" userId="c4d8cb49210192e2" providerId="LiveId" clId="{3D15C465-B731-4BBE-9792-240199F2B230}" dt="2023-04-02T01:55:10.827" v="7" actId="47"/>
        <pc:sldMkLst>
          <pc:docMk/>
          <pc:sldMk cId="1232005295" sldId="313"/>
        </pc:sldMkLst>
      </pc:sldChg>
      <pc:sldChg chg="del">
        <pc:chgData name="Songqing" userId="c4d8cb49210192e2" providerId="LiveId" clId="{3D15C465-B731-4BBE-9792-240199F2B230}" dt="2023-04-02T01:55:10.827" v="7" actId="47"/>
        <pc:sldMkLst>
          <pc:docMk/>
          <pc:sldMk cId="3647521266" sldId="314"/>
        </pc:sldMkLst>
      </pc:sldChg>
      <pc:sldChg chg="del">
        <pc:chgData name="Songqing" userId="c4d8cb49210192e2" providerId="LiveId" clId="{3D15C465-B731-4BBE-9792-240199F2B230}" dt="2023-04-02T01:54:01.490" v="6" actId="47"/>
        <pc:sldMkLst>
          <pc:docMk/>
          <pc:sldMk cId="4012434336" sldId="316"/>
        </pc:sldMkLst>
      </pc:sldChg>
      <pc:sldChg chg="del">
        <pc:chgData name="Songqing" userId="c4d8cb49210192e2" providerId="LiveId" clId="{3D15C465-B731-4BBE-9792-240199F2B230}" dt="2023-04-02T01:55:10.827" v="7" actId="47"/>
        <pc:sldMkLst>
          <pc:docMk/>
          <pc:sldMk cId="3117407649" sldId="318"/>
        </pc:sldMkLst>
      </pc:sldChg>
      <pc:sldChg chg="del">
        <pc:chgData name="Songqing" userId="c4d8cb49210192e2" providerId="LiveId" clId="{3D15C465-B731-4BBE-9792-240199F2B230}" dt="2023-04-02T01:55:10.827" v="7" actId="47"/>
        <pc:sldMkLst>
          <pc:docMk/>
          <pc:sldMk cId="198251155" sldId="319"/>
        </pc:sldMkLst>
      </pc:sldChg>
      <pc:sldChg chg="del">
        <pc:chgData name="Songqing" userId="c4d8cb49210192e2" providerId="LiveId" clId="{3D15C465-B731-4BBE-9792-240199F2B230}" dt="2023-04-02T01:55:10.827" v="7" actId="47"/>
        <pc:sldMkLst>
          <pc:docMk/>
          <pc:sldMk cId="574980495" sldId="322"/>
        </pc:sldMkLst>
      </pc:sldChg>
      <pc:sldChg chg="del">
        <pc:chgData name="Songqing" userId="c4d8cb49210192e2" providerId="LiveId" clId="{3D15C465-B731-4BBE-9792-240199F2B230}" dt="2023-04-02T01:55:10.827" v="7" actId="47"/>
        <pc:sldMkLst>
          <pc:docMk/>
          <pc:sldMk cId="3530029220" sldId="323"/>
        </pc:sldMkLst>
      </pc:sldChg>
      <pc:sldChg chg="del">
        <pc:chgData name="Songqing" userId="c4d8cb49210192e2" providerId="LiveId" clId="{3D15C465-B731-4BBE-9792-240199F2B230}" dt="2023-04-02T01:55:10.827" v="7" actId="47"/>
        <pc:sldMkLst>
          <pc:docMk/>
          <pc:sldMk cId="2533243423" sldId="325"/>
        </pc:sldMkLst>
      </pc:sldChg>
      <pc:sldChg chg="del">
        <pc:chgData name="Songqing" userId="c4d8cb49210192e2" providerId="LiveId" clId="{3D15C465-B731-4BBE-9792-240199F2B230}" dt="2023-04-02T01:54:01.490" v="6" actId="47"/>
        <pc:sldMkLst>
          <pc:docMk/>
          <pc:sldMk cId="3291485371" sldId="327"/>
        </pc:sldMkLst>
      </pc:sldChg>
      <pc:sldChg chg="del">
        <pc:chgData name="Songqing" userId="c4d8cb49210192e2" providerId="LiveId" clId="{3D15C465-B731-4BBE-9792-240199F2B230}" dt="2023-04-02T01:54:01.490" v="6" actId="47"/>
        <pc:sldMkLst>
          <pc:docMk/>
          <pc:sldMk cId="3387566821" sldId="334"/>
        </pc:sldMkLst>
      </pc:sldChg>
      <pc:sldChg chg="del">
        <pc:chgData name="Songqing" userId="c4d8cb49210192e2" providerId="LiveId" clId="{3D15C465-B731-4BBE-9792-240199F2B230}" dt="2023-04-02T01:54:01.490" v="6" actId="47"/>
        <pc:sldMkLst>
          <pc:docMk/>
          <pc:sldMk cId="455407460" sldId="338"/>
        </pc:sldMkLst>
      </pc:sldChg>
      <pc:sldChg chg="del">
        <pc:chgData name="Songqing" userId="c4d8cb49210192e2" providerId="LiveId" clId="{3D15C465-B731-4BBE-9792-240199F2B230}" dt="2023-04-02T01:54:01.490" v="6" actId="47"/>
        <pc:sldMkLst>
          <pc:docMk/>
          <pc:sldMk cId="2458293802" sldId="339"/>
        </pc:sldMkLst>
      </pc:sldChg>
      <pc:sldChg chg="del">
        <pc:chgData name="Songqing" userId="c4d8cb49210192e2" providerId="LiveId" clId="{3D15C465-B731-4BBE-9792-240199F2B230}" dt="2023-04-02T01:54:01.490" v="6" actId="47"/>
        <pc:sldMkLst>
          <pc:docMk/>
          <pc:sldMk cId="1362375622" sldId="340"/>
        </pc:sldMkLst>
      </pc:sldChg>
      <pc:sldChg chg="del">
        <pc:chgData name="Songqing" userId="c4d8cb49210192e2" providerId="LiveId" clId="{3D15C465-B731-4BBE-9792-240199F2B230}" dt="2023-04-02T01:55:10.827" v="7" actId="47"/>
        <pc:sldMkLst>
          <pc:docMk/>
          <pc:sldMk cId="3808974401" sldId="342"/>
        </pc:sldMkLst>
      </pc:sldChg>
      <pc:sldChg chg="del">
        <pc:chgData name="Songqing" userId="c4d8cb49210192e2" providerId="LiveId" clId="{3D15C465-B731-4BBE-9792-240199F2B230}" dt="2023-04-02T01:55:10.827" v="7" actId="47"/>
        <pc:sldMkLst>
          <pc:docMk/>
          <pc:sldMk cId="2368908414" sldId="343"/>
        </pc:sldMkLst>
      </pc:sldChg>
      <pc:sldChg chg="del">
        <pc:chgData name="Songqing" userId="c4d8cb49210192e2" providerId="LiveId" clId="{3D15C465-B731-4BBE-9792-240199F2B230}" dt="2023-04-02T01:55:10.827" v="7" actId="47"/>
        <pc:sldMkLst>
          <pc:docMk/>
          <pc:sldMk cId="1636408948" sldId="344"/>
        </pc:sldMkLst>
      </pc:sldChg>
      <pc:sldChg chg="del">
        <pc:chgData name="Songqing" userId="c4d8cb49210192e2" providerId="LiveId" clId="{3D15C465-B731-4BBE-9792-240199F2B230}" dt="2023-04-02T01:55:10.827" v="7" actId="47"/>
        <pc:sldMkLst>
          <pc:docMk/>
          <pc:sldMk cId="4115383892" sldId="345"/>
        </pc:sldMkLst>
      </pc:sldChg>
      <pc:sldChg chg="del">
        <pc:chgData name="Songqing" userId="c4d8cb49210192e2" providerId="LiveId" clId="{3D15C465-B731-4BBE-9792-240199F2B230}" dt="2023-04-02T01:54:01.490" v="6" actId="47"/>
        <pc:sldMkLst>
          <pc:docMk/>
          <pc:sldMk cId="3232703280" sldId="346"/>
        </pc:sldMkLst>
      </pc:sldChg>
      <pc:sldChg chg="del">
        <pc:chgData name="Songqing" userId="c4d8cb49210192e2" providerId="LiveId" clId="{3D15C465-B731-4BBE-9792-240199F2B230}" dt="2023-04-02T01:54:01.490" v="6" actId="47"/>
        <pc:sldMkLst>
          <pc:docMk/>
          <pc:sldMk cId="3230245180" sldId="347"/>
        </pc:sldMkLst>
      </pc:sldChg>
      <pc:sldChg chg="del">
        <pc:chgData name="Songqing" userId="c4d8cb49210192e2" providerId="LiveId" clId="{3D15C465-B731-4BBE-9792-240199F2B230}" dt="2023-04-02T01:55:10.827" v="7" actId="47"/>
        <pc:sldMkLst>
          <pc:docMk/>
          <pc:sldMk cId="407331459" sldId="348"/>
        </pc:sldMkLst>
      </pc:sldChg>
      <pc:sldChg chg="del">
        <pc:chgData name="Songqing" userId="c4d8cb49210192e2" providerId="LiveId" clId="{3D15C465-B731-4BBE-9792-240199F2B230}" dt="2023-04-02T01:54:01.490" v="6" actId="47"/>
        <pc:sldMkLst>
          <pc:docMk/>
          <pc:sldMk cId="48961036" sldId="349"/>
        </pc:sldMkLst>
      </pc:sldChg>
      <pc:sldChg chg="del">
        <pc:chgData name="Songqing" userId="c4d8cb49210192e2" providerId="LiveId" clId="{3D15C465-B731-4BBE-9792-240199F2B230}" dt="2023-04-02T01:55:10.827" v="7" actId="47"/>
        <pc:sldMkLst>
          <pc:docMk/>
          <pc:sldMk cId="3402427553" sldId="350"/>
        </pc:sldMkLst>
      </pc:sldChg>
    </pc:docChg>
  </pc:docChgLst>
  <pc:docChgLst>
    <pc:chgData name="Songqing Gu" userId="c4d8cb49210192e2" providerId="LiveId" clId="{3D15C465-B731-4BBE-9792-240199F2B230}"/>
    <pc:docChg chg="custSel addSld delSld modSld sldOrd modSection">
      <pc:chgData name="Songqing Gu" userId="c4d8cb49210192e2" providerId="LiveId" clId="{3D15C465-B731-4BBE-9792-240199F2B230}" dt="2023-05-28T16:52:29.282" v="457" actId="20577"/>
      <pc:docMkLst>
        <pc:docMk/>
      </pc:docMkLst>
      <pc:sldChg chg="addSp modSp mod">
        <pc:chgData name="Songqing Gu" userId="c4d8cb49210192e2" providerId="LiveId" clId="{3D15C465-B731-4BBE-9792-240199F2B230}" dt="2023-05-14T23:00:28.562" v="180" actId="1076"/>
        <pc:sldMkLst>
          <pc:docMk/>
          <pc:sldMk cId="54292618" sldId="284"/>
        </pc:sldMkLst>
        <pc:spChg chg="mod">
          <ac:chgData name="Songqing Gu" userId="c4d8cb49210192e2" providerId="LiveId" clId="{3D15C465-B731-4BBE-9792-240199F2B230}" dt="2023-05-14T22:58:03.107" v="124" actId="1038"/>
          <ac:spMkLst>
            <pc:docMk/>
            <pc:sldMk cId="54292618" sldId="284"/>
            <ac:spMk id="3" creationId="{00000000-0000-0000-0000-000000000000}"/>
          </ac:spMkLst>
        </pc:spChg>
        <pc:spChg chg="mod">
          <ac:chgData name="Songqing Gu" userId="c4d8cb49210192e2" providerId="LiveId" clId="{3D15C465-B731-4BBE-9792-240199F2B230}" dt="2023-05-14T22:58:19.670" v="127" actId="1076"/>
          <ac:spMkLst>
            <pc:docMk/>
            <pc:sldMk cId="54292618" sldId="284"/>
            <ac:spMk id="4" creationId="{00000000-0000-0000-0000-000000000000}"/>
          </ac:spMkLst>
        </pc:spChg>
        <pc:spChg chg="mod">
          <ac:chgData name="Songqing Gu" userId="c4d8cb49210192e2" providerId="LiveId" clId="{3D15C465-B731-4BBE-9792-240199F2B230}" dt="2023-05-14T22:58:03.107" v="124" actId="1038"/>
          <ac:spMkLst>
            <pc:docMk/>
            <pc:sldMk cId="54292618" sldId="284"/>
            <ac:spMk id="5" creationId="{00000000-0000-0000-0000-000000000000}"/>
          </ac:spMkLst>
        </pc:spChg>
        <pc:spChg chg="mod">
          <ac:chgData name="Songqing Gu" userId="c4d8cb49210192e2" providerId="LiveId" clId="{3D15C465-B731-4BBE-9792-240199F2B230}" dt="2023-05-14T22:58:03.107" v="124" actId="1038"/>
          <ac:spMkLst>
            <pc:docMk/>
            <pc:sldMk cId="54292618" sldId="284"/>
            <ac:spMk id="6" creationId="{00000000-0000-0000-0000-000000000000}"/>
          </ac:spMkLst>
        </pc:spChg>
        <pc:spChg chg="mod">
          <ac:chgData name="Songqing Gu" userId="c4d8cb49210192e2" providerId="LiveId" clId="{3D15C465-B731-4BBE-9792-240199F2B230}" dt="2023-05-14T22:57:44.021" v="96" actId="1076"/>
          <ac:spMkLst>
            <pc:docMk/>
            <pc:sldMk cId="54292618" sldId="284"/>
            <ac:spMk id="7" creationId="{00000000-0000-0000-0000-000000000000}"/>
          </ac:spMkLst>
        </pc:spChg>
        <pc:spChg chg="mod">
          <ac:chgData name="Songqing Gu" userId="c4d8cb49210192e2" providerId="LiveId" clId="{3D15C465-B731-4BBE-9792-240199F2B230}" dt="2023-05-14T22:58:31.660" v="130" actId="1076"/>
          <ac:spMkLst>
            <pc:docMk/>
            <pc:sldMk cId="54292618" sldId="284"/>
            <ac:spMk id="8" creationId="{00000000-0000-0000-0000-000000000000}"/>
          </ac:spMkLst>
        </pc:spChg>
        <pc:spChg chg="mod">
          <ac:chgData name="Songqing Gu" userId="c4d8cb49210192e2" providerId="LiveId" clId="{3D15C465-B731-4BBE-9792-240199F2B230}" dt="2023-05-14T22:58:07.629" v="125" actId="14100"/>
          <ac:spMkLst>
            <pc:docMk/>
            <pc:sldMk cId="54292618" sldId="284"/>
            <ac:spMk id="9" creationId="{00000000-0000-0000-0000-000000000000}"/>
          </ac:spMkLst>
        </pc:spChg>
        <pc:spChg chg="mod">
          <ac:chgData name="Songqing Gu" userId="c4d8cb49210192e2" providerId="LiveId" clId="{3D15C465-B731-4BBE-9792-240199F2B230}" dt="2023-05-14T22:58:21.472" v="128" actId="1076"/>
          <ac:spMkLst>
            <pc:docMk/>
            <pc:sldMk cId="54292618" sldId="284"/>
            <ac:spMk id="12" creationId="{00000000-0000-0000-0000-000000000000}"/>
          </ac:spMkLst>
        </pc:spChg>
        <pc:spChg chg="mod">
          <ac:chgData name="Songqing Gu" userId="c4d8cb49210192e2" providerId="LiveId" clId="{3D15C465-B731-4BBE-9792-240199F2B230}" dt="2023-05-14T22:58:19.670" v="127" actId="1076"/>
          <ac:spMkLst>
            <pc:docMk/>
            <pc:sldMk cId="54292618" sldId="284"/>
            <ac:spMk id="13" creationId="{00000000-0000-0000-0000-000000000000}"/>
          </ac:spMkLst>
        </pc:spChg>
        <pc:spChg chg="add mod">
          <ac:chgData name="Songqing Gu" userId="c4d8cb49210192e2" providerId="LiveId" clId="{3D15C465-B731-4BBE-9792-240199F2B230}" dt="2023-05-14T22:58:25.093" v="129" actId="1076"/>
          <ac:spMkLst>
            <pc:docMk/>
            <pc:sldMk cId="54292618" sldId="284"/>
            <ac:spMk id="16" creationId="{D968E855-FD13-E83C-BB0F-5AA18D6592C6}"/>
          </ac:spMkLst>
        </pc:spChg>
        <pc:spChg chg="add mod">
          <ac:chgData name="Songqing Gu" userId="c4d8cb49210192e2" providerId="LiveId" clId="{3D15C465-B731-4BBE-9792-240199F2B230}" dt="2023-05-14T22:54:35.379" v="76" actId="1076"/>
          <ac:spMkLst>
            <pc:docMk/>
            <pc:sldMk cId="54292618" sldId="284"/>
            <ac:spMk id="18" creationId="{7249C118-C677-A7F2-CEA7-3D0BD324DB41}"/>
          </ac:spMkLst>
        </pc:spChg>
        <pc:spChg chg="add mod ord">
          <ac:chgData name="Songqing Gu" userId="c4d8cb49210192e2" providerId="LiveId" clId="{3D15C465-B731-4BBE-9792-240199F2B230}" dt="2023-05-14T22:58:31.660" v="130" actId="1076"/>
          <ac:spMkLst>
            <pc:docMk/>
            <pc:sldMk cId="54292618" sldId="284"/>
            <ac:spMk id="22" creationId="{75D6AB71-76B0-1EAD-2964-F9770F4D7271}"/>
          </ac:spMkLst>
        </pc:spChg>
        <pc:spChg chg="add mod">
          <ac:chgData name="Songqing Gu" userId="c4d8cb49210192e2" providerId="LiveId" clId="{3D15C465-B731-4BBE-9792-240199F2B230}" dt="2023-05-14T23:00:28.562" v="180" actId="1076"/>
          <ac:spMkLst>
            <pc:docMk/>
            <pc:sldMk cId="54292618" sldId="284"/>
            <ac:spMk id="37" creationId="{E6786BC8-3C64-533B-6C10-6D8FC47130DC}"/>
          </ac:spMkLst>
        </pc:spChg>
        <pc:spChg chg="add mod">
          <ac:chgData name="Songqing Gu" userId="c4d8cb49210192e2" providerId="LiveId" clId="{3D15C465-B731-4BBE-9792-240199F2B230}" dt="2023-05-14T23:00:20.321" v="177" actId="1076"/>
          <ac:spMkLst>
            <pc:docMk/>
            <pc:sldMk cId="54292618" sldId="284"/>
            <ac:spMk id="38" creationId="{81CF69FE-5E81-3263-045D-6311DBAA5475}"/>
          </ac:spMkLst>
        </pc:spChg>
        <pc:cxnChg chg="add mod">
          <ac:chgData name="Songqing Gu" userId="c4d8cb49210192e2" providerId="LiveId" clId="{3D15C465-B731-4BBE-9792-240199F2B230}" dt="2023-05-14T22:58:25.093" v="129" actId="1076"/>
          <ac:cxnSpMkLst>
            <pc:docMk/>
            <pc:sldMk cId="54292618" sldId="284"/>
            <ac:cxnSpMk id="14" creationId="{79FB8FF1-9B58-3682-E66E-22724389818F}"/>
          </ac:cxnSpMkLst>
        </pc:cxnChg>
        <pc:cxnChg chg="add mod">
          <ac:chgData name="Songqing Gu" userId="c4d8cb49210192e2" providerId="LiveId" clId="{3D15C465-B731-4BBE-9792-240199F2B230}" dt="2023-05-14T22:58:07.629" v="125" actId="14100"/>
          <ac:cxnSpMkLst>
            <pc:docMk/>
            <pc:sldMk cId="54292618" sldId="284"/>
            <ac:cxnSpMk id="19" creationId="{0EFB30FE-EF88-2010-5B79-61A500A3C968}"/>
          </ac:cxnSpMkLst>
        </pc:cxnChg>
        <pc:cxnChg chg="add mod">
          <ac:chgData name="Songqing Gu" userId="c4d8cb49210192e2" providerId="LiveId" clId="{3D15C465-B731-4BBE-9792-240199F2B230}" dt="2023-05-14T22:59:19.874" v="140" actId="14100"/>
          <ac:cxnSpMkLst>
            <pc:docMk/>
            <pc:sldMk cId="54292618" sldId="284"/>
            <ac:cxnSpMk id="30" creationId="{CA4F4072-E20C-EFF2-80D9-C243D8E9956D}"/>
          </ac:cxnSpMkLst>
        </pc:cxnChg>
        <pc:cxnChg chg="add mod">
          <ac:chgData name="Songqing Gu" userId="c4d8cb49210192e2" providerId="LiveId" clId="{3D15C465-B731-4BBE-9792-240199F2B230}" dt="2023-05-14T22:59:09.839" v="137" actId="14100"/>
          <ac:cxnSpMkLst>
            <pc:docMk/>
            <pc:sldMk cId="54292618" sldId="284"/>
            <ac:cxnSpMk id="33" creationId="{6C743B69-D3FB-6083-FC0A-55FE196BB9A9}"/>
          </ac:cxnSpMkLst>
        </pc:cxnChg>
      </pc:sldChg>
      <pc:sldChg chg="ord">
        <pc:chgData name="Songqing Gu" userId="c4d8cb49210192e2" providerId="LiveId" clId="{3D15C465-B731-4BBE-9792-240199F2B230}" dt="2023-05-16T17:26:01.012" v="207"/>
        <pc:sldMkLst>
          <pc:docMk/>
          <pc:sldMk cId="887954990" sldId="290"/>
        </pc:sldMkLst>
      </pc:sldChg>
      <pc:sldChg chg="del">
        <pc:chgData name="Songqing Gu" userId="c4d8cb49210192e2" providerId="LiveId" clId="{3D15C465-B731-4BBE-9792-240199F2B230}" dt="2023-05-13T02:43:40.997" v="0" actId="47"/>
        <pc:sldMkLst>
          <pc:docMk/>
          <pc:sldMk cId="2271689629" sldId="295"/>
        </pc:sldMkLst>
      </pc:sldChg>
      <pc:sldChg chg="addSp modSp mod">
        <pc:chgData name="Songqing Gu" userId="c4d8cb49210192e2" providerId="LiveId" clId="{3D15C465-B731-4BBE-9792-240199F2B230}" dt="2023-05-28T04:15:22.878" v="411" actId="1076"/>
        <pc:sldMkLst>
          <pc:docMk/>
          <pc:sldMk cId="915290282" sldId="298"/>
        </pc:sldMkLst>
        <pc:spChg chg="add mod">
          <ac:chgData name="Songqing Gu" userId="c4d8cb49210192e2" providerId="LiveId" clId="{3D15C465-B731-4BBE-9792-240199F2B230}" dt="2023-05-28T04:13:27.042" v="384" actId="14100"/>
          <ac:spMkLst>
            <pc:docMk/>
            <pc:sldMk cId="915290282" sldId="298"/>
            <ac:spMk id="3" creationId="{728E0398-A394-08E8-3300-1C9D5AE41037}"/>
          </ac:spMkLst>
        </pc:spChg>
        <pc:spChg chg="add mod">
          <ac:chgData name="Songqing Gu" userId="c4d8cb49210192e2" providerId="LiveId" clId="{3D15C465-B731-4BBE-9792-240199F2B230}" dt="2023-05-28T04:13:27.042" v="384" actId="14100"/>
          <ac:spMkLst>
            <pc:docMk/>
            <pc:sldMk cId="915290282" sldId="298"/>
            <ac:spMk id="4" creationId="{7117052F-5B5E-799F-74F2-0B110DDFA642}"/>
          </ac:spMkLst>
        </pc:spChg>
        <pc:spChg chg="add mod">
          <ac:chgData name="Songqing Gu" userId="c4d8cb49210192e2" providerId="LiveId" clId="{3D15C465-B731-4BBE-9792-240199F2B230}" dt="2023-05-28T04:13:33.054" v="385" actId="1076"/>
          <ac:spMkLst>
            <pc:docMk/>
            <pc:sldMk cId="915290282" sldId="298"/>
            <ac:spMk id="5" creationId="{4DC1C531-A91A-EC27-5B4D-B35189B185DF}"/>
          </ac:spMkLst>
        </pc:spChg>
        <pc:spChg chg="add mod">
          <ac:chgData name="Songqing Gu" userId="c4d8cb49210192e2" providerId="LiveId" clId="{3D15C465-B731-4BBE-9792-240199F2B230}" dt="2023-05-28T04:14:03.496" v="406" actId="1076"/>
          <ac:spMkLst>
            <pc:docMk/>
            <pc:sldMk cId="915290282" sldId="298"/>
            <ac:spMk id="6" creationId="{FF65CB8B-33D4-2A73-EBBA-66478A805AB5}"/>
          </ac:spMkLst>
        </pc:spChg>
        <pc:picChg chg="add mod">
          <ac:chgData name="Songqing Gu" userId="c4d8cb49210192e2" providerId="LiveId" clId="{3D15C465-B731-4BBE-9792-240199F2B230}" dt="2023-05-28T04:15:22.878" v="411" actId="1076"/>
          <ac:picMkLst>
            <pc:docMk/>
            <pc:sldMk cId="915290282" sldId="298"/>
            <ac:picMk id="13" creationId="{F5C1B50A-BDC1-D13B-A531-E9A95DF1B49D}"/>
          </ac:picMkLst>
        </pc:picChg>
        <pc:cxnChg chg="add">
          <ac:chgData name="Songqing Gu" userId="c4d8cb49210192e2" providerId="LiveId" clId="{3D15C465-B731-4BBE-9792-240199F2B230}" dt="2023-05-28T04:14:12.318" v="407" actId="11529"/>
          <ac:cxnSpMkLst>
            <pc:docMk/>
            <pc:sldMk cId="915290282" sldId="298"/>
            <ac:cxnSpMk id="9" creationId="{E7467D25-01D5-1523-12EE-13E1F4B9210B}"/>
          </ac:cxnSpMkLst>
        </pc:cxnChg>
        <pc:cxnChg chg="add">
          <ac:chgData name="Songqing Gu" userId="c4d8cb49210192e2" providerId="LiveId" clId="{3D15C465-B731-4BBE-9792-240199F2B230}" dt="2023-05-28T04:14:25.238" v="408" actId="11529"/>
          <ac:cxnSpMkLst>
            <pc:docMk/>
            <pc:sldMk cId="915290282" sldId="298"/>
            <ac:cxnSpMk id="12" creationId="{9AE3F92A-42F8-E4B8-82D9-73A68A451CB4}"/>
          </ac:cxnSpMkLst>
        </pc:cxnChg>
      </pc:sldChg>
      <pc:sldChg chg="modSp mod ord">
        <pc:chgData name="Songqing Gu" userId="c4d8cb49210192e2" providerId="LiveId" clId="{3D15C465-B731-4BBE-9792-240199F2B230}" dt="2023-05-16T17:28:47.337" v="228" actId="14100"/>
        <pc:sldMkLst>
          <pc:docMk/>
          <pc:sldMk cId="2953617833" sldId="305"/>
        </pc:sldMkLst>
        <pc:spChg chg="mod">
          <ac:chgData name="Songqing Gu" userId="c4d8cb49210192e2" providerId="LiveId" clId="{3D15C465-B731-4BBE-9792-240199F2B230}" dt="2023-05-16T17:28:47.337" v="228" actId="14100"/>
          <ac:spMkLst>
            <pc:docMk/>
            <pc:sldMk cId="2953617833" sldId="305"/>
            <ac:spMk id="2" creationId="{00000000-0000-0000-0000-000000000000}"/>
          </ac:spMkLst>
        </pc:spChg>
      </pc:sldChg>
      <pc:sldChg chg="modSp mod">
        <pc:chgData name="Songqing Gu" userId="c4d8cb49210192e2" providerId="LiveId" clId="{3D15C465-B731-4BBE-9792-240199F2B230}" dt="2023-05-16T17:31:00.238" v="334" actId="20577"/>
        <pc:sldMkLst>
          <pc:docMk/>
          <pc:sldMk cId="2608556701" sldId="315"/>
        </pc:sldMkLst>
        <pc:spChg chg="mod">
          <ac:chgData name="Songqing Gu" userId="c4d8cb49210192e2" providerId="LiveId" clId="{3D15C465-B731-4BBE-9792-240199F2B230}" dt="2023-05-16T17:31:00.238" v="334" actId="20577"/>
          <ac:spMkLst>
            <pc:docMk/>
            <pc:sldMk cId="2608556701" sldId="315"/>
            <ac:spMk id="21507" creationId="{00000000-0000-0000-0000-000000000000}"/>
          </ac:spMkLst>
        </pc:spChg>
      </pc:sldChg>
      <pc:sldChg chg="del">
        <pc:chgData name="Songqing Gu" userId="c4d8cb49210192e2" providerId="LiveId" clId="{3D15C465-B731-4BBE-9792-240199F2B230}" dt="2023-05-13T02:43:40.997" v="0" actId="47"/>
        <pc:sldMkLst>
          <pc:docMk/>
          <pc:sldMk cId="2892519445" sldId="321"/>
        </pc:sldMkLst>
      </pc:sldChg>
      <pc:sldChg chg="del">
        <pc:chgData name="Songqing Gu" userId="c4d8cb49210192e2" providerId="LiveId" clId="{3D15C465-B731-4BBE-9792-240199F2B230}" dt="2023-05-13T02:43:40.997" v="0" actId="47"/>
        <pc:sldMkLst>
          <pc:docMk/>
          <pc:sldMk cId="2492364789" sldId="329"/>
        </pc:sldMkLst>
      </pc:sldChg>
      <pc:sldChg chg="addSp modSp add mod">
        <pc:chgData name="Songqing Gu" userId="c4d8cb49210192e2" providerId="LiveId" clId="{3D15C465-B731-4BBE-9792-240199F2B230}" dt="2023-05-16T17:27:43.866" v="214" actId="1076"/>
        <pc:sldMkLst>
          <pc:docMk/>
          <pc:sldMk cId="2946565649" sldId="342"/>
        </pc:sldMkLst>
        <pc:spChg chg="mod">
          <ac:chgData name="Songqing Gu" userId="c4d8cb49210192e2" providerId="LiveId" clId="{3D15C465-B731-4BBE-9792-240199F2B230}" dt="2023-05-16T17:26:51.609" v="209" actId="1076"/>
          <ac:spMkLst>
            <pc:docMk/>
            <pc:sldMk cId="2946565649" sldId="342"/>
            <ac:spMk id="2" creationId="{00000000-0000-0000-0000-000000000000}"/>
          </ac:spMkLst>
        </pc:spChg>
        <pc:picChg chg="add mod">
          <ac:chgData name="Songqing Gu" userId="c4d8cb49210192e2" providerId="LiveId" clId="{3D15C465-B731-4BBE-9792-240199F2B230}" dt="2023-05-16T17:27:43.866" v="214" actId="1076"/>
          <ac:picMkLst>
            <pc:docMk/>
            <pc:sldMk cId="2946565649" sldId="342"/>
            <ac:picMk id="4" creationId="{DC056D05-6D89-6758-978A-44107ED9203D}"/>
          </ac:picMkLst>
        </pc:picChg>
      </pc:sldChg>
      <pc:sldChg chg="modSp add mod">
        <pc:chgData name="Songqing Gu" userId="c4d8cb49210192e2" providerId="LiveId" clId="{3D15C465-B731-4BBE-9792-240199F2B230}" dt="2023-05-28T16:51:45.024" v="419" actId="20577"/>
        <pc:sldMkLst>
          <pc:docMk/>
          <pc:sldMk cId="2228922136" sldId="343"/>
        </pc:sldMkLst>
        <pc:spChg chg="mod">
          <ac:chgData name="Songqing Gu" userId="c4d8cb49210192e2" providerId="LiveId" clId="{3D15C465-B731-4BBE-9792-240199F2B230}" dt="2023-05-28T16:51:45.024" v="419" actId="20577"/>
          <ac:spMkLst>
            <pc:docMk/>
            <pc:sldMk cId="2228922136" sldId="343"/>
            <ac:spMk id="2" creationId="{00000000-0000-0000-0000-000000000000}"/>
          </ac:spMkLst>
        </pc:spChg>
      </pc:sldChg>
      <pc:sldChg chg="modSp add mod">
        <pc:chgData name="Songqing Gu" userId="c4d8cb49210192e2" providerId="LiveId" clId="{3D15C465-B731-4BBE-9792-240199F2B230}" dt="2023-05-28T16:51:52.516" v="427" actId="20577"/>
        <pc:sldMkLst>
          <pc:docMk/>
          <pc:sldMk cId="1935590610" sldId="344"/>
        </pc:sldMkLst>
        <pc:spChg chg="mod">
          <ac:chgData name="Songqing Gu" userId="c4d8cb49210192e2" providerId="LiveId" clId="{3D15C465-B731-4BBE-9792-240199F2B230}" dt="2023-05-28T16:51:52.516" v="427" actId="20577"/>
          <ac:spMkLst>
            <pc:docMk/>
            <pc:sldMk cId="1935590610" sldId="344"/>
            <ac:spMk id="2" creationId="{00000000-0000-0000-0000-000000000000}"/>
          </ac:spMkLst>
        </pc:spChg>
      </pc:sldChg>
      <pc:sldChg chg="modSp add mod">
        <pc:chgData name="Songqing Gu" userId="c4d8cb49210192e2" providerId="LiveId" clId="{3D15C465-B731-4BBE-9792-240199F2B230}" dt="2023-05-28T16:52:10.733" v="441" actId="20577"/>
        <pc:sldMkLst>
          <pc:docMk/>
          <pc:sldMk cId="1293463960" sldId="345"/>
        </pc:sldMkLst>
        <pc:spChg chg="mod">
          <ac:chgData name="Songqing Gu" userId="c4d8cb49210192e2" providerId="LiveId" clId="{3D15C465-B731-4BBE-9792-240199F2B230}" dt="2023-05-28T16:52:10.733" v="441" actId="20577"/>
          <ac:spMkLst>
            <pc:docMk/>
            <pc:sldMk cId="1293463960" sldId="345"/>
            <ac:spMk id="2" creationId="{00000000-0000-0000-0000-000000000000}"/>
          </ac:spMkLst>
        </pc:spChg>
      </pc:sldChg>
      <pc:sldChg chg="modSp add mod">
        <pc:chgData name="Songqing Gu" userId="c4d8cb49210192e2" providerId="LiveId" clId="{3D15C465-B731-4BBE-9792-240199F2B230}" dt="2023-05-28T16:52:29.282" v="457" actId="20577"/>
        <pc:sldMkLst>
          <pc:docMk/>
          <pc:sldMk cId="3653286175" sldId="346"/>
        </pc:sldMkLst>
        <pc:spChg chg="mod">
          <ac:chgData name="Songqing Gu" userId="c4d8cb49210192e2" providerId="LiveId" clId="{3D15C465-B731-4BBE-9792-240199F2B230}" dt="2023-05-28T16:52:29.282" v="457" actId="20577"/>
          <ac:spMkLst>
            <pc:docMk/>
            <pc:sldMk cId="3653286175" sldId="346"/>
            <ac:spMk id="2" creationId="{00000000-0000-0000-0000-000000000000}"/>
          </ac:spMkLst>
        </pc:spChg>
      </pc:sldChg>
    </pc:docChg>
  </pc:docChgLst>
  <pc:docChgLst>
    <pc:chgData name="Songqing" userId="c4d8cb49210192e2" providerId="LiveId" clId="{F0382995-55ED-46FA-993E-7002C50FD2C1}"/>
    <pc:docChg chg="undo custSel addSld delSld modSld sldOrd modSection">
      <pc:chgData name="Songqing" userId="c4d8cb49210192e2" providerId="LiveId" clId="{F0382995-55ED-46FA-993E-7002C50FD2C1}" dt="2023-04-01T08:33:39.011" v="1110" actId="20577"/>
      <pc:docMkLst>
        <pc:docMk/>
      </pc:docMkLst>
      <pc:sldChg chg="delSp modSp mod">
        <pc:chgData name="Songqing" userId="c4d8cb49210192e2" providerId="LiveId" clId="{F0382995-55ED-46FA-993E-7002C50FD2C1}" dt="2023-03-25T15:00:07.753" v="360" actId="255"/>
        <pc:sldMkLst>
          <pc:docMk/>
          <pc:sldMk cId="2686819680" sldId="288"/>
        </pc:sldMkLst>
        <pc:spChg chg="del">
          <ac:chgData name="Songqing" userId="c4d8cb49210192e2" providerId="LiveId" clId="{F0382995-55ED-46FA-993E-7002C50FD2C1}" dt="2023-03-25T14:59:32.299" v="353" actId="478"/>
          <ac:spMkLst>
            <pc:docMk/>
            <pc:sldMk cId="2686819680" sldId="288"/>
            <ac:spMk id="2" creationId="{00000000-0000-0000-0000-000000000000}"/>
          </ac:spMkLst>
        </pc:spChg>
        <pc:spChg chg="del">
          <ac:chgData name="Songqing" userId="c4d8cb49210192e2" providerId="LiveId" clId="{F0382995-55ED-46FA-993E-7002C50FD2C1}" dt="2023-03-25T14:59:35.047" v="354" actId="478"/>
          <ac:spMkLst>
            <pc:docMk/>
            <pc:sldMk cId="2686819680" sldId="288"/>
            <ac:spMk id="3" creationId="{00000000-0000-0000-0000-000000000000}"/>
          </ac:spMkLst>
        </pc:spChg>
        <pc:spChg chg="del">
          <ac:chgData name="Songqing" userId="c4d8cb49210192e2" providerId="LiveId" clId="{F0382995-55ED-46FA-993E-7002C50FD2C1}" dt="2023-03-25T14:59:32.299" v="353" actId="478"/>
          <ac:spMkLst>
            <pc:docMk/>
            <pc:sldMk cId="2686819680" sldId="288"/>
            <ac:spMk id="9" creationId="{00000000-0000-0000-0000-000000000000}"/>
          </ac:spMkLst>
        </pc:spChg>
        <pc:spChg chg="mod">
          <ac:chgData name="Songqing" userId="c4d8cb49210192e2" providerId="LiveId" clId="{F0382995-55ED-46FA-993E-7002C50FD2C1}" dt="2023-03-25T15:00:07.753" v="360" actId="255"/>
          <ac:spMkLst>
            <pc:docMk/>
            <pc:sldMk cId="2686819680" sldId="288"/>
            <ac:spMk id="14" creationId="{00000000-0000-0000-0000-000000000000}"/>
          </ac:spMkLst>
        </pc:spChg>
        <pc:spChg chg="del">
          <ac:chgData name="Songqing" userId="c4d8cb49210192e2" providerId="LiveId" clId="{F0382995-55ED-46FA-993E-7002C50FD2C1}" dt="2023-03-25T14:59:32.299" v="353" actId="478"/>
          <ac:spMkLst>
            <pc:docMk/>
            <pc:sldMk cId="2686819680" sldId="288"/>
            <ac:spMk id="24" creationId="{00000000-0000-0000-0000-000000000000}"/>
          </ac:spMkLst>
        </pc:spChg>
        <pc:spChg chg="del mod">
          <ac:chgData name="Songqing" userId="c4d8cb49210192e2" providerId="LiveId" clId="{F0382995-55ED-46FA-993E-7002C50FD2C1}" dt="2023-03-25T14:59:56.191" v="357" actId="478"/>
          <ac:spMkLst>
            <pc:docMk/>
            <pc:sldMk cId="2686819680" sldId="288"/>
            <ac:spMk id="33" creationId="{00000000-0000-0000-0000-000000000000}"/>
          </ac:spMkLst>
        </pc:spChg>
        <pc:spChg chg="del mod">
          <ac:chgData name="Songqing" userId="c4d8cb49210192e2" providerId="LiveId" clId="{F0382995-55ED-46FA-993E-7002C50FD2C1}" dt="2023-03-25T14:59:32.299" v="353" actId="478"/>
          <ac:spMkLst>
            <pc:docMk/>
            <pc:sldMk cId="2686819680" sldId="288"/>
            <ac:spMk id="80" creationId="{00000000-0000-0000-0000-000000000000}"/>
          </ac:spMkLst>
        </pc:spChg>
        <pc:spChg chg="del mod">
          <ac:chgData name="Songqing" userId="c4d8cb49210192e2" providerId="LiveId" clId="{F0382995-55ED-46FA-993E-7002C50FD2C1}" dt="2023-03-25T14:59:32.299" v="353" actId="478"/>
          <ac:spMkLst>
            <pc:docMk/>
            <pc:sldMk cId="2686819680" sldId="288"/>
            <ac:spMk id="81" creationId="{00000000-0000-0000-0000-000000000000}"/>
          </ac:spMkLst>
        </pc:spChg>
        <pc:spChg chg="del">
          <ac:chgData name="Songqing" userId="c4d8cb49210192e2" providerId="LiveId" clId="{F0382995-55ED-46FA-993E-7002C50FD2C1}" dt="2023-03-25T14:59:32.299" v="353" actId="478"/>
          <ac:spMkLst>
            <pc:docMk/>
            <pc:sldMk cId="2686819680" sldId="288"/>
            <ac:spMk id="141" creationId="{00000000-0000-0000-0000-000000000000}"/>
          </ac:spMkLst>
        </pc:spChg>
        <pc:cxnChg chg="del mod">
          <ac:chgData name="Songqing" userId="c4d8cb49210192e2" providerId="LiveId" clId="{F0382995-55ED-46FA-993E-7002C50FD2C1}" dt="2023-03-25T14:59:32.299" v="353" actId="478"/>
          <ac:cxnSpMkLst>
            <pc:docMk/>
            <pc:sldMk cId="2686819680" sldId="288"/>
            <ac:cxnSpMk id="5" creationId="{00000000-0000-0000-0000-000000000000}"/>
          </ac:cxnSpMkLst>
        </pc:cxnChg>
      </pc:sldChg>
      <pc:sldChg chg="addSp delSp modSp mod">
        <pc:chgData name="Songqing" userId="c4d8cb49210192e2" providerId="LiveId" clId="{F0382995-55ED-46FA-993E-7002C50FD2C1}" dt="2023-03-26T04:13:10.935" v="1098" actId="478"/>
        <pc:sldMkLst>
          <pc:docMk/>
          <pc:sldMk cId="887954990" sldId="290"/>
        </pc:sldMkLst>
        <pc:spChg chg="mod">
          <ac:chgData name="Songqing" userId="c4d8cb49210192e2" providerId="LiveId" clId="{F0382995-55ED-46FA-993E-7002C50FD2C1}" dt="2023-03-26T03:58:48.887" v="1092" actId="1076"/>
          <ac:spMkLst>
            <pc:docMk/>
            <pc:sldMk cId="887954990" sldId="290"/>
            <ac:spMk id="2" creationId="{00000000-0000-0000-0000-000000000000}"/>
          </ac:spMkLst>
        </pc:spChg>
        <pc:picChg chg="add del mod">
          <ac:chgData name="Songqing" userId="c4d8cb49210192e2" providerId="LiveId" clId="{F0382995-55ED-46FA-993E-7002C50FD2C1}" dt="2023-03-26T04:13:10.935" v="1098" actId="478"/>
          <ac:picMkLst>
            <pc:docMk/>
            <pc:sldMk cId="887954990" sldId="290"/>
            <ac:picMk id="4" creationId="{78BA8826-5FFB-3F50-2AC2-D4AA5B1448D4}"/>
          </ac:picMkLst>
        </pc:picChg>
      </pc:sldChg>
      <pc:sldChg chg="modSp mod">
        <pc:chgData name="Songqing" userId="c4d8cb49210192e2" providerId="LiveId" clId="{F0382995-55ED-46FA-993E-7002C50FD2C1}" dt="2023-04-01T08:33:39.011" v="1110" actId="20577"/>
        <pc:sldMkLst>
          <pc:docMk/>
          <pc:sldMk cId="915290282" sldId="298"/>
        </pc:sldMkLst>
        <pc:spChg chg="mod">
          <ac:chgData name="Songqing" userId="c4d8cb49210192e2" providerId="LiveId" clId="{F0382995-55ED-46FA-993E-7002C50FD2C1}" dt="2023-04-01T08:33:39.011" v="1110" actId="20577"/>
          <ac:spMkLst>
            <pc:docMk/>
            <pc:sldMk cId="915290282" sldId="298"/>
            <ac:spMk id="2" creationId="{00000000-0000-0000-0000-000000000000}"/>
          </ac:spMkLst>
        </pc:spChg>
      </pc:sldChg>
      <pc:sldChg chg="addSp delSp modSp mod">
        <pc:chgData name="Songqing" userId="c4d8cb49210192e2" providerId="LiveId" clId="{F0382995-55ED-46FA-993E-7002C50FD2C1}" dt="2023-03-26T03:46:14.115" v="1070" actId="1076"/>
        <pc:sldMkLst>
          <pc:docMk/>
          <pc:sldMk cId="220019590" sldId="302"/>
        </pc:sldMkLst>
        <pc:spChg chg="del">
          <ac:chgData name="Songqing" userId="c4d8cb49210192e2" providerId="LiveId" clId="{F0382995-55ED-46FA-993E-7002C50FD2C1}" dt="2023-03-26T03:43:31.667" v="1040" actId="478"/>
          <ac:spMkLst>
            <pc:docMk/>
            <pc:sldMk cId="220019590" sldId="302"/>
            <ac:spMk id="3" creationId="{00000000-0000-0000-0000-000000000000}"/>
          </ac:spMkLst>
        </pc:spChg>
        <pc:spChg chg="mod">
          <ac:chgData name="Songqing" userId="c4d8cb49210192e2" providerId="LiveId" clId="{F0382995-55ED-46FA-993E-7002C50FD2C1}" dt="2023-03-26T03:46:14.115" v="1070" actId="1076"/>
          <ac:spMkLst>
            <pc:docMk/>
            <pc:sldMk cId="220019590" sldId="302"/>
            <ac:spMk id="4" creationId="{00000000-0000-0000-0000-000000000000}"/>
          </ac:spMkLst>
        </pc:spChg>
        <pc:spChg chg="mod">
          <ac:chgData name="Songqing" userId="c4d8cb49210192e2" providerId="LiveId" clId="{F0382995-55ED-46FA-993E-7002C50FD2C1}" dt="2023-03-26T03:46:14.115" v="1070" actId="1076"/>
          <ac:spMkLst>
            <pc:docMk/>
            <pc:sldMk cId="220019590" sldId="302"/>
            <ac:spMk id="6" creationId="{00000000-0000-0000-0000-000000000000}"/>
          </ac:spMkLst>
        </pc:spChg>
        <pc:spChg chg="mod">
          <ac:chgData name="Songqing" userId="c4d8cb49210192e2" providerId="LiveId" clId="{F0382995-55ED-46FA-993E-7002C50FD2C1}" dt="2023-03-26T03:46:14.115" v="1070" actId="1076"/>
          <ac:spMkLst>
            <pc:docMk/>
            <pc:sldMk cId="220019590" sldId="302"/>
            <ac:spMk id="19" creationId="{00000000-0000-0000-0000-000000000000}"/>
          </ac:spMkLst>
        </pc:spChg>
        <pc:spChg chg="mod">
          <ac:chgData name="Songqing" userId="c4d8cb49210192e2" providerId="LiveId" clId="{F0382995-55ED-46FA-993E-7002C50FD2C1}" dt="2023-03-26T03:46:14.115" v="1070" actId="1076"/>
          <ac:spMkLst>
            <pc:docMk/>
            <pc:sldMk cId="220019590" sldId="302"/>
            <ac:spMk id="20" creationId="{00000000-0000-0000-0000-000000000000}"/>
          </ac:spMkLst>
        </pc:spChg>
        <pc:spChg chg="mod">
          <ac:chgData name="Songqing" userId="c4d8cb49210192e2" providerId="LiveId" clId="{F0382995-55ED-46FA-993E-7002C50FD2C1}" dt="2023-03-26T03:46:14.115" v="1070" actId="1076"/>
          <ac:spMkLst>
            <pc:docMk/>
            <pc:sldMk cId="220019590" sldId="302"/>
            <ac:spMk id="24" creationId="{00000000-0000-0000-0000-000000000000}"/>
          </ac:spMkLst>
        </pc:spChg>
        <pc:spChg chg="mod">
          <ac:chgData name="Songqing" userId="c4d8cb49210192e2" providerId="LiveId" clId="{F0382995-55ED-46FA-993E-7002C50FD2C1}" dt="2023-03-26T03:46:14.115" v="1070" actId="1076"/>
          <ac:spMkLst>
            <pc:docMk/>
            <pc:sldMk cId="220019590" sldId="302"/>
            <ac:spMk id="28" creationId="{00000000-0000-0000-0000-000000000000}"/>
          </ac:spMkLst>
        </pc:spChg>
        <pc:spChg chg="mod">
          <ac:chgData name="Songqing" userId="c4d8cb49210192e2" providerId="LiveId" clId="{F0382995-55ED-46FA-993E-7002C50FD2C1}" dt="2023-03-26T03:46:14.115" v="1070" actId="1076"/>
          <ac:spMkLst>
            <pc:docMk/>
            <pc:sldMk cId="220019590" sldId="302"/>
            <ac:spMk id="40" creationId="{00000000-0000-0000-0000-000000000000}"/>
          </ac:spMkLst>
        </pc:spChg>
        <pc:spChg chg="mod">
          <ac:chgData name="Songqing" userId="c4d8cb49210192e2" providerId="LiveId" clId="{F0382995-55ED-46FA-993E-7002C50FD2C1}" dt="2023-03-26T03:46:14.115" v="1070" actId="1076"/>
          <ac:spMkLst>
            <pc:docMk/>
            <pc:sldMk cId="220019590" sldId="302"/>
            <ac:spMk id="42" creationId="{00000000-0000-0000-0000-000000000000}"/>
          </ac:spMkLst>
        </pc:spChg>
        <pc:spChg chg="mod">
          <ac:chgData name="Songqing" userId="c4d8cb49210192e2" providerId="LiveId" clId="{F0382995-55ED-46FA-993E-7002C50FD2C1}" dt="2023-03-26T03:46:14.115" v="1070" actId="1076"/>
          <ac:spMkLst>
            <pc:docMk/>
            <pc:sldMk cId="220019590" sldId="302"/>
            <ac:spMk id="43" creationId="{00000000-0000-0000-0000-000000000000}"/>
          </ac:spMkLst>
        </pc:spChg>
        <pc:spChg chg="mod">
          <ac:chgData name="Songqing" userId="c4d8cb49210192e2" providerId="LiveId" clId="{F0382995-55ED-46FA-993E-7002C50FD2C1}" dt="2023-03-26T03:46:14.115" v="1070" actId="1076"/>
          <ac:spMkLst>
            <pc:docMk/>
            <pc:sldMk cId="220019590" sldId="302"/>
            <ac:spMk id="57" creationId="{00000000-0000-0000-0000-000000000000}"/>
          </ac:spMkLst>
        </pc:spChg>
        <pc:spChg chg="mod">
          <ac:chgData name="Songqing" userId="c4d8cb49210192e2" providerId="LiveId" clId="{F0382995-55ED-46FA-993E-7002C50FD2C1}" dt="2023-03-26T03:46:14.115" v="1070" actId="1076"/>
          <ac:spMkLst>
            <pc:docMk/>
            <pc:sldMk cId="220019590" sldId="302"/>
            <ac:spMk id="58" creationId="{00000000-0000-0000-0000-000000000000}"/>
          </ac:spMkLst>
        </pc:spChg>
        <pc:spChg chg="mod">
          <ac:chgData name="Songqing" userId="c4d8cb49210192e2" providerId="LiveId" clId="{F0382995-55ED-46FA-993E-7002C50FD2C1}" dt="2023-03-26T03:46:14.115" v="1070" actId="1076"/>
          <ac:spMkLst>
            <pc:docMk/>
            <pc:sldMk cId="220019590" sldId="302"/>
            <ac:spMk id="59" creationId="{00000000-0000-0000-0000-000000000000}"/>
          </ac:spMkLst>
        </pc:spChg>
        <pc:spChg chg="del">
          <ac:chgData name="Songqing" userId="c4d8cb49210192e2" providerId="LiveId" clId="{F0382995-55ED-46FA-993E-7002C50FD2C1}" dt="2023-03-26T03:46:04.300" v="1069" actId="478"/>
          <ac:spMkLst>
            <pc:docMk/>
            <pc:sldMk cId="220019590" sldId="302"/>
            <ac:spMk id="68" creationId="{00000000-0000-0000-0000-000000000000}"/>
          </ac:spMkLst>
        </pc:spChg>
        <pc:picChg chg="add mod">
          <ac:chgData name="Songqing" userId="c4d8cb49210192e2" providerId="LiveId" clId="{F0382995-55ED-46FA-993E-7002C50FD2C1}" dt="2023-03-26T03:46:14.115" v="1070" actId="1076"/>
          <ac:picMkLst>
            <pc:docMk/>
            <pc:sldMk cId="220019590" sldId="302"/>
            <ac:picMk id="9" creationId="{228B8860-04A8-DB81-4BBD-2B2839DA09D2}"/>
          </ac:picMkLst>
        </pc:picChg>
        <pc:picChg chg="add mod">
          <ac:chgData name="Songqing" userId="c4d8cb49210192e2" providerId="LiveId" clId="{F0382995-55ED-46FA-993E-7002C50FD2C1}" dt="2023-03-26T03:46:14.115" v="1070" actId="1076"/>
          <ac:picMkLst>
            <pc:docMk/>
            <pc:sldMk cId="220019590" sldId="302"/>
            <ac:picMk id="11" creationId="{DB960A67-25CD-61AD-615D-DFD2683CBEFC}"/>
          </ac:picMkLst>
        </pc:picChg>
        <pc:picChg chg="mod">
          <ac:chgData name="Songqing" userId="c4d8cb49210192e2" providerId="LiveId" clId="{F0382995-55ED-46FA-993E-7002C50FD2C1}" dt="2023-03-26T03:46:14.115" v="1070" actId="1076"/>
          <ac:picMkLst>
            <pc:docMk/>
            <pc:sldMk cId="220019590" sldId="302"/>
            <ac:picMk id="25" creationId="{00000000-0000-0000-0000-000000000000}"/>
          </ac:picMkLst>
        </pc:picChg>
        <pc:picChg chg="del">
          <ac:chgData name="Songqing" userId="c4d8cb49210192e2" providerId="LiveId" clId="{F0382995-55ED-46FA-993E-7002C50FD2C1}" dt="2023-03-26T03:42:15.741" v="1028" actId="478"/>
          <ac:picMkLst>
            <pc:docMk/>
            <pc:sldMk cId="220019590" sldId="302"/>
            <ac:picMk id="26" creationId="{00000000-0000-0000-0000-000000000000}"/>
          </ac:picMkLst>
        </pc:picChg>
        <pc:picChg chg="del">
          <ac:chgData name="Songqing" userId="c4d8cb49210192e2" providerId="LiveId" clId="{F0382995-55ED-46FA-993E-7002C50FD2C1}" dt="2023-03-26T03:42:14.220" v="1027" actId="478"/>
          <ac:picMkLst>
            <pc:docMk/>
            <pc:sldMk cId="220019590" sldId="302"/>
            <ac:picMk id="27" creationId="{00000000-0000-0000-0000-000000000000}"/>
          </ac:picMkLst>
        </pc:picChg>
        <pc:picChg chg="mod">
          <ac:chgData name="Songqing" userId="c4d8cb49210192e2" providerId="LiveId" clId="{F0382995-55ED-46FA-993E-7002C50FD2C1}" dt="2023-03-26T03:46:14.115" v="1070" actId="1076"/>
          <ac:picMkLst>
            <pc:docMk/>
            <pc:sldMk cId="220019590" sldId="302"/>
            <ac:picMk id="29" creationId="{00000000-0000-0000-0000-000000000000}"/>
          </ac:picMkLst>
        </pc:picChg>
        <pc:picChg chg="del">
          <ac:chgData name="Songqing" userId="c4d8cb49210192e2" providerId="LiveId" clId="{F0382995-55ED-46FA-993E-7002C50FD2C1}" dt="2023-03-26T03:43:36.066" v="1042" actId="478"/>
          <ac:picMkLst>
            <pc:docMk/>
            <pc:sldMk cId="220019590" sldId="302"/>
            <ac:picMk id="31" creationId="{00000000-0000-0000-0000-000000000000}"/>
          </ac:picMkLst>
        </pc:picChg>
        <pc:cxnChg chg="del mod">
          <ac:chgData name="Songqing" userId="c4d8cb49210192e2" providerId="LiveId" clId="{F0382995-55ED-46FA-993E-7002C50FD2C1}" dt="2023-03-26T03:42:13.277" v="1026" actId="478"/>
          <ac:cxnSpMkLst>
            <pc:docMk/>
            <pc:sldMk cId="220019590" sldId="302"/>
            <ac:cxnSpMk id="8" creationId="{00000000-0000-0000-0000-000000000000}"/>
          </ac:cxnSpMkLst>
        </pc:cxnChg>
        <pc:cxnChg chg="del mod">
          <ac:chgData name="Songqing" userId="c4d8cb49210192e2" providerId="LiveId" clId="{F0382995-55ED-46FA-993E-7002C50FD2C1}" dt="2023-03-26T03:43:33.410" v="1041" actId="478"/>
          <ac:cxnSpMkLst>
            <pc:docMk/>
            <pc:sldMk cId="220019590" sldId="302"/>
            <ac:cxnSpMk id="10" creationId="{00000000-0000-0000-0000-000000000000}"/>
          </ac:cxnSpMkLst>
        </pc:cxnChg>
        <pc:cxnChg chg="add mod">
          <ac:chgData name="Songqing" userId="c4d8cb49210192e2" providerId="LiveId" clId="{F0382995-55ED-46FA-993E-7002C50FD2C1}" dt="2023-03-26T03:46:14.115" v="1070" actId="1076"/>
          <ac:cxnSpMkLst>
            <pc:docMk/>
            <pc:sldMk cId="220019590" sldId="302"/>
            <ac:cxnSpMk id="14" creationId="{52B9A001-2952-25D0-7857-1B722DAF225E}"/>
          </ac:cxnSpMkLst>
        </pc:cxnChg>
        <pc:cxnChg chg="mod">
          <ac:chgData name="Songqing" userId="c4d8cb49210192e2" providerId="LiveId" clId="{F0382995-55ED-46FA-993E-7002C50FD2C1}" dt="2023-03-26T03:46:14.115" v="1070" actId="1076"/>
          <ac:cxnSpMkLst>
            <pc:docMk/>
            <pc:sldMk cId="220019590" sldId="302"/>
            <ac:cxnSpMk id="15" creationId="{00000000-0000-0000-0000-000000000000}"/>
          </ac:cxnSpMkLst>
        </pc:cxnChg>
        <pc:cxnChg chg="del mod">
          <ac:chgData name="Songqing" userId="c4d8cb49210192e2" providerId="LiveId" clId="{F0382995-55ED-46FA-993E-7002C50FD2C1}" dt="2023-03-26T03:44:00.206" v="1046" actId="478"/>
          <ac:cxnSpMkLst>
            <pc:docMk/>
            <pc:sldMk cId="220019590" sldId="302"/>
            <ac:cxnSpMk id="30" creationId="{00000000-0000-0000-0000-000000000000}"/>
          </ac:cxnSpMkLst>
        </pc:cxnChg>
        <pc:cxnChg chg="mod">
          <ac:chgData name="Songqing" userId="c4d8cb49210192e2" providerId="LiveId" clId="{F0382995-55ED-46FA-993E-7002C50FD2C1}" dt="2023-03-26T03:46:14.115" v="1070" actId="1076"/>
          <ac:cxnSpMkLst>
            <pc:docMk/>
            <pc:sldMk cId="220019590" sldId="302"/>
            <ac:cxnSpMk id="32" creationId="{00000000-0000-0000-0000-000000000000}"/>
          </ac:cxnSpMkLst>
        </pc:cxnChg>
        <pc:cxnChg chg="del mod">
          <ac:chgData name="Songqing" userId="c4d8cb49210192e2" providerId="LiveId" clId="{F0382995-55ED-46FA-993E-7002C50FD2C1}" dt="2023-03-26T03:42:16.627" v="1029" actId="478"/>
          <ac:cxnSpMkLst>
            <pc:docMk/>
            <pc:sldMk cId="220019590" sldId="302"/>
            <ac:cxnSpMk id="33" creationId="{00000000-0000-0000-0000-000000000000}"/>
          </ac:cxnSpMkLst>
        </pc:cxnChg>
        <pc:cxnChg chg="mod">
          <ac:chgData name="Songqing" userId="c4d8cb49210192e2" providerId="LiveId" clId="{F0382995-55ED-46FA-993E-7002C50FD2C1}" dt="2023-03-26T03:46:14.115" v="1070" actId="1076"/>
          <ac:cxnSpMkLst>
            <pc:docMk/>
            <pc:sldMk cId="220019590" sldId="302"/>
            <ac:cxnSpMk id="36" creationId="{00000000-0000-0000-0000-000000000000}"/>
          </ac:cxnSpMkLst>
        </pc:cxnChg>
      </pc:sldChg>
      <pc:sldChg chg="modSp mod">
        <pc:chgData name="Songqing" userId="c4d8cb49210192e2" providerId="LiveId" clId="{F0382995-55ED-46FA-993E-7002C50FD2C1}" dt="2023-04-01T06:53:36.827" v="1101" actId="20577"/>
        <pc:sldMkLst>
          <pc:docMk/>
          <pc:sldMk cId="244921353" sldId="303"/>
        </pc:sldMkLst>
        <pc:graphicFrameChg chg="modGraphic">
          <ac:chgData name="Songqing" userId="c4d8cb49210192e2" providerId="LiveId" clId="{F0382995-55ED-46FA-993E-7002C50FD2C1}" dt="2023-04-01T06:53:36.827" v="1101" actId="20577"/>
          <ac:graphicFrameMkLst>
            <pc:docMk/>
            <pc:sldMk cId="244921353" sldId="303"/>
            <ac:graphicFrameMk id="4" creationId="{00000000-0000-0000-0000-000000000000}"/>
          </ac:graphicFrameMkLst>
        </pc:graphicFrameChg>
      </pc:sldChg>
      <pc:sldChg chg="modSp mod">
        <pc:chgData name="Songqing" userId="c4d8cb49210192e2" providerId="LiveId" clId="{F0382995-55ED-46FA-993E-7002C50FD2C1}" dt="2023-03-24T19:25:51.115" v="197" actId="20577"/>
        <pc:sldMkLst>
          <pc:docMk/>
          <pc:sldMk cId="2608556701" sldId="315"/>
        </pc:sldMkLst>
        <pc:spChg chg="mod">
          <ac:chgData name="Songqing" userId="c4d8cb49210192e2" providerId="LiveId" clId="{F0382995-55ED-46FA-993E-7002C50FD2C1}" dt="2023-03-24T19:25:51.115" v="197" actId="20577"/>
          <ac:spMkLst>
            <pc:docMk/>
            <pc:sldMk cId="2608556701" sldId="315"/>
            <ac:spMk id="21507" creationId="{00000000-0000-0000-0000-000000000000}"/>
          </ac:spMkLst>
        </pc:spChg>
      </pc:sldChg>
      <pc:sldChg chg="ord">
        <pc:chgData name="Songqing" userId="c4d8cb49210192e2" providerId="LiveId" clId="{F0382995-55ED-46FA-993E-7002C50FD2C1}" dt="2023-03-24T19:28:24.200" v="199"/>
        <pc:sldMkLst>
          <pc:docMk/>
          <pc:sldMk cId="198251155" sldId="319"/>
        </pc:sldMkLst>
      </pc:sldChg>
      <pc:sldChg chg="delSp modSp mod">
        <pc:chgData name="Songqing" userId="c4d8cb49210192e2" providerId="LiveId" clId="{F0382995-55ED-46FA-993E-7002C50FD2C1}" dt="2023-03-24T19:29:49.303" v="205" actId="1076"/>
        <pc:sldMkLst>
          <pc:docMk/>
          <pc:sldMk cId="2892519445" sldId="321"/>
        </pc:sldMkLst>
        <pc:spChg chg="mod">
          <ac:chgData name="Songqing" userId="c4d8cb49210192e2" providerId="LiveId" clId="{F0382995-55ED-46FA-993E-7002C50FD2C1}" dt="2023-03-24T19:29:49.303" v="205" actId="1076"/>
          <ac:spMkLst>
            <pc:docMk/>
            <pc:sldMk cId="2892519445" sldId="321"/>
            <ac:spMk id="5" creationId="{00000000-0000-0000-0000-000000000000}"/>
          </ac:spMkLst>
        </pc:spChg>
        <pc:spChg chg="mod">
          <ac:chgData name="Songqing" userId="c4d8cb49210192e2" providerId="LiveId" clId="{F0382995-55ED-46FA-993E-7002C50FD2C1}" dt="2023-03-24T19:29:49.303" v="205" actId="1076"/>
          <ac:spMkLst>
            <pc:docMk/>
            <pc:sldMk cId="2892519445" sldId="321"/>
            <ac:spMk id="6" creationId="{00000000-0000-0000-0000-000000000000}"/>
          </ac:spMkLst>
        </pc:spChg>
        <pc:spChg chg="del mod">
          <ac:chgData name="Songqing" userId="c4d8cb49210192e2" providerId="LiveId" clId="{F0382995-55ED-46FA-993E-7002C50FD2C1}" dt="2023-03-24T19:29:44.653" v="204" actId="478"/>
          <ac:spMkLst>
            <pc:docMk/>
            <pc:sldMk cId="2892519445" sldId="321"/>
            <ac:spMk id="7" creationId="{00000000-0000-0000-0000-000000000000}"/>
          </ac:spMkLst>
        </pc:spChg>
      </pc:sldChg>
      <pc:sldChg chg="delSp modSp mod">
        <pc:chgData name="Songqing" userId="c4d8cb49210192e2" providerId="LiveId" clId="{F0382995-55ED-46FA-993E-7002C50FD2C1}" dt="2023-03-26T03:59:24.545" v="1094" actId="478"/>
        <pc:sldMkLst>
          <pc:docMk/>
          <pc:sldMk cId="3387566821" sldId="334"/>
        </pc:sldMkLst>
        <pc:spChg chg="del">
          <ac:chgData name="Songqing" userId="c4d8cb49210192e2" providerId="LiveId" clId="{F0382995-55ED-46FA-993E-7002C50FD2C1}" dt="2023-03-26T03:59:24.545" v="1094" actId="478"/>
          <ac:spMkLst>
            <pc:docMk/>
            <pc:sldMk cId="3387566821" sldId="334"/>
            <ac:spMk id="6" creationId="{00000000-0000-0000-0000-000000000000}"/>
          </ac:spMkLst>
        </pc:spChg>
        <pc:spChg chg="ord">
          <ac:chgData name="Songqing" userId="c4d8cb49210192e2" providerId="LiveId" clId="{F0382995-55ED-46FA-993E-7002C50FD2C1}" dt="2023-03-24T19:15:05.833" v="110" actId="166"/>
          <ac:spMkLst>
            <pc:docMk/>
            <pc:sldMk cId="3387566821" sldId="334"/>
            <ac:spMk id="40" creationId="{00000000-0000-0000-0000-000000000000}"/>
          </ac:spMkLst>
        </pc:spChg>
        <pc:spChg chg="mod">
          <ac:chgData name="Songqing" userId="c4d8cb49210192e2" providerId="LiveId" clId="{F0382995-55ED-46FA-993E-7002C50FD2C1}" dt="2023-03-24T19:15:18.650" v="114" actId="20577"/>
          <ac:spMkLst>
            <pc:docMk/>
            <pc:sldMk cId="3387566821" sldId="334"/>
            <ac:spMk id="42" creationId="{00000000-0000-0000-0000-000000000000}"/>
          </ac:spMkLst>
        </pc:spChg>
        <pc:spChg chg="del">
          <ac:chgData name="Songqing" userId="c4d8cb49210192e2" providerId="LiveId" clId="{F0382995-55ED-46FA-993E-7002C50FD2C1}" dt="2023-03-26T03:59:22.553" v="1093" actId="478"/>
          <ac:spMkLst>
            <pc:docMk/>
            <pc:sldMk cId="3387566821" sldId="334"/>
            <ac:spMk id="52" creationId="{00000000-0000-0000-0000-000000000000}"/>
          </ac:spMkLst>
        </pc:spChg>
      </pc:sldChg>
      <pc:sldChg chg="del">
        <pc:chgData name="Songqing" userId="c4d8cb49210192e2" providerId="LiveId" clId="{F0382995-55ED-46FA-993E-7002C50FD2C1}" dt="2023-03-25T15:58:00.267" v="1005" actId="2696"/>
        <pc:sldMkLst>
          <pc:docMk/>
          <pc:sldMk cId="2285731675" sldId="337"/>
        </pc:sldMkLst>
      </pc:sldChg>
      <pc:sldChg chg="addSp delSp modSp mod">
        <pc:chgData name="Songqing" userId="c4d8cb49210192e2" providerId="LiveId" clId="{F0382995-55ED-46FA-993E-7002C50FD2C1}" dt="2023-04-01T06:14:06.248" v="1100" actId="14100"/>
        <pc:sldMkLst>
          <pc:docMk/>
          <pc:sldMk cId="455407460" sldId="338"/>
        </pc:sldMkLst>
        <pc:spChg chg="mod">
          <ac:chgData name="Songqing" userId="c4d8cb49210192e2" providerId="LiveId" clId="{F0382995-55ED-46FA-993E-7002C50FD2C1}" dt="2023-03-25T15:31:46.221" v="718" actId="207"/>
          <ac:spMkLst>
            <pc:docMk/>
            <pc:sldMk cId="455407460" sldId="338"/>
            <ac:spMk id="3" creationId="{00000000-0000-0000-0000-000000000000}"/>
          </ac:spMkLst>
        </pc:spChg>
        <pc:spChg chg="del">
          <ac:chgData name="Songqing" userId="c4d8cb49210192e2" providerId="LiveId" clId="{F0382995-55ED-46FA-993E-7002C50FD2C1}" dt="2023-03-25T15:00:26.565" v="362" actId="478"/>
          <ac:spMkLst>
            <pc:docMk/>
            <pc:sldMk cId="455407460" sldId="338"/>
            <ac:spMk id="4" creationId="{00000000-0000-0000-0000-000000000000}"/>
          </ac:spMkLst>
        </pc:spChg>
        <pc:spChg chg="mod">
          <ac:chgData name="Songqing" userId="c4d8cb49210192e2" providerId="LiveId" clId="{F0382995-55ED-46FA-993E-7002C50FD2C1}" dt="2023-03-25T15:33:03.150" v="723" actId="207"/>
          <ac:spMkLst>
            <pc:docMk/>
            <pc:sldMk cId="455407460" sldId="338"/>
            <ac:spMk id="5" creationId="{00000000-0000-0000-0000-000000000000}"/>
          </ac:spMkLst>
        </pc:spChg>
        <pc:spChg chg="del">
          <ac:chgData name="Songqing" userId="c4d8cb49210192e2" providerId="LiveId" clId="{F0382995-55ED-46FA-993E-7002C50FD2C1}" dt="2023-03-25T12:14:35.587" v="215" actId="478"/>
          <ac:spMkLst>
            <pc:docMk/>
            <pc:sldMk cId="455407460" sldId="338"/>
            <ac:spMk id="6" creationId="{00000000-0000-0000-0000-000000000000}"/>
          </ac:spMkLst>
        </pc:spChg>
        <pc:spChg chg="del mod">
          <ac:chgData name="Songqing" userId="c4d8cb49210192e2" providerId="LiveId" clId="{F0382995-55ED-46FA-993E-7002C50FD2C1}" dt="2023-03-25T12:20:54.345" v="329" actId="478"/>
          <ac:spMkLst>
            <pc:docMk/>
            <pc:sldMk cId="455407460" sldId="338"/>
            <ac:spMk id="7" creationId="{00000000-0000-0000-0000-000000000000}"/>
          </ac:spMkLst>
        </pc:spChg>
        <pc:spChg chg="del">
          <ac:chgData name="Songqing" userId="c4d8cb49210192e2" providerId="LiveId" clId="{F0382995-55ED-46FA-993E-7002C50FD2C1}" dt="2023-03-25T15:25:40.748" v="642" actId="478"/>
          <ac:spMkLst>
            <pc:docMk/>
            <pc:sldMk cId="455407460" sldId="338"/>
            <ac:spMk id="13" creationId="{00000000-0000-0000-0000-000000000000}"/>
          </ac:spMkLst>
        </pc:spChg>
        <pc:spChg chg="del mod">
          <ac:chgData name="Songqing" userId="c4d8cb49210192e2" providerId="LiveId" clId="{F0382995-55ED-46FA-993E-7002C50FD2C1}" dt="2023-03-25T15:25:40.748" v="642" actId="478"/>
          <ac:spMkLst>
            <pc:docMk/>
            <pc:sldMk cId="455407460" sldId="338"/>
            <ac:spMk id="15" creationId="{00000000-0000-0000-0000-000000000000}"/>
          </ac:spMkLst>
        </pc:spChg>
        <pc:spChg chg="del mod">
          <ac:chgData name="Songqing" userId="c4d8cb49210192e2" providerId="LiveId" clId="{F0382995-55ED-46FA-993E-7002C50FD2C1}" dt="2023-03-25T12:15:32.385" v="221" actId="478"/>
          <ac:spMkLst>
            <pc:docMk/>
            <pc:sldMk cId="455407460" sldId="338"/>
            <ac:spMk id="16" creationId="{00000000-0000-0000-0000-000000000000}"/>
          </ac:spMkLst>
        </pc:spChg>
        <pc:spChg chg="add del mod">
          <ac:chgData name="Songqing" userId="c4d8cb49210192e2" providerId="LiveId" clId="{F0382995-55ED-46FA-993E-7002C50FD2C1}" dt="2023-03-25T12:17:04.669" v="238" actId="478"/>
          <ac:spMkLst>
            <pc:docMk/>
            <pc:sldMk cId="455407460" sldId="338"/>
            <ac:spMk id="20" creationId="{F7CCB033-B175-4E18-3539-56EB4432DE6E}"/>
          </ac:spMkLst>
        </pc:spChg>
        <pc:spChg chg="del mod">
          <ac:chgData name="Songqing" userId="c4d8cb49210192e2" providerId="LiveId" clId="{F0382995-55ED-46FA-993E-7002C50FD2C1}" dt="2023-03-25T15:25:40.748" v="642" actId="478"/>
          <ac:spMkLst>
            <pc:docMk/>
            <pc:sldMk cId="455407460" sldId="338"/>
            <ac:spMk id="22" creationId="{00000000-0000-0000-0000-000000000000}"/>
          </ac:spMkLst>
        </pc:spChg>
        <pc:spChg chg="add mod">
          <ac:chgData name="Songqing" userId="c4d8cb49210192e2" providerId="LiveId" clId="{F0382995-55ED-46FA-993E-7002C50FD2C1}" dt="2023-03-25T15:32:01.223" v="719" actId="207"/>
          <ac:spMkLst>
            <pc:docMk/>
            <pc:sldMk cId="455407460" sldId="338"/>
            <ac:spMk id="29" creationId="{C4C31951-CED1-35CA-0222-7F2870A04008}"/>
          </ac:spMkLst>
        </pc:spChg>
        <pc:spChg chg="del">
          <ac:chgData name="Songqing" userId="c4d8cb49210192e2" providerId="LiveId" clId="{F0382995-55ED-46FA-993E-7002C50FD2C1}" dt="2023-03-25T15:25:40.748" v="642" actId="478"/>
          <ac:spMkLst>
            <pc:docMk/>
            <pc:sldMk cId="455407460" sldId="338"/>
            <ac:spMk id="30" creationId="{00000000-0000-0000-0000-000000000000}"/>
          </ac:spMkLst>
        </pc:spChg>
        <pc:spChg chg="mod">
          <ac:chgData name="Songqing" userId="c4d8cb49210192e2" providerId="LiveId" clId="{F0382995-55ED-46FA-993E-7002C50FD2C1}" dt="2023-03-25T15:28:16.812" v="714" actId="207"/>
          <ac:spMkLst>
            <pc:docMk/>
            <pc:sldMk cId="455407460" sldId="338"/>
            <ac:spMk id="31" creationId="{00000000-0000-0000-0000-000000000000}"/>
          </ac:spMkLst>
        </pc:spChg>
        <pc:spChg chg="mod">
          <ac:chgData name="Songqing" userId="c4d8cb49210192e2" providerId="LiveId" clId="{F0382995-55ED-46FA-993E-7002C50FD2C1}" dt="2023-03-25T15:36:15.723" v="737" actId="1076"/>
          <ac:spMkLst>
            <pc:docMk/>
            <pc:sldMk cId="455407460" sldId="338"/>
            <ac:spMk id="32" creationId="{00000000-0000-0000-0000-000000000000}"/>
          </ac:spMkLst>
        </pc:spChg>
        <pc:spChg chg="add mod">
          <ac:chgData name="Songqing" userId="c4d8cb49210192e2" providerId="LiveId" clId="{F0382995-55ED-46FA-993E-7002C50FD2C1}" dt="2023-03-25T15:32:36.155" v="722" actId="207"/>
          <ac:spMkLst>
            <pc:docMk/>
            <pc:sldMk cId="455407460" sldId="338"/>
            <ac:spMk id="33" creationId="{1E412B0A-B86C-3EB9-81BF-7447D297BF7F}"/>
          </ac:spMkLst>
        </pc:spChg>
        <pc:spChg chg="del mod">
          <ac:chgData name="Songqing" userId="c4d8cb49210192e2" providerId="LiveId" clId="{F0382995-55ED-46FA-993E-7002C50FD2C1}" dt="2023-03-25T15:25:40.748" v="642" actId="478"/>
          <ac:spMkLst>
            <pc:docMk/>
            <pc:sldMk cId="455407460" sldId="338"/>
            <ac:spMk id="37" creationId="{00000000-0000-0000-0000-000000000000}"/>
          </ac:spMkLst>
        </pc:spChg>
        <pc:spChg chg="add mod">
          <ac:chgData name="Songqing" userId="c4d8cb49210192e2" providerId="LiveId" clId="{F0382995-55ED-46FA-993E-7002C50FD2C1}" dt="2023-04-01T06:14:06.248" v="1100" actId="14100"/>
          <ac:spMkLst>
            <pc:docMk/>
            <pc:sldMk cId="455407460" sldId="338"/>
            <ac:spMk id="42" creationId="{F64AD005-A819-0732-F7B4-EC30E1FD8503}"/>
          </ac:spMkLst>
        </pc:spChg>
        <pc:spChg chg="mod">
          <ac:chgData name="Songqing" userId="c4d8cb49210192e2" providerId="LiveId" clId="{F0382995-55ED-46FA-993E-7002C50FD2C1}" dt="2023-03-25T15:36:03.579" v="735" actId="1076"/>
          <ac:spMkLst>
            <pc:docMk/>
            <pc:sldMk cId="455407460" sldId="338"/>
            <ac:spMk id="45" creationId="{00000000-0000-0000-0000-000000000000}"/>
          </ac:spMkLst>
        </pc:spChg>
        <pc:spChg chg="add mod">
          <ac:chgData name="Songqing" userId="c4d8cb49210192e2" providerId="LiveId" clId="{F0382995-55ED-46FA-993E-7002C50FD2C1}" dt="2023-03-25T15:25:53.086" v="656" actId="1036"/>
          <ac:spMkLst>
            <pc:docMk/>
            <pc:sldMk cId="455407460" sldId="338"/>
            <ac:spMk id="47" creationId="{92BF62D1-39BD-0106-DBF1-B40AA33F94D9}"/>
          </ac:spMkLst>
        </pc:spChg>
        <pc:spChg chg="add mod">
          <ac:chgData name="Songqing" userId="c4d8cb49210192e2" providerId="LiveId" clId="{F0382995-55ED-46FA-993E-7002C50FD2C1}" dt="2023-03-25T15:36:00.183" v="734" actId="1076"/>
          <ac:spMkLst>
            <pc:docMk/>
            <pc:sldMk cId="455407460" sldId="338"/>
            <ac:spMk id="48" creationId="{BC5E60E8-575C-1354-C6C7-985C986E4EB1}"/>
          </ac:spMkLst>
        </pc:spChg>
        <pc:spChg chg="add mod">
          <ac:chgData name="Songqing" userId="c4d8cb49210192e2" providerId="LiveId" clId="{F0382995-55ED-46FA-993E-7002C50FD2C1}" dt="2023-03-25T15:36:12.686" v="736" actId="1076"/>
          <ac:spMkLst>
            <pc:docMk/>
            <pc:sldMk cId="455407460" sldId="338"/>
            <ac:spMk id="49" creationId="{432E5DF7-7596-43C1-7CF2-D7311EE9E5CC}"/>
          </ac:spMkLst>
        </pc:spChg>
        <pc:spChg chg="add mod">
          <ac:chgData name="Songqing" userId="c4d8cb49210192e2" providerId="LiveId" clId="{F0382995-55ED-46FA-993E-7002C50FD2C1}" dt="2023-03-25T15:35:56.798" v="733" actId="1076"/>
          <ac:spMkLst>
            <pc:docMk/>
            <pc:sldMk cId="455407460" sldId="338"/>
            <ac:spMk id="50" creationId="{DF15C7CE-02E3-F829-C8FE-F50E99AF52E6}"/>
          </ac:spMkLst>
        </pc:spChg>
        <pc:picChg chg="add mod">
          <ac:chgData name="Songqing" userId="c4d8cb49210192e2" providerId="LiveId" clId="{F0382995-55ED-46FA-993E-7002C50FD2C1}" dt="2023-03-25T15:25:53.086" v="656" actId="1036"/>
          <ac:picMkLst>
            <pc:docMk/>
            <pc:sldMk cId="455407460" sldId="338"/>
            <ac:picMk id="2" creationId="{957FB54C-C7E6-FD80-CD63-3EA1CB43BC4B}"/>
          </ac:picMkLst>
        </pc:picChg>
        <pc:picChg chg="del">
          <ac:chgData name="Songqing" userId="c4d8cb49210192e2" providerId="LiveId" clId="{F0382995-55ED-46FA-993E-7002C50FD2C1}" dt="2023-03-25T12:17:00.107" v="237" actId="478"/>
          <ac:picMkLst>
            <pc:docMk/>
            <pc:sldMk cId="455407460" sldId="338"/>
            <ac:picMk id="8" creationId="{00000000-0000-0000-0000-000000000000}"/>
          </ac:picMkLst>
        </pc:picChg>
        <pc:picChg chg="add del mod">
          <ac:chgData name="Songqing" userId="c4d8cb49210192e2" providerId="LiveId" clId="{F0382995-55ED-46FA-993E-7002C50FD2C1}" dt="2023-03-25T15:28:23.362" v="717" actId="478"/>
          <ac:picMkLst>
            <pc:docMk/>
            <pc:sldMk cId="455407460" sldId="338"/>
            <ac:picMk id="9" creationId="{576E5A9D-0B9A-DF62-291C-BE25F8BA0B93}"/>
          </ac:picMkLst>
        </pc:picChg>
        <pc:picChg chg="del mod">
          <ac:chgData name="Songqing" userId="c4d8cb49210192e2" providerId="LiveId" clId="{F0382995-55ED-46FA-993E-7002C50FD2C1}" dt="2023-03-25T12:14:23.185" v="211" actId="478"/>
          <ac:picMkLst>
            <pc:docMk/>
            <pc:sldMk cId="455407460" sldId="338"/>
            <ac:picMk id="12" creationId="{00000000-0000-0000-0000-000000000000}"/>
          </ac:picMkLst>
        </pc:picChg>
        <pc:picChg chg="mod">
          <ac:chgData name="Songqing" userId="c4d8cb49210192e2" providerId="LiveId" clId="{F0382995-55ED-46FA-993E-7002C50FD2C1}" dt="2023-03-25T15:39:59.576" v="771" actId="1076"/>
          <ac:picMkLst>
            <pc:docMk/>
            <pc:sldMk cId="455407460" sldId="338"/>
            <ac:picMk id="14" creationId="{00000000-0000-0000-0000-000000000000}"/>
          </ac:picMkLst>
        </pc:picChg>
        <pc:picChg chg="del">
          <ac:chgData name="Songqing" userId="c4d8cb49210192e2" providerId="LiveId" clId="{F0382995-55ED-46FA-993E-7002C50FD2C1}" dt="2023-03-25T12:16:58.910" v="236" actId="478"/>
          <ac:picMkLst>
            <pc:docMk/>
            <pc:sldMk cId="455407460" sldId="338"/>
            <ac:picMk id="17" creationId="{00000000-0000-0000-0000-000000000000}"/>
          </ac:picMkLst>
        </pc:picChg>
        <pc:picChg chg="del">
          <ac:chgData name="Songqing" userId="c4d8cb49210192e2" providerId="LiveId" clId="{F0382995-55ED-46FA-993E-7002C50FD2C1}" dt="2023-03-25T15:00:24.078" v="361" actId="478"/>
          <ac:picMkLst>
            <pc:docMk/>
            <pc:sldMk cId="455407460" sldId="338"/>
            <ac:picMk id="18" creationId="{00000000-0000-0000-0000-000000000000}"/>
          </ac:picMkLst>
        </pc:picChg>
        <pc:picChg chg="add mod">
          <ac:chgData name="Songqing" userId="c4d8cb49210192e2" providerId="LiveId" clId="{F0382995-55ED-46FA-993E-7002C50FD2C1}" dt="2023-03-25T15:39:48.409" v="769" actId="1076"/>
          <ac:picMkLst>
            <pc:docMk/>
            <pc:sldMk cId="455407460" sldId="338"/>
            <ac:picMk id="51" creationId="{8A9C80C6-C6FF-2CFB-2DC2-7BDDA66B4A24}"/>
          </ac:picMkLst>
        </pc:picChg>
        <pc:picChg chg="add mod">
          <ac:chgData name="Songqing" userId="c4d8cb49210192e2" providerId="LiveId" clId="{F0382995-55ED-46FA-993E-7002C50FD2C1}" dt="2023-03-25T15:39:49.742" v="770" actId="1076"/>
          <ac:picMkLst>
            <pc:docMk/>
            <pc:sldMk cId="455407460" sldId="338"/>
            <ac:picMk id="52" creationId="{6C92295F-63AE-4838-C79B-698CA0A9DA66}"/>
          </ac:picMkLst>
        </pc:picChg>
        <pc:cxnChg chg="mod">
          <ac:chgData name="Songqing" userId="c4d8cb49210192e2" providerId="LiveId" clId="{F0382995-55ED-46FA-993E-7002C50FD2C1}" dt="2023-03-25T15:35:24.186" v="731" actId="208"/>
          <ac:cxnSpMkLst>
            <pc:docMk/>
            <pc:sldMk cId="455407460" sldId="338"/>
            <ac:cxnSpMk id="10" creationId="{00000000-0000-0000-0000-000000000000}"/>
          </ac:cxnSpMkLst>
        </pc:cxnChg>
        <pc:cxnChg chg="del mod">
          <ac:chgData name="Songqing" userId="c4d8cb49210192e2" providerId="LiveId" clId="{F0382995-55ED-46FA-993E-7002C50FD2C1}" dt="2023-03-25T15:02:32.063" v="411" actId="478"/>
          <ac:cxnSpMkLst>
            <pc:docMk/>
            <pc:sldMk cId="455407460" sldId="338"/>
            <ac:cxnSpMk id="11" creationId="{00000000-0000-0000-0000-000000000000}"/>
          </ac:cxnSpMkLst>
        </pc:cxnChg>
        <pc:cxnChg chg="del mod">
          <ac:chgData name="Songqing" userId="c4d8cb49210192e2" providerId="LiveId" clId="{F0382995-55ED-46FA-993E-7002C50FD2C1}" dt="2023-03-25T15:02:31.264" v="410" actId="478"/>
          <ac:cxnSpMkLst>
            <pc:docMk/>
            <pc:sldMk cId="455407460" sldId="338"/>
            <ac:cxnSpMk id="21" creationId="{00000000-0000-0000-0000-000000000000}"/>
          </ac:cxnSpMkLst>
        </pc:cxnChg>
        <pc:cxnChg chg="del mod">
          <ac:chgData name="Songqing" userId="c4d8cb49210192e2" providerId="LiveId" clId="{F0382995-55ED-46FA-993E-7002C50FD2C1}" dt="2023-03-25T15:02:30.060" v="409" actId="478"/>
          <ac:cxnSpMkLst>
            <pc:docMk/>
            <pc:sldMk cId="455407460" sldId="338"/>
            <ac:cxnSpMk id="40" creationId="{00000000-0000-0000-0000-000000000000}"/>
          </ac:cxnSpMkLst>
        </pc:cxnChg>
        <pc:cxnChg chg="add mod">
          <ac:chgData name="Songqing" userId="c4d8cb49210192e2" providerId="LiveId" clId="{F0382995-55ED-46FA-993E-7002C50FD2C1}" dt="2023-03-25T15:35:30.315" v="732" actId="208"/>
          <ac:cxnSpMkLst>
            <pc:docMk/>
            <pc:sldMk cId="455407460" sldId="338"/>
            <ac:cxnSpMk id="43" creationId="{2A802624-0405-D3AF-FFC3-40749969E127}"/>
          </ac:cxnSpMkLst>
        </pc:cxnChg>
      </pc:sldChg>
      <pc:sldChg chg="addSp delSp modSp mod">
        <pc:chgData name="Songqing" userId="c4d8cb49210192e2" providerId="LiveId" clId="{F0382995-55ED-46FA-993E-7002C50FD2C1}" dt="2023-03-26T03:41:15.313" v="1025" actId="14100"/>
        <pc:sldMkLst>
          <pc:docMk/>
          <pc:sldMk cId="2458293802" sldId="339"/>
        </pc:sldMkLst>
        <pc:spChg chg="del mod">
          <ac:chgData name="Songqing" userId="c4d8cb49210192e2" providerId="LiveId" clId="{F0382995-55ED-46FA-993E-7002C50FD2C1}" dt="2023-03-25T15:51:00.777" v="929" actId="478"/>
          <ac:spMkLst>
            <pc:docMk/>
            <pc:sldMk cId="2458293802" sldId="339"/>
            <ac:spMk id="2" creationId="{00000000-0000-0000-0000-000000000000}"/>
          </ac:spMkLst>
        </pc:spChg>
        <pc:spChg chg="add mod">
          <ac:chgData name="Songqing" userId="c4d8cb49210192e2" providerId="LiveId" clId="{F0382995-55ED-46FA-993E-7002C50FD2C1}" dt="2023-03-25T15:57:27.376" v="1004" actId="14100"/>
          <ac:spMkLst>
            <pc:docMk/>
            <pc:sldMk cId="2458293802" sldId="339"/>
            <ac:spMk id="3" creationId="{AE4FEFFD-FE45-DC51-559B-B6A4CFE0DC6B}"/>
          </ac:spMkLst>
        </pc:spChg>
        <pc:spChg chg="add mod">
          <ac:chgData name="Songqing" userId="c4d8cb49210192e2" providerId="LiveId" clId="{F0382995-55ED-46FA-993E-7002C50FD2C1}" dt="2023-03-25T15:51:30.214" v="938" actId="14100"/>
          <ac:spMkLst>
            <pc:docMk/>
            <pc:sldMk cId="2458293802" sldId="339"/>
            <ac:spMk id="5" creationId="{65A724B9-3B71-C501-FEB9-3AC8B35DF09B}"/>
          </ac:spMkLst>
        </pc:spChg>
        <pc:spChg chg="add mod">
          <ac:chgData name="Songqing" userId="c4d8cb49210192e2" providerId="LiveId" clId="{F0382995-55ED-46FA-993E-7002C50FD2C1}" dt="2023-03-25T15:53:31.367" v="967" actId="1076"/>
          <ac:spMkLst>
            <pc:docMk/>
            <pc:sldMk cId="2458293802" sldId="339"/>
            <ac:spMk id="10" creationId="{54630805-135C-7A66-D833-4B1C189AB539}"/>
          </ac:spMkLst>
        </pc:spChg>
        <pc:spChg chg="del">
          <ac:chgData name="Songqing" userId="c4d8cb49210192e2" providerId="LiveId" clId="{F0382995-55ED-46FA-993E-7002C50FD2C1}" dt="2023-03-25T15:51:37.012" v="940" actId="478"/>
          <ac:spMkLst>
            <pc:docMk/>
            <pc:sldMk cId="2458293802" sldId="339"/>
            <ac:spMk id="13" creationId="{00000000-0000-0000-0000-000000000000}"/>
          </ac:spMkLst>
        </pc:spChg>
        <pc:spChg chg="add del mod">
          <ac:chgData name="Songqing" userId="c4d8cb49210192e2" providerId="LiveId" clId="{F0382995-55ED-46FA-993E-7002C50FD2C1}" dt="2023-03-25T15:51:39.336" v="941" actId="478"/>
          <ac:spMkLst>
            <pc:docMk/>
            <pc:sldMk cId="2458293802" sldId="339"/>
            <ac:spMk id="15" creationId="{B87DE697-6C68-6F17-7AED-82C66ECF8198}"/>
          </ac:spMkLst>
        </pc:spChg>
        <pc:spChg chg="add mod">
          <ac:chgData name="Songqing" userId="c4d8cb49210192e2" providerId="LiveId" clId="{F0382995-55ED-46FA-993E-7002C50FD2C1}" dt="2023-03-25T15:55:03.095" v="989" actId="207"/>
          <ac:spMkLst>
            <pc:docMk/>
            <pc:sldMk cId="2458293802" sldId="339"/>
            <ac:spMk id="16" creationId="{15FA377C-99B5-74C4-D7A0-DE4B0159E856}"/>
          </ac:spMkLst>
        </pc:spChg>
        <pc:spChg chg="del mod">
          <ac:chgData name="Songqing" userId="c4d8cb49210192e2" providerId="LiveId" clId="{F0382995-55ED-46FA-993E-7002C50FD2C1}" dt="2023-03-25T15:49:10.622" v="877" actId="478"/>
          <ac:spMkLst>
            <pc:docMk/>
            <pc:sldMk cId="2458293802" sldId="339"/>
            <ac:spMk id="24" creationId="{00000000-0000-0000-0000-000000000000}"/>
          </ac:spMkLst>
        </pc:spChg>
        <pc:spChg chg="del mod">
          <ac:chgData name="Songqing" userId="c4d8cb49210192e2" providerId="LiveId" clId="{F0382995-55ED-46FA-993E-7002C50FD2C1}" dt="2023-03-25T15:50:52.609" v="928" actId="478"/>
          <ac:spMkLst>
            <pc:docMk/>
            <pc:sldMk cId="2458293802" sldId="339"/>
            <ac:spMk id="26" creationId="{00000000-0000-0000-0000-000000000000}"/>
          </ac:spMkLst>
        </pc:spChg>
        <pc:spChg chg="mod">
          <ac:chgData name="Songqing" userId="c4d8cb49210192e2" providerId="LiveId" clId="{F0382995-55ED-46FA-993E-7002C50FD2C1}" dt="2023-03-25T15:56:45.913" v="997" actId="20577"/>
          <ac:spMkLst>
            <pc:docMk/>
            <pc:sldMk cId="2458293802" sldId="339"/>
            <ac:spMk id="34" creationId="{00000000-0000-0000-0000-000000000000}"/>
          </ac:spMkLst>
        </pc:spChg>
        <pc:spChg chg="mod">
          <ac:chgData name="Songqing" userId="c4d8cb49210192e2" providerId="LiveId" clId="{F0382995-55ED-46FA-993E-7002C50FD2C1}" dt="2023-03-25T15:56:48.880" v="999" actId="20577"/>
          <ac:spMkLst>
            <pc:docMk/>
            <pc:sldMk cId="2458293802" sldId="339"/>
            <ac:spMk id="35" creationId="{00000000-0000-0000-0000-000000000000}"/>
          </ac:spMkLst>
        </pc:spChg>
        <pc:spChg chg="mod">
          <ac:chgData name="Songqing" userId="c4d8cb49210192e2" providerId="LiveId" clId="{F0382995-55ED-46FA-993E-7002C50FD2C1}" dt="2023-03-26T03:41:15.313" v="1025" actId="14100"/>
          <ac:spMkLst>
            <pc:docMk/>
            <pc:sldMk cId="2458293802" sldId="339"/>
            <ac:spMk id="36" creationId="{00000000-0000-0000-0000-000000000000}"/>
          </ac:spMkLst>
        </pc:spChg>
        <pc:spChg chg="del mod">
          <ac:chgData name="Songqing" userId="c4d8cb49210192e2" providerId="LiveId" clId="{F0382995-55ED-46FA-993E-7002C50FD2C1}" dt="2023-03-25T15:50:15.213" v="927" actId="478"/>
          <ac:spMkLst>
            <pc:docMk/>
            <pc:sldMk cId="2458293802" sldId="339"/>
            <ac:spMk id="37" creationId="{00000000-0000-0000-0000-000000000000}"/>
          </ac:spMkLst>
        </pc:spChg>
        <pc:spChg chg="del mod">
          <ac:chgData name="Songqing" userId="c4d8cb49210192e2" providerId="LiveId" clId="{F0382995-55ED-46FA-993E-7002C50FD2C1}" dt="2023-03-25T15:55:06.329" v="991" actId="478"/>
          <ac:spMkLst>
            <pc:docMk/>
            <pc:sldMk cId="2458293802" sldId="339"/>
            <ac:spMk id="38" creationId="{00000000-0000-0000-0000-000000000000}"/>
          </ac:spMkLst>
        </pc:spChg>
        <pc:cxnChg chg="del mod">
          <ac:chgData name="Songqing" userId="c4d8cb49210192e2" providerId="LiveId" clId="{F0382995-55ED-46FA-993E-7002C50FD2C1}" dt="2023-03-25T15:51:03.821" v="930" actId="478"/>
          <ac:cxnSpMkLst>
            <pc:docMk/>
            <pc:sldMk cId="2458293802" sldId="339"/>
            <ac:cxnSpMk id="4" creationId="{00000000-0000-0000-0000-000000000000}"/>
          </ac:cxnSpMkLst>
        </pc:cxnChg>
        <pc:cxnChg chg="del mod">
          <ac:chgData name="Songqing" userId="c4d8cb49210192e2" providerId="LiveId" clId="{F0382995-55ED-46FA-993E-7002C50FD2C1}" dt="2023-03-25T15:51:04.615" v="931" actId="478"/>
          <ac:cxnSpMkLst>
            <pc:docMk/>
            <pc:sldMk cId="2458293802" sldId="339"/>
            <ac:cxnSpMk id="6" creationId="{00000000-0000-0000-0000-000000000000}"/>
          </ac:cxnSpMkLst>
        </pc:cxnChg>
        <pc:cxnChg chg="del mod">
          <ac:chgData name="Songqing" userId="c4d8cb49210192e2" providerId="LiveId" clId="{F0382995-55ED-46FA-993E-7002C50FD2C1}" dt="2023-03-25T15:51:05.779" v="932" actId="478"/>
          <ac:cxnSpMkLst>
            <pc:docMk/>
            <pc:sldMk cId="2458293802" sldId="339"/>
            <ac:cxnSpMk id="8" creationId="{00000000-0000-0000-0000-000000000000}"/>
          </ac:cxnSpMkLst>
        </pc:cxnChg>
        <pc:cxnChg chg="add mod">
          <ac:chgData name="Songqing" userId="c4d8cb49210192e2" providerId="LiveId" clId="{F0382995-55ED-46FA-993E-7002C50FD2C1}" dt="2023-03-25T15:57:27.376" v="1004" actId="14100"/>
          <ac:cxnSpMkLst>
            <pc:docMk/>
            <pc:sldMk cId="2458293802" sldId="339"/>
            <ac:cxnSpMk id="18" creationId="{3DCAB44A-AF9D-019D-EEED-8B67EC621CC1}"/>
          </ac:cxnSpMkLst>
        </pc:cxnChg>
      </pc:sldChg>
      <pc:sldChg chg="addSp delSp modSp mod">
        <pc:chgData name="Songqing" userId="c4d8cb49210192e2" providerId="LiveId" clId="{F0382995-55ED-46FA-993E-7002C50FD2C1}" dt="2023-03-26T03:53:50.658" v="1091" actId="478"/>
        <pc:sldMkLst>
          <pc:docMk/>
          <pc:sldMk cId="3808974401" sldId="342"/>
        </pc:sldMkLst>
        <pc:spChg chg="del mod">
          <ac:chgData name="Songqing" userId="c4d8cb49210192e2" providerId="LiveId" clId="{F0382995-55ED-46FA-993E-7002C50FD2C1}" dt="2023-03-26T03:53:42.691" v="1089" actId="478"/>
          <ac:spMkLst>
            <pc:docMk/>
            <pc:sldMk cId="3808974401" sldId="342"/>
            <ac:spMk id="2" creationId="{00000000-0000-0000-0000-000000000000}"/>
          </ac:spMkLst>
        </pc:spChg>
        <pc:spChg chg="add del mod">
          <ac:chgData name="Songqing" userId="c4d8cb49210192e2" providerId="LiveId" clId="{F0382995-55ED-46FA-993E-7002C50FD2C1}" dt="2023-03-26T03:53:50.658" v="1091" actId="478"/>
          <ac:spMkLst>
            <pc:docMk/>
            <pc:sldMk cId="3808974401" sldId="342"/>
            <ac:spMk id="5" creationId="{61B1B69F-B21A-6797-82F4-323065BFDD46}"/>
          </ac:spMkLst>
        </pc:spChg>
      </pc:sldChg>
      <pc:sldChg chg="addSp delSp modSp add mod">
        <pc:chgData name="Songqing" userId="c4d8cb49210192e2" providerId="LiveId" clId="{F0382995-55ED-46FA-993E-7002C50FD2C1}" dt="2023-03-25T15:58:30.800" v="1011" actId="14100"/>
        <pc:sldMkLst>
          <pc:docMk/>
          <pc:sldMk cId="3232703280" sldId="346"/>
        </pc:sldMkLst>
        <pc:spChg chg="del">
          <ac:chgData name="Songqing" userId="c4d8cb49210192e2" providerId="LiveId" clId="{F0382995-55ED-46FA-993E-7002C50FD2C1}" dt="2023-03-14T13:44:32.047" v="28" actId="478"/>
          <ac:spMkLst>
            <pc:docMk/>
            <pc:sldMk cId="3232703280" sldId="346"/>
            <ac:spMk id="2" creationId="{00000000-0000-0000-0000-000000000000}"/>
          </ac:spMkLst>
        </pc:spChg>
        <pc:spChg chg="mod">
          <ac:chgData name="Songqing" userId="c4d8cb49210192e2" providerId="LiveId" clId="{F0382995-55ED-46FA-993E-7002C50FD2C1}" dt="2023-03-14T13:45:37.979" v="42" actId="1076"/>
          <ac:spMkLst>
            <pc:docMk/>
            <pc:sldMk cId="3232703280" sldId="346"/>
            <ac:spMk id="5" creationId="{00000000-0000-0000-0000-000000000000}"/>
          </ac:spMkLst>
        </pc:spChg>
        <pc:spChg chg="mod">
          <ac:chgData name="Songqing" userId="c4d8cb49210192e2" providerId="LiveId" clId="{F0382995-55ED-46FA-993E-7002C50FD2C1}" dt="2023-03-14T13:45:46.785" v="44" actId="1076"/>
          <ac:spMkLst>
            <pc:docMk/>
            <pc:sldMk cId="3232703280" sldId="346"/>
            <ac:spMk id="23" creationId="{00000000-0000-0000-0000-000000000000}"/>
          </ac:spMkLst>
        </pc:spChg>
        <pc:spChg chg="mod">
          <ac:chgData name="Songqing" userId="c4d8cb49210192e2" providerId="LiveId" clId="{F0382995-55ED-46FA-993E-7002C50FD2C1}" dt="2023-03-24T19:14:10.773" v="109" actId="14100"/>
          <ac:spMkLst>
            <pc:docMk/>
            <pc:sldMk cId="3232703280" sldId="346"/>
            <ac:spMk id="24" creationId="{00000000-0000-0000-0000-000000000000}"/>
          </ac:spMkLst>
        </pc:spChg>
        <pc:spChg chg="mod">
          <ac:chgData name="Songqing" userId="c4d8cb49210192e2" providerId="LiveId" clId="{F0382995-55ED-46FA-993E-7002C50FD2C1}" dt="2023-03-14T13:48:30.848" v="80" actId="20577"/>
          <ac:spMkLst>
            <pc:docMk/>
            <pc:sldMk cId="3232703280" sldId="346"/>
            <ac:spMk id="25" creationId="{00000000-0000-0000-0000-000000000000}"/>
          </ac:spMkLst>
        </pc:spChg>
        <pc:spChg chg="del mod">
          <ac:chgData name="Songqing" userId="c4d8cb49210192e2" providerId="LiveId" clId="{F0382995-55ED-46FA-993E-7002C50FD2C1}" dt="2023-03-14T13:46:34.416" v="56" actId="478"/>
          <ac:spMkLst>
            <pc:docMk/>
            <pc:sldMk cId="3232703280" sldId="346"/>
            <ac:spMk id="27" creationId="{00000000-0000-0000-0000-000000000000}"/>
          </ac:spMkLst>
        </pc:spChg>
        <pc:spChg chg="mod">
          <ac:chgData name="Songqing" userId="c4d8cb49210192e2" providerId="LiveId" clId="{F0382995-55ED-46FA-993E-7002C50FD2C1}" dt="2023-03-14T13:44:10.562" v="26" actId="20577"/>
          <ac:spMkLst>
            <pc:docMk/>
            <pc:sldMk cId="3232703280" sldId="346"/>
            <ac:spMk id="33" creationId="{00000000-0000-0000-0000-000000000000}"/>
          </ac:spMkLst>
        </pc:spChg>
        <pc:spChg chg="mod">
          <ac:chgData name="Songqing" userId="c4d8cb49210192e2" providerId="LiveId" clId="{F0382995-55ED-46FA-993E-7002C50FD2C1}" dt="2023-03-14T13:46:41.056" v="57" actId="1076"/>
          <ac:spMkLst>
            <pc:docMk/>
            <pc:sldMk cId="3232703280" sldId="346"/>
            <ac:spMk id="37" creationId="{00000000-0000-0000-0000-000000000000}"/>
          </ac:spMkLst>
        </pc:spChg>
        <pc:spChg chg="mod">
          <ac:chgData name="Songqing" userId="c4d8cb49210192e2" providerId="LiveId" clId="{F0382995-55ED-46FA-993E-7002C50FD2C1}" dt="2023-03-14T13:46:29.416" v="55" actId="20577"/>
          <ac:spMkLst>
            <pc:docMk/>
            <pc:sldMk cId="3232703280" sldId="346"/>
            <ac:spMk id="41" creationId="{00000000-0000-0000-0000-000000000000}"/>
          </ac:spMkLst>
        </pc:spChg>
        <pc:spChg chg="add mod">
          <ac:chgData name="Songqing" userId="c4d8cb49210192e2" providerId="LiveId" clId="{F0382995-55ED-46FA-993E-7002C50FD2C1}" dt="2023-03-14T13:48:47.319" v="90" actId="20577"/>
          <ac:spMkLst>
            <pc:docMk/>
            <pc:sldMk cId="3232703280" sldId="346"/>
            <ac:spMk id="55" creationId="{CE133626-5CA9-4AC0-45F2-6B1ACAEE2EFE}"/>
          </ac:spMkLst>
        </pc:spChg>
        <pc:cxnChg chg="del mod">
          <ac:chgData name="Songqing" userId="c4d8cb49210192e2" providerId="LiveId" clId="{F0382995-55ED-46FA-993E-7002C50FD2C1}" dt="2023-03-14T13:45:43.762" v="43" actId="478"/>
          <ac:cxnSpMkLst>
            <pc:docMk/>
            <pc:sldMk cId="3232703280" sldId="346"/>
            <ac:cxnSpMk id="7" creationId="{00000000-0000-0000-0000-000000000000}"/>
          </ac:cxnSpMkLst>
        </pc:cxnChg>
        <pc:cxnChg chg="del mod">
          <ac:chgData name="Songqing" userId="c4d8cb49210192e2" providerId="LiveId" clId="{F0382995-55ED-46FA-993E-7002C50FD2C1}" dt="2023-03-14T13:45:06.756" v="33" actId="478"/>
          <ac:cxnSpMkLst>
            <pc:docMk/>
            <pc:sldMk cId="3232703280" sldId="346"/>
            <ac:cxnSpMk id="12" creationId="{00000000-0000-0000-0000-000000000000}"/>
          </ac:cxnSpMkLst>
        </pc:cxnChg>
        <pc:cxnChg chg="del mod">
          <ac:chgData name="Songqing" userId="c4d8cb49210192e2" providerId="LiveId" clId="{F0382995-55ED-46FA-993E-7002C50FD2C1}" dt="2023-03-14T13:45:17.625" v="37" actId="478"/>
          <ac:cxnSpMkLst>
            <pc:docMk/>
            <pc:sldMk cId="3232703280" sldId="346"/>
            <ac:cxnSpMk id="15" creationId="{00000000-0000-0000-0000-000000000000}"/>
          </ac:cxnSpMkLst>
        </pc:cxnChg>
        <pc:cxnChg chg="del mod">
          <ac:chgData name="Songqing" userId="c4d8cb49210192e2" providerId="LiveId" clId="{F0382995-55ED-46FA-993E-7002C50FD2C1}" dt="2023-03-14T13:45:08.654" v="34" actId="478"/>
          <ac:cxnSpMkLst>
            <pc:docMk/>
            <pc:sldMk cId="3232703280" sldId="346"/>
            <ac:cxnSpMk id="28" creationId="{00000000-0000-0000-0000-000000000000}"/>
          </ac:cxnSpMkLst>
        </pc:cxnChg>
        <pc:cxnChg chg="add mod">
          <ac:chgData name="Songqing" userId="c4d8cb49210192e2" providerId="LiveId" clId="{F0382995-55ED-46FA-993E-7002C50FD2C1}" dt="2023-03-25T15:58:16.606" v="1006" actId="208"/>
          <ac:cxnSpMkLst>
            <pc:docMk/>
            <pc:sldMk cId="3232703280" sldId="346"/>
            <ac:cxnSpMk id="35" creationId="{EEC82209-3ABC-B1D5-B2BF-50BC31CC3C22}"/>
          </ac:cxnSpMkLst>
        </pc:cxnChg>
        <pc:cxnChg chg="add mod">
          <ac:chgData name="Songqing" userId="c4d8cb49210192e2" providerId="LiveId" clId="{F0382995-55ED-46FA-993E-7002C50FD2C1}" dt="2023-03-25T15:58:19.169" v="1007" actId="208"/>
          <ac:cxnSpMkLst>
            <pc:docMk/>
            <pc:sldMk cId="3232703280" sldId="346"/>
            <ac:cxnSpMk id="38" creationId="{52AE3FEC-5DF7-81DA-8A45-A5838621419F}"/>
          </ac:cxnSpMkLst>
        </pc:cxnChg>
        <pc:cxnChg chg="add mod">
          <ac:chgData name="Songqing" userId="c4d8cb49210192e2" providerId="LiveId" clId="{F0382995-55ED-46FA-993E-7002C50FD2C1}" dt="2023-03-25T15:58:21.895" v="1008" actId="208"/>
          <ac:cxnSpMkLst>
            <pc:docMk/>
            <pc:sldMk cId="3232703280" sldId="346"/>
            <ac:cxnSpMk id="39" creationId="{2095C78B-862B-C6F2-6C5C-49D21491E697}"/>
          </ac:cxnSpMkLst>
        </pc:cxnChg>
        <pc:cxnChg chg="del mod">
          <ac:chgData name="Songqing" userId="c4d8cb49210192e2" providerId="LiveId" clId="{F0382995-55ED-46FA-993E-7002C50FD2C1}" dt="2023-03-14T13:45:48.580" v="45" actId="478"/>
          <ac:cxnSpMkLst>
            <pc:docMk/>
            <pc:sldMk cId="3232703280" sldId="346"/>
            <ac:cxnSpMk id="42" creationId="{00000000-0000-0000-0000-000000000000}"/>
          </ac:cxnSpMkLst>
        </pc:cxnChg>
        <pc:cxnChg chg="add mod">
          <ac:chgData name="Songqing" userId="c4d8cb49210192e2" providerId="LiveId" clId="{F0382995-55ED-46FA-993E-7002C50FD2C1}" dt="2023-03-25T15:58:23.966" v="1009" actId="208"/>
          <ac:cxnSpMkLst>
            <pc:docMk/>
            <pc:sldMk cId="3232703280" sldId="346"/>
            <ac:cxnSpMk id="46" creationId="{23E4E777-0415-407C-2C3D-B8F48B772E4D}"/>
          </ac:cxnSpMkLst>
        </pc:cxnChg>
        <pc:cxnChg chg="add mod">
          <ac:chgData name="Songqing" userId="c4d8cb49210192e2" providerId="LiveId" clId="{F0382995-55ED-46FA-993E-7002C50FD2C1}" dt="2023-03-24T19:14:10.773" v="109" actId="14100"/>
          <ac:cxnSpMkLst>
            <pc:docMk/>
            <pc:sldMk cId="3232703280" sldId="346"/>
            <ac:cxnSpMk id="49" creationId="{DC90D867-ABD3-0073-E0E6-127708ED845D}"/>
          </ac:cxnSpMkLst>
        </pc:cxnChg>
        <pc:cxnChg chg="add mod">
          <ac:chgData name="Songqing" userId="c4d8cb49210192e2" providerId="LiveId" clId="{F0382995-55ED-46FA-993E-7002C50FD2C1}" dt="2023-03-25T15:58:30.800" v="1011" actId="14100"/>
          <ac:cxnSpMkLst>
            <pc:docMk/>
            <pc:sldMk cId="3232703280" sldId="346"/>
            <ac:cxnSpMk id="57" creationId="{EC55D37F-E11D-BCF3-4D1A-8741299C855F}"/>
          </ac:cxnSpMkLst>
        </pc:cxnChg>
      </pc:sldChg>
      <pc:sldChg chg="addSp delSp modSp add mod">
        <pc:chgData name="Songqing" userId="c4d8cb49210192e2" providerId="LiveId" clId="{F0382995-55ED-46FA-993E-7002C50FD2C1}" dt="2023-03-26T03:49:52.179" v="1073" actId="478"/>
        <pc:sldMkLst>
          <pc:docMk/>
          <pc:sldMk cId="3230245180" sldId="347"/>
        </pc:sldMkLst>
        <pc:spChg chg="del">
          <ac:chgData name="Songqing" userId="c4d8cb49210192e2" providerId="LiveId" clId="{F0382995-55ED-46FA-993E-7002C50FD2C1}" dt="2023-03-24T19:15:50.599" v="116" actId="478"/>
          <ac:spMkLst>
            <pc:docMk/>
            <pc:sldMk cId="3230245180" sldId="347"/>
            <ac:spMk id="2" creationId="{00000000-0000-0000-0000-000000000000}"/>
          </ac:spMkLst>
        </pc:spChg>
        <pc:spChg chg="del">
          <ac:chgData name="Songqing" userId="c4d8cb49210192e2" providerId="LiveId" clId="{F0382995-55ED-46FA-993E-7002C50FD2C1}" dt="2023-03-24T19:15:50.599" v="116" actId="478"/>
          <ac:spMkLst>
            <pc:docMk/>
            <pc:sldMk cId="3230245180" sldId="347"/>
            <ac:spMk id="3" creationId="{00000000-0000-0000-0000-000000000000}"/>
          </ac:spMkLst>
        </pc:spChg>
        <pc:spChg chg="del">
          <ac:chgData name="Songqing" userId="c4d8cb49210192e2" providerId="LiveId" clId="{F0382995-55ED-46FA-993E-7002C50FD2C1}" dt="2023-03-24T19:15:50.599" v="116" actId="478"/>
          <ac:spMkLst>
            <pc:docMk/>
            <pc:sldMk cId="3230245180" sldId="347"/>
            <ac:spMk id="4" creationId="{00000000-0000-0000-0000-000000000000}"/>
          </ac:spMkLst>
        </pc:spChg>
        <pc:spChg chg="del mod">
          <ac:chgData name="Songqing" userId="c4d8cb49210192e2" providerId="LiveId" clId="{F0382995-55ED-46FA-993E-7002C50FD2C1}" dt="2023-03-26T03:49:52.179" v="1073" actId="478"/>
          <ac:spMkLst>
            <pc:docMk/>
            <pc:sldMk cId="3230245180" sldId="347"/>
            <ac:spMk id="6" creationId="{00000000-0000-0000-0000-000000000000}"/>
          </ac:spMkLst>
        </pc:spChg>
        <pc:spChg chg="add del mod">
          <ac:chgData name="Songqing" userId="c4d8cb49210192e2" providerId="LiveId" clId="{F0382995-55ED-46FA-993E-7002C50FD2C1}" dt="2023-03-26T03:49:49.255" v="1072" actId="478"/>
          <ac:spMkLst>
            <pc:docMk/>
            <pc:sldMk cId="3230245180" sldId="347"/>
            <ac:spMk id="7" creationId="{66A4A5D9-80DB-2393-3E96-2B0E13388A38}"/>
          </ac:spMkLst>
        </pc:spChg>
        <pc:spChg chg="del">
          <ac:chgData name="Songqing" userId="c4d8cb49210192e2" providerId="LiveId" clId="{F0382995-55ED-46FA-993E-7002C50FD2C1}" dt="2023-03-24T19:15:50.599" v="116" actId="478"/>
          <ac:spMkLst>
            <pc:docMk/>
            <pc:sldMk cId="3230245180" sldId="347"/>
            <ac:spMk id="25" creationId="{00000000-0000-0000-0000-000000000000}"/>
          </ac:spMkLst>
        </pc:spChg>
        <pc:spChg chg="del">
          <ac:chgData name="Songqing" userId="c4d8cb49210192e2" providerId="LiveId" clId="{F0382995-55ED-46FA-993E-7002C50FD2C1}" dt="2023-03-24T19:15:50.599" v="116" actId="478"/>
          <ac:spMkLst>
            <pc:docMk/>
            <pc:sldMk cId="3230245180" sldId="347"/>
            <ac:spMk id="28" creationId="{00000000-0000-0000-0000-000000000000}"/>
          </ac:spMkLst>
        </pc:spChg>
        <pc:spChg chg="del">
          <ac:chgData name="Songqing" userId="c4d8cb49210192e2" providerId="LiveId" clId="{F0382995-55ED-46FA-993E-7002C50FD2C1}" dt="2023-03-24T19:15:50.599" v="116" actId="478"/>
          <ac:spMkLst>
            <pc:docMk/>
            <pc:sldMk cId="3230245180" sldId="347"/>
            <ac:spMk id="29" creationId="{00000000-0000-0000-0000-000000000000}"/>
          </ac:spMkLst>
        </pc:spChg>
        <pc:spChg chg="del">
          <ac:chgData name="Songqing" userId="c4d8cb49210192e2" providerId="LiveId" clId="{F0382995-55ED-46FA-993E-7002C50FD2C1}" dt="2023-03-24T19:15:50.599" v="116" actId="478"/>
          <ac:spMkLst>
            <pc:docMk/>
            <pc:sldMk cId="3230245180" sldId="347"/>
            <ac:spMk id="30" creationId="{00000000-0000-0000-0000-000000000000}"/>
          </ac:spMkLst>
        </pc:spChg>
        <pc:spChg chg="del">
          <ac:chgData name="Songqing" userId="c4d8cb49210192e2" providerId="LiveId" clId="{F0382995-55ED-46FA-993E-7002C50FD2C1}" dt="2023-03-24T19:15:50.599" v="116" actId="478"/>
          <ac:spMkLst>
            <pc:docMk/>
            <pc:sldMk cId="3230245180" sldId="347"/>
            <ac:spMk id="31" creationId="{00000000-0000-0000-0000-000000000000}"/>
          </ac:spMkLst>
        </pc:spChg>
        <pc:spChg chg="del">
          <ac:chgData name="Songqing" userId="c4d8cb49210192e2" providerId="LiveId" clId="{F0382995-55ED-46FA-993E-7002C50FD2C1}" dt="2023-03-24T19:15:50.599" v="116" actId="478"/>
          <ac:spMkLst>
            <pc:docMk/>
            <pc:sldMk cId="3230245180" sldId="347"/>
            <ac:spMk id="32" creationId="{00000000-0000-0000-0000-000000000000}"/>
          </ac:spMkLst>
        </pc:spChg>
        <pc:spChg chg="del">
          <ac:chgData name="Songqing" userId="c4d8cb49210192e2" providerId="LiveId" clId="{F0382995-55ED-46FA-993E-7002C50FD2C1}" dt="2023-03-24T19:15:50.599" v="116" actId="478"/>
          <ac:spMkLst>
            <pc:docMk/>
            <pc:sldMk cId="3230245180" sldId="347"/>
            <ac:spMk id="33" creationId="{00000000-0000-0000-0000-000000000000}"/>
          </ac:spMkLst>
        </pc:spChg>
        <pc:spChg chg="del">
          <ac:chgData name="Songqing" userId="c4d8cb49210192e2" providerId="LiveId" clId="{F0382995-55ED-46FA-993E-7002C50FD2C1}" dt="2023-03-24T19:15:50.599" v="116" actId="478"/>
          <ac:spMkLst>
            <pc:docMk/>
            <pc:sldMk cId="3230245180" sldId="347"/>
            <ac:spMk id="36" creationId="{00000000-0000-0000-0000-000000000000}"/>
          </ac:spMkLst>
        </pc:spChg>
        <pc:spChg chg="del">
          <ac:chgData name="Songqing" userId="c4d8cb49210192e2" providerId="LiveId" clId="{F0382995-55ED-46FA-993E-7002C50FD2C1}" dt="2023-03-24T19:15:50.599" v="116" actId="478"/>
          <ac:spMkLst>
            <pc:docMk/>
            <pc:sldMk cId="3230245180" sldId="347"/>
            <ac:spMk id="37" creationId="{00000000-0000-0000-0000-000000000000}"/>
          </ac:spMkLst>
        </pc:spChg>
        <pc:spChg chg="del">
          <ac:chgData name="Songqing" userId="c4d8cb49210192e2" providerId="LiveId" clId="{F0382995-55ED-46FA-993E-7002C50FD2C1}" dt="2023-03-24T19:15:50.599" v="116" actId="478"/>
          <ac:spMkLst>
            <pc:docMk/>
            <pc:sldMk cId="3230245180" sldId="347"/>
            <ac:spMk id="39" creationId="{00000000-0000-0000-0000-000000000000}"/>
          </ac:spMkLst>
        </pc:spChg>
        <pc:spChg chg="del">
          <ac:chgData name="Songqing" userId="c4d8cb49210192e2" providerId="LiveId" clId="{F0382995-55ED-46FA-993E-7002C50FD2C1}" dt="2023-03-24T19:15:50.599" v="116" actId="478"/>
          <ac:spMkLst>
            <pc:docMk/>
            <pc:sldMk cId="3230245180" sldId="347"/>
            <ac:spMk id="40" creationId="{00000000-0000-0000-0000-000000000000}"/>
          </ac:spMkLst>
        </pc:spChg>
        <pc:spChg chg="del">
          <ac:chgData name="Songqing" userId="c4d8cb49210192e2" providerId="LiveId" clId="{F0382995-55ED-46FA-993E-7002C50FD2C1}" dt="2023-03-24T19:15:50.599" v="116" actId="478"/>
          <ac:spMkLst>
            <pc:docMk/>
            <pc:sldMk cId="3230245180" sldId="347"/>
            <ac:spMk id="41" creationId="{00000000-0000-0000-0000-000000000000}"/>
          </ac:spMkLst>
        </pc:spChg>
        <pc:spChg chg="del">
          <ac:chgData name="Songqing" userId="c4d8cb49210192e2" providerId="LiveId" clId="{F0382995-55ED-46FA-993E-7002C50FD2C1}" dt="2023-03-24T19:15:50.599" v="116" actId="478"/>
          <ac:spMkLst>
            <pc:docMk/>
            <pc:sldMk cId="3230245180" sldId="347"/>
            <ac:spMk id="42" creationId="{00000000-0000-0000-0000-000000000000}"/>
          </ac:spMkLst>
        </pc:spChg>
        <pc:spChg chg="mod">
          <ac:chgData name="Songqing" userId="c4d8cb49210192e2" providerId="LiveId" clId="{F0382995-55ED-46FA-993E-7002C50FD2C1}" dt="2023-03-24T19:16:21.194" v="129" actId="207"/>
          <ac:spMkLst>
            <pc:docMk/>
            <pc:sldMk cId="3230245180" sldId="347"/>
            <ac:spMk id="44" creationId="{00000000-0000-0000-0000-000000000000}"/>
          </ac:spMkLst>
        </pc:spChg>
        <pc:spChg chg="del">
          <ac:chgData name="Songqing" userId="c4d8cb49210192e2" providerId="LiveId" clId="{F0382995-55ED-46FA-993E-7002C50FD2C1}" dt="2023-03-24T19:15:50.599" v="116" actId="478"/>
          <ac:spMkLst>
            <pc:docMk/>
            <pc:sldMk cId="3230245180" sldId="347"/>
            <ac:spMk id="45" creationId="{00000000-0000-0000-0000-000000000000}"/>
          </ac:spMkLst>
        </pc:spChg>
        <pc:spChg chg="del">
          <ac:chgData name="Songqing" userId="c4d8cb49210192e2" providerId="LiveId" clId="{F0382995-55ED-46FA-993E-7002C50FD2C1}" dt="2023-03-24T19:15:50.599" v="116" actId="478"/>
          <ac:spMkLst>
            <pc:docMk/>
            <pc:sldMk cId="3230245180" sldId="347"/>
            <ac:spMk id="46" creationId="{00000000-0000-0000-0000-000000000000}"/>
          </ac:spMkLst>
        </pc:spChg>
        <pc:spChg chg="del">
          <ac:chgData name="Songqing" userId="c4d8cb49210192e2" providerId="LiveId" clId="{F0382995-55ED-46FA-993E-7002C50FD2C1}" dt="2023-03-24T19:15:50.599" v="116" actId="478"/>
          <ac:spMkLst>
            <pc:docMk/>
            <pc:sldMk cId="3230245180" sldId="347"/>
            <ac:spMk id="47" creationId="{00000000-0000-0000-0000-000000000000}"/>
          </ac:spMkLst>
        </pc:spChg>
        <pc:spChg chg="del">
          <ac:chgData name="Songqing" userId="c4d8cb49210192e2" providerId="LiveId" clId="{F0382995-55ED-46FA-993E-7002C50FD2C1}" dt="2023-03-24T19:15:50.599" v="116" actId="478"/>
          <ac:spMkLst>
            <pc:docMk/>
            <pc:sldMk cId="3230245180" sldId="347"/>
            <ac:spMk id="48" creationId="{00000000-0000-0000-0000-000000000000}"/>
          </ac:spMkLst>
        </pc:spChg>
        <pc:spChg chg="del">
          <ac:chgData name="Songqing" userId="c4d8cb49210192e2" providerId="LiveId" clId="{F0382995-55ED-46FA-993E-7002C50FD2C1}" dt="2023-03-24T19:15:50.599" v="116" actId="478"/>
          <ac:spMkLst>
            <pc:docMk/>
            <pc:sldMk cId="3230245180" sldId="347"/>
            <ac:spMk id="49" creationId="{00000000-0000-0000-0000-000000000000}"/>
          </ac:spMkLst>
        </pc:spChg>
        <pc:spChg chg="del">
          <ac:chgData name="Songqing" userId="c4d8cb49210192e2" providerId="LiveId" clId="{F0382995-55ED-46FA-993E-7002C50FD2C1}" dt="2023-03-24T19:15:50.599" v="116" actId="478"/>
          <ac:spMkLst>
            <pc:docMk/>
            <pc:sldMk cId="3230245180" sldId="347"/>
            <ac:spMk id="50" creationId="{00000000-0000-0000-0000-000000000000}"/>
          </ac:spMkLst>
        </pc:spChg>
        <pc:spChg chg="del">
          <ac:chgData name="Songqing" userId="c4d8cb49210192e2" providerId="LiveId" clId="{F0382995-55ED-46FA-993E-7002C50FD2C1}" dt="2023-03-24T19:15:50.599" v="116" actId="478"/>
          <ac:spMkLst>
            <pc:docMk/>
            <pc:sldMk cId="3230245180" sldId="347"/>
            <ac:spMk id="51" creationId="{00000000-0000-0000-0000-000000000000}"/>
          </ac:spMkLst>
        </pc:spChg>
        <pc:spChg chg="del mod">
          <ac:chgData name="Songqing" userId="c4d8cb49210192e2" providerId="LiveId" clId="{F0382995-55ED-46FA-993E-7002C50FD2C1}" dt="2023-03-26T03:49:47.032" v="1071" actId="478"/>
          <ac:spMkLst>
            <pc:docMk/>
            <pc:sldMk cId="3230245180" sldId="347"/>
            <ac:spMk id="52" creationId="{00000000-0000-0000-0000-000000000000}"/>
          </ac:spMkLst>
        </pc:spChg>
        <pc:spChg chg="del">
          <ac:chgData name="Songqing" userId="c4d8cb49210192e2" providerId="LiveId" clId="{F0382995-55ED-46FA-993E-7002C50FD2C1}" dt="2023-03-24T19:15:50.599" v="116" actId="478"/>
          <ac:spMkLst>
            <pc:docMk/>
            <pc:sldMk cId="3230245180" sldId="347"/>
            <ac:spMk id="57" creationId="{00000000-0000-0000-0000-000000000000}"/>
          </ac:spMkLst>
        </pc:spChg>
        <pc:spChg chg="del">
          <ac:chgData name="Songqing" userId="c4d8cb49210192e2" providerId="LiveId" clId="{F0382995-55ED-46FA-993E-7002C50FD2C1}" dt="2023-03-24T19:15:50.599" v="116" actId="478"/>
          <ac:spMkLst>
            <pc:docMk/>
            <pc:sldMk cId="3230245180" sldId="347"/>
            <ac:spMk id="30720" creationId="{00000000-0000-0000-0000-000000000000}"/>
          </ac:spMkLst>
        </pc:spChg>
        <pc:spChg chg="del">
          <ac:chgData name="Songqing" userId="c4d8cb49210192e2" providerId="LiveId" clId="{F0382995-55ED-46FA-993E-7002C50FD2C1}" dt="2023-03-24T19:15:50.599" v="116" actId="478"/>
          <ac:spMkLst>
            <pc:docMk/>
            <pc:sldMk cId="3230245180" sldId="347"/>
            <ac:spMk id="30760" creationId="{00000000-0000-0000-0000-000000000000}"/>
          </ac:spMkLst>
        </pc:spChg>
        <pc:picChg chg="del">
          <ac:chgData name="Songqing" userId="c4d8cb49210192e2" providerId="LiveId" clId="{F0382995-55ED-46FA-993E-7002C50FD2C1}" dt="2023-03-24T19:15:50.599" v="116" actId="478"/>
          <ac:picMkLst>
            <pc:docMk/>
            <pc:sldMk cId="3230245180" sldId="347"/>
            <ac:picMk id="34" creationId="{00000000-0000-0000-0000-000000000000}"/>
          </ac:picMkLst>
        </pc:picChg>
        <pc:picChg chg="del">
          <ac:chgData name="Songqing" userId="c4d8cb49210192e2" providerId="LiveId" clId="{F0382995-55ED-46FA-993E-7002C50FD2C1}" dt="2023-03-24T19:15:50.599" v="116" actId="478"/>
          <ac:picMkLst>
            <pc:docMk/>
            <pc:sldMk cId="3230245180" sldId="347"/>
            <ac:picMk id="30730" creationId="{00000000-0000-0000-0000-000000000000}"/>
          </ac:picMkLst>
        </pc:picChg>
        <pc:cxnChg chg="del">
          <ac:chgData name="Songqing" userId="c4d8cb49210192e2" providerId="LiveId" clId="{F0382995-55ED-46FA-993E-7002C50FD2C1}" dt="2023-03-24T19:15:50.599" v="116" actId="478"/>
          <ac:cxnSpMkLst>
            <pc:docMk/>
            <pc:sldMk cId="3230245180" sldId="347"/>
            <ac:cxnSpMk id="5" creationId="{00000000-0000-0000-0000-000000000000}"/>
          </ac:cxnSpMkLst>
        </pc:cxnChg>
        <pc:cxnChg chg="del">
          <ac:chgData name="Songqing" userId="c4d8cb49210192e2" providerId="LiveId" clId="{F0382995-55ED-46FA-993E-7002C50FD2C1}" dt="2023-03-24T19:15:50.599" v="116" actId="478"/>
          <ac:cxnSpMkLst>
            <pc:docMk/>
            <pc:sldMk cId="3230245180" sldId="347"/>
            <ac:cxnSpMk id="9" creationId="{00000000-0000-0000-0000-000000000000}"/>
          </ac:cxnSpMkLst>
        </pc:cxnChg>
        <pc:cxnChg chg="del">
          <ac:chgData name="Songqing" userId="c4d8cb49210192e2" providerId="LiveId" clId="{F0382995-55ED-46FA-993E-7002C50FD2C1}" dt="2023-03-24T19:15:50.599" v="116" actId="478"/>
          <ac:cxnSpMkLst>
            <pc:docMk/>
            <pc:sldMk cId="3230245180" sldId="347"/>
            <ac:cxnSpMk id="20" creationId="{00000000-0000-0000-0000-000000000000}"/>
          </ac:cxnSpMkLst>
        </pc:cxnChg>
        <pc:cxnChg chg="del">
          <ac:chgData name="Songqing" userId="c4d8cb49210192e2" providerId="LiveId" clId="{F0382995-55ED-46FA-993E-7002C50FD2C1}" dt="2023-03-24T19:15:50.599" v="116" actId="478"/>
          <ac:cxnSpMkLst>
            <pc:docMk/>
            <pc:sldMk cId="3230245180" sldId="347"/>
            <ac:cxnSpMk id="35" creationId="{00000000-0000-0000-0000-000000000000}"/>
          </ac:cxnSpMkLst>
        </pc:cxnChg>
        <pc:cxnChg chg="del">
          <ac:chgData name="Songqing" userId="c4d8cb49210192e2" providerId="LiveId" clId="{F0382995-55ED-46FA-993E-7002C50FD2C1}" dt="2023-03-24T19:15:50.599" v="116" actId="478"/>
          <ac:cxnSpMkLst>
            <pc:docMk/>
            <pc:sldMk cId="3230245180" sldId="347"/>
            <ac:cxnSpMk id="38" creationId="{00000000-0000-0000-0000-000000000000}"/>
          </ac:cxnSpMkLst>
        </pc:cxnChg>
        <pc:cxnChg chg="del">
          <ac:chgData name="Songqing" userId="c4d8cb49210192e2" providerId="LiveId" clId="{F0382995-55ED-46FA-993E-7002C50FD2C1}" dt="2023-03-24T19:15:50.599" v="116" actId="478"/>
          <ac:cxnSpMkLst>
            <pc:docMk/>
            <pc:sldMk cId="3230245180" sldId="347"/>
            <ac:cxnSpMk id="43" creationId="{00000000-0000-0000-0000-000000000000}"/>
          </ac:cxnSpMkLst>
        </pc:cxnChg>
      </pc:sldChg>
      <pc:sldChg chg="add ord">
        <pc:chgData name="Songqing" userId="c4d8cb49210192e2" providerId="LiveId" clId="{F0382995-55ED-46FA-993E-7002C50FD2C1}" dt="2023-03-24T19:28:39.725" v="202"/>
        <pc:sldMkLst>
          <pc:docMk/>
          <pc:sldMk cId="407331459" sldId="348"/>
        </pc:sldMkLst>
      </pc:sldChg>
      <pc:sldChg chg="addSp delSp modSp add mod ord">
        <pc:chgData name="Songqing" userId="c4d8cb49210192e2" providerId="LiveId" clId="{F0382995-55ED-46FA-993E-7002C50FD2C1}" dt="2023-03-25T15:42:08.449" v="848" actId="1076"/>
        <pc:sldMkLst>
          <pc:docMk/>
          <pc:sldMk cId="48961036" sldId="349"/>
        </pc:sldMkLst>
        <pc:spChg chg="mod">
          <ac:chgData name="Songqing" userId="c4d8cb49210192e2" providerId="LiveId" clId="{F0382995-55ED-46FA-993E-7002C50FD2C1}" dt="2023-03-25T15:41:52.799" v="845" actId="1036"/>
          <ac:spMkLst>
            <pc:docMk/>
            <pc:sldMk cId="48961036" sldId="349"/>
            <ac:spMk id="2" creationId="{00000000-0000-0000-0000-000000000000}"/>
          </ac:spMkLst>
        </pc:spChg>
        <pc:spChg chg="mod">
          <ac:chgData name="Songqing" userId="c4d8cb49210192e2" providerId="LiveId" clId="{F0382995-55ED-46FA-993E-7002C50FD2C1}" dt="2023-03-25T15:42:01.096" v="847" actId="1076"/>
          <ac:spMkLst>
            <pc:docMk/>
            <pc:sldMk cId="48961036" sldId="349"/>
            <ac:spMk id="3" creationId="{00000000-0000-0000-0000-000000000000}"/>
          </ac:spMkLst>
        </pc:spChg>
        <pc:spChg chg="add del mod">
          <ac:chgData name="Songqing" userId="c4d8cb49210192e2" providerId="LiveId" clId="{F0382995-55ED-46FA-993E-7002C50FD2C1}" dt="2023-03-25T15:34:24.105" v="726" actId="478"/>
          <ac:spMkLst>
            <pc:docMk/>
            <pc:sldMk cId="48961036" sldId="349"/>
            <ac:spMk id="6" creationId="{58394D0F-945E-BA94-E9F0-2C2041209317}"/>
          </ac:spMkLst>
        </pc:spChg>
        <pc:spChg chg="mod">
          <ac:chgData name="Songqing" userId="c4d8cb49210192e2" providerId="LiveId" clId="{F0382995-55ED-46FA-993E-7002C50FD2C1}" dt="2023-03-25T15:42:08.449" v="848" actId="1076"/>
          <ac:spMkLst>
            <pc:docMk/>
            <pc:sldMk cId="48961036" sldId="349"/>
            <ac:spMk id="9" creationId="{00000000-0000-0000-0000-000000000000}"/>
          </ac:spMkLst>
        </pc:spChg>
        <pc:spChg chg="del mod">
          <ac:chgData name="Songqing" userId="c4d8cb49210192e2" providerId="LiveId" clId="{F0382995-55ED-46FA-993E-7002C50FD2C1}" dt="2023-03-25T15:34:21.206" v="725" actId="478"/>
          <ac:spMkLst>
            <pc:docMk/>
            <pc:sldMk cId="48961036" sldId="349"/>
            <ac:spMk id="14" creationId="{00000000-0000-0000-0000-000000000000}"/>
          </ac:spMkLst>
        </pc:spChg>
        <pc:spChg chg="mod">
          <ac:chgData name="Songqing" userId="c4d8cb49210192e2" providerId="LiveId" clId="{F0382995-55ED-46FA-993E-7002C50FD2C1}" dt="2023-03-25T15:41:52.799" v="845" actId="1036"/>
          <ac:spMkLst>
            <pc:docMk/>
            <pc:sldMk cId="48961036" sldId="349"/>
            <ac:spMk id="24" creationId="{00000000-0000-0000-0000-000000000000}"/>
          </ac:spMkLst>
        </pc:spChg>
        <pc:spChg chg="del">
          <ac:chgData name="Songqing" userId="c4d8cb49210192e2" providerId="LiveId" clId="{F0382995-55ED-46FA-993E-7002C50FD2C1}" dt="2023-03-25T15:34:36.843" v="727" actId="21"/>
          <ac:spMkLst>
            <pc:docMk/>
            <pc:sldMk cId="48961036" sldId="349"/>
            <ac:spMk id="33" creationId="{00000000-0000-0000-0000-000000000000}"/>
          </ac:spMkLst>
        </pc:spChg>
        <pc:spChg chg="mod">
          <ac:chgData name="Songqing" userId="c4d8cb49210192e2" providerId="LiveId" clId="{F0382995-55ED-46FA-993E-7002C50FD2C1}" dt="2023-03-25T15:41:52.799" v="845" actId="1036"/>
          <ac:spMkLst>
            <pc:docMk/>
            <pc:sldMk cId="48961036" sldId="349"/>
            <ac:spMk id="80" creationId="{00000000-0000-0000-0000-000000000000}"/>
          </ac:spMkLst>
        </pc:spChg>
        <pc:spChg chg="mod">
          <ac:chgData name="Songqing" userId="c4d8cb49210192e2" providerId="LiveId" clId="{F0382995-55ED-46FA-993E-7002C50FD2C1}" dt="2023-03-25T15:41:52.799" v="845" actId="1036"/>
          <ac:spMkLst>
            <pc:docMk/>
            <pc:sldMk cId="48961036" sldId="349"/>
            <ac:spMk id="81" creationId="{00000000-0000-0000-0000-000000000000}"/>
          </ac:spMkLst>
        </pc:spChg>
        <pc:spChg chg="mod">
          <ac:chgData name="Songqing" userId="c4d8cb49210192e2" providerId="LiveId" clId="{F0382995-55ED-46FA-993E-7002C50FD2C1}" dt="2023-03-25T15:41:52.799" v="845" actId="1036"/>
          <ac:spMkLst>
            <pc:docMk/>
            <pc:sldMk cId="48961036" sldId="349"/>
            <ac:spMk id="141" creationId="{00000000-0000-0000-0000-000000000000}"/>
          </ac:spMkLst>
        </pc:spChg>
        <pc:cxnChg chg="mod">
          <ac:chgData name="Songqing" userId="c4d8cb49210192e2" providerId="LiveId" clId="{F0382995-55ED-46FA-993E-7002C50FD2C1}" dt="2023-03-25T15:41:58.109" v="846" actId="14100"/>
          <ac:cxnSpMkLst>
            <pc:docMk/>
            <pc:sldMk cId="48961036" sldId="349"/>
            <ac:cxnSpMk id="5" creationId="{00000000-0000-0000-0000-000000000000}"/>
          </ac:cxnSpMkLst>
        </pc:cxnChg>
      </pc:sldChg>
      <pc:sldChg chg="add">
        <pc:chgData name="Songqing" userId="c4d8cb49210192e2" providerId="LiveId" clId="{F0382995-55ED-46FA-993E-7002C50FD2C1}" dt="2023-03-26T03:50:20.001" v="1074" actId="2890"/>
        <pc:sldMkLst>
          <pc:docMk/>
          <pc:sldMk cId="3402427553" sldId="35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8A142A-507E-481A-AD9C-B2E1F29E4008}" type="datetimeFigureOut">
              <a:rPr lang="en-AU" smtClean="0"/>
              <a:t>8/8/2025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F94C95-B9B5-4E81-AC64-AA2341AE214C}" type="slidenum">
              <a:rPr lang="en-AU" smtClean="0"/>
              <a:t>‹#›</a:t>
            </a:fld>
            <a:endParaRPr lang="en-AU"/>
          </a:p>
        </p:txBody>
      </p:sp>
    </p:spTree>
    <p:extLst>
      <p:ext uri="{BB962C8B-B14F-4D97-AF65-F5344CB8AC3E}">
        <p14:creationId xmlns:p14="http://schemas.microsoft.com/office/powerpoint/2010/main" val="3533143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54F94C95-B9B5-4E81-AC64-AA2341AE214C}" type="slidenum">
              <a:rPr lang="en-AU" smtClean="0"/>
              <a:t>7</a:t>
            </a:fld>
            <a:endParaRPr lang="en-AU"/>
          </a:p>
        </p:txBody>
      </p:sp>
    </p:spTree>
    <p:extLst>
      <p:ext uri="{BB962C8B-B14F-4D97-AF65-F5344CB8AC3E}">
        <p14:creationId xmlns:p14="http://schemas.microsoft.com/office/powerpoint/2010/main" val="5706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DB070-7240-DFDB-E0B0-DB036B0E8C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7A9EEC-185C-72E0-089F-D69058751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41C5D1-F56D-9436-9D22-3C53C0738A5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i="0" dirty="0">
                <a:solidFill>
                  <a:srgbClr val="3E3F45"/>
                </a:solidFill>
                <a:effectLst/>
                <a:latin typeface="Roboto" panose="020F0502020204030204" pitchFamily="34" charset="0"/>
              </a:rPr>
              <a:t>When the client sends request to the server for the first time, the server creates the corresponding session data package according to the relevant information submitted by the user.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i="0" dirty="0">
                <a:solidFill>
                  <a:srgbClr val="3E3F45"/>
                </a:solidFill>
                <a:effectLst/>
                <a:latin typeface="Roboto" panose="020F0502020204030204" pitchFamily="34" charset="0"/>
              </a:rPr>
              <a:t>The server responds to the client's request and returns the unique identification information </a:t>
            </a:r>
            <a:r>
              <a:rPr lang="en-AU" sz="1200" b="0" i="0" dirty="0" err="1">
                <a:solidFill>
                  <a:srgbClr val="3E3F45"/>
                </a:solidFill>
                <a:effectLst/>
                <a:latin typeface="Roboto" panose="020F0502020204030204" pitchFamily="34" charset="0"/>
              </a:rPr>
              <a:t>SessionID</a:t>
            </a:r>
            <a:r>
              <a:rPr lang="en-AU" sz="1200" b="0" i="0" dirty="0">
                <a:solidFill>
                  <a:srgbClr val="3E3F45"/>
                </a:solidFill>
                <a:effectLst/>
                <a:latin typeface="Roboto" panose="020F0502020204030204" pitchFamily="34" charset="0"/>
              </a:rPr>
              <a:t> to the browser. The browser stores the returned </a:t>
            </a:r>
            <a:r>
              <a:rPr lang="en-AU" sz="1200" b="0" i="0" dirty="0" err="1">
                <a:solidFill>
                  <a:srgbClr val="3E3F45"/>
                </a:solidFill>
                <a:effectLst/>
                <a:latin typeface="Roboto" panose="020F0502020204030204" pitchFamily="34" charset="0"/>
              </a:rPr>
              <a:t>SessionID</a:t>
            </a:r>
            <a:r>
              <a:rPr lang="en-AU" sz="1200" b="0" i="0" dirty="0">
                <a:solidFill>
                  <a:srgbClr val="3E3F45"/>
                </a:solidFill>
                <a:effectLst/>
                <a:latin typeface="Roboto" panose="020F0502020204030204" pitchFamily="34" charset="0"/>
              </a:rPr>
              <a:t> in the cookie, and the cookie records which domain name the </a:t>
            </a:r>
            <a:r>
              <a:rPr lang="en-AU" sz="1200" b="0" i="0" dirty="0" err="1">
                <a:solidFill>
                  <a:srgbClr val="3E3F45"/>
                </a:solidFill>
                <a:effectLst/>
                <a:latin typeface="Roboto" panose="020F0502020204030204" pitchFamily="34" charset="0"/>
              </a:rPr>
              <a:t>SessionID</a:t>
            </a:r>
            <a:r>
              <a:rPr lang="en-AU" sz="1200" b="0" i="0" dirty="0">
                <a:solidFill>
                  <a:srgbClr val="3E3F45"/>
                </a:solidFill>
                <a:effectLst/>
                <a:latin typeface="Roboto" panose="020F0502020204030204" pitchFamily="34" charset="0"/>
              </a:rPr>
              <a:t> belongs to.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i="0" dirty="0">
                <a:solidFill>
                  <a:srgbClr val="3E3F45"/>
                </a:solidFill>
                <a:effectLst/>
                <a:latin typeface="Roboto" panose="020F0502020204030204" pitchFamily="34" charset="0"/>
              </a:rPr>
              <a:t>When the client visits the server for the second time, the request automatically determines whether there is cookie information under this domain name. If it does, the cookie information will be sent to the server.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i="0" dirty="0">
                <a:solidFill>
                  <a:srgbClr val="3E3F45"/>
                </a:solidFill>
                <a:effectLst/>
                <a:latin typeface="Roboto" panose="020F0502020204030204" pitchFamily="34" charset="0"/>
              </a:rPr>
              <a:t>The server will obtain the </a:t>
            </a:r>
            <a:r>
              <a:rPr lang="en-AU" sz="1200" b="0" i="0" dirty="0" err="1">
                <a:solidFill>
                  <a:srgbClr val="3E3F45"/>
                </a:solidFill>
                <a:effectLst/>
                <a:latin typeface="Roboto" panose="020F0502020204030204" pitchFamily="34" charset="0"/>
              </a:rPr>
              <a:t>SessionID</a:t>
            </a:r>
            <a:r>
              <a:rPr lang="en-AU" sz="1200" b="0" i="0" dirty="0">
                <a:solidFill>
                  <a:srgbClr val="3E3F45"/>
                </a:solidFill>
                <a:effectLst/>
                <a:latin typeface="Roboto" panose="020F0502020204030204" pitchFamily="34" charset="0"/>
              </a:rPr>
              <a:t> from the cookie, and then look up the corresponding session information according to the </a:t>
            </a:r>
            <a:r>
              <a:rPr lang="en-AU" sz="1200" b="0" i="0" dirty="0" err="1">
                <a:solidFill>
                  <a:srgbClr val="3E3F45"/>
                </a:solidFill>
                <a:effectLst/>
                <a:latin typeface="Roboto" panose="020F0502020204030204" pitchFamily="34" charset="0"/>
              </a:rPr>
              <a:t>SessionID</a:t>
            </a:r>
            <a:r>
              <a:rPr lang="en-AU" sz="1200" b="0" i="0" dirty="0">
                <a:solidFill>
                  <a:srgbClr val="3E3F45"/>
                </a:solidFill>
                <a:effectLst/>
                <a:latin typeface="Roboto" panose="020F050202020403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i="0" dirty="0">
                <a:solidFill>
                  <a:srgbClr val="3E3F45"/>
                </a:solidFill>
                <a:effectLst/>
                <a:latin typeface="Roboto" panose="020F0502020204030204" pitchFamily="34" charset="0"/>
              </a:rPr>
              <a:t>If the session is found to prove that the user has logged in, you can perform the following operations; if it is not found, it means that the user has not logged in or failed.</a:t>
            </a:r>
            <a:endParaRPr lang="en-US" sz="1200" dirty="0"/>
          </a:p>
          <a:p>
            <a:endParaRPr lang="en-US" dirty="0"/>
          </a:p>
        </p:txBody>
      </p:sp>
      <p:sp>
        <p:nvSpPr>
          <p:cNvPr id="4" name="Slide Number Placeholder 3">
            <a:extLst>
              <a:ext uri="{FF2B5EF4-FFF2-40B4-BE49-F238E27FC236}">
                <a16:creationId xmlns:a16="http://schemas.microsoft.com/office/drawing/2014/main" id="{9573B33C-4A60-53D8-921D-123954A8D002}"/>
              </a:ext>
            </a:extLst>
          </p:cNvPr>
          <p:cNvSpPr>
            <a:spLocks noGrp="1"/>
          </p:cNvSpPr>
          <p:nvPr>
            <p:ph type="sldNum" sz="quarter" idx="5"/>
          </p:nvPr>
        </p:nvSpPr>
        <p:spPr/>
        <p:txBody>
          <a:bodyPr/>
          <a:lstStyle/>
          <a:p>
            <a:fld id="{54F94C95-B9B5-4E81-AC64-AA2341AE214C}" type="slidenum">
              <a:rPr lang="en-AU" smtClean="0"/>
              <a:t>14</a:t>
            </a:fld>
            <a:endParaRPr lang="en-AU"/>
          </a:p>
        </p:txBody>
      </p:sp>
    </p:spTree>
    <p:extLst>
      <p:ext uri="{BB962C8B-B14F-4D97-AF65-F5344CB8AC3E}">
        <p14:creationId xmlns:p14="http://schemas.microsoft.com/office/powerpoint/2010/main" val="4001224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8/8/2025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401237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8/8/2025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787335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8/8/2025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3876453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2FFB29-0314-491D-9FB0-66C9BD8AD8C0}" type="datetimeFigureOut">
              <a:rPr lang="en-AU" smtClean="0"/>
              <a:t>8/8/2025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655860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2FFB29-0314-491D-9FB0-66C9BD8AD8C0}" type="datetimeFigureOut">
              <a:rPr lang="en-AU" smtClean="0"/>
              <a:t>8/8/2025</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336543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2FFB29-0314-491D-9FB0-66C9BD8AD8C0}" type="datetimeFigureOut">
              <a:rPr lang="en-AU" smtClean="0"/>
              <a:t>8/8/2025</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416045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2FFB29-0314-491D-9FB0-66C9BD8AD8C0}" type="datetimeFigureOut">
              <a:rPr lang="en-AU" smtClean="0"/>
              <a:t>8/8/2025</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3646810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8/8/2025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882858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8/8/2025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543192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8/8/2025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647164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8/8/2025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78099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8/8/2025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8912662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8/8/2025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17897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8/8/2025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99366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8/8/2025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996758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8/8/2025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205932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42FFB29-0314-491D-9FB0-66C9BD8AD8C0}" type="datetimeFigureOut">
              <a:rPr lang="en-AU" smtClean="0"/>
              <a:t>8/8/2025</a:t>
            </a:fld>
            <a:endParaRPr lang="en-AU"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A1C6DAF-6EB8-4D5C-9BCD-63A633C96412}" type="slidenum">
              <a:rPr lang="en-AU" smtClean="0"/>
              <a:t>‹#›</a:t>
            </a:fld>
            <a:endParaRPr lang="en-AU" dirty="0"/>
          </a:p>
        </p:txBody>
      </p:sp>
    </p:spTree>
    <p:extLst>
      <p:ext uri="{BB962C8B-B14F-4D97-AF65-F5344CB8AC3E}">
        <p14:creationId xmlns:p14="http://schemas.microsoft.com/office/powerpoint/2010/main" val="1952883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703782" y="6049817"/>
            <a:ext cx="4322618" cy="447373"/>
          </a:xfrm>
          <a:effectLst/>
        </p:spPr>
        <p:txBody>
          <a:bodyPr>
            <a:normAutofit/>
          </a:bodyPr>
          <a:lstStyle/>
          <a:p>
            <a:r>
              <a:rPr lang="en-AU" altLang="zh-CN" sz="2000" b="1" dirty="0">
                <a:solidFill>
                  <a:srgbClr val="00B0F0"/>
                </a:solidFill>
              </a:rPr>
              <a:t>Funny Gorilla</a:t>
            </a:r>
            <a:r>
              <a:rPr lang="zh-CN" altLang="en-US" sz="2000" b="1" i="1" dirty="0">
                <a:solidFill>
                  <a:schemeClr val="accent2"/>
                </a:solidFill>
                <a:cs typeface="幼圆"/>
              </a:rPr>
              <a:t>诙猩猩</a:t>
            </a:r>
            <a:r>
              <a:rPr lang="en-AU" altLang="zh-CN" sz="2000" b="1" dirty="0">
                <a:solidFill>
                  <a:srgbClr val="002060"/>
                </a:solidFill>
              </a:rPr>
              <a:t>-</a:t>
            </a:r>
            <a:r>
              <a:rPr lang="en-US" altLang="zh-CN" sz="2000" b="1" i="1" dirty="0">
                <a:solidFill>
                  <a:schemeClr val="accent2"/>
                </a:solidFill>
              </a:rPr>
              <a:t>IT</a:t>
            </a:r>
            <a:r>
              <a:rPr lang="zh-CN" altLang="en-US" sz="2000" b="1" i="1" dirty="0">
                <a:solidFill>
                  <a:schemeClr val="accent2"/>
                </a:solidFill>
              </a:rPr>
              <a:t>培训</a:t>
            </a:r>
            <a:endParaRPr lang="en-AU" sz="1400" b="1" i="1" dirty="0">
              <a:solidFill>
                <a:schemeClr val="accent2"/>
              </a:solidFill>
            </a:endParaRPr>
          </a:p>
        </p:txBody>
      </p:sp>
      <p:sp>
        <p:nvSpPr>
          <p:cNvPr id="3" name="Subtitle 2"/>
          <p:cNvSpPr>
            <a:spLocks noGrp="1"/>
          </p:cNvSpPr>
          <p:nvPr>
            <p:ph type="subTitle" idx="1"/>
          </p:nvPr>
        </p:nvSpPr>
        <p:spPr>
          <a:xfrm>
            <a:off x="3385407" y="2359817"/>
            <a:ext cx="5296775" cy="919092"/>
          </a:xfrm>
          <a:effectLst/>
        </p:spPr>
        <p:txBody>
          <a:bodyPr>
            <a:noAutofit/>
          </a:bodyPr>
          <a:lstStyle/>
          <a:p>
            <a:r>
              <a:rPr lang="en-AU" sz="4000" dirty="0">
                <a:solidFill>
                  <a:srgbClr val="0070C0"/>
                </a:solidFill>
                <a:latin typeface="Arial Black" panose="020B0A04020102020204" pitchFamily="34" charset="0"/>
                <a:ea typeface="+mj-ea"/>
                <a:cs typeface="+mj-cs"/>
              </a:rPr>
              <a:t>HTTP</a:t>
            </a:r>
            <a:r>
              <a:rPr lang="en-AU" sz="4000" b="1" dirty="0">
                <a:solidFill>
                  <a:srgbClr val="0070C0"/>
                </a:solidFill>
              </a:rPr>
              <a:t> </a:t>
            </a:r>
            <a:r>
              <a:rPr lang="en-AU" sz="4000" dirty="0">
                <a:solidFill>
                  <a:srgbClr val="0070C0"/>
                </a:solidFill>
                <a:latin typeface="Arial Black" panose="020B0A04020102020204" pitchFamily="34" charset="0"/>
                <a:ea typeface="+mj-ea"/>
                <a:cs typeface="+mj-cs"/>
              </a:rPr>
              <a:t>Introduction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93202" y="151296"/>
            <a:ext cx="2096652" cy="1487570"/>
          </a:xfrm>
          <a:prstGeom prst="rect">
            <a:avLst/>
          </a:prstGeom>
          <a:effectLst>
            <a:outerShdw blurRad="50800" dist="38100" dir="8100000" algn="tr" rotWithShape="0">
              <a:prstClr val="black">
                <a:alpha val="40000"/>
              </a:prstClr>
            </a:outerShdw>
          </a:effectLst>
        </p:spPr>
      </p:pic>
      <p:sp>
        <p:nvSpPr>
          <p:cNvPr id="4" name="TextBox 3"/>
          <p:cNvSpPr txBox="1"/>
          <p:nvPr/>
        </p:nvSpPr>
        <p:spPr>
          <a:xfrm>
            <a:off x="9625345" y="1484977"/>
            <a:ext cx="2632365" cy="307777"/>
          </a:xfrm>
          <a:prstGeom prst="rect">
            <a:avLst/>
          </a:prstGeom>
          <a:noFill/>
        </p:spPr>
        <p:txBody>
          <a:bodyPr wrap="square" rtlCol="0">
            <a:spAutoFit/>
          </a:bodyPr>
          <a:lstStyle/>
          <a:p>
            <a:r>
              <a:rPr lang="en-AU" altLang="zh-CN" sz="1400" b="1" i="1" dirty="0">
                <a:solidFill>
                  <a:schemeClr val="accent1"/>
                </a:solidFill>
              </a:rPr>
              <a:t>Your success is our success</a:t>
            </a:r>
            <a:endParaRPr lang="en-AU" sz="1400" dirty="0"/>
          </a:p>
        </p:txBody>
      </p:sp>
    </p:spTree>
    <p:extLst>
      <p:ext uri="{BB962C8B-B14F-4D97-AF65-F5344CB8AC3E}">
        <p14:creationId xmlns:p14="http://schemas.microsoft.com/office/powerpoint/2010/main" val="3813058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981200" y="1535654"/>
            <a:ext cx="7315200" cy="685800"/>
          </a:xfrm>
        </p:spPr>
        <p:txBody>
          <a:bodyPr/>
          <a:lstStyle/>
          <a:p>
            <a:pPr eaLnBrk="1" hangingPunct="1"/>
            <a:r>
              <a:rPr lang="en-US" altLang="en-US" b="1" dirty="0">
                <a:solidFill>
                  <a:srgbClr val="0070C0"/>
                </a:solidFill>
              </a:rPr>
              <a:t>Learning Objectives   </a:t>
            </a:r>
            <a:endParaRPr lang="en-US" altLang="en-US" sz="2400" b="1" dirty="0">
              <a:solidFill>
                <a:srgbClr val="0070C0"/>
              </a:solidFill>
            </a:endParaRPr>
          </a:p>
        </p:txBody>
      </p:sp>
      <p:sp>
        <p:nvSpPr>
          <p:cNvPr id="21507" name="Rectangle 1"/>
          <p:cNvSpPr>
            <a:spLocks noChangeArrowheads="1"/>
          </p:cNvSpPr>
          <p:nvPr/>
        </p:nvSpPr>
        <p:spPr bwMode="auto">
          <a:xfrm>
            <a:off x="1981200" y="3034381"/>
            <a:ext cx="3840018"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 typeface="Arial" panose="020B0604020202020204" pitchFamily="34" charset="0"/>
              <a:buChar char="•"/>
            </a:pPr>
            <a:r>
              <a:rPr lang="en-AU" altLang="en-US" b="1" i="1" dirty="0">
                <a:solidFill>
                  <a:schemeClr val="accent2"/>
                </a:solidFill>
              </a:rPr>
              <a:t>What is Transport Protocol</a:t>
            </a:r>
          </a:p>
          <a:p>
            <a:pPr>
              <a:spcBef>
                <a:spcPct val="0"/>
              </a:spcBef>
              <a:buClrTx/>
              <a:buFont typeface="Arial" panose="020B0604020202020204" pitchFamily="34" charset="0"/>
              <a:buChar char="•"/>
            </a:pPr>
            <a:r>
              <a:rPr lang="en-AU" altLang="en-US" b="1" i="1" dirty="0">
                <a:solidFill>
                  <a:schemeClr val="accent2"/>
                </a:solidFill>
              </a:rPr>
              <a:t>Http introduction</a:t>
            </a:r>
          </a:p>
          <a:p>
            <a:pPr>
              <a:spcBef>
                <a:spcPct val="0"/>
              </a:spcBef>
              <a:buClrTx/>
              <a:buFont typeface="Arial" panose="020B0604020202020204" pitchFamily="34" charset="0"/>
              <a:buChar char="•"/>
            </a:pPr>
            <a:r>
              <a:rPr lang="en-AU" altLang="en-US" b="1" i="1" dirty="0">
                <a:solidFill>
                  <a:schemeClr val="accent2"/>
                </a:solidFill>
              </a:rPr>
              <a:t>URI</a:t>
            </a:r>
          </a:p>
          <a:p>
            <a:pPr>
              <a:spcBef>
                <a:spcPct val="0"/>
              </a:spcBef>
              <a:buClrTx/>
              <a:buFont typeface="Arial" panose="020B0604020202020204" pitchFamily="34" charset="0"/>
              <a:buChar char="•"/>
            </a:pPr>
            <a:r>
              <a:rPr lang="en-AU" altLang="en-US" b="1" i="1" dirty="0">
                <a:solidFill>
                  <a:schemeClr val="accent2"/>
                </a:solidFill>
              </a:rPr>
              <a:t>Request Method</a:t>
            </a:r>
          </a:p>
          <a:p>
            <a:pPr>
              <a:spcBef>
                <a:spcPct val="0"/>
              </a:spcBef>
              <a:buClrTx/>
              <a:buFont typeface="Arial" panose="020B0604020202020204" pitchFamily="34" charset="0"/>
              <a:buChar char="•"/>
            </a:pPr>
            <a:r>
              <a:rPr lang="en-AU" altLang="en-US" b="1" i="1" dirty="0">
                <a:solidFill>
                  <a:schemeClr val="accent2"/>
                </a:solidFill>
              </a:rPr>
              <a:t>Response Code</a:t>
            </a:r>
          </a:p>
          <a:p>
            <a:pPr>
              <a:spcBef>
                <a:spcPct val="0"/>
              </a:spcBef>
              <a:buClrTx/>
              <a:buFont typeface="Arial" panose="020B0604020202020204" pitchFamily="34" charset="0"/>
              <a:buChar char="•"/>
            </a:pPr>
            <a:r>
              <a:rPr lang="en-AU" altLang="en-US" b="1" i="1" dirty="0">
                <a:solidFill>
                  <a:schemeClr val="accent2"/>
                </a:solidFill>
              </a:rPr>
              <a:t>Data format</a:t>
            </a:r>
          </a:p>
        </p:txBody>
      </p:sp>
      <p:sp>
        <p:nvSpPr>
          <p:cNvPr id="21508" name="TextBox 2"/>
          <p:cNvSpPr txBox="1">
            <a:spLocks noChangeArrowheads="1"/>
          </p:cNvSpPr>
          <p:nvPr/>
        </p:nvSpPr>
        <p:spPr bwMode="auto">
          <a:xfrm>
            <a:off x="1995054" y="2559393"/>
            <a:ext cx="76523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defRPr/>
            </a:pPr>
            <a:r>
              <a:rPr lang="en-AU" altLang="en-US" dirty="0">
                <a:solidFill>
                  <a:schemeClr val="tx1">
                    <a:lumMod val="50000"/>
                    <a:lumOff val="50000"/>
                  </a:schemeClr>
                </a:solidFill>
              </a:rPr>
              <a:t>By the end of this learning module, you will be able to understand: </a:t>
            </a:r>
          </a:p>
        </p:txBody>
      </p:sp>
    </p:spTree>
    <p:extLst>
      <p:ext uri="{BB962C8B-B14F-4D97-AF65-F5344CB8AC3E}">
        <p14:creationId xmlns:p14="http://schemas.microsoft.com/office/powerpoint/2010/main" val="2608556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19253" y="2805707"/>
            <a:ext cx="4514191" cy="623293"/>
          </a:xfrm>
          <a:effectLst/>
        </p:spPr>
        <p:txBody>
          <a:bodyPr>
            <a:normAutofit fontScale="90000"/>
          </a:bodyPr>
          <a:lstStyle/>
          <a:p>
            <a:r>
              <a:rPr lang="en-AU" dirty="0">
                <a:solidFill>
                  <a:srgbClr val="0070C0"/>
                </a:solidFill>
                <a:latin typeface="Arial Black" panose="020B0A04020102020204" pitchFamily="34" charset="0"/>
              </a:rPr>
              <a:t>Transport protocol</a:t>
            </a:r>
            <a:br>
              <a:rPr lang="en-AU" b="1" dirty="0">
                <a:solidFill>
                  <a:srgbClr val="002060"/>
                </a:solidFill>
              </a:rPr>
            </a:br>
            <a:br>
              <a:rPr lang="en-AU" b="1" dirty="0">
                <a:solidFill>
                  <a:srgbClr val="002060"/>
                </a:solidFill>
              </a:rPr>
            </a:br>
            <a:endParaRPr lang="en-AU" sz="2200" b="1" dirty="0">
              <a:solidFill>
                <a:schemeClr val="tx1"/>
              </a:solidFill>
            </a:endParaRPr>
          </a:p>
        </p:txBody>
      </p:sp>
    </p:spTree>
    <p:extLst>
      <p:ext uri="{BB962C8B-B14F-4D97-AF65-F5344CB8AC3E}">
        <p14:creationId xmlns:p14="http://schemas.microsoft.com/office/powerpoint/2010/main" val="3242821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585595" y="2020800"/>
            <a:ext cx="6540619" cy="3359027"/>
          </a:xfrm>
          <a:prstGeom prst="rect">
            <a:avLst/>
          </a:prstGeom>
        </p:spPr>
      </p:pic>
    </p:spTree>
    <p:extLst>
      <p:ext uri="{BB962C8B-B14F-4D97-AF65-F5344CB8AC3E}">
        <p14:creationId xmlns:p14="http://schemas.microsoft.com/office/powerpoint/2010/main" val="3533085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24791" y="605143"/>
            <a:ext cx="4514191" cy="623293"/>
          </a:xfrm>
          <a:effectLst/>
        </p:spPr>
        <p:txBody>
          <a:bodyPr>
            <a:normAutofit fontScale="90000"/>
          </a:bodyPr>
          <a:lstStyle/>
          <a:p>
            <a:r>
              <a:rPr lang="en-AU" dirty="0">
                <a:solidFill>
                  <a:srgbClr val="0070C0"/>
                </a:solidFill>
                <a:latin typeface="Arial Black" panose="020B0A04020102020204" pitchFamily="34" charset="0"/>
              </a:rPr>
              <a:t>Transport protocol</a:t>
            </a:r>
            <a:br>
              <a:rPr lang="en-AU" b="1" dirty="0">
                <a:solidFill>
                  <a:srgbClr val="002060"/>
                </a:solidFill>
              </a:rPr>
            </a:br>
            <a:br>
              <a:rPr lang="en-AU" b="1" dirty="0">
                <a:solidFill>
                  <a:srgbClr val="002060"/>
                </a:solidFill>
              </a:rPr>
            </a:br>
            <a:endParaRPr lang="en-AU" sz="2200" b="1" dirty="0">
              <a:solidFill>
                <a:schemeClr val="tx1"/>
              </a:solidFill>
            </a:endParaRPr>
          </a:p>
        </p:txBody>
      </p:sp>
      <p:pic>
        <p:nvPicPr>
          <p:cNvPr id="9" name="Picture 8"/>
          <p:cNvPicPr>
            <a:picLocks noChangeAspect="1"/>
          </p:cNvPicPr>
          <p:nvPr/>
        </p:nvPicPr>
        <p:blipFill>
          <a:blip r:embed="rId2"/>
          <a:stretch>
            <a:fillRect/>
          </a:stretch>
        </p:blipFill>
        <p:spPr>
          <a:xfrm>
            <a:off x="1577119" y="1730741"/>
            <a:ext cx="9131833" cy="3740029"/>
          </a:xfrm>
          <a:prstGeom prst="rect">
            <a:avLst/>
          </a:prstGeom>
        </p:spPr>
      </p:pic>
    </p:spTree>
    <p:extLst>
      <p:ext uri="{BB962C8B-B14F-4D97-AF65-F5344CB8AC3E}">
        <p14:creationId xmlns:p14="http://schemas.microsoft.com/office/powerpoint/2010/main" val="2978975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2" name="Cloud 21">
            <a:extLst>
              <a:ext uri="{FF2B5EF4-FFF2-40B4-BE49-F238E27FC236}">
                <a16:creationId xmlns:a16="http://schemas.microsoft.com/office/drawing/2014/main" id="{75D6AB71-76B0-1EAD-2964-F9770F4D7271}"/>
              </a:ext>
            </a:extLst>
          </p:cNvPr>
          <p:cNvSpPr/>
          <p:nvPr/>
        </p:nvSpPr>
        <p:spPr>
          <a:xfrm>
            <a:off x="2319007" y="3818001"/>
            <a:ext cx="2645750" cy="887503"/>
          </a:xfrm>
          <a:prstGeom prst="cloud">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Cloud 12"/>
          <p:cNvSpPr/>
          <p:nvPr/>
        </p:nvSpPr>
        <p:spPr>
          <a:xfrm>
            <a:off x="-123410" y="3894268"/>
            <a:ext cx="2822385" cy="828395"/>
          </a:xfrm>
          <a:prstGeom prst="cloud">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Cloud 8"/>
          <p:cNvSpPr/>
          <p:nvPr/>
        </p:nvSpPr>
        <p:spPr>
          <a:xfrm>
            <a:off x="1317621" y="2060281"/>
            <a:ext cx="2645750" cy="1612826"/>
          </a:xfrm>
          <a:prstGeom prst="cloud">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title"/>
          </p:nvPr>
        </p:nvSpPr>
        <p:spPr>
          <a:xfrm>
            <a:off x="1523999" y="672743"/>
            <a:ext cx="7998692" cy="613975"/>
          </a:xfrm>
          <a:effectLst/>
        </p:spPr>
        <p:txBody>
          <a:bodyPr>
            <a:normAutofit fontScale="90000"/>
          </a:bodyPr>
          <a:lstStyle/>
          <a:p>
            <a:r>
              <a:rPr lang="en-AU" dirty="0">
                <a:solidFill>
                  <a:srgbClr val="0070C0"/>
                </a:solidFill>
                <a:latin typeface="Arial Black" panose="020B0A04020102020204" pitchFamily="34" charset="0"/>
              </a:rPr>
              <a:t>HTTP</a:t>
            </a:r>
            <a:r>
              <a:rPr lang="en-AU" b="1" dirty="0">
                <a:solidFill>
                  <a:srgbClr val="00B0F0"/>
                </a:solidFill>
              </a:rPr>
              <a:t> </a:t>
            </a:r>
            <a:r>
              <a:rPr lang="en-AU" dirty="0">
                <a:solidFill>
                  <a:srgbClr val="0070C0"/>
                </a:solidFill>
                <a:latin typeface="Arial Black" panose="020B0A04020102020204" pitchFamily="34" charset="0"/>
              </a:rPr>
              <a:t>Introduction</a:t>
            </a:r>
            <a:br>
              <a:rPr lang="en-AU" b="1" dirty="0">
                <a:solidFill>
                  <a:srgbClr val="002060"/>
                </a:solidFill>
              </a:rPr>
            </a:br>
            <a:br>
              <a:rPr lang="en-AU" b="1" dirty="0">
                <a:solidFill>
                  <a:srgbClr val="002060"/>
                </a:solidFill>
              </a:rPr>
            </a:br>
            <a:endParaRPr lang="en-AU" sz="2200" b="1" dirty="0">
              <a:solidFill>
                <a:schemeClr val="tx1"/>
              </a:solidFill>
            </a:endParaRPr>
          </a:p>
        </p:txBody>
      </p:sp>
      <p:sp>
        <p:nvSpPr>
          <p:cNvPr id="3" name="TextBox 2"/>
          <p:cNvSpPr txBox="1"/>
          <p:nvPr/>
        </p:nvSpPr>
        <p:spPr>
          <a:xfrm>
            <a:off x="1775032" y="2281377"/>
            <a:ext cx="1445478" cy="369332"/>
          </a:xfrm>
          <a:prstGeom prst="rect">
            <a:avLst/>
          </a:prstGeom>
          <a:noFill/>
        </p:spPr>
        <p:txBody>
          <a:bodyPr wrap="square" rtlCol="0">
            <a:spAutoFit/>
          </a:bodyPr>
          <a:lstStyle/>
          <a:p>
            <a:pPr marL="285750" indent="-285750">
              <a:buFont typeface="Arial" panose="020B0604020202020204" pitchFamily="34" charset="0"/>
              <a:buChar char="•"/>
            </a:pPr>
            <a:r>
              <a:rPr lang="en-AU" b="1" dirty="0">
                <a:solidFill>
                  <a:schemeClr val="bg1"/>
                </a:solidFill>
              </a:rPr>
              <a:t>URI</a:t>
            </a:r>
          </a:p>
        </p:txBody>
      </p:sp>
      <p:sp>
        <p:nvSpPr>
          <p:cNvPr id="4" name="TextBox 3"/>
          <p:cNvSpPr txBox="1"/>
          <p:nvPr/>
        </p:nvSpPr>
        <p:spPr>
          <a:xfrm>
            <a:off x="95669" y="4079596"/>
            <a:ext cx="2514606" cy="369332"/>
          </a:xfrm>
          <a:prstGeom prst="rect">
            <a:avLst/>
          </a:prstGeom>
          <a:noFill/>
        </p:spPr>
        <p:txBody>
          <a:bodyPr wrap="square" rtlCol="0">
            <a:spAutoFit/>
          </a:bodyPr>
          <a:lstStyle/>
          <a:p>
            <a:pPr marL="285750" indent="-285750">
              <a:buFont typeface="Arial" panose="020B0604020202020204" pitchFamily="34" charset="0"/>
              <a:buChar char="•"/>
            </a:pPr>
            <a:r>
              <a:rPr lang="en-AU" b="1" dirty="0">
                <a:solidFill>
                  <a:schemeClr val="bg1"/>
                </a:solidFill>
              </a:rPr>
              <a:t>Request Methods</a:t>
            </a:r>
          </a:p>
        </p:txBody>
      </p:sp>
      <p:sp>
        <p:nvSpPr>
          <p:cNvPr id="5" name="TextBox 4"/>
          <p:cNvSpPr txBox="1"/>
          <p:nvPr/>
        </p:nvSpPr>
        <p:spPr>
          <a:xfrm>
            <a:off x="1775032" y="2595086"/>
            <a:ext cx="1514765" cy="369332"/>
          </a:xfrm>
          <a:prstGeom prst="rect">
            <a:avLst/>
          </a:prstGeom>
          <a:noFill/>
        </p:spPr>
        <p:txBody>
          <a:bodyPr wrap="square" rtlCol="0">
            <a:spAutoFit/>
          </a:bodyPr>
          <a:lstStyle/>
          <a:p>
            <a:pPr marL="285750" indent="-285750">
              <a:buFont typeface="Arial" panose="020B0604020202020204" pitchFamily="34" charset="0"/>
              <a:buChar char="•"/>
            </a:pPr>
            <a:r>
              <a:rPr lang="en-AU" b="1" dirty="0">
                <a:solidFill>
                  <a:schemeClr val="bg1"/>
                </a:solidFill>
              </a:rPr>
              <a:t>Header</a:t>
            </a:r>
          </a:p>
        </p:txBody>
      </p:sp>
      <p:sp>
        <p:nvSpPr>
          <p:cNvPr id="6" name="TextBox 5"/>
          <p:cNvSpPr txBox="1"/>
          <p:nvPr/>
        </p:nvSpPr>
        <p:spPr>
          <a:xfrm>
            <a:off x="1775032" y="2943956"/>
            <a:ext cx="1302329" cy="369332"/>
          </a:xfrm>
          <a:prstGeom prst="rect">
            <a:avLst/>
          </a:prstGeom>
          <a:noFill/>
        </p:spPr>
        <p:txBody>
          <a:bodyPr wrap="square" rtlCol="0">
            <a:spAutoFit/>
          </a:bodyPr>
          <a:lstStyle/>
          <a:p>
            <a:pPr marL="285750" indent="-285750">
              <a:buFont typeface="Arial" panose="020B0604020202020204" pitchFamily="34" charset="0"/>
              <a:buChar char="•"/>
            </a:pPr>
            <a:r>
              <a:rPr lang="en-AU" b="1" dirty="0">
                <a:solidFill>
                  <a:schemeClr val="bg1"/>
                </a:solidFill>
              </a:rPr>
              <a:t>Body</a:t>
            </a:r>
          </a:p>
        </p:txBody>
      </p:sp>
      <p:sp>
        <p:nvSpPr>
          <p:cNvPr id="7" name="TextBox 6"/>
          <p:cNvSpPr txBox="1"/>
          <p:nvPr/>
        </p:nvSpPr>
        <p:spPr>
          <a:xfrm>
            <a:off x="7296056" y="1520752"/>
            <a:ext cx="3168072" cy="369332"/>
          </a:xfrm>
          <a:prstGeom prst="rect">
            <a:avLst/>
          </a:prstGeom>
          <a:noFill/>
        </p:spPr>
        <p:txBody>
          <a:bodyPr wrap="square" rtlCol="0">
            <a:spAutoFit/>
          </a:bodyPr>
          <a:lstStyle/>
          <a:p>
            <a:pPr marL="285750" indent="-285750">
              <a:buFont typeface="Arial" panose="020B0604020202020204" pitchFamily="34" charset="0"/>
              <a:buChar char="•"/>
            </a:pPr>
            <a:r>
              <a:rPr lang="en-AU" b="1" dirty="0">
                <a:solidFill>
                  <a:schemeClr val="tx1">
                    <a:lumMod val="65000"/>
                    <a:lumOff val="35000"/>
                  </a:schemeClr>
                </a:solidFill>
              </a:rPr>
              <a:t>Request</a:t>
            </a:r>
            <a:r>
              <a:rPr lang="en-AU" dirty="0">
                <a:solidFill>
                  <a:schemeClr val="tx1">
                    <a:lumMod val="65000"/>
                    <a:lumOff val="35000"/>
                  </a:schemeClr>
                </a:solidFill>
              </a:rPr>
              <a:t> / </a:t>
            </a:r>
            <a:r>
              <a:rPr lang="en-AU" b="1" dirty="0">
                <a:solidFill>
                  <a:schemeClr val="tx1">
                    <a:lumMod val="65000"/>
                    <a:lumOff val="35000"/>
                  </a:schemeClr>
                </a:solidFill>
              </a:rPr>
              <a:t>Response</a:t>
            </a:r>
          </a:p>
        </p:txBody>
      </p:sp>
      <p:sp>
        <p:nvSpPr>
          <p:cNvPr id="8" name="TextBox 7"/>
          <p:cNvSpPr txBox="1"/>
          <p:nvPr/>
        </p:nvSpPr>
        <p:spPr>
          <a:xfrm>
            <a:off x="2914284" y="4118318"/>
            <a:ext cx="2050472" cy="369332"/>
          </a:xfrm>
          <a:prstGeom prst="rect">
            <a:avLst/>
          </a:prstGeom>
          <a:noFill/>
        </p:spPr>
        <p:txBody>
          <a:bodyPr wrap="square" rtlCol="0">
            <a:spAutoFit/>
          </a:bodyPr>
          <a:lstStyle/>
          <a:p>
            <a:pPr marL="285750" indent="-285750">
              <a:buFont typeface="Arial" panose="020B0604020202020204" pitchFamily="34" charset="0"/>
              <a:buChar char="•"/>
            </a:pPr>
            <a:r>
              <a:rPr lang="en-AU" b="1" dirty="0">
                <a:solidFill>
                  <a:schemeClr val="bg1"/>
                </a:solidFill>
              </a:rPr>
              <a:t>Status</a:t>
            </a:r>
            <a:r>
              <a:rPr lang="en-AU" dirty="0">
                <a:solidFill>
                  <a:schemeClr val="bg1"/>
                </a:solidFill>
              </a:rPr>
              <a:t> </a:t>
            </a:r>
            <a:r>
              <a:rPr lang="en-AU" b="1" dirty="0">
                <a:solidFill>
                  <a:schemeClr val="bg1"/>
                </a:solidFill>
              </a:rPr>
              <a:t>Code</a:t>
            </a:r>
          </a:p>
        </p:txBody>
      </p:sp>
      <p:pic>
        <p:nvPicPr>
          <p:cNvPr id="10" name="Picture 9" descr="https://learning.oreilly.com/api/v2/epubs/urn:orm:book:9781484281420/files/images/525090_1_En_2_Chapter/525090_1_En_2_Fig4_HTML.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45624" y="1820737"/>
            <a:ext cx="4554134" cy="4449582"/>
          </a:xfrm>
          <a:prstGeom prst="rect">
            <a:avLst/>
          </a:prstGeom>
          <a:noFill/>
          <a:ln>
            <a:noFill/>
          </a:ln>
        </p:spPr>
      </p:pic>
      <p:cxnSp>
        <p:nvCxnSpPr>
          <p:cNvPr id="14" name="Connector: Curved 13">
            <a:extLst>
              <a:ext uri="{FF2B5EF4-FFF2-40B4-BE49-F238E27FC236}">
                <a16:creationId xmlns:a16="http://schemas.microsoft.com/office/drawing/2014/main" id="{79FB8FF1-9B58-3682-E66E-22724389818F}"/>
              </a:ext>
            </a:extLst>
          </p:cNvPr>
          <p:cNvCxnSpPr>
            <a:cxnSpLocks/>
            <a:endCxn id="16" idx="0"/>
          </p:cNvCxnSpPr>
          <p:nvPr/>
        </p:nvCxnSpPr>
        <p:spPr>
          <a:xfrm rot="16200000" flipH="1">
            <a:off x="8810379" y="4334487"/>
            <a:ext cx="614190" cy="652669"/>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968E855-FD13-E83C-BB0F-5AA18D6592C6}"/>
              </a:ext>
            </a:extLst>
          </p:cNvPr>
          <p:cNvSpPr txBox="1"/>
          <p:nvPr/>
        </p:nvSpPr>
        <p:spPr>
          <a:xfrm>
            <a:off x="7848232" y="4967917"/>
            <a:ext cx="3191153" cy="646331"/>
          </a:xfrm>
          <a:prstGeom prst="rect">
            <a:avLst/>
          </a:prstGeom>
          <a:noFill/>
        </p:spPr>
        <p:txBody>
          <a:bodyPr wrap="square">
            <a:spAutoFit/>
          </a:bodyPr>
          <a:lstStyle/>
          <a:p>
            <a:r>
              <a:rPr lang="en-AU" b="1" dirty="0">
                <a:solidFill>
                  <a:schemeClr val="accent1"/>
                </a:solidFill>
                <a:latin typeface="Arial Black" panose="020B0A04020102020204" pitchFamily="34" charset="0"/>
              </a:rPr>
              <a:t>Synchronous Communication pattern</a:t>
            </a:r>
            <a:endParaRPr lang="en-AU" b="1" dirty="0">
              <a:solidFill>
                <a:schemeClr val="accent1"/>
              </a:solidFill>
            </a:endParaRPr>
          </a:p>
        </p:txBody>
      </p:sp>
      <p:sp>
        <p:nvSpPr>
          <p:cNvPr id="18" name="TextBox 17">
            <a:extLst>
              <a:ext uri="{FF2B5EF4-FFF2-40B4-BE49-F238E27FC236}">
                <a16:creationId xmlns:a16="http://schemas.microsoft.com/office/drawing/2014/main" id="{7249C118-C677-A7F2-CEA7-3D0BD324DB41}"/>
              </a:ext>
            </a:extLst>
          </p:cNvPr>
          <p:cNvSpPr txBox="1"/>
          <p:nvPr/>
        </p:nvSpPr>
        <p:spPr>
          <a:xfrm>
            <a:off x="3506684" y="1439614"/>
            <a:ext cx="1508505" cy="369332"/>
          </a:xfrm>
          <a:prstGeom prst="rect">
            <a:avLst/>
          </a:prstGeom>
          <a:noFill/>
        </p:spPr>
        <p:txBody>
          <a:bodyPr wrap="square">
            <a:spAutoFit/>
          </a:bodyPr>
          <a:lstStyle/>
          <a:p>
            <a:r>
              <a:rPr lang="en-AU" b="1" dirty="0">
                <a:solidFill>
                  <a:schemeClr val="accent1"/>
                </a:solidFill>
                <a:latin typeface="Arial Black" panose="020B0A04020102020204" pitchFamily="34" charset="0"/>
              </a:rPr>
              <a:t>Message </a:t>
            </a:r>
            <a:endParaRPr lang="en-AU" b="1" dirty="0">
              <a:solidFill>
                <a:schemeClr val="accent1"/>
              </a:solidFill>
            </a:endParaRPr>
          </a:p>
        </p:txBody>
      </p:sp>
      <p:cxnSp>
        <p:nvCxnSpPr>
          <p:cNvPr id="19" name="Connector: Curved 18">
            <a:extLst>
              <a:ext uri="{FF2B5EF4-FFF2-40B4-BE49-F238E27FC236}">
                <a16:creationId xmlns:a16="http://schemas.microsoft.com/office/drawing/2014/main" id="{0EFB30FE-EF88-2010-5B79-61A500A3C968}"/>
              </a:ext>
            </a:extLst>
          </p:cNvPr>
          <p:cNvCxnSpPr>
            <a:cxnSpLocks/>
            <a:stCxn id="9" idx="3"/>
            <a:endCxn id="18" idx="2"/>
          </p:cNvCxnSpPr>
          <p:nvPr/>
        </p:nvCxnSpPr>
        <p:spPr>
          <a:xfrm rot="5400000" flipH="1" flipV="1">
            <a:off x="3278941" y="1170501"/>
            <a:ext cx="343550" cy="1620441"/>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Curved 29">
            <a:extLst>
              <a:ext uri="{FF2B5EF4-FFF2-40B4-BE49-F238E27FC236}">
                <a16:creationId xmlns:a16="http://schemas.microsoft.com/office/drawing/2014/main" id="{CA4F4072-E20C-EFF2-80D9-C243D8E9956D}"/>
              </a:ext>
            </a:extLst>
          </p:cNvPr>
          <p:cNvCxnSpPr>
            <a:cxnSpLocks/>
            <a:endCxn id="13" idx="3"/>
          </p:cNvCxnSpPr>
          <p:nvPr/>
        </p:nvCxnSpPr>
        <p:spPr>
          <a:xfrm rot="5400000">
            <a:off x="1153316" y="3447756"/>
            <a:ext cx="628343" cy="359408"/>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6C743B69-D3FB-6083-FC0A-55FE196BB9A9}"/>
              </a:ext>
            </a:extLst>
          </p:cNvPr>
          <p:cNvCxnSpPr>
            <a:cxnSpLocks/>
            <a:endCxn id="22" idx="3"/>
          </p:cNvCxnSpPr>
          <p:nvPr/>
        </p:nvCxnSpPr>
        <p:spPr>
          <a:xfrm rot="16200000" flipH="1">
            <a:off x="3261595" y="3488458"/>
            <a:ext cx="427550" cy="333024"/>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E6786BC8-3C64-533B-6C10-6D8FC47130DC}"/>
              </a:ext>
            </a:extLst>
          </p:cNvPr>
          <p:cNvSpPr txBox="1"/>
          <p:nvPr/>
        </p:nvSpPr>
        <p:spPr>
          <a:xfrm>
            <a:off x="681067" y="4792456"/>
            <a:ext cx="1572839" cy="646331"/>
          </a:xfrm>
          <a:prstGeom prst="rect">
            <a:avLst/>
          </a:prstGeom>
          <a:noFill/>
        </p:spPr>
        <p:txBody>
          <a:bodyPr wrap="square">
            <a:spAutoFit/>
          </a:bodyPr>
          <a:lstStyle/>
          <a:p>
            <a:r>
              <a:rPr lang="en-AU" b="1" dirty="0">
                <a:solidFill>
                  <a:schemeClr val="accent1"/>
                </a:solidFill>
                <a:latin typeface="Arial Black" panose="020B0A04020102020204" pitchFamily="34" charset="0"/>
              </a:rPr>
              <a:t>Request </a:t>
            </a:r>
          </a:p>
          <a:p>
            <a:r>
              <a:rPr lang="en-AU" b="1" dirty="0">
                <a:solidFill>
                  <a:schemeClr val="accent1"/>
                </a:solidFill>
                <a:latin typeface="Arial Black" panose="020B0A04020102020204" pitchFamily="34" charset="0"/>
              </a:rPr>
              <a:t>Message</a:t>
            </a:r>
            <a:endParaRPr lang="en-AU" b="1" dirty="0">
              <a:solidFill>
                <a:schemeClr val="accent1"/>
              </a:solidFill>
            </a:endParaRPr>
          </a:p>
        </p:txBody>
      </p:sp>
      <p:sp>
        <p:nvSpPr>
          <p:cNvPr id="38" name="TextBox 37">
            <a:extLst>
              <a:ext uri="{FF2B5EF4-FFF2-40B4-BE49-F238E27FC236}">
                <a16:creationId xmlns:a16="http://schemas.microsoft.com/office/drawing/2014/main" id="{81CF69FE-5E81-3263-045D-6311DBAA5475}"/>
              </a:ext>
            </a:extLst>
          </p:cNvPr>
          <p:cNvSpPr txBox="1"/>
          <p:nvPr/>
        </p:nvSpPr>
        <p:spPr>
          <a:xfrm>
            <a:off x="2932968" y="4729135"/>
            <a:ext cx="1633011" cy="646331"/>
          </a:xfrm>
          <a:prstGeom prst="rect">
            <a:avLst/>
          </a:prstGeom>
          <a:noFill/>
        </p:spPr>
        <p:txBody>
          <a:bodyPr wrap="square">
            <a:spAutoFit/>
          </a:bodyPr>
          <a:lstStyle/>
          <a:p>
            <a:r>
              <a:rPr lang="en-AU" b="1" dirty="0">
                <a:solidFill>
                  <a:schemeClr val="accent1"/>
                </a:solidFill>
                <a:latin typeface="Arial Black" panose="020B0A04020102020204" pitchFamily="34" charset="0"/>
              </a:rPr>
              <a:t>Response Message</a:t>
            </a:r>
            <a:endParaRPr lang="en-AU" b="1" dirty="0">
              <a:solidFill>
                <a:schemeClr val="accent1"/>
              </a:solidFill>
            </a:endParaRPr>
          </a:p>
        </p:txBody>
      </p:sp>
    </p:spTree>
    <p:extLst>
      <p:ext uri="{BB962C8B-B14F-4D97-AF65-F5344CB8AC3E}">
        <p14:creationId xmlns:p14="http://schemas.microsoft.com/office/powerpoint/2010/main" val="54292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25286" y="433090"/>
            <a:ext cx="10885713" cy="696690"/>
          </a:xfrm>
          <a:effectLst/>
        </p:spPr>
        <p:txBody>
          <a:bodyPr>
            <a:normAutofit fontScale="90000"/>
          </a:bodyPr>
          <a:lstStyle/>
          <a:p>
            <a:r>
              <a:rPr lang="en-AU" dirty="0">
                <a:solidFill>
                  <a:srgbClr val="0070C0"/>
                </a:solidFill>
                <a:latin typeface="Arial Black" panose="020B0A04020102020204" pitchFamily="34" charset="0"/>
              </a:rPr>
              <a:t>HTTP</a:t>
            </a:r>
            <a:r>
              <a:rPr lang="en-AU" b="1" dirty="0">
                <a:solidFill>
                  <a:srgbClr val="002060"/>
                </a:solidFill>
              </a:rPr>
              <a:t> </a:t>
            </a:r>
            <a:r>
              <a:rPr lang="en-AU" dirty="0">
                <a:solidFill>
                  <a:srgbClr val="0070C0"/>
                </a:solidFill>
                <a:latin typeface="Arial Black" panose="020B0A04020102020204" pitchFamily="34" charset="0"/>
              </a:rPr>
              <a:t>Sample</a:t>
            </a:r>
            <a:r>
              <a:rPr lang="en-AU" b="1" dirty="0">
                <a:solidFill>
                  <a:srgbClr val="002060"/>
                </a:solidFill>
              </a:rPr>
              <a:t> </a:t>
            </a:r>
            <a:r>
              <a:rPr lang="en-AU" b="1" dirty="0">
                <a:solidFill>
                  <a:schemeClr val="tx1">
                    <a:lumMod val="50000"/>
                    <a:lumOff val="50000"/>
                  </a:schemeClr>
                </a:solidFill>
              </a:rPr>
              <a:t>-</a:t>
            </a:r>
            <a:r>
              <a:rPr lang="en-AU" b="1" dirty="0">
                <a:solidFill>
                  <a:srgbClr val="002060"/>
                </a:solidFill>
              </a:rPr>
              <a:t> </a:t>
            </a:r>
            <a:r>
              <a:rPr lang="en-AU" i="1" dirty="0">
                <a:solidFill>
                  <a:schemeClr val="accent2"/>
                </a:solidFill>
                <a:latin typeface="Arial Black" panose="020B0A04020102020204" pitchFamily="34" charset="0"/>
              </a:rPr>
              <a:t>header</a:t>
            </a:r>
            <a:r>
              <a:rPr lang="en-AU" b="1" i="1" dirty="0">
                <a:solidFill>
                  <a:srgbClr val="002060"/>
                </a:solidFill>
              </a:rPr>
              <a:t>, </a:t>
            </a:r>
            <a:r>
              <a:rPr lang="en-AU" i="1" dirty="0">
                <a:solidFill>
                  <a:schemeClr val="accent2"/>
                </a:solidFill>
                <a:latin typeface="Arial Black" panose="020B0A04020102020204" pitchFamily="34" charset="0"/>
              </a:rPr>
              <a:t>body</a:t>
            </a:r>
            <a:r>
              <a:rPr lang="en-AU" b="1" i="1" dirty="0">
                <a:solidFill>
                  <a:srgbClr val="002060"/>
                </a:solidFill>
              </a:rPr>
              <a:t>, </a:t>
            </a:r>
            <a:r>
              <a:rPr lang="en-AU" i="1" dirty="0">
                <a:solidFill>
                  <a:schemeClr val="accent2"/>
                </a:solidFill>
                <a:latin typeface="Arial Black" panose="020B0A04020102020204" pitchFamily="34" charset="0"/>
              </a:rPr>
              <a:t>request</a:t>
            </a:r>
            <a:r>
              <a:rPr lang="en-AU" b="1" i="1" dirty="0">
                <a:solidFill>
                  <a:srgbClr val="002060"/>
                </a:solidFill>
              </a:rPr>
              <a:t>, </a:t>
            </a:r>
            <a:r>
              <a:rPr lang="en-AU" i="1" dirty="0">
                <a:solidFill>
                  <a:schemeClr val="accent2"/>
                </a:solidFill>
                <a:latin typeface="Arial Black" panose="020B0A04020102020204" pitchFamily="34" charset="0"/>
              </a:rPr>
              <a:t>response</a:t>
            </a:r>
            <a:br>
              <a:rPr lang="en-AU" b="1" i="1" dirty="0">
                <a:solidFill>
                  <a:srgbClr val="002060"/>
                </a:solidFill>
              </a:rPr>
            </a:br>
            <a:br>
              <a:rPr lang="en-AU" b="1" i="1" dirty="0">
                <a:solidFill>
                  <a:srgbClr val="002060"/>
                </a:solidFill>
              </a:rPr>
            </a:br>
            <a:endParaRPr lang="en-AU" sz="2200" b="1" i="1" dirty="0">
              <a:solidFill>
                <a:schemeClr val="tx1"/>
              </a:solidFill>
            </a:endParaRPr>
          </a:p>
        </p:txBody>
      </p:sp>
      <p:pic>
        <p:nvPicPr>
          <p:cNvPr id="4" name="Content Placeholder 3"/>
          <p:cNvPicPr>
            <a:picLocks noGrp="1" noChangeAspect="1"/>
          </p:cNvPicPr>
          <p:nvPr>
            <p:ph idx="1"/>
          </p:nvPr>
        </p:nvPicPr>
        <p:blipFill>
          <a:blip r:embed="rId3"/>
          <a:stretch>
            <a:fillRect/>
          </a:stretch>
        </p:blipFill>
        <p:spPr>
          <a:xfrm>
            <a:off x="239293" y="1973313"/>
            <a:ext cx="5292463" cy="3387045"/>
          </a:xfrm>
          <a:prstGeom prst="rect">
            <a:avLst/>
          </a:prstGeom>
        </p:spPr>
      </p:pic>
      <p:pic>
        <p:nvPicPr>
          <p:cNvPr id="6" name="Picture 5"/>
          <p:cNvPicPr>
            <a:picLocks noChangeAspect="1"/>
          </p:cNvPicPr>
          <p:nvPr/>
        </p:nvPicPr>
        <p:blipFill>
          <a:blip r:embed="rId4"/>
          <a:stretch>
            <a:fillRect/>
          </a:stretch>
        </p:blipFill>
        <p:spPr>
          <a:xfrm>
            <a:off x="6902986" y="1973313"/>
            <a:ext cx="5046210" cy="3485018"/>
          </a:xfrm>
          <a:prstGeom prst="rect">
            <a:avLst/>
          </a:prstGeom>
        </p:spPr>
      </p:pic>
      <p:sp>
        <p:nvSpPr>
          <p:cNvPr id="3" name="Chevron 2"/>
          <p:cNvSpPr/>
          <p:nvPr/>
        </p:nvSpPr>
        <p:spPr>
          <a:xfrm>
            <a:off x="5155189" y="3546052"/>
            <a:ext cx="1062182" cy="683491"/>
          </a:xfrm>
          <a:prstGeom prst="chevron">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Tree>
    <p:extLst>
      <p:ext uri="{BB962C8B-B14F-4D97-AF65-F5344CB8AC3E}">
        <p14:creationId xmlns:p14="http://schemas.microsoft.com/office/powerpoint/2010/main" val="2953617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76167" y="433090"/>
            <a:ext cx="7455397" cy="696690"/>
          </a:xfrm>
          <a:effectLst/>
        </p:spPr>
        <p:txBody>
          <a:bodyPr>
            <a:normAutofit fontScale="90000"/>
          </a:bodyPr>
          <a:lstStyle/>
          <a:p>
            <a:r>
              <a:rPr lang="en-AU" dirty="0">
                <a:solidFill>
                  <a:srgbClr val="0070C0"/>
                </a:solidFill>
                <a:latin typeface="Arial Black" panose="020B0A04020102020204" pitchFamily="34" charset="0"/>
              </a:rPr>
              <a:t>HTTP</a:t>
            </a:r>
            <a:r>
              <a:rPr lang="en-AU" b="1" dirty="0">
                <a:solidFill>
                  <a:srgbClr val="002060"/>
                </a:solidFill>
              </a:rPr>
              <a:t> </a:t>
            </a:r>
            <a:r>
              <a:rPr lang="en-AU" b="1" dirty="0">
                <a:solidFill>
                  <a:schemeClr val="tx1">
                    <a:lumMod val="50000"/>
                    <a:lumOff val="50000"/>
                  </a:schemeClr>
                </a:solidFill>
              </a:rPr>
              <a:t>–</a:t>
            </a:r>
            <a:r>
              <a:rPr lang="en-AU" b="1" dirty="0">
                <a:solidFill>
                  <a:srgbClr val="002060"/>
                </a:solidFill>
              </a:rPr>
              <a:t> </a:t>
            </a:r>
            <a:r>
              <a:rPr lang="en-AU" i="1" dirty="0">
                <a:solidFill>
                  <a:schemeClr val="accent2"/>
                </a:solidFill>
                <a:latin typeface="Arial Black" panose="020B0A04020102020204" pitchFamily="34" charset="0"/>
              </a:rPr>
              <a:t>URI, URL</a:t>
            </a:r>
            <a:br>
              <a:rPr lang="en-AU" b="1" dirty="0">
                <a:solidFill>
                  <a:srgbClr val="002060"/>
                </a:solidFill>
              </a:rPr>
            </a:br>
            <a:br>
              <a:rPr lang="en-AU" b="1" dirty="0">
                <a:solidFill>
                  <a:srgbClr val="002060"/>
                </a:solidFill>
              </a:rPr>
            </a:br>
            <a:endParaRPr lang="en-AU" sz="2200" b="1" dirty="0">
              <a:solidFill>
                <a:schemeClr val="tx1"/>
              </a:solidFill>
            </a:endParaRPr>
          </a:p>
        </p:txBody>
      </p:sp>
      <p:pic>
        <p:nvPicPr>
          <p:cNvPr id="7" name="Picture 6"/>
          <p:cNvPicPr>
            <a:picLocks noChangeAspect="1"/>
          </p:cNvPicPr>
          <p:nvPr/>
        </p:nvPicPr>
        <p:blipFill>
          <a:blip r:embed="rId2"/>
          <a:stretch>
            <a:fillRect/>
          </a:stretch>
        </p:blipFill>
        <p:spPr>
          <a:xfrm>
            <a:off x="1476168" y="2340237"/>
            <a:ext cx="6877731" cy="578304"/>
          </a:xfrm>
          <a:prstGeom prst="rect">
            <a:avLst/>
          </a:prstGeom>
        </p:spPr>
      </p:pic>
      <p:pic>
        <p:nvPicPr>
          <p:cNvPr id="11" name="Picture 10"/>
          <p:cNvPicPr>
            <a:picLocks noChangeAspect="1"/>
          </p:cNvPicPr>
          <p:nvPr/>
        </p:nvPicPr>
        <p:blipFill>
          <a:blip r:embed="rId3"/>
          <a:stretch>
            <a:fillRect/>
          </a:stretch>
        </p:blipFill>
        <p:spPr>
          <a:xfrm>
            <a:off x="1476168" y="1789705"/>
            <a:ext cx="6210300" cy="352425"/>
          </a:xfrm>
          <a:prstGeom prst="rect">
            <a:avLst/>
          </a:prstGeom>
        </p:spPr>
      </p:pic>
      <p:sp>
        <p:nvSpPr>
          <p:cNvPr id="3" name="Arrow: Chevron 2">
            <a:extLst>
              <a:ext uri="{FF2B5EF4-FFF2-40B4-BE49-F238E27FC236}">
                <a16:creationId xmlns:a16="http://schemas.microsoft.com/office/drawing/2014/main" id="{728E0398-A394-08E8-3300-1C9D5AE41037}"/>
              </a:ext>
            </a:extLst>
          </p:cNvPr>
          <p:cNvSpPr/>
          <p:nvPr/>
        </p:nvSpPr>
        <p:spPr>
          <a:xfrm>
            <a:off x="3510777" y="5354093"/>
            <a:ext cx="2647146" cy="687478"/>
          </a:xfrm>
          <a:prstGeom prst="chevron">
            <a:avLst/>
          </a:prstGeom>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4000" b="1" dirty="0">
              <a:solidFill>
                <a:schemeClr val="bg1"/>
              </a:solidFill>
            </a:endParaRPr>
          </a:p>
        </p:txBody>
      </p:sp>
      <p:sp>
        <p:nvSpPr>
          <p:cNvPr id="4" name="Cylinder 3">
            <a:extLst>
              <a:ext uri="{FF2B5EF4-FFF2-40B4-BE49-F238E27FC236}">
                <a16:creationId xmlns:a16="http://schemas.microsoft.com/office/drawing/2014/main" id="{7117052F-5B5E-799F-74F2-0B110DDFA642}"/>
              </a:ext>
            </a:extLst>
          </p:cNvPr>
          <p:cNvSpPr/>
          <p:nvPr/>
        </p:nvSpPr>
        <p:spPr>
          <a:xfrm>
            <a:off x="4084997" y="4765335"/>
            <a:ext cx="1564689" cy="890335"/>
          </a:xfrm>
          <a:prstGeom prst="can">
            <a:avLst/>
          </a:prstGeom>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000" b="1" dirty="0"/>
              <a:t>DNS</a:t>
            </a:r>
          </a:p>
        </p:txBody>
      </p:sp>
      <p:sp>
        <p:nvSpPr>
          <p:cNvPr id="5" name="TextBox 4">
            <a:extLst>
              <a:ext uri="{FF2B5EF4-FFF2-40B4-BE49-F238E27FC236}">
                <a16:creationId xmlns:a16="http://schemas.microsoft.com/office/drawing/2014/main" id="{4DC1C531-A91A-EC27-5B4D-B35189B185DF}"/>
              </a:ext>
            </a:extLst>
          </p:cNvPr>
          <p:cNvSpPr txBox="1"/>
          <p:nvPr/>
        </p:nvSpPr>
        <p:spPr>
          <a:xfrm>
            <a:off x="5070598" y="4101624"/>
            <a:ext cx="1883229" cy="369332"/>
          </a:xfrm>
          <a:prstGeom prst="rect">
            <a:avLst/>
          </a:prstGeom>
          <a:noFill/>
        </p:spPr>
        <p:txBody>
          <a:bodyPr wrap="square" rtlCol="0">
            <a:spAutoFit/>
          </a:bodyPr>
          <a:lstStyle/>
          <a:p>
            <a:r>
              <a:rPr lang="en-AU" dirty="0"/>
              <a:t>168.112.10.10</a:t>
            </a:r>
          </a:p>
        </p:txBody>
      </p:sp>
      <p:sp>
        <p:nvSpPr>
          <p:cNvPr id="6" name="TextBox 5">
            <a:extLst>
              <a:ext uri="{FF2B5EF4-FFF2-40B4-BE49-F238E27FC236}">
                <a16:creationId xmlns:a16="http://schemas.microsoft.com/office/drawing/2014/main" id="{FF65CB8B-33D4-2A73-EBBA-66478A805AB5}"/>
              </a:ext>
            </a:extLst>
          </p:cNvPr>
          <p:cNvSpPr txBox="1"/>
          <p:nvPr/>
        </p:nvSpPr>
        <p:spPr>
          <a:xfrm>
            <a:off x="1476167" y="4101624"/>
            <a:ext cx="2451432" cy="369332"/>
          </a:xfrm>
          <a:prstGeom prst="rect">
            <a:avLst/>
          </a:prstGeom>
          <a:noFill/>
        </p:spPr>
        <p:txBody>
          <a:bodyPr wrap="square" rtlCol="0">
            <a:spAutoFit/>
          </a:bodyPr>
          <a:lstStyle/>
          <a:p>
            <a:r>
              <a:rPr lang="en-AU" dirty="0"/>
              <a:t>www.example.com</a:t>
            </a:r>
          </a:p>
        </p:txBody>
      </p:sp>
      <p:cxnSp>
        <p:nvCxnSpPr>
          <p:cNvPr id="9" name="Straight Arrow Connector 8">
            <a:extLst>
              <a:ext uri="{FF2B5EF4-FFF2-40B4-BE49-F238E27FC236}">
                <a16:creationId xmlns:a16="http://schemas.microsoft.com/office/drawing/2014/main" id="{E7467D25-01D5-1523-12EE-13E1F4B9210B}"/>
              </a:ext>
            </a:extLst>
          </p:cNvPr>
          <p:cNvCxnSpPr/>
          <p:nvPr/>
        </p:nvCxnSpPr>
        <p:spPr>
          <a:xfrm>
            <a:off x="3037114" y="3058886"/>
            <a:ext cx="0" cy="903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AE3F92A-42F8-E4B8-82D9-73A68A451CB4}"/>
              </a:ext>
            </a:extLst>
          </p:cNvPr>
          <p:cNvCxnSpPr>
            <a:stCxn id="5" idx="0"/>
          </p:cNvCxnSpPr>
          <p:nvPr/>
        </p:nvCxnSpPr>
        <p:spPr>
          <a:xfrm flipH="1" flipV="1">
            <a:off x="6012212" y="3167743"/>
            <a:ext cx="1" cy="9338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3" name="Picture 16">
            <a:extLst>
              <a:ext uri="{FF2B5EF4-FFF2-40B4-BE49-F238E27FC236}">
                <a16:creationId xmlns:a16="http://schemas.microsoft.com/office/drawing/2014/main" id="{F5C1B50A-BDC1-D13B-A531-E9A95DF1B49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V="1">
            <a:off x="4239302" y="2199892"/>
            <a:ext cx="438622" cy="453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5290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76167" y="433090"/>
            <a:ext cx="7455397" cy="696690"/>
          </a:xfrm>
          <a:effectLst/>
        </p:spPr>
        <p:txBody>
          <a:bodyPr>
            <a:normAutofit fontScale="90000"/>
          </a:bodyPr>
          <a:lstStyle/>
          <a:p>
            <a:r>
              <a:rPr lang="en-AU" dirty="0">
                <a:solidFill>
                  <a:srgbClr val="0070C0"/>
                </a:solidFill>
                <a:latin typeface="Arial Black" panose="020B0A04020102020204" pitchFamily="34" charset="0"/>
              </a:rPr>
              <a:t>HTTP</a:t>
            </a:r>
            <a:r>
              <a:rPr lang="en-AU" b="1" dirty="0">
                <a:solidFill>
                  <a:srgbClr val="002060"/>
                </a:solidFill>
              </a:rPr>
              <a:t> </a:t>
            </a:r>
            <a:r>
              <a:rPr lang="en-AU" b="1" dirty="0">
                <a:solidFill>
                  <a:schemeClr val="tx1">
                    <a:lumMod val="50000"/>
                    <a:lumOff val="50000"/>
                  </a:schemeClr>
                </a:solidFill>
              </a:rPr>
              <a:t>–</a:t>
            </a:r>
            <a:r>
              <a:rPr lang="en-AU" b="1" dirty="0">
                <a:solidFill>
                  <a:srgbClr val="002060"/>
                </a:solidFill>
              </a:rPr>
              <a:t> </a:t>
            </a:r>
            <a:r>
              <a:rPr lang="en-AU" i="1" dirty="0">
                <a:solidFill>
                  <a:schemeClr val="accent2"/>
                </a:solidFill>
                <a:latin typeface="Arial Black" panose="020B0A04020102020204" pitchFamily="34" charset="0"/>
              </a:rPr>
              <a:t>Request Methods</a:t>
            </a:r>
            <a:br>
              <a:rPr lang="en-AU" b="1" dirty="0">
                <a:solidFill>
                  <a:srgbClr val="002060"/>
                </a:solidFill>
              </a:rPr>
            </a:br>
            <a:br>
              <a:rPr lang="en-AU" b="1" dirty="0">
                <a:solidFill>
                  <a:srgbClr val="002060"/>
                </a:solidFill>
              </a:rPr>
            </a:br>
            <a:endParaRPr lang="en-AU" sz="2200" b="1" dirty="0">
              <a:solidFill>
                <a:schemeClr val="tx1"/>
              </a:solidFill>
            </a:endParaRPr>
          </a:p>
        </p:txBody>
      </p:sp>
      <p:pic>
        <p:nvPicPr>
          <p:cNvPr id="3" name="Picture 2"/>
          <p:cNvPicPr>
            <a:picLocks noChangeAspect="1"/>
          </p:cNvPicPr>
          <p:nvPr/>
        </p:nvPicPr>
        <p:blipFill>
          <a:blip r:embed="rId2"/>
          <a:stretch>
            <a:fillRect/>
          </a:stretch>
        </p:blipFill>
        <p:spPr>
          <a:xfrm>
            <a:off x="2468130" y="2057689"/>
            <a:ext cx="6463434" cy="2828606"/>
          </a:xfrm>
          <a:prstGeom prst="rect">
            <a:avLst/>
          </a:prstGeom>
        </p:spPr>
      </p:pic>
    </p:spTree>
    <p:extLst>
      <p:ext uri="{BB962C8B-B14F-4D97-AF65-F5344CB8AC3E}">
        <p14:creationId xmlns:p14="http://schemas.microsoft.com/office/powerpoint/2010/main" val="3396296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16727" y="624111"/>
            <a:ext cx="9284173" cy="641271"/>
          </a:xfrm>
          <a:effectLst/>
        </p:spPr>
        <p:txBody>
          <a:bodyPr>
            <a:normAutofit fontScale="90000"/>
          </a:bodyPr>
          <a:lstStyle/>
          <a:p>
            <a:r>
              <a:rPr lang="en-AU" dirty="0">
                <a:solidFill>
                  <a:srgbClr val="0070C0"/>
                </a:solidFill>
                <a:latin typeface="Arial Black" panose="020B0A04020102020204" pitchFamily="34" charset="0"/>
              </a:rPr>
              <a:t>HTTP</a:t>
            </a:r>
            <a:r>
              <a:rPr lang="en-AU" b="1" dirty="0">
                <a:solidFill>
                  <a:srgbClr val="002060"/>
                </a:solidFill>
              </a:rPr>
              <a:t> </a:t>
            </a:r>
            <a:r>
              <a:rPr lang="en-AU" b="1" dirty="0">
                <a:solidFill>
                  <a:schemeClr val="tx1">
                    <a:lumMod val="50000"/>
                    <a:lumOff val="50000"/>
                  </a:schemeClr>
                </a:solidFill>
              </a:rPr>
              <a:t>-</a:t>
            </a:r>
            <a:r>
              <a:rPr lang="en-AU" b="1" dirty="0">
                <a:solidFill>
                  <a:schemeClr val="accent2"/>
                </a:solidFill>
              </a:rPr>
              <a:t> </a:t>
            </a:r>
            <a:r>
              <a:rPr lang="en-AU" i="1" dirty="0">
                <a:solidFill>
                  <a:schemeClr val="accent2"/>
                </a:solidFill>
                <a:latin typeface="Arial Black" panose="020B0A04020102020204" pitchFamily="34" charset="0"/>
              </a:rPr>
              <a:t>Status Code</a:t>
            </a:r>
            <a:br>
              <a:rPr lang="en-US" dirty="0"/>
            </a:br>
            <a:br>
              <a:rPr lang="en-AU" b="1" dirty="0">
                <a:solidFill>
                  <a:srgbClr val="002060"/>
                </a:solidFill>
              </a:rPr>
            </a:br>
            <a:endParaRPr lang="en-AU" sz="2200" b="1" dirty="0">
              <a:solidFill>
                <a:schemeClr val="tx1"/>
              </a:solidFill>
            </a:endParaRPr>
          </a:p>
        </p:txBody>
      </p:sp>
      <p:sp>
        <p:nvSpPr>
          <p:cNvPr id="3" name="Content Placeholder 2"/>
          <p:cNvSpPr>
            <a:spLocks noGrp="1"/>
          </p:cNvSpPr>
          <p:nvPr>
            <p:ph idx="1"/>
          </p:nvPr>
        </p:nvSpPr>
        <p:spPr>
          <a:xfrm>
            <a:off x="1655762" y="2061956"/>
            <a:ext cx="8915400" cy="5070020"/>
          </a:xfrm>
        </p:spPr>
        <p:txBody>
          <a:bodyPr>
            <a:normAutofit/>
          </a:bodyPr>
          <a:lstStyle/>
          <a:p>
            <a:pPr fontAlgn="base">
              <a:buFont typeface="Arial" panose="020B0604020202020204" pitchFamily="34" charset="0"/>
              <a:buChar char="•"/>
            </a:pPr>
            <a:r>
              <a:rPr lang="en-US" b="1" dirty="0"/>
              <a:t>3xx</a:t>
            </a:r>
            <a:r>
              <a:rPr lang="en-US" dirty="0"/>
              <a:t> — The client is redirected to a different resource.</a:t>
            </a:r>
          </a:p>
          <a:p>
            <a:pPr fontAlgn="base">
              <a:buFont typeface="Arial" panose="020B0604020202020204" pitchFamily="34" charset="0"/>
              <a:buChar char="•"/>
            </a:pPr>
            <a:r>
              <a:rPr lang="en-US" b="1" dirty="0"/>
              <a:t>4xx</a:t>
            </a:r>
            <a:r>
              <a:rPr lang="en-US" dirty="0"/>
              <a:t> — The request contains an error of some kind.</a:t>
            </a:r>
          </a:p>
          <a:p>
            <a:pPr lvl="1"/>
            <a:r>
              <a:rPr lang="en-US" b="1" dirty="0">
                <a:solidFill>
                  <a:srgbClr val="002060"/>
                </a:solidFill>
              </a:rPr>
              <a:t>400 Bad Request </a:t>
            </a:r>
            <a:r>
              <a:rPr lang="en-US" dirty="0"/>
              <a:t>– This means that client-side input fails validation.</a:t>
            </a:r>
          </a:p>
          <a:p>
            <a:pPr lvl="1"/>
            <a:r>
              <a:rPr lang="en-US" b="1" dirty="0">
                <a:solidFill>
                  <a:srgbClr val="002060"/>
                </a:solidFill>
              </a:rPr>
              <a:t>401 Unauthorized </a:t>
            </a:r>
            <a:r>
              <a:rPr lang="en-US" dirty="0"/>
              <a:t>– This means the user isn’t not authorized to access a resource. It usually returns when the user isn’t authenticated.</a:t>
            </a:r>
          </a:p>
          <a:p>
            <a:pPr lvl="1"/>
            <a:r>
              <a:rPr lang="en-US" b="1" dirty="0">
                <a:solidFill>
                  <a:srgbClr val="002060"/>
                </a:solidFill>
              </a:rPr>
              <a:t>403 Forbidden </a:t>
            </a:r>
            <a:r>
              <a:rPr lang="en-US" dirty="0"/>
              <a:t>– This means the user is authenticated, but it’s not allowed to access a resource.</a:t>
            </a:r>
          </a:p>
          <a:p>
            <a:pPr lvl="1"/>
            <a:r>
              <a:rPr lang="en-US" b="1" dirty="0">
                <a:solidFill>
                  <a:srgbClr val="002060"/>
                </a:solidFill>
              </a:rPr>
              <a:t>404 Not Found </a:t>
            </a:r>
            <a:r>
              <a:rPr lang="en-US" dirty="0"/>
              <a:t>– This indicates that a resource is not found.</a:t>
            </a:r>
          </a:p>
          <a:p>
            <a:pPr fontAlgn="base">
              <a:buFont typeface="Arial" panose="020B0604020202020204" pitchFamily="34" charset="0"/>
              <a:buChar char="•"/>
            </a:pPr>
            <a:r>
              <a:rPr lang="en-US" b="1" dirty="0"/>
              <a:t>5xx</a:t>
            </a:r>
            <a:r>
              <a:rPr lang="en-US" dirty="0"/>
              <a:t> — The server encountered an error fulfilling the request.</a:t>
            </a:r>
          </a:p>
          <a:p>
            <a:pPr lvl="1"/>
            <a:r>
              <a:rPr lang="en-US" b="1" dirty="0">
                <a:solidFill>
                  <a:srgbClr val="002060"/>
                </a:solidFill>
              </a:rPr>
              <a:t>500 Internal server error </a:t>
            </a:r>
            <a:r>
              <a:rPr lang="en-US" dirty="0"/>
              <a:t>– This is a generic server error. It probably shouldn’t be thrown explicitly.</a:t>
            </a:r>
          </a:p>
          <a:p>
            <a:pPr lvl="1"/>
            <a:r>
              <a:rPr lang="en-US" b="1" dirty="0">
                <a:solidFill>
                  <a:srgbClr val="002060"/>
                </a:solidFill>
              </a:rPr>
              <a:t>503 Service Unavailable </a:t>
            </a:r>
            <a:r>
              <a:rPr lang="en-US" dirty="0"/>
              <a:t>– This indicates that something unexpected happened on server side (It can be anything like server overload, some parts of the system failed, etc.).</a:t>
            </a:r>
          </a:p>
          <a:p>
            <a:pPr marL="0" indent="0">
              <a:buNone/>
            </a:pPr>
            <a:endParaRPr lang="en-AU" dirty="0"/>
          </a:p>
        </p:txBody>
      </p:sp>
      <p:sp>
        <p:nvSpPr>
          <p:cNvPr id="4" name="Rectangle 3"/>
          <p:cNvSpPr/>
          <p:nvPr/>
        </p:nvSpPr>
        <p:spPr>
          <a:xfrm>
            <a:off x="1655762" y="1692624"/>
            <a:ext cx="4108817" cy="369332"/>
          </a:xfrm>
          <a:prstGeom prst="rect">
            <a:avLst/>
          </a:prstGeom>
        </p:spPr>
        <p:txBody>
          <a:bodyPr wrap="none">
            <a:spAutoFit/>
          </a:bodyPr>
          <a:lstStyle/>
          <a:p>
            <a:pPr marL="285750" indent="-285750">
              <a:buFont typeface="Arial" panose="020B0604020202020204" pitchFamily="34" charset="0"/>
              <a:buChar char="•"/>
            </a:pPr>
            <a:r>
              <a:rPr lang="en-US" b="1" dirty="0"/>
              <a:t>2xx</a:t>
            </a:r>
            <a:r>
              <a:rPr lang="en-US" dirty="0"/>
              <a:t> — The request was successful</a:t>
            </a:r>
            <a:endParaRPr lang="en-AU" dirty="0"/>
          </a:p>
        </p:txBody>
      </p:sp>
    </p:spTree>
    <p:extLst>
      <p:ext uri="{BB962C8B-B14F-4D97-AF65-F5344CB8AC3E}">
        <p14:creationId xmlns:p14="http://schemas.microsoft.com/office/powerpoint/2010/main" val="21562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82451" y="745504"/>
            <a:ext cx="6374493" cy="745840"/>
          </a:xfrm>
          <a:effectLst/>
        </p:spPr>
        <p:txBody>
          <a:bodyPr>
            <a:normAutofit/>
          </a:bodyPr>
          <a:lstStyle/>
          <a:p>
            <a:r>
              <a:rPr lang="en-AU" sz="3200" dirty="0">
                <a:solidFill>
                  <a:srgbClr val="0070C0"/>
                </a:solidFill>
                <a:latin typeface="Arial Black" panose="020B0A04020102020204" pitchFamily="34" charset="0"/>
              </a:rPr>
              <a:t>Data format in </a:t>
            </a:r>
            <a:r>
              <a:rPr lang="en-AU" sz="3200" dirty="0">
                <a:solidFill>
                  <a:schemeClr val="accent2"/>
                </a:solidFill>
                <a:latin typeface="Arial Black" panose="020B0A04020102020204" pitchFamily="34" charset="0"/>
              </a:rPr>
              <a:t>HTTP</a:t>
            </a:r>
            <a:endParaRPr lang="en-AU" sz="2200" b="1" dirty="0">
              <a:solidFill>
                <a:schemeClr val="accent2"/>
              </a:solidFill>
            </a:endParaRPr>
          </a:p>
        </p:txBody>
      </p:sp>
      <p:pic>
        <p:nvPicPr>
          <p:cNvPr id="4" name="Picture 3">
            <a:extLst>
              <a:ext uri="{FF2B5EF4-FFF2-40B4-BE49-F238E27FC236}">
                <a16:creationId xmlns:a16="http://schemas.microsoft.com/office/drawing/2014/main" id="{DC056D05-6D89-6758-978A-44107ED9203D}"/>
              </a:ext>
            </a:extLst>
          </p:cNvPr>
          <p:cNvPicPr>
            <a:picLocks noChangeAspect="1"/>
          </p:cNvPicPr>
          <p:nvPr/>
        </p:nvPicPr>
        <p:blipFill>
          <a:blip r:embed="rId2"/>
          <a:stretch>
            <a:fillRect/>
          </a:stretch>
        </p:blipFill>
        <p:spPr>
          <a:xfrm>
            <a:off x="1602779" y="2351315"/>
            <a:ext cx="8463927" cy="2337771"/>
          </a:xfrm>
          <a:prstGeom prst="rect">
            <a:avLst/>
          </a:prstGeom>
        </p:spPr>
      </p:pic>
    </p:spTree>
    <p:extLst>
      <p:ext uri="{BB962C8B-B14F-4D97-AF65-F5344CB8AC3E}">
        <p14:creationId xmlns:p14="http://schemas.microsoft.com/office/powerpoint/2010/main" val="2946565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18623" y="1855846"/>
            <a:ext cx="6374493" cy="986315"/>
          </a:xfrm>
          <a:effectLst/>
        </p:spPr>
        <p:txBody>
          <a:bodyPr>
            <a:normAutofit/>
          </a:bodyPr>
          <a:lstStyle/>
          <a:p>
            <a:r>
              <a:rPr lang="en-AU" sz="3200" dirty="0">
                <a:solidFill>
                  <a:srgbClr val="0070C0"/>
                </a:solidFill>
                <a:latin typeface="Arial Black" panose="020B0A04020102020204" pitchFamily="34" charset="0"/>
              </a:rPr>
              <a:t>Demo </a:t>
            </a:r>
            <a:r>
              <a:rPr lang="en-AU" sz="3200" dirty="0">
                <a:solidFill>
                  <a:schemeClr val="tx1">
                    <a:lumMod val="50000"/>
                    <a:lumOff val="50000"/>
                  </a:schemeClr>
                </a:solidFill>
                <a:latin typeface="Arial Black" panose="020B0A04020102020204" pitchFamily="34" charset="0"/>
              </a:rPr>
              <a:t>-</a:t>
            </a:r>
            <a:r>
              <a:rPr lang="en-AU" sz="3200" dirty="0">
                <a:solidFill>
                  <a:srgbClr val="0070C0"/>
                </a:solidFill>
                <a:latin typeface="Arial Black" panose="020B0A04020102020204" pitchFamily="34" charset="0"/>
              </a:rPr>
              <a:t> </a:t>
            </a:r>
            <a:r>
              <a:rPr lang="en-AU" sz="3200" dirty="0">
                <a:solidFill>
                  <a:schemeClr val="accent2"/>
                </a:solidFill>
                <a:latin typeface="Arial Black" panose="020B0A04020102020204" pitchFamily="34" charset="0"/>
              </a:rPr>
              <a:t>HTTP</a:t>
            </a:r>
            <a:endParaRPr lang="en-AU" sz="2200" b="1" dirty="0">
              <a:solidFill>
                <a:schemeClr val="accent2"/>
              </a:solidFill>
            </a:endParaRPr>
          </a:p>
        </p:txBody>
      </p:sp>
    </p:spTree>
    <p:extLst>
      <p:ext uri="{BB962C8B-B14F-4D97-AF65-F5344CB8AC3E}">
        <p14:creationId xmlns:p14="http://schemas.microsoft.com/office/powerpoint/2010/main" val="887954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19230" y="2935843"/>
            <a:ext cx="5275253" cy="648186"/>
          </a:xfrm>
          <a:solidFill>
            <a:srgbClr val="0070C0"/>
          </a:solidFill>
          <a:effectLst/>
        </p:spPr>
        <p:txBody>
          <a:bodyPr>
            <a:normAutofit/>
          </a:bodyPr>
          <a:lstStyle/>
          <a:p>
            <a:r>
              <a:rPr lang="en-AU" sz="3200" b="1" dirty="0">
                <a:solidFill>
                  <a:schemeClr val="bg1"/>
                </a:solidFill>
              </a:rPr>
              <a:t>Session &amp; cookies</a:t>
            </a:r>
            <a:endParaRPr lang="en-AU" sz="2200" b="1" dirty="0">
              <a:solidFill>
                <a:schemeClr val="bg1"/>
              </a:solidFill>
            </a:endParaRPr>
          </a:p>
        </p:txBody>
      </p:sp>
    </p:spTree>
    <p:extLst>
      <p:ext uri="{BB962C8B-B14F-4D97-AF65-F5344CB8AC3E}">
        <p14:creationId xmlns:p14="http://schemas.microsoft.com/office/powerpoint/2010/main" val="2228922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D589595E-F130-3593-D3B9-82D8357448EE}"/>
            </a:ext>
          </a:extLst>
        </p:cNvPr>
        <p:cNvGrpSpPr/>
        <p:nvPr/>
      </p:nvGrpSpPr>
      <p:grpSpPr>
        <a:xfrm>
          <a:off x="0" y="0"/>
          <a:ext cx="0" cy="0"/>
          <a:chOff x="0" y="0"/>
          <a:chExt cx="0" cy="0"/>
        </a:xfrm>
      </p:grpSpPr>
      <p:pic>
        <p:nvPicPr>
          <p:cNvPr id="3" name="Picture 2" descr="A diagram of a process&#10;&#10;AI-generated content may be incorrect.">
            <a:extLst>
              <a:ext uri="{FF2B5EF4-FFF2-40B4-BE49-F238E27FC236}">
                <a16:creationId xmlns:a16="http://schemas.microsoft.com/office/drawing/2014/main" id="{489389F4-A1DD-EC47-2D3B-51768AAC74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4385" y="1302215"/>
            <a:ext cx="8678898" cy="4253569"/>
          </a:xfrm>
          <a:prstGeom prst="rect">
            <a:avLst/>
          </a:prstGeom>
        </p:spPr>
      </p:pic>
      <p:cxnSp>
        <p:nvCxnSpPr>
          <p:cNvPr id="5" name="Curved Connector 4">
            <a:extLst>
              <a:ext uri="{FF2B5EF4-FFF2-40B4-BE49-F238E27FC236}">
                <a16:creationId xmlns:a16="http://schemas.microsoft.com/office/drawing/2014/main" id="{8E40C746-B1F2-5007-E2D5-15035ACD1144}"/>
              </a:ext>
            </a:extLst>
          </p:cNvPr>
          <p:cNvCxnSpPr/>
          <p:nvPr/>
        </p:nvCxnSpPr>
        <p:spPr>
          <a:xfrm flipV="1">
            <a:off x="9048537" y="2143988"/>
            <a:ext cx="1418897" cy="693683"/>
          </a:xfrm>
          <a:prstGeom prst="curvedConnector3">
            <a:avLst/>
          </a:prstGeom>
          <a:ln w="285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71128A8-3796-6D91-6843-094FA977823C}"/>
              </a:ext>
            </a:extLst>
          </p:cNvPr>
          <p:cNvSpPr txBox="1"/>
          <p:nvPr/>
        </p:nvSpPr>
        <p:spPr>
          <a:xfrm>
            <a:off x="9995210" y="1774656"/>
            <a:ext cx="1219200" cy="369332"/>
          </a:xfrm>
          <a:prstGeom prst="rect">
            <a:avLst/>
          </a:prstGeom>
          <a:noFill/>
        </p:spPr>
        <p:txBody>
          <a:bodyPr wrap="square" rtlCol="0">
            <a:spAutoFit/>
          </a:bodyPr>
          <a:lstStyle/>
          <a:p>
            <a:r>
              <a:rPr lang="en-US" dirty="0"/>
              <a:t>session</a:t>
            </a:r>
          </a:p>
        </p:txBody>
      </p:sp>
    </p:spTree>
    <p:extLst>
      <p:ext uri="{BB962C8B-B14F-4D97-AF65-F5344CB8AC3E}">
        <p14:creationId xmlns:p14="http://schemas.microsoft.com/office/powerpoint/2010/main" val="1751525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18623" y="1855846"/>
            <a:ext cx="6374493" cy="986315"/>
          </a:xfrm>
          <a:effectLst/>
        </p:spPr>
        <p:txBody>
          <a:bodyPr>
            <a:normAutofit/>
          </a:bodyPr>
          <a:lstStyle/>
          <a:p>
            <a:r>
              <a:rPr lang="en-AU" sz="3200" dirty="0">
                <a:solidFill>
                  <a:srgbClr val="0070C0"/>
                </a:solidFill>
                <a:latin typeface="Arial Black" panose="020B0A04020102020204" pitchFamily="34" charset="0"/>
              </a:rPr>
              <a:t>Web Storage </a:t>
            </a:r>
            <a:r>
              <a:rPr lang="en-AU" sz="3200" dirty="0">
                <a:solidFill>
                  <a:schemeClr val="tx1">
                    <a:lumMod val="50000"/>
                    <a:lumOff val="50000"/>
                  </a:schemeClr>
                </a:solidFill>
                <a:latin typeface="Arial Black" panose="020B0A04020102020204" pitchFamily="34" charset="0"/>
              </a:rPr>
              <a:t>-</a:t>
            </a:r>
            <a:r>
              <a:rPr lang="en-AU" sz="3200" dirty="0">
                <a:solidFill>
                  <a:srgbClr val="0070C0"/>
                </a:solidFill>
                <a:latin typeface="Arial Black" panose="020B0A04020102020204" pitchFamily="34" charset="0"/>
              </a:rPr>
              <a:t> </a:t>
            </a:r>
            <a:r>
              <a:rPr lang="en-AU" sz="3200" dirty="0">
                <a:solidFill>
                  <a:schemeClr val="accent2"/>
                </a:solidFill>
                <a:latin typeface="Arial Black" panose="020B0A04020102020204" pitchFamily="34" charset="0"/>
              </a:rPr>
              <a:t>HTTP</a:t>
            </a:r>
            <a:endParaRPr lang="en-AU" sz="2200" b="1" dirty="0">
              <a:solidFill>
                <a:schemeClr val="accent2"/>
              </a:solidFill>
            </a:endParaRPr>
          </a:p>
        </p:txBody>
      </p:sp>
    </p:spTree>
    <p:extLst>
      <p:ext uri="{BB962C8B-B14F-4D97-AF65-F5344CB8AC3E}">
        <p14:creationId xmlns:p14="http://schemas.microsoft.com/office/powerpoint/2010/main" val="1293463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18623" y="1855846"/>
            <a:ext cx="6374493" cy="986315"/>
          </a:xfrm>
          <a:effectLst/>
        </p:spPr>
        <p:txBody>
          <a:bodyPr>
            <a:normAutofit/>
          </a:bodyPr>
          <a:lstStyle/>
          <a:p>
            <a:r>
              <a:rPr lang="en-AU" sz="3200" dirty="0">
                <a:solidFill>
                  <a:srgbClr val="0070C0"/>
                </a:solidFill>
                <a:latin typeface="Arial Black" panose="020B0A04020102020204" pitchFamily="34" charset="0"/>
              </a:rPr>
              <a:t>Event Listener </a:t>
            </a:r>
            <a:r>
              <a:rPr lang="en-AU" sz="3200" dirty="0">
                <a:solidFill>
                  <a:schemeClr val="tx1">
                    <a:lumMod val="50000"/>
                    <a:lumOff val="50000"/>
                  </a:schemeClr>
                </a:solidFill>
                <a:latin typeface="Arial Black" panose="020B0A04020102020204" pitchFamily="34" charset="0"/>
              </a:rPr>
              <a:t>-</a:t>
            </a:r>
            <a:r>
              <a:rPr lang="en-AU" sz="3200" dirty="0">
                <a:solidFill>
                  <a:srgbClr val="0070C0"/>
                </a:solidFill>
                <a:latin typeface="Arial Black" panose="020B0A04020102020204" pitchFamily="34" charset="0"/>
              </a:rPr>
              <a:t> </a:t>
            </a:r>
            <a:r>
              <a:rPr lang="en-AU" sz="3200" dirty="0">
                <a:solidFill>
                  <a:schemeClr val="accent2"/>
                </a:solidFill>
                <a:latin typeface="Arial Black" panose="020B0A04020102020204" pitchFamily="34" charset="0"/>
              </a:rPr>
              <a:t>HTTP</a:t>
            </a:r>
            <a:endParaRPr lang="en-AU" sz="2200" b="1" dirty="0">
              <a:solidFill>
                <a:schemeClr val="accent2"/>
              </a:solidFill>
            </a:endParaRPr>
          </a:p>
        </p:txBody>
      </p:sp>
    </p:spTree>
    <p:extLst>
      <p:ext uri="{BB962C8B-B14F-4D97-AF65-F5344CB8AC3E}">
        <p14:creationId xmlns:p14="http://schemas.microsoft.com/office/powerpoint/2010/main" val="3653286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49267" y="996924"/>
            <a:ext cx="2408173" cy="696690"/>
          </a:xfrm>
          <a:effectLst/>
        </p:spPr>
        <p:txBody>
          <a:bodyPr>
            <a:normAutofit fontScale="90000"/>
          </a:bodyPr>
          <a:lstStyle/>
          <a:p>
            <a:r>
              <a:rPr lang="en-AU" b="1" dirty="0">
                <a:solidFill>
                  <a:srgbClr val="0070C0"/>
                </a:solidFill>
              </a:rPr>
              <a:t>References</a:t>
            </a:r>
            <a:br>
              <a:rPr lang="en-AU" b="1" dirty="0">
                <a:solidFill>
                  <a:srgbClr val="002060"/>
                </a:solidFill>
              </a:rPr>
            </a:br>
            <a:br>
              <a:rPr lang="en-AU" b="1" dirty="0">
                <a:solidFill>
                  <a:srgbClr val="002060"/>
                </a:solidFill>
              </a:rPr>
            </a:br>
            <a:endParaRPr lang="en-AU" sz="2200" b="1" dirty="0">
              <a:solidFill>
                <a:schemeClr val="tx1"/>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3970310125"/>
              </p:ext>
            </p:extLst>
          </p:nvPr>
        </p:nvGraphicFramePr>
        <p:xfrm>
          <a:off x="1533235" y="2054681"/>
          <a:ext cx="9679709" cy="2697845"/>
        </p:xfrm>
        <a:graphic>
          <a:graphicData uri="http://schemas.openxmlformats.org/drawingml/2006/table">
            <a:tbl>
              <a:tblPr/>
              <a:tblGrid>
                <a:gridCol w="1583377">
                  <a:extLst>
                    <a:ext uri="{9D8B030D-6E8A-4147-A177-3AD203B41FA5}">
                      <a16:colId xmlns:a16="http://schemas.microsoft.com/office/drawing/2014/main" val="4271026178"/>
                    </a:ext>
                  </a:extLst>
                </a:gridCol>
                <a:gridCol w="8096332">
                  <a:extLst>
                    <a:ext uri="{9D8B030D-6E8A-4147-A177-3AD203B41FA5}">
                      <a16:colId xmlns:a16="http://schemas.microsoft.com/office/drawing/2014/main" val="2026321442"/>
                    </a:ext>
                  </a:extLst>
                </a:gridCol>
              </a:tblGrid>
              <a:tr h="336973">
                <a:tc>
                  <a:txBody>
                    <a:bodyPr/>
                    <a:lstStyle/>
                    <a:p>
                      <a:r>
                        <a:rPr lang="en-AU" dirty="0"/>
                        <a:t>Http</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AU" i="1" dirty="0"/>
                        <a:t>https://www.tutorialspoint.com/http/http_overview.htm</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2373409"/>
                  </a:ext>
                </a:extLst>
              </a:tr>
              <a:tr h="336973">
                <a:tc>
                  <a:txBody>
                    <a:bodyPr/>
                    <a:lstStyle/>
                    <a:p>
                      <a:r>
                        <a:rPr lang="en-AU" dirty="0"/>
                        <a:t>XML</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AU" dirty="0"/>
                        <a:t>https://www.w3schools.com/xml/default.asp</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384448"/>
                  </a:ext>
                </a:extLst>
              </a:tr>
              <a:tr h="393265">
                <a:tc>
                  <a:txBody>
                    <a:bodyPr/>
                    <a:lstStyle/>
                    <a:p>
                      <a:r>
                        <a:rPr lang="en-AU" dirty="0"/>
                        <a:t>SOAP</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AU" i="1" dirty="0"/>
                        <a:t>https://www.tutorialspoint.com/soapui/soap_introduction.htm</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089506"/>
                  </a:ext>
                </a:extLst>
              </a:tr>
              <a:tr h="393265">
                <a:tc>
                  <a:txBody>
                    <a:bodyPr/>
                    <a:lstStyle/>
                    <a:p>
                      <a:r>
                        <a:rPr lang="en-AU" dirty="0"/>
                        <a:t>SOAPUI</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i="1" dirty="0"/>
                        <a:t>https://support.smartbear.com/readyapi/docs/get-started.html</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3848637"/>
                  </a:ext>
                </a:extLst>
              </a:tr>
              <a:tr h="393265">
                <a:tc>
                  <a:txBody>
                    <a:bodyPr/>
                    <a:lstStyle/>
                    <a:p>
                      <a:r>
                        <a:rPr lang="en-AU" dirty="0"/>
                        <a:t>JSON</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AU" i="1" dirty="0"/>
                        <a:t>https://www.w3schools.com/js/js_json_intro.asp</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2376132"/>
                  </a:ext>
                </a:extLst>
              </a:tr>
              <a:tr h="393265">
                <a:tc>
                  <a:txBody>
                    <a:bodyPr/>
                    <a:lstStyle/>
                    <a:p>
                      <a:r>
                        <a:rPr lang="en-AU" dirty="0"/>
                        <a:t>REST</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AU" i="1" dirty="0"/>
                        <a:t>https://aws.amazon.com/what-is/restful-api/</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888151"/>
                  </a:ext>
                </a:extLst>
              </a:tr>
              <a:tr h="393265">
                <a:tc>
                  <a:txBody>
                    <a:bodyPr/>
                    <a:lstStyle/>
                    <a:p>
                      <a:r>
                        <a:rPr lang="en-AU" dirty="0"/>
                        <a:t>Postman</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800" b="0" i="1" dirty="0">
                          <a:solidFill>
                            <a:srgbClr val="002060"/>
                          </a:solidFill>
                        </a:rPr>
                        <a:t>https://learning.postman.com/docs/getting-started/introduction/</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909509587"/>
                  </a:ext>
                </a:extLst>
              </a:tr>
            </a:tbl>
          </a:graphicData>
        </a:graphic>
      </p:graphicFrame>
      <p:sp>
        <p:nvSpPr>
          <p:cNvPr id="3" name="Rectangle 2"/>
          <p:cNvSpPr/>
          <p:nvPr/>
        </p:nvSpPr>
        <p:spPr>
          <a:xfrm>
            <a:off x="1533234" y="5239480"/>
            <a:ext cx="10039929" cy="646331"/>
          </a:xfrm>
          <a:prstGeom prst="rect">
            <a:avLst/>
          </a:prstGeom>
        </p:spPr>
        <p:txBody>
          <a:bodyPr wrap="square">
            <a:spAutoFit/>
          </a:bodyPr>
          <a:lstStyle/>
          <a:p>
            <a:r>
              <a:rPr lang="en-AU" dirty="0"/>
              <a:t>https://blog.devgenius.io/how-to-speed-up-your-api-tests-using-the-advanced-features-of-postman-350c453b376</a:t>
            </a:r>
          </a:p>
        </p:txBody>
      </p:sp>
    </p:spTree>
    <p:extLst>
      <p:ext uri="{BB962C8B-B14F-4D97-AF65-F5344CB8AC3E}">
        <p14:creationId xmlns:p14="http://schemas.microsoft.com/office/powerpoint/2010/main" val="1408025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155114" y="1035051"/>
            <a:ext cx="1311275" cy="930275"/>
          </a:xfrm>
          <a:prstGeom prst="rect">
            <a:avLst/>
          </a:prstGeom>
          <a:effectLst>
            <a:outerShdw blurRad="50800" dist="38100" dir="8100000" algn="tr" rotWithShape="0">
              <a:prstClr val="black">
                <a:alpha val="40000"/>
              </a:prstClr>
            </a:outerShdw>
          </a:effectLst>
        </p:spPr>
      </p:pic>
      <p:sp>
        <p:nvSpPr>
          <p:cNvPr id="5" name="Content Placeholder 2"/>
          <p:cNvSpPr>
            <a:spLocks noGrp="1"/>
          </p:cNvSpPr>
          <p:nvPr>
            <p:ph idx="1"/>
          </p:nvPr>
        </p:nvSpPr>
        <p:spPr>
          <a:xfrm>
            <a:off x="2235200" y="3073401"/>
            <a:ext cx="5308600" cy="1185863"/>
          </a:xfrm>
        </p:spPr>
        <p:txBody>
          <a:bodyPr>
            <a:normAutofit fontScale="85000" lnSpcReduction="10000"/>
          </a:bodyPr>
          <a:lstStyle/>
          <a:p>
            <a:pPr marL="0" indent="0">
              <a:buNone/>
              <a:defRPr/>
            </a:pPr>
            <a:r>
              <a:rPr lang="en-AU" sz="1500" b="1" dirty="0">
                <a:solidFill>
                  <a:schemeClr val="accent2"/>
                </a:solidFill>
              </a:rPr>
              <a:t>Mail</a:t>
            </a:r>
            <a:r>
              <a:rPr lang="en-AU" sz="1500" dirty="0"/>
              <a:t>:  </a:t>
            </a:r>
            <a:r>
              <a:rPr lang="en-AU" sz="1500" dirty="0">
                <a:solidFill>
                  <a:schemeClr val="tx1">
                    <a:lumMod val="50000"/>
                    <a:lumOff val="50000"/>
                  </a:schemeClr>
                </a:solidFill>
              </a:rPr>
              <a:t>info@funnygorilla.com.au</a:t>
            </a:r>
          </a:p>
          <a:p>
            <a:pPr marL="0" indent="0">
              <a:buNone/>
              <a:defRPr/>
            </a:pPr>
            <a:r>
              <a:rPr lang="en-AU" sz="1500" b="1" dirty="0">
                <a:solidFill>
                  <a:schemeClr val="accent2"/>
                </a:solidFill>
              </a:rPr>
              <a:t>Linkedin</a:t>
            </a:r>
            <a:r>
              <a:rPr lang="en-AU" sz="1500" dirty="0"/>
              <a:t>:  </a:t>
            </a:r>
            <a:r>
              <a:rPr lang="en-AU" sz="1500" dirty="0">
                <a:solidFill>
                  <a:schemeClr val="tx1">
                    <a:lumMod val="50000"/>
                    <a:lumOff val="50000"/>
                  </a:schemeClr>
                </a:solidFill>
              </a:rPr>
              <a:t>https://mt.linkedin.com/in/songqing-gu-2ba9034b/de</a:t>
            </a:r>
          </a:p>
          <a:p>
            <a:pPr marL="0" indent="0">
              <a:buNone/>
              <a:defRPr/>
            </a:pPr>
            <a:r>
              <a:rPr lang="en-AU" sz="1500" b="1" dirty="0">
                <a:solidFill>
                  <a:schemeClr val="accent2"/>
                </a:solidFill>
              </a:rPr>
              <a:t>Web Chat</a:t>
            </a:r>
            <a:r>
              <a:rPr lang="en-AU" sz="1500" dirty="0"/>
              <a:t>: </a:t>
            </a:r>
            <a:r>
              <a:rPr lang="en-AU" sz="1500" dirty="0">
                <a:solidFill>
                  <a:schemeClr val="tx1">
                    <a:lumMod val="50000"/>
                    <a:lumOff val="50000"/>
                  </a:schemeClr>
                </a:solidFill>
              </a:rPr>
              <a:t>FunnyGorilla</a:t>
            </a:r>
          </a:p>
          <a:p>
            <a:pPr marL="0" indent="0">
              <a:buNone/>
              <a:defRPr/>
            </a:pPr>
            <a:r>
              <a:rPr lang="en-AU" sz="1500" b="1" dirty="0">
                <a:solidFill>
                  <a:schemeClr val="accent2"/>
                </a:solidFill>
              </a:rPr>
              <a:t>Phone</a:t>
            </a:r>
            <a:r>
              <a:rPr lang="en-AU" sz="1500" dirty="0"/>
              <a:t>: </a:t>
            </a:r>
            <a:r>
              <a:rPr lang="en-AU" sz="1500" dirty="0">
                <a:solidFill>
                  <a:schemeClr val="tx1">
                    <a:lumMod val="50000"/>
                    <a:lumOff val="50000"/>
                  </a:schemeClr>
                </a:solidFill>
              </a:rPr>
              <a:t>0420891343</a:t>
            </a:r>
          </a:p>
          <a:p>
            <a:pPr marL="0" indent="0">
              <a:buNone/>
              <a:defRPr/>
            </a:pPr>
            <a:endParaRPr lang="en-AU" dirty="0"/>
          </a:p>
          <a:p>
            <a:pPr marL="0" indent="0">
              <a:buNone/>
              <a:defRPr/>
            </a:pPr>
            <a:endParaRPr lang="en-AU" dirty="0"/>
          </a:p>
        </p:txBody>
      </p:sp>
      <p:sp>
        <p:nvSpPr>
          <p:cNvPr id="6" name="TextBox 5"/>
          <p:cNvSpPr txBox="1">
            <a:spLocks noChangeArrowheads="1"/>
          </p:cNvSpPr>
          <p:nvPr/>
        </p:nvSpPr>
        <p:spPr bwMode="auto">
          <a:xfrm>
            <a:off x="8491538" y="1965325"/>
            <a:ext cx="19748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defRPr/>
            </a:pPr>
            <a:r>
              <a:rPr lang="en-AU" altLang="zh-CN" sz="1050" b="1" i="1">
                <a:solidFill>
                  <a:schemeClr val="accent2"/>
                </a:solidFill>
                <a:cs typeface="幼圆"/>
              </a:rPr>
              <a:t>Your success is our success</a:t>
            </a:r>
            <a:endParaRPr lang="en-AU" altLang="en-US" sz="1050">
              <a:solidFill>
                <a:schemeClr val="accent2"/>
              </a:solidFill>
            </a:endParaRPr>
          </a:p>
        </p:txBody>
      </p:sp>
      <p:sp>
        <p:nvSpPr>
          <p:cNvPr id="49157" name="Rectangle 6"/>
          <p:cNvSpPr>
            <a:spLocks noChangeArrowheads="1"/>
          </p:cNvSpPr>
          <p:nvPr/>
        </p:nvSpPr>
        <p:spPr bwMode="auto">
          <a:xfrm>
            <a:off x="2235200" y="2589213"/>
            <a:ext cx="154305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r>
              <a:rPr lang="en-AU" altLang="en-US" sz="2700" b="1">
                <a:solidFill>
                  <a:srgbClr val="00B0F0"/>
                </a:solidFill>
              </a:rPr>
              <a:t>Contact</a:t>
            </a:r>
            <a:endParaRPr lang="en-AU" altLang="en-US" sz="2700">
              <a:solidFill>
                <a:schemeClr val="tx1"/>
              </a:solidFill>
            </a:endParaRPr>
          </a:p>
        </p:txBody>
      </p:sp>
      <p:pic>
        <p:nvPicPr>
          <p:cNvPr id="4915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686800" y="4648200"/>
            <a:ext cx="1265238"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783582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22848</TotalTime>
  <Words>621</Words>
  <Application>Microsoft Macintosh PowerPoint</Application>
  <PresentationFormat>Widescreen</PresentationFormat>
  <Paragraphs>77</Paragraphs>
  <Slides>18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 Black</vt:lpstr>
      <vt:lpstr>Calibri</vt:lpstr>
      <vt:lpstr>Century Gothic</vt:lpstr>
      <vt:lpstr>Roboto</vt:lpstr>
      <vt:lpstr>Wingdings 3</vt:lpstr>
      <vt:lpstr>幼圆</vt:lpstr>
      <vt:lpstr>Wisp</vt:lpstr>
      <vt:lpstr>Funny Gorilla诙猩猩-IT培训</vt:lpstr>
      <vt:lpstr>Learning Objectives   </vt:lpstr>
      <vt:lpstr>Transport protocol  </vt:lpstr>
      <vt:lpstr>PowerPoint Presentation</vt:lpstr>
      <vt:lpstr>Transport protocol  </vt:lpstr>
      <vt:lpstr>HTTP Introduction  </vt:lpstr>
      <vt:lpstr>HTTP Sample - header, body, request, response  </vt:lpstr>
      <vt:lpstr>HTTP – URI, URL  </vt:lpstr>
      <vt:lpstr>HTTP – Request Methods  </vt:lpstr>
      <vt:lpstr>HTTP - Status Code  </vt:lpstr>
      <vt:lpstr>Data format in HTTP</vt:lpstr>
      <vt:lpstr>Demo - HTTP</vt:lpstr>
      <vt:lpstr>Session &amp; cookies</vt:lpstr>
      <vt:lpstr>PowerPoint Presentation</vt:lpstr>
      <vt:lpstr>Web Storage - HTTP</vt:lpstr>
      <vt:lpstr>Event Listener - HTTP</vt:lpstr>
      <vt:lpstr>References  </vt:lpstr>
      <vt:lpstr>PowerPoint Presentation</vt:lpstr>
    </vt:vector>
  </TitlesOfParts>
  <Company>ING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Advice to Students</dc:title>
  <dc:creator>Gu, S. (Songqing)</dc:creator>
  <cp:lastModifiedBy>Songqing Gu</cp:lastModifiedBy>
  <cp:revision>838</cp:revision>
  <dcterms:created xsi:type="dcterms:W3CDTF">2020-08-03T09:43:10Z</dcterms:created>
  <dcterms:modified xsi:type="dcterms:W3CDTF">2025-08-08T08:53:16Z</dcterms:modified>
</cp:coreProperties>
</file>