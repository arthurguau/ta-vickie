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315" r:id="rId3"/>
    <p:sldId id="288" r:id="rId4"/>
    <p:sldId id="351" r:id="rId5"/>
    <p:sldId id="352" r:id="rId6"/>
    <p:sldId id="294" r:id="rId7"/>
    <p:sldId id="316" r:id="rId8"/>
    <p:sldId id="353" r:id="rId9"/>
    <p:sldId id="31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288"/>
            <p14:sldId id="351"/>
            <p14:sldId id="352"/>
            <p14:sldId id="294"/>
            <p14:sldId id="316"/>
          </p14:sldIdLst>
        </p14:section>
        <p14:section name="Untitled Section" id="{96B2A4F6-E483-46D3-B718-858E0B0CB8CB}">
          <p14:sldIdLst>
            <p14:sldId id="353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C9E8FF"/>
    <a:srgbClr val="74B2FC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325" autoAdjust="0"/>
  </p:normalViewPr>
  <p:slideViewPr>
    <p:cSldViewPr snapToGrid="0">
      <p:cViewPr>
        <p:scale>
          <a:sx n="75" d="100"/>
          <a:sy n="75" d="100"/>
        </p:scale>
        <p:origin x="300" y="-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A091DB4D-902B-42DE-81C8-9F64084D0AFE}"/>
    <pc:docChg chg="custSel addSld delSld modSld sldOrd modSection">
      <pc:chgData name="Songqing Gu" userId="c4d8cb49210192e2" providerId="LiveId" clId="{A091DB4D-902B-42DE-81C8-9F64084D0AFE}" dt="2023-06-27T15:51:21.687" v="187" actId="20577"/>
      <pc:docMkLst>
        <pc:docMk/>
      </pc:docMkLst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739736197" sldId="281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1562614" sldId="282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54292618" sldId="284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789354427" sldId="285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431625991" sldId="286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194767642" sldId="287"/>
        </pc:sldMkLst>
      </pc:sldChg>
      <pc:sldChg chg="modSp mod ord modNotesTx">
        <pc:chgData name="Songqing Gu" userId="c4d8cb49210192e2" providerId="LiveId" clId="{A091DB4D-902B-42DE-81C8-9F64084D0AFE}" dt="2023-06-27T15:36:25.616" v="111" actId="20577"/>
        <pc:sldMkLst>
          <pc:docMk/>
          <pc:sldMk cId="2686819680" sldId="288"/>
        </pc:sldMkLst>
        <pc:spChg chg="mod">
          <ac:chgData name="Songqing Gu" userId="c4d8cb49210192e2" providerId="LiveId" clId="{A091DB4D-902B-42DE-81C8-9F64084D0AFE}" dt="2023-06-27T15:36:25.616" v="111" actId="20577"/>
          <ac:spMkLst>
            <pc:docMk/>
            <pc:sldMk cId="2686819680" sldId="288"/>
            <ac:spMk id="14" creationId="{00000000-0000-0000-0000-000000000000}"/>
          </ac:spMkLst>
        </pc:spChg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855471171" sldId="289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887954990" sldId="290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530391023" sldId="292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1030084157" sldId="293"/>
        </pc:sldMkLst>
      </pc:sldChg>
      <pc:sldChg chg="addSp delSp modSp mod">
        <pc:chgData name="Songqing Gu" userId="c4d8cb49210192e2" providerId="LiveId" clId="{A091DB4D-902B-42DE-81C8-9F64084D0AFE}" dt="2023-06-27T15:48:37.591" v="182" actId="478"/>
        <pc:sldMkLst>
          <pc:docMk/>
          <pc:sldMk cId="1408025446" sldId="294"/>
        </pc:sldMkLst>
        <pc:spChg chg="del">
          <ac:chgData name="Songqing Gu" userId="c4d8cb49210192e2" providerId="LiveId" clId="{A091DB4D-902B-42DE-81C8-9F64084D0AFE}" dt="2023-06-27T15:48:37.591" v="182" actId="478"/>
          <ac:spMkLst>
            <pc:docMk/>
            <pc:sldMk cId="1408025446" sldId="294"/>
            <ac:spMk id="3" creationId="{00000000-0000-0000-0000-000000000000}"/>
          </ac:spMkLst>
        </pc:spChg>
        <pc:spChg chg="add mod">
          <ac:chgData name="Songqing Gu" userId="c4d8cb49210192e2" providerId="LiveId" clId="{A091DB4D-902B-42DE-81C8-9F64084D0AFE}" dt="2023-06-27T15:48:33.602" v="181" actId="14100"/>
          <ac:spMkLst>
            <pc:docMk/>
            <pc:sldMk cId="1408025446" sldId="294"/>
            <ac:spMk id="5" creationId="{E4D4A812-B518-A3CE-BBE6-617A772752CC}"/>
          </ac:spMkLst>
        </pc:spChg>
        <pc:graphicFrameChg chg="del">
          <ac:chgData name="Songqing Gu" userId="c4d8cb49210192e2" providerId="LiveId" clId="{A091DB4D-902B-42DE-81C8-9F64084D0AFE}" dt="2023-06-27T15:48:19.270" v="177" actId="478"/>
          <ac:graphicFrameMkLst>
            <pc:docMk/>
            <pc:sldMk cId="1408025446" sldId="294"/>
            <ac:graphicFrameMk id="6" creationId="{00000000-0000-0000-0000-000000000000}"/>
          </ac:graphicFrameMkLst>
        </pc:graphicFrameChg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271689629" sldId="295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1222785476" sldId="297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915290282" sldId="298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20019590" sldId="302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44921353" sldId="303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953617833" sldId="305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1232005295" sldId="313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647521266" sldId="314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117407649" sldId="318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198251155" sldId="319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396296038" sldId="320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892519445" sldId="321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574980495" sldId="322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530029220" sldId="323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533243423" sldId="325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291485371" sldId="327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492364789" sldId="329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387566821" sldId="334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533085196" sldId="335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978975941" sldId="336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455407460" sldId="338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458293802" sldId="339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1362375622" sldId="340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242821094" sldId="341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808974401" sldId="342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2368908414" sldId="343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1636408948" sldId="344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4115383892" sldId="345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232703280" sldId="346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230245180" sldId="347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407331459" sldId="348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48961036" sldId="349"/>
        </pc:sldMkLst>
      </pc:sldChg>
      <pc:sldChg chg="del">
        <pc:chgData name="Songqing Gu" userId="c4d8cb49210192e2" providerId="LiveId" clId="{A091DB4D-902B-42DE-81C8-9F64084D0AFE}" dt="2023-06-27T15:48:05.823" v="176" actId="47"/>
        <pc:sldMkLst>
          <pc:docMk/>
          <pc:sldMk cId="3402427553" sldId="350"/>
        </pc:sldMkLst>
      </pc:sldChg>
      <pc:sldChg chg="addSp modSp add mod">
        <pc:chgData name="Songqing Gu" userId="c4d8cb49210192e2" providerId="LiveId" clId="{A091DB4D-902B-42DE-81C8-9F64084D0AFE}" dt="2023-06-27T15:38:07.361" v="139" actId="1076"/>
        <pc:sldMkLst>
          <pc:docMk/>
          <pc:sldMk cId="3156385708" sldId="351"/>
        </pc:sldMkLst>
        <pc:spChg chg="mod">
          <ac:chgData name="Songqing Gu" userId="c4d8cb49210192e2" providerId="LiveId" clId="{A091DB4D-902B-42DE-81C8-9F64084D0AFE}" dt="2023-06-27T15:38:05.819" v="138" actId="1076"/>
          <ac:spMkLst>
            <pc:docMk/>
            <pc:sldMk cId="3156385708" sldId="351"/>
            <ac:spMk id="14" creationId="{00000000-0000-0000-0000-000000000000}"/>
          </ac:spMkLst>
        </pc:spChg>
        <pc:picChg chg="add mod">
          <ac:chgData name="Songqing Gu" userId="c4d8cb49210192e2" providerId="LiveId" clId="{A091DB4D-902B-42DE-81C8-9F64084D0AFE}" dt="2023-06-27T15:38:07.361" v="139" actId="1076"/>
          <ac:picMkLst>
            <pc:docMk/>
            <pc:sldMk cId="3156385708" sldId="351"/>
            <ac:picMk id="1026" creationId="{A16C0A98-3952-11C9-EA2F-C219CED303A3}"/>
          </ac:picMkLst>
        </pc:picChg>
      </pc:sldChg>
      <pc:sldChg chg="addSp delSp modSp add mod modNotesTx">
        <pc:chgData name="Songqing Gu" userId="c4d8cb49210192e2" providerId="LiveId" clId="{A091DB4D-902B-42DE-81C8-9F64084D0AFE}" dt="2023-06-27T15:51:21.687" v="187" actId="20577"/>
        <pc:sldMkLst>
          <pc:docMk/>
          <pc:sldMk cId="3808615107" sldId="352"/>
        </pc:sldMkLst>
        <pc:spChg chg="mod">
          <ac:chgData name="Songqing Gu" userId="c4d8cb49210192e2" providerId="LiveId" clId="{A091DB4D-902B-42DE-81C8-9F64084D0AFE}" dt="2023-06-27T15:40:59.588" v="153" actId="1076"/>
          <ac:spMkLst>
            <pc:docMk/>
            <pc:sldMk cId="3808615107" sldId="352"/>
            <ac:spMk id="14" creationId="{00000000-0000-0000-0000-000000000000}"/>
          </ac:spMkLst>
        </pc:spChg>
        <pc:picChg chg="del">
          <ac:chgData name="Songqing Gu" userId="c4d8cb49210192e2" providerId="LiveId" clId="{A091DB4D-902B-42DE-81C8-9F64084D0AFE}" dt="2023-06-27T15:16:01.312" v="91" actId="478"/>
          <ac:picMkLst>
            <pc:docMk/>
            <pc:sldMk cId="3808615107" sldId="352"/>
            <ac:picMk id="1026" creationId="{A16C0A98-3952-11C9-EA2F-C219CED303A3}"/>
          </ac:picMkLst>
        </pc:picChg>
        <pc:picChg chg="add mod">
          <ac:chgData name="Songqing Gu" userId="c4d8cb49210192e2" providerId="LiveId" clId="{A091DB4D-902B-42DE-81C8-9F64084D0AFE}" dt="2023-06-27T15:41:22.844" v="155" actId="1076"/>
          <ac:picMkLst>
            <pc:docMk/>
            <pc:sldMk cId="3808615107" sldId="352"/>
            <ac:picMk id="2050" creationId="{CB5BBC10-F083-30FD-5C34-0839BE2964EB}"/>
          </ac:picMkLst>
        </pc:picChg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 Gu" userId="c4d8cb49210192e2" providerId="LiveId" clId="{7EB0D10C-6AFF-45EF-BD2A-4CBFE85714AA}"/>
    <pc:docChg chg="custSel modSld">
      <pc:chgData name="Songqing Gu" userId="c4d8cb49210192e2" providerId="LiveId" clId="{7EB0D10C-6AFF-45EF-BD2A-4CBFE85714AA}" dt="2023-06-12T18:25:00.384" v="20" actId="1076"/>
      <pc:docMkLst>
        <pc:docMk/>
      </pc:docMkLst>
      <pc:sldChg chg="modSp mod">
        <pc:chgData name="Songqing Gu" userId="c4d8cb49210192e2" providerId="LiveId" clId="{7EB0D10C-6AFF-45EF-BD2A-4CBFE85714AA}" dt="2023-06-12T18:22:24.307" v="9" actId="20577"/>
        <pc:sldMkLst>
          <pc:docMk/>
          <pc:sldMk cId="3813058601" sldId="256"/>
        </pc:sldMkLst>
        <pc:spChg chg="mod">
          <ac:chgData name="Songqing Gu" userId="c4d8cb49210192e2" providerId="LiveId" clId="{7EB0D10C-6AFF-45EF-BD2A-4CBFE85714AA}" dt="2023-06-12T18:22:24.307" v="9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7EB0D10C-6AFF-45EF-BD2A-4CBFE85714AA}" dt="2023-06-12T18:25:00.384" v="20" actId="1076"/>
        <pc:sldMkLst>
          <pc:docMk/>
          <pc:sldMk cId="4012434336" sldId="316"/>
        </pc:sldMkLst>
        <pc:spChg chg="add mod">
          <ac:chgData name="Songqing Gu" userId="c4d8cb49210192e2" providerId="LiveId" clId="{7EB0D10C-6AFF-45EF-BD2A-4CBFE85714AA}" dt="2023-06-12T18:25:00.384" v="20" actId="1076"/>
          <ac:spMkLst>
            <pc:docMk/>
            <pc:sldMk cId="4012434336" sldId="316"/>
            <ac:spMk id="3" creationId="{3DD36BFB-01AC-B867-076F-B97DE5A7DEE3}"/>
          </ac:spMkLst>
        </pc:spChg>
        <pc:picChg chg="del mod">
          <ac:chgData name="Songqing Gu" userId="c4d8cb49210192e2" providerId="LiveId" clId="{7EB0D10C-6AFF-45EF-BD2A-4CBFE85714AA}" dt="2023-06-12T18:22:30.280" v="11" actId="478"/>
          <ac:picMkLst>
            <pc:docMk/>
            <pc:sldMk cId="4012434336" sldId="316"/>
            <ac:picMk id="19" creationId="{00000000-0000-0000-0000-000000000000}"/>
          </ac:picMkLst>
        </pc:picChg>
        <pc:picChg chg="add mod">
          <ac:chgData name="Songqing Gu" userId="c4d8cb49210192e2" providerId="LiveId" clId="{7EB0D10C-6AFF-45EF-BD2A-4CBFE85714AA}" dt="2023-06-12T18:24:03.070" v="14" actId="1076"/>
          <ac:picMkLst>
            <pc:docMk/>
            <pc:sldMk cId="4012434336" sldId="316"/>
            <ac:picMk id="1026" creationId="{5186C23D-D38D-AC4F-DC84-643E38BF2B90}"/>
          </ac:picMkLst>
        </pc:picChg>
      </pc:sldChg>
    </pc:docChg>
  </pc:docChgLst>
  <pc:docChgLst>
    <pc:chgData name="Songqing Gu" userId="c4d8cb49210192e2" providerId="LiveId" clId="{C3EB2247-DD48-4E3B-BAF2-2C048CC0FEBB}"/>
    <pc:docChg chg="custSel addSld modSld sldOrd modSection">
      <pc:chgData name="Songqing Gu" userId="c4d8cb49210192e2" providerId="LiveId" clId="{C3EB2247-DD48-4E3B-BAF2-2C048CC0FEBB}" dt="2023-09-28T11:46:28.211" v="9"/>
      <pc:docMkLst>
        <pc:docMk/>
      </pc:docMkLst>
      <pc:sldChg chg="addSp delSp modSp mod ord">
        <pc:chgData name="Songqing Gu" userId="c4d8cb49210192e2" providerId="LiveId" clId="{C3EB2247-DD48-4E3B-BAF2-2C048CC0FEBB}" dt="2023-09-28T11:46:28.211" v="9"/>
        <pc:sldMkLst>
          <pc:docMk/>
          <pc:sldMk cId="1408025446" sldId="294"/>
        </pc:sldMkLst>
        <pc:spChg chg="del">
          <ac:chgData name="Songqing Gu" userId="c4d8cb49210192e2" providerId="LiveId" clId="{C3EB2247-DD48-4E3B-BAF2-2C048CC0FEBB}" dt="2023-09-28T11:45:24.772" v="1" actId="478"/>
          <ac:spMkLst>
            <pc:docMk/>
            <pc:sldMk cId="1408025446" sldId="294"/>
            <ac:spMk id="2" creationId="{00000000-0000-0000-0000-000000000000}"/>
          </ac:spMkLst>
        </pc:spChg>
        <pc:spChg chg="add del mod">
          <ac:chgData name="Songqing Gu" userId="c4d8cb49210192e2" providerId="LiveId" clId="{C3EB2247-DD48-4E3B-BAF2-2C048CC0FEBB}" dt="2023-09-28T11:45:27.882" v="3" actId="478"/>
          <ac:spMkLst>
            <pc:docMk/>
            <pc:sldMk cId="1408025446" sldId="294"/>
            <ac:spMk id="4" creationId="{36433E9C-3914-1559-B4D3-F285391432E2}"/>
          </ac:spMkLst>
        </pc:spChg>
        <pc:spChg chg="del">
          <ac:chgData name="Songqing Gu" userId="c4d8cb49210192e2" providerId="LiveId" clId="{C3EB2247-DD48-4E3B-BAF2-2C048CC0FEBB}" dt="2023-09-28T11:45:31.159" v="4" actId="478"/>
          <ac:spMkLst>
            <pc:docMk/>
            <pc:sldMk cId="1408025446" sldId="294"/>
            <ac:spMk id="5" creationId="{E4D4A812-B518-A3CE-BBE6-617A772752CC}"/>
          </ac:spMkLst>
        </pc:spChg>
        <pc:picChg chg="add mod">
          <ac:chgData name="Songqing Gu" userId="c4d8cb49210192e2" providerId="LiveId" clId="{C3EB2247-DD48-4E3B-BAF2-2C048CC0FEBB}" dt="2023-09-28T11:45:38.504" v="7" actId="1076"/>
          <ac:picMkLst>
            <pc:docMk/>
            <pc:sldMk cId="1408025446" sldId="294"/>
            <ac:picMk id="7" creationId="{E4B9B33E-6A99-CADD-20AA-A782A228C7FD}"/>
          </ac:picMkLst>
        </pc:picChg>
      </pc:sldChg>
      <pc:sldChg chg="add">
        <pc:chgData name="Songqing Gu" userId="c4d8cb49210192e2" providerId="LiveId" clId="{C3EB2247-DD48-4E3B-BAF2-2C048CC0FEBB}" dt="2023-09-28T11:44:33.096" v="0" actId="2890"/>
        <pc:sldMkLst>
          <pc:docMk/>
          <pc:sldMk cId="2750112400" sldId="3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28/09/2023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The goal of the OAuth 2.0 client credentials grant is to allow two automated services to interact securely. It does this primarily by replacing the old scheme, HTTP Basic, with a token-based authentication scheme that greatly reduces the number of requests that expose sensitive access credentials.</a:t>
            </a:r>
          </a:p>
          <a:p>
            <a:endParaRPr lang="en-US" b="0" i="0" dirty="0">
              <a:solidFill>
                <a:srgbClr val="5D5D5D"/>
              </a:solidFill>
              <a:effectLst/>
              <a:latin typeface="proxima-nova"/>
            </a:endParaRP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The problems with HTTP Basic: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it sends the username and password with every request.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This means that each and every request between each and every service is a major potential security risk.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Did the headers get leaked in a log file?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Did somebody forget to force HTTPS?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One mistake and credentials are compromised.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Further, because usernames and passwords often don’t have expiration dates, and because many people will (sadly) reuse these credentials across services, such a leak can expose a hole the size of a barn in a system’s security barrier.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1912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The goal of the OAuth 2.0 client credentials grant is to allow two automated services to interact securely. It does this primarily by replacing the old scheme, HTTP Basic, with a token-based authentication scheme that greatly reduces the number of requests that expose sensitive access credentials.</a:t>
            </a:r>
          </a:p>
          <a:p>
            <a:endParaRPr lang="en-US" b="0" i="0" dirty="0">
              <a:solidFill>
                <a:srgbClr val="5D5D5D"/>
              </a:solidFill>
              <a:effectLst/>
              <a:latin typeface="proxima-nova"/>
            </a:endParaRP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The problems with HTTP Basic: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it sends the username and password with every request.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This means that each and every request between each and every service is a major potential security risk.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Did the headers get leaked in a log file?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Did somebody forget to force HTTPS?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One mistake and credentials are compromised.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Further, because usernames and passwords often don’t have expiration dates, and because many people will (sadly) reuse these credentials across services, such a leak can expose a hole the size of a barn in a system’s security barrier.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62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5D5D5D"/>
                </a:solidFill>
                <a:effectLst/>
                <a:latin typeface="proxima-nova"/>
              </a:rPr>
              <a:t>The primary benefit: 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that the service credentials are only exposed when a new token must be requested or refreshed.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this request is performed in a far more controlled manner, since it happens between the client and the authorization server.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With HTTP Basic, in essence, every server has to act as an authorization server, with the increased security risk this poses.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when the service that receives the request validates the token. It makes a request to the authorization server, sending only the token, not exposing the username and password of the client.</a:t>
            </a:r>
          </a:p>
          <a:p>
            <a:r>
              <a:rPr lang="en-US" b="0" i="0" dirty="0">
                <a:solidFill>
                  <a:srgbClr val="5D5D5D"/>
                </a:solidFill>
                <a:effectLst/>
                <a:latin typeface="proxima-nova"/>
              </a:rPr>
              <a:t>Another major benefit is that the tokens should expire and can be scoped. Passwords only expire when they are changed. Tokens have an expiration built into them</a:t>
            </a:r>
            <a:r>
              <a:rPr lang="en-US" b="0" i="0">
                <a:solidFill>
                  <a:srgbClr val="5D5D5D"/>
                </a:solidFill>
                <a:effectLst/>
                <a:latin typeface="proxima-nova"/>
              </a:rPr>
              <a:t>. </a:t>
            </a:r>
          </a:p>
          <a:p>
            <a:r>
              <a:rPr lang="en-US" b="0" i="0">
                <a:solidFill>
                  <a:srgbClr val="5D5D5D"/>
                </a:solidFill>
                <a:effectLst/>
                <a:latin typeface="proxima-nova"/>
              </a:rPr>
              <a:t>Further, the scope of the token and the authenticated identity of the token holder can be used to restrict the actions that the token holder is allowed to perform.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285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806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3435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28/09/2023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5407" y="2359817"/>
            <a:ext cx="5296775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API</a:t>
            </a:r>
            <a:r>
              <a:rPr lang="en-AU" sz="4000" b="1" dirty="0">
                <a:solidFill>
                  <a:srgbClr val="0070C0"/>
                </a:solidFill>
              </a:rPr>
              <a:t>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Security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3840018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is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Why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Where is API located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types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Transport Protocol - HTTP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Data Contract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Rest API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 err="1">
                <a:solidFill>
                  <a:schemeClr val="accent2"/>
                </a:solidFill>
              </a:rPr>
              <a:t>OpenAPI</a:t>
            </a:r>
            <a:r>
              <a:rPr lang="en-AU" altLang="en-US" b="1" i="1" dirty="0">
                <a:solidFill>
                  <a:schemeClr val="accent2"/>
                </a:solidFill>
              </a:rPr>
              <a:t> Specification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API lifecycle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918240" y="1886490"/>
            <a:ext cx="7540210" cy="696690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API Security – O</a:t>
            </a: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Auth 2.0</a:t>
            </a: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252225" y="1074960"/>
            <a:ext cx="4692125" cy="559530"/>
          </a:xfrm>
          <a:effectLst/>
        </p:spPr>
        <p:txBody>
          <a:bodyPr>
            <a:noAutofit/>
          </a:bodyPr>
          <a:lstStyle/>
          <a:p>
            <a:r>
              <a:rPr lang="en-AU" sz="2000" dirty="0">
                <a:solidFill>
                  <a:srgbClr val="0070C0"/>
                </a:solidFill>
                <a:latin typeface="Arial Black" panose="020B0A04020102020204" pitchFamily="34" charset="0"/>
              </a:rPr>
              <a:t>The problems with </a:t>
            </a:r>
            <a:r>
              <a:rPr lang="en-AU" sz="2000" dirty="0">
                <a:solidFill>
                  <a:schemeClr val="accent2"/>
                </a:solidFill>
                <a:latin typeface="Arial Black" panose="020B0A04020102020204" pitchFamily="34" charset="0"/>
              </a:rPr>
              <a:t>HTTP Basic</a:t>
            </a:r>
            <a:endParaRPr lang="en-AU" sz="2000" b="1" dirty="0">
              <a:solidFill>
                <a:schemeClr val="accent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6C0A98-3952-11C9-EA2F-C219CED3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74960"/>
            <a:ext cx="5863590" cy="462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385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258065" y="926370"/>
            <a:ext cx="4029185" cy="559530"/>
          </a:xfrm>
          <a:effectLst/>
        </p:spPr>
        <p:txBody>
          <a:bodyPr>
            <a:no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OAuth 2.0</a:t>
            </a:r>
            <a:endParaRPr lang="en-AU" sz="3200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Client Credentials Sequence">
            <a:extLst>
              <a:ext uri="{FF2B5EF4-FFF2-40B4-BE49-F238E27FC236}">
                <a16:creationId xmlns:a16="http://schemas.microsoft.com/office/drawing/2014/main" id="{CB5BBC10-F083-30FD-5C34-0839BE29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77" y="843287"/>
            <a:ext cx="6928485" cy="549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61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B9B33E-6A99-CADD-20AA-A782A228C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15" y="1060089"/>
            <a:ext cx="10143895" cy="47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penID Connect">
            <a:extLst>
              <a:ext uri="{FF2B5EF4-FFF2-40B4-BE49-F238E27FC236}">
                <a16:creationId xmlns:a16="http://schemas.microsoft.com/office/drawing/2014/main" id="{5186C23D-D38D-AC4F-DC84-643E38BF2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11" y="965994"/>
            <a:ext cx="11377978" cy="492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D36BFB-01AC-B867-076F-B97DE5A7DEE3}"/>
              </a:ext>
            </a:extLst>
          </p:cNvPr>
          <p:cNvSpPr txBox="1"/>
          <p:nvPr/>
        </p:nvSpPr>
        <p:spPr>
          <a:xfrm>
            <a:off x="2064047" y="6276983"/>
            <a:ext cx="8669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https://developer.okta.com/blog/2020/03/23/microservice-security-patterns</a:t>
            </a:r>
          </a:p>
        </p:txBody>
      </p:sp>
    </p:spTree>
    <p:extLst>
      <p:ext uri="{BB962C8B-B14F-4D97-AF65-F5344CB8AC3E}">
        <p14:creationId xmlns:p14="http://schemas.microsoft.com/office/powerpoint/2010/main" val="401243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4A812-B518-A3CE-BBE6-617A772752CC}"/>
              </a:ext>
            </a:extLst>
          </p:cNvPr>
          <p:cNvSpPr txBox="1"/>
          <p:nvPr/>
        </p:nvSpPr>
        <p:spPr>
          <a:xfrm>
            <a:off x="1533233" y="2028936"/>
            <a:ext cx="10039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https://developer.okta.com/blog/2021/05/05/client-credentials-spring-security</a:t>
            </a:r>
          </a:p>
        </p:txBody>
      </p:sp>
    </p:spTree>
    <p:extLst>
      <p:ext uri="{BB962C8B-B14F-4D97-AF65-F5344CB8AC3E}">
        <p14:creationId xmlns:p14="http://schemas.microsoft.com/office/powerpoint/2010/main" val="275011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22806</TotalTime>
  <Words>610</Words>
  <Application>Microsoft Office PowerPoint</Application>
  <PresentationFormat>Widescreen</PresentationFormat>
  <Paragraphs>56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proxima-nova</vt:lpstr>
      <vt:lpstr>Arial</vt:lpstr>
      <vt:lpstr>Arial Black</vt:lpstr>
      <vt:lpstr>Calibri</vt:lpstr>
      <vt:lpstr>Century Gothic</vt:lpstr>
      <vt:lpstr>Wingdings 3</vt:lpstr>
      <vt:lpstr>Wisp</vt:lpstr>
      <vt:lpstr>Funny Gorilla诙猩猩-IT培训</vt:lpstr>
      <vt:lpstr>Learning Objectives   </vt:lpstr>
      <vt:lpstr>API Security – OAuth 2.0 </vt:lpstr>
      <vt:lpstr>The problems with HTTP Basic</vt:lpstr>
      <vt:lpstr>OAuth 2.0</vt:lpstr>
      <vt:lpstr>PowerPoint Presentation</vt:lpstr>
      <vt:lpstr>PowerPoint Presentation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829</cp:revision>
  <dcterms:created xsi:type="dcterms:W3CDTF">2020-08-03T09:43:10Z</dcterms:created>
  <dcterms:modified xsi:type="dcterms:W3CDTF">2023-09-28T11:46:36Z</dcterms:modified>
</cp:coreProperties>
</file>