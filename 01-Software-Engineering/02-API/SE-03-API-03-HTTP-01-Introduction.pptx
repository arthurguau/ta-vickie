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315" r:id="rId3"/>
    <p:sldId id="284" r:id="rId4"/>
    <p:sldId id="305" r:id="rId5"/>
    <p:sldId id="298" r:id="rId6"/>
    <p:sldId id="320" r:id="rId7"/>
    <p:sldId id="282" r:id="rId8"/>
    <p:sldId id="342" r:id="rId9"/>
    <p:sldId id="290" r:id="rId10"/>
    <p:sldId id="346" r:id="rId11"/>
    <p:sldId id="294" r:id="rId12"/>
    <p:sldId id="31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</p14:sldIdLst>
        </p14:section>
        <p14:section name="Untitled Section" id="{96B2A4F6-E483-46D3-B718-858E0B0CB8CB}">
          <p14:sldIdLst>
            <p14:sldId id="284"/>
            <p14:sldId id="305"/>
            <p14:sldId id="298"/>
            <p14:sldId id="320"/>
            <p14:sldId id="282"/>
            <p14:sldId id="342"/>
            <p14:sldId id="290"/>
            <p14:sldId id="346"/>
            <p14:sldId id="294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B8F"/>
    <a:srgbClr val="C9E8FF"/>
    <a:srgbClr val="74B2FC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5C465-B731-4BBE-9792-240199F2B230}" v="12" dt="2023-05-28T04:15:22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/>
    <p:restoredTop sz="94746"/>
  </p:normalViewPr>
  <p:slideViewPr>
    <p:cSldViewPr snapToGrid="0">
      <p:cViewPr varScale="1">
        <p:scale>
          <a:sx n="123" d="100"/>
          <a:sy n="123" d="100"/>
        </p:scale>
        <p:origin x="174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3D15C465-B731-4BBE-9792-240199F2B230}"/>
    <pc:docChg chg="delSld modSld modSection">
      <pc:chgData name="Songqing" userId="c4d8cb49210192e2" providerId="LiveId" clId="{3D15C465-B731-4BBE-9792-240199F2B230}" dt="2023-04-02T01:55:10.827" v="7" actId="47"/>
      <pc:docMkLst>
        <pc:docMk/>
      </pc:docMkLst>
      <pc:sldChg chg="modSp mod">
        <pc:chgData name="Songqing" userId="c4d8cb49210192e2" providerId="LiveId" clId="{3D15C465-B731-4BBE-9792-240199F2B230}" dt="2023-04-02T01:53:35.334" v="5" actId="20577"/>
        <pc:sldMkLst>
          <pc:docMk/>
          <pc:sldMk cId="3813058601" sldId="256"/>
        </pc:sldMkLst>
        <pc:spChg chg="mod">
          <ac:chgData name="Songqing" userId="c4d8cb49210192e2" providerId="LiveId" clId="{3D15C465-B731-4BBE-9792-240199F2B230}" dt="2023-04-02T01:53:35.334" v="5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739736197" sldId="281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789354427" sldId="285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431625991" sldId="286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194767642" sldId="287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2686819680" sldId="288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855471171" sldId="289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530391023" sldId="292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030084157" sldId="29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222785476" sldId="297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220019590" sldId="302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44921353" sldId="30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232005295" sldId="31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647521266" sldId="314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4012434336" sldId="316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117407649" sldId="318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98251155" sldId="319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574980495" sldId="322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530029220" sldId="32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533243423" sldId="325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3291485371" sldId="327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3387566821" sldId="334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455407460" sldId="338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2458293802" sldId="339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1362375622" sldId="340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808974401" sldId="342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368908414" sldId="34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636408948" sldId="344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4115383892" sldId="345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3232703280" sldId="346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3230245180" sldId="347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407331459" sldId="348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48961036" sldId="349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402427553" sldId="350"/>
        </pc:sldMkLst>
      </pc:sldChg>
    </pc:docChg>
  </pc:docChgLst>
  <pc:docChgLst>
    <pc:chgData name="Songqing Gu" userId="c4d8cb49210192e2" providerId="LiveId" clId="{3D15C465-B731-4BBE-9792-240199F2B230}"/>
    <pc:docChg chg="custSel addSld delSld modSld sldOrd modSection">
      <pc:chgData name="Songqing Gu" userId="c4d8cb49210192e2" providerId="LiveId" clId="{3D15C465-B731-4BBE-9792-240199F2B230}" dt="2023-05-28T16:52:29.282" v="457" actId="20577"/>
      <pc:docMkLst>
        <pc:docMk/>
      </pc:docMkLst>
      <pc:sldChg chg="addSp modSp mod">
        <pc:chgData name="Songqing Gu" userId="c4d8cb49210192e2" providerId="LiveId" clId="{3D15C465-B731-4BBE-9792-240199F2B230}" dt="2023-05-14T23:00:28.562" v="180" actId="1076"/>
        <pc:sldMkLst>
          <pc:docMk/>
          <pc:sldMk cId="54292618" sldId="284"/>
        </pc:sldMkLst>
        <pc:spChg chg="mod">
          <ac:chgData name="Songqing Gu" userId="c4d8cb49210192e2" providerId="LiveId" clId="{3D15C465-B731-4BBE-9792-240199F2B230}" dt="2023-05-14T22:58:03.107" v="124" actId="1038"/>
          <ac:spMkLst>
            <pc:docMk/>
            <pc:sldMk cId="54292618" sldId="284"/>
            <ac:spMk id="3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19.670" v="127" actId="1076"/>
          <ac:spMkLst>
            <pc:docMk/>
            <pc:sldMk cId="54292618" sldId="284"/>
            <ac:spMk id="4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03.107" v="124" actId="1038"/>
          <ac:spMkLst>
            <pc:docMk/>
            <pc:sldMk cId="54292618" sldId="284"/>
            <ac:spMk id="5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03.107" v="124" actId="1038"/>
          <ac:spMkLst>
            <pc:docMk/>
            <pc:sldMk cId="54292618" sldId="284"/>
            <ac:spMk id="6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7:44.021" v="96" actId="1076"/>
          <ac:spMkLst>
            <pc:docMk/>
            <pc:sldMk cId="54292618" sldId="284"/>
            <ac:spMk id="7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31.660" v="130" actId="1076"/>
          <ac:spMkLst>
            <pc:docMk/>
            <pc:sldMk cId="54292618" sldId="284"/>
            <ac:spMk id="8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07.629" v="125" actId="14100"/>
          <ac:spMkLst>
            <pc:docMk/>
            <pc:sldMk cId="54292618" sldId="284"/>
            <ac:spMk id="9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21.472" v="128" actId="1076"/>
          <ac:spMkLst>
            <pc:docMk/>
            <pc:sldMk cId="54292618" sldId="284"/>
            <ac:spMk id="12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19.670" v="127" actId="1076"/>
          <ac:spMkLst>
            <pc:docMk/>
            <pc:sldMk cId="54292618" sldId="284"/>
            <ac:spMk id="13" creationId="{00000000-0000-0000-0000-000000000000}"/>
          </ac:spMkLst>
        </pc:spChg>
        <pc:spChg chg="add mod">
          <ac:chgData name="Songqing Gu" userId="c4d8cb49210192e2" providerId="LiveId" clId="{3D15C465-B731-4BBE-9792-240199F2B230}" dt="2023-05-14T22:58:25.093" v="129" actId="1076"/>
          <ac:spMkLst>
            <pc:docMk/>
            <pc:sldMk cId="54292618" sldId="284"/>
            <ac:spMk id="16" creationId="{D968E855-FD13-E83C-BB0F-5AA18D6592C6}"/>
          </ac:spMkLst>
        </pc:spChg>
        <pc:spChg chg="add mod">
          <ac:chgData name="Songqing Gu" userId="c4d8cb49210192e2" providerId="LiveId" clId="{3D15C465-B731-4BBE-9792-240199F2B230}" dt="2023-05-14T22:54:35.379" v="76" actId="1076"/>
          <ac:spMkLst>
            <pc:docMk/>
            <pc:sldMk cId="54292618" sldId="284"/>
            <ac:spMk id="18" creationId="{7249C118-C677-A7F2-CEA7-3D0BD324DB41}"/>
          </ac:spMkLst>
        </pc:spChg>
        <pc:spChg chg="add mod ord">
          <ac:chgData name="Songqing Gu" userId="c4d8cb49210192e2" providerId="LiveId" clId="{3D15C465-B731-4BBE-9792-240199F2B230}" dt="2023-05-14T22:58:31.660" v="130" actId="1076"/>
          <ac:spMkLst>
            <pc:docMk/>
            <pc:sldMk cId="54292618" sldId="284"/>
            <ac:spMk id="22" creationId="{75D6AB71-76B0-1EAD-2964-F9770F4D7271}"/>
          </ac:spMkLst>
        </pc:spChg>
        <pc:spChg chg="add mod">
          <ac:chgData name="Songqing Gu" userId="c4d8cb49210192e2" providerId="LiveId" clId="{3D15C465-B731-4BBE-9792-240199F2B230}" dt="2023-05-14T23:00:28.562" v="180" actId="1076"/>
          <ac:spMkLst>
            <pc:docMk/>
            <pc:sldMk cId="54292618" sldId="284"/>
            <ac:spMk id="37" creationId="{E6786BC8-3C64-533B-6C10-6D8FC47130DC}"/>
          </ac:spMkLst>
        </pc:spChg>
        <pc:spChg chg="add mod">
          <ac:chgData name="Songqing Gu" userId="c4d8cb49210192e2" providerId="LiveId" clId="{3D15C465-B731-4BBE-9792-240199F2B230}" dt="2023-05-14T23:00:20.321" v="177" actId="1076"/>
          <ac:spMkLst>
            <pc:docMk/>
            <pc:sldMk cId="54292618" sldId="284"/>
            <ac:spMk id="38" creationId="{81CF69FE-5E81-3263-045D-6311DBAA5475}"/>
          </ac:spMkLst>
        </pc:spChg>
        <pc:cxnChg chg="add mod">
          <ac:chgData name="Songqing Gu" userId="c4d8cb49210192e2" providerId="LiveId" clId="{3D15C465-B731-4BBE-9792-240199F2B230}" dt="2023-05-14T22:58:25.093" v="129" actId="1076"/>
          <ac:cxnSpMkLst>
            <pc:docMk/>
            <pc:sldMk cId="54292618" sldId="284"/>
            <ac:cxnSpMk id="14" creationId="{79FB8FF1-9B58-3682-E66E-22724389818F}"/>
          </ac:cxnSpMkLst>
        </pc:cxnChg>
        <pc:cxnChg chg="add mod">
          <ac:chgData name="Songqing Gu" userId="c4d8cb49210192e2" providerId="LiveId" clId="{3D15C465-B731-4BBE-9792-240199F2B230}" dt="2023-05-14T22:58:07.629" v="125" actId="14100"/>
          <ac:cxnSpMkLst>
            <pc:docMk/>
            <pc:sldMk cId="54292618" sldId="284"/>
            <ac:cxnSpMk id="19" creationId="{0EFB30FE-EF88-2010-5B79-61A500A3C968}"/>
          </ac:cxnSpMkLst>
        </pc:cxnChg>
        <pc:cxnChg chg="add mod">
          <ac:chgData name="Songqing Gu" userId="c4d8cb49210192e2" providerId="LiveId" clId="{3D15C465-B731-4BBE-9792-240199F2B230}" dt="2023-05-14T22:59:19.874" v="140" actId="14100"/>
          <ac:cxnSpMkLst>
            <pc:docMk/>
            <pc:sldMk cId="54292618" sldId="284"/>
            <ac:cxnSpMk id="30" creationId="{CA4F4072-E20C-EFF2-80D9-C243D8E9956D}"/>
          </ac:cxnSpMkLst>
        </pc:cxnChg>
        <pc:cxnChg chg="add mod">
          <ac:chgData name="Songqing Gu" userId="c4d8cb49210192e2" providerId="LiveId" clId="{3D15C465-B731-4BBE-9792-240199F2B230}" dt="2023-05-14T22:59:09.839" v="137" actId="14100"/>
          <ac:cxnSpMkLst>
            <pc:docMk/>
            <pc:sldMk cId="54292618" sldId="284"/>
            <ac:cxnSpMk id="33" creationId="{6C743B69-D3FB-6083-FC0A-55FE196BB9A9}"/>
          </ac:cxnSpMkLst>
        </pc:cxnChg>
      </pc:sldChg>
      <pc:sldChg chg="ord">
        <pc:chgData name="Songqing Gu" userId="c4d8cb49210192e2" providerId="LiveId" clId="{3D15C465-B731-4BBE-9792-240199F2B230}" dt="2023-05-16T17:26:01.012" v="207"/>
        <pc:sldMkLst>
          <pc:docMk/>
          <pc:sldMk cId="887954990" sldId="290"/>
        </pc:sldMkLst>
      </pc:sldChg>
      <pc:sldChg chg="del">
        <pc:chgData name="Songqing Gu" userId="c4d8cb49210192e2" providerId="LiveId" clId="{3D15C465-B731-4BBE-9792-240199F2B230}" dt="2023-05-13T02:43:40.997" v="0" actId="47"/>
        <pc:sldMkLst>
          <pc:docMk/>
          <pc:sldMk cId="2271689629" sldId="295"/>
        </pc:sldMkLst>
      </pc:sldChg>
      <pc:sldChg chg="addSp modSp mod">
        <pc:chgData name="Songqing Gu" userId="c4d8cb49210192e2" providerId="LiveId" clId="{3D15C465-B731-4BBE-9792-240199F2B230}" dt="2023-05-28T04:15:22.878" v="411" actId="1076"/>
        <pc:sldMkLst>
          <pc:docMk/>
          <pc:sldMk cId="915290282" sldId="298"/>
        </pc:sldMkLst>
        <pc:spChg chg="add mod">
          <ac:chgData name="Songqing Gu" userId="c4d8cb49210192e2" providerId="LiveId" clId="{3D15C465-B731-4BBE-9792-240199F2B230}" dt="2023-05-28T04:13:27.042" v="384" actId="14100"/>
          <ac:spMkLst>
            <pc:docMk/>
            <pc:sldMk cId="915290282" sldId="298"/>
            <ac:spMk id="3" creationId="{728E0398-A394-08E8-3300-1C9D5AE41037}"/>
          </ac:spMkLst>
        </pc:spChg>
        <pc:spChg chg="add mod">
          <ac:chgData name="Songqing Gu" userId="c4d8cb49210192e2" providerId="LiveId" clId="{3D15C465-B731-4BBE-9792-240199F2B230}" dt="2023-05-28T04:13:27.042" v="384" actId="14100"/>
          <ac:spMkLst>
            <pc:docMk/>
            <pc:sldMk cId="915290282" sldId="298"/>
            <ac:spMk id="4" creationId="{7117052F-5B5E-799F-74F2-0B110DDFA642}"/>
          </ac:spMkLst>
        </pc:spChg>
        <pc:spChg chg="add mod">
          <ac:chgData name="Songqing Gu" userId="c4d8cb49210192e2" providerId="LiveId" clId="{3D15C465-B731-4BBE-9792-240199F2B230}" dt="2023-05-28T04:13:33.054" v="385" actId="1076"/>
          <ac:spMkLst>
            <pc:docMk/>
            <pc:sldMk cId="915290282" sldId="298"/>
            <ac:spMk id="5" creationId="{4DC1C531-A91A-EC27-5B4D-B35189B185DF}"/>
          </ac:spMkLst>
        </pc:spChg>
        <pc:spChg chg="add mod">
          <ac:chgData name="Songqing Gu" userId="c4d8cb49210192e2" providerId="LiveId" clId="{3D15C465-B731-4BBE-9792-240199F2B230}" dt="2023-05-28T04:14:03.496" v="406" actId="1076"/>
          <ac:spMkLst>
            <pc:docMk/>
            <pc:sldMk cId="915290282" sldId="298"/>
            <ac:spMk id="6" creationId="{FF65CB8B-33D4-2A73-EBBA-66478A805AB5}"/>
          </ac:spMkLst>
        </pc:spChg>
        <pc:picChg chg="add mod">
          <ac:chgData name="Songqing Gu" userId="c4d8cb49210192e2" providerId="LiveId" clId="{3D15C465-B731-4BBE-9792-240199F2B230}" dt="2023-05-28T04:15:22.878" v="411" actId="1076"/>
          <ac:picMkLst>
            <pc:docMk/>
            <pc:sldMk cId="915290282" sldId="298"/>
            <ac:picMk id="13" creationId="{F5C1B50A-BDC1-D13B-A531-E9A95DF1B49D}"/>
          </ac:picMkLst>
        </pc:picChg>
        <pc:cxnChg chg="add">
          <ac:chgData name="Songqing Gu" userId="c4d8cb49210192e2" providerId="LiveId" clId="{3D15C465-B731-4BBE-9792-240199F2B230}" dt="2023-05-28T04:14:12.318" v="407" actId="11529"/>
          <ac:cxnSpMkLst>
            <pc:docMk/>
            <pc:sldMk cId="915290282" sldId="298"/>
            <ac:cxnSpMk id="9" creationId="{E7467D25-01D5-1523-12EE-13E1F4B9210B}"/>
          </ac:cxnSpMkLst>
        </pc:cxnChg>
        <pc:cxnChg chg="add">
          <ac:chgData name="Songqing Gu" userId="c4d8cb49210192e2" providerId="LiveId" clId="{3D15C465-B731-4BBE-9792-240199F2B230}" dt="2023-05-28T04:14:25.238" v="408" actId="11529"/>
          <ac:cxnSpMkLst>
            <pc:docMk/>
            <pc:sldMk cId="915290282" sldId="298"/>
            <ac:cxnSpMk id="12" creationId="{9AE3F92A-42F8-E4B8-82D9-73A68A451CB4}"/>
          </ac:cxnSpMkLst>
        </pc:cxnChg>
      </pc:sldChg>
      <pc:sldChg chg="modSp mod ord">
        <pc:chgData name="Songqing Gu" userId="c4d8cb49210192e2" providerId="LiveId" clId="{3D15C465-B731-4BBE-9792-240199F2B230}" dt="2023-05-16T17:28:47.337" v="228" actId="14100"/>
        <pc:sldMkLst>
          <pc:docMk/>
          <pc:sldMk cId="2953617833" sldId="305"/>
        </pc:sldMkLst>
        <pc:spChg chg="mod">
          <ac:chgData name="Songqing Gu" userId="c4d8cb49210192e2" providerId="LiveId" clId="{3D15C465-B731-4BBE-9792-240199F2B230}" dt="2023-05-16T17:28:47.337" v="228" actId="14100"/>
          <ac:spMkLst>
            <pc:docMk/>
            <pc:sldMk cId="2953617833" sldId="305"/>
            <ac:spMk id="2" creationId="{00000000-0000-0000-0000-000000000000}"/>
          </ac:spMkLst>
        </pc:spChg>
      </pc:sldChg>
      <pc:sldChg chg="modSp mod">
        <pc:chgData name="Songqing Gu" userId="c4d8cb49210192e2" providerId="LiveId" clId="{3D15C465-B731-4BBE-9792-240199F2B230}" dt="2023-05-16T17:31:00.238" v="334" actId="20577"/>
        <pc:sldMkLst>
          <pc:docMk/>
          <pc:sldMk cId="2608556701" sldId="315"/>
        </pc:sldMkLst>
        <pc:spChg chg="mod">
          <ac:chgData name="Songqing Gu" userId="c4d8cb49210192e2" providerId="LiveId" clId="{3D15C465-B731-4BBE-9792-240199F2B230}" dt="2023-05-16T17:31:00.238" v="334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del">
        <pc:chgData name="Songqing Gu" userId="c4d8cb49210192e2" providerId="LiveId" clId="{3D15C465-B731-4BBE-9792-240199F2B230}" dt="2023-05-13T02:43:40.997" v="0" actId="47"/>
        <pc:sldMkLst>
          <pc:docMk/>
          <pc:sldMk cId="2892519445" sldId="321"/>
        </pc:sldMkLst>
      </pc:sldChg>
      <pc:sldChg chg="del">
        <pc:chgData name="Songqing Gu" userId="c4d8cb49210192e2" providerId="LiveId" clId="{3D15C465-B731-4BBE-9792-240199F2B230}" dt="2023-05-13T02:43:40.997" v="0" actId="47"/>
        <pc:sldMkLst>
          <pc:docMk/>
          <pc:sldMk cId="2492364789" sldId="329"/>
        </pc:sldMkLst>
      </pc:sldChg>
      <pc:sldChg chg="addSp modSp add mod">
        <pc:chgData name="Songqing Gu" userId="c4d8cb49210192e2" providerId="LiveId" clId="{3D15C465-B731-4BBE-9792-240199F2B230}" dt="2023-05-16T17:27:43.866" v="214" actId="1076"/>
        <pc:sldMkLst>
          <pc:docMk/>
          <pc:sldMk cId="2946565649" sldId="342"/>
        </pc:sldMkLst>
        <pc:spChg chg="mod">
          <ac:chgData name="Songqing Gu" userId="c4d8cb49210192e2" providerId="LiveId" clId="{3D15C465-B731-4BBE-9792-240199F2B230}" dt="2023-05-16T17:26:51.609" v="209" actId="1076"/>
          <ac:spMkLst>
            <pc:docMk/>
            <pc:sldMk cId="2946565649" sldId="342"/>
            <ac:spMk id="2" creationId="{00000000-0000-0000-0000-000000000000}"/>
          </ac:spMkLst>
        </pc:spChg>
        <pc:picChg chg="add mod">
          <ac:chgData name="Songqing Gu" userId="c4d8cb49210192e2" providerId="LiveId" clId="{3D15C465-B731-4BBE-9792-240199F2B230}" dt="2023-05-16T17:27:43.866" v="214" actId="1076"/>
          <ac:picMkLst>
            <pc:docMk/>
            <pc:sldMk cId="2946565649" sldId="342"/>
            <ac:picMk id="4" creationId="{DC056D05-6D89-6758-978A-44107ED9203D}"/>
          </ac:picMkLst>
        </pc:picChg>
      </pc:sldChg>
      <pc:sldChg chg="modSp add mod">
        <pc:chgData name="Songqing Gu" userId="c4d8cb49210192e2" providerId="LiveId" clId="{3D15C465-B731-4BBE-9792-240199F2B230}" dt="2023-05-28T16:51:45.024" v="419" actId="20577"/>
        <pc:sldMkLst>
          <pc:docMk/>
          <pc:sldMk cId="2228922136" sldId="343"/>
        </pc:sldMkLst>
        <pc:spChg chg="mod">
          <ac:chgData name="Songqing Gu" userId="c4d8cb49210192e2" providerId="LiveId" clId="{3D15C465-B731-4BBE-9792-240199F2B230}" dt="2023-05-28T16:51:45.024" v="419" actId="20577"/>
          <ac:spMkLst>
            <pc:docMk/>
            <pc:sldMk cId="2228922136" sldId="343"/>
            <ac:spMk id="2" creationId="{00000000-0000-0000-0000-000000000000}"/>
          </ac:spMkLst>
        </pc:spChg>
      </pc:sldChg>
      <pc:sldChg chg="modSp add mod">
        <pc:chgData name="Songqing Gu" userId="c4d8cb49210192e2" providerId="LiveId" clId="{3D15C465-B731-4BBE-9792-240199F2B230}" dt="2023-05-28T16:51:52.516" v="427" actId="20577"/>
        <pc:sldMkLst>
          <pc:docMk/>
          <pc:sldMk cId="1935590610" sldId="344"/>
        </pc:sldMkLst>
        <pc:spChg chg="mod">
          <ac:chgData name="Songqing Gu" userId="c4d8cb49210192e2" providerId="LiveId" clId="{3D15C465-B731-4BBE-9792-240199F2B230}" dt="2023-05-28T16:51:52.516" v="427" actId="20577"/>
          <ac:spMkLst>
            <pc:docMk/>
            <pc:sldMk cId="1935590610" sldId="344"/>
            <ac:spMk id="2" creationId="{00000000-0000-0000-0000-000000000000}"/>
          </ac:spMkLst>
        </pc:spChg>
      </pc:sldChg>
      <pc:sldChg chg="modSp add mod">
        <pc:chgData name="Songqing Gu" userId="c4d8cb49210192e2" providerId="LiveId" clId="{3D15C465-B731-4BBE-9792-240199F2B230}" dt="2023-05-28T16:52:10.733" v="441" actId="20577"/>
        <pc:sldMkLst>
          <pc:docMk/>
          <pc:sldMk cId="1293463960" sldId="345"/>
        </pc:sldMkLst>
        <pc:spChg chg="mod">
          <ac:chgData name="Songqing Gu" userId="c4d8cb49210192e2" providerId="LiveId" clId="{3D15C465-B731-4BBE-9792-240199F2B230}" dt="2023-05-28T16:52:10.733" v="441" actId="20577"/>
          <ac:spMkLst>
            <pc:docMk/>
            <pc:sldMk cId="1293463960" sldId="345"/>
            <ac:spMk id="2" creationId="{00000000-0000-0000-0000-000000000000}"/>
          </ac:spMkLst>
        </pc:spChg>
      </pc:sldChg>
      <pc:sldChg chg="modSp add mod">
        <pc:chgData name="Songqing Gu" userId="c4d8cb49210192e2" providerId="LiveId" clId="{3D15C465-B731-4BBE-9792-240199F2B230}" dt="2023-05-28T16:52:29.282" v="457" actId="20577"/>
        <pc:sldMkLst>
          <pc:docMk/>
          <pc:sldMk cId="3653286175" sldId="346"/>
        </pc:sldMkLst>
        <pc:spChg chg="mod">
          <ac:chgData name="Songqing Gu" userId="c4d8cb49210192e2" providerId="LiveId" clId="{3D15C465-B731-4BBE-9792-240199F2B230}" dt="2023-05-28T16:52:29.282" v="457" actId="20577"/>
          <ac:spMkLst>
            <pc:docMk/>
            <pc:sldMk cId="3653286175" sldId="346"/>
            <ac:spMk id="2" creationId="{00000000-0000-0000-0000-000000000000}"/>
          </ac:spMkLst>
        </pc:spChg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7/7/2025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6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7/7/2025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6027" y="2768525"/>
            <a:ext cx="4322618" cy="660475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HTTP</a:t>
            </a:r>
            <a:r>
              <a:rPr lang="en-AU" sz="32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43363" y="1011499"/>
            <a:ext cx="5165437" cy="60486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1981200" y="2625710"/>
            <a:ext cx="3840018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What is Transport </a:t>
            </a:r>
            <a:r>
              <a:rPr lang="en-AU" altLang="en-US" b="1" i="1" dirty="0" err="1">
                <a:solidFill>
                  <a:schemeClr val="accent2"/>
                </a:solidFill>
              </a:rPr>
              <a:t>Protocal</a:t>
            </a:r>
            <a:endParaRPr lang="en-AU" altLang="en-US" b="1" i="1" dirty="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Http introduction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URI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Request Method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Response Code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Data format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995055" y="2108633"/>
            <a:ext cx="76523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loud 21">
            <a:extLst>
              <a:ext uri="{FF2B5EF4-FFF2-40B4-BE49-F238E27FC236}">
                <a16:creationId xmlns:a16="http://schemas.microsoft.com/office/drawing/2014/main" id="{75D6AB71-76B0-1EAD-2964-F9770F4D7271}"/>
              </a:ext>
            </a:extLst>
          </p:cNvPr>
          <p:cNvSpPr/>
          <p:nvPr/>
        </p:nvSpPr>
        <p:spPr>
          <a:xfrm>
            <a:off x="2319007" y="3818001"/>
            <a:ext cx="2645750" cy="887503"/>
          </a:xfrm>
          <a:prstGeom prst="cloud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Cloud 12"/>
          <p:cNvSpPr/>
          <p:nvPr/>
        </p:nvSpPr>
        <p:spPr>
          <a:xfrm>
            <a:off x="-123410" y="3894268"/>
            <a:ext cx="2822385" cy="828395"/>
          </a:xfrm>
          <a:prstGeom prst="cloud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Cloud 11"/>
          <p:cNvSpPr/>
          <p:nvPr/>
        </p:nvSpPr>
        <p:spPr>
          <a:xfrm>
            <a:off x="4130782" y="2615879"/>
            <a:ext cx="3191153" cy="1394818"/>
          </a:xfrm>
          <a:prstGeom prst="cloud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loud 8"/>
          <p:cNvSpPr/>
          <p:nvPr/>
        </p:nvSpPr>
        <p:spPr>
          <a:xfrm>
            <a:off x="1317621" y="2060281"/>
            <a:ext cx="2645750" cy="1612826"/>
          </a:xfrm>
          <a:prstGeom prst="cloud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9" y="672743"/>
            <a:ext cx="7998692" cy="613975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B0F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75032" y="2281377"/>
            <a:ext cx="144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9" y="4079596"/>
            <a:ext cx="251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Request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5032" y="2595086"/>
            <a:ext cx="1514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5032" y="2943956"/>
            <a:ext cx="1302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Body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3310" y="3070720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Request</a:t>
            </a:r>
            <a:r>
              <a:rPr lang="en-AU" dirty="0"/>
              <a:t> </a:t>
            </a:r>
            <a:r>
              <a:rPr lang="en-AU" dirty="0">
                <a:solidFill>
                  <a:schemeClr val="bg1"/>
                </a:solidFill>
              </a:rPr>
              <a:t>/</a:t>
            </a:r>
            <a:r>
              <a:rPr lang="en-AU" dirty="0"/>
              <a:t> </a:t>
            </a:r>
            <a:r>
              <a:rPr lang="en-AU" b="1" dirty="0">
                <a:solidFill>
                  <a:schemeClr val="bg1"/>
                </a:solidFill>
              </a:rPr>
              <a:t>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4284" y="4118318"/>
            <a:ext cx="205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Status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b="1" dirty="0">
                <a:solidFill>
                  <a:schemeClr val="bg1"/>
                </a:solidFill>
              </a:rPr>
              <a:t>Code</a:t>
            </a:r>
          </a:p>
        </p:txBody>
      </p:sp>
      <p:pic>
        <p:nvPicPr>
          <p:cNvPr id="10" name="Picture 9" descr="https://learning.oreilly.com/api/v2/epubs/urn:orm:book:9781484281420/files/images/525090_1_En_2_Chapter/525090_1_En_2_Fig4_HTML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624" y="1820737"/>
            <a:ext cx="4554134" cy="44495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9FB8FF1-9B58-3682-E66E-22724389818F}"/>
              </a:ext>
            </a:extLst>
          </p:cNvPr>
          <p:cNvCxnSpPr>
            <a:cxnSpLocks/>
            <a:stCxn id="12" idx="1"/>
            <a:endCxn id="16" idx="0"/>
          </p:cNvCxnSpPr>
          <p:nvPr/>
        </p:nvCxnSpPr>
        <p:spPr>
          <a:xfrm rot="16200000" flipH="1">
            <a:off x="5745598" y="3989972"/>
            <a:ext cx="614190" cy="65266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968E855-FD13-E83C-BB0F-5AA18D6592C6}"/>
              </a:ext>
            </a:extLst>
          </p:cNvPr>
          <p:cNvSpPr txBox="1"/>
          <p:nvPr/>
        </p:nvSpPr>
        <p:spPr>
          <a:xfrm>
            <a:off x="4783451" y="4623402"/>
            <a:ext cx="3191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  <a:latin typeface="Arial Black" panose="020B0A04020102020204" pitchFamily="34" charset="0"/>
              </a:rPr>
              <a:t>Synchronous Communication pattern</a:t>
            </a:r>
            <a:endParaRPr lang="en-AU" b="1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49C118-C677-A7F2-CEA7-3D0BD324DB41}"/>
              </a:ext>
            </a:extLst>
          </p:cNvPr>
          <p:cNvSpPr txBox="1"/>
          <p:nvPr/>
        </p:nvSpPr>
        <p:spPr>
          <a:xfrm>
            <a:off x="3506684" y="1439614"/>
            <a:ext cx="1508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  <a:latin typeface="Arial Black" panose="020B0A04020102020204" pitchFamily="34" charset="0"/>
              </a:rPr>
              <a:t>Message </a:t>
            </a:r>
            <a:endParaRPr lang="en-AU" b="1" dirty="0">
              <a:solidFill>
                <a:schemeClr val="accent1"/>
              </a:solidFill>
            </a:endParaRP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EFB30FE-EF88-2010-5B79-61A500A3C968}"/>
              </a:ext>
            </a:extLst>
          </p:cNvPr>
          <p:cNvCxnSpPr>
            <a:cxnSpLocks/>
            <a:stCxn id="9" idx="3"/>
            <a:endCxn id="18" idx="2"/>
          </p:cNvCxnSpPr>
          <p:nvPr/>
        </p:nvCxnSpPr>
        <p:spPr>
          <a:xfrm rot="5400000" flipH="1" flipV="1">
            <a:off x="3278941" y="1170501"/>
            <a:ext cx="343550" cy="16204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CA4F4072-E20C-EFF2-80D9-C243D8E9956D}"/>
              </a:ext>
            </a:extLst>
          </p:cNvPr>
          <p:cNvCxnSpPr>
            <a:cxnSpLocks/>
            <a:endCxn id="13" idx="3"/>
          </p:cNvCxnSpPr>
          <p:nvPr/>
        </p:nvCxnSpPr>
        <p:spPr>
          <a:xfrm rot="5400000">
            <a:off x="1153316" y="3447756"/>
            <a:ext cx="628343" cy="3594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6C743B69-D3FB-6083-FC0A-55FE196BB9A9}"/>
              </a:ext>
            </a:extLst>
          </p:cNvPr>
          <p:cNvCxnSpPr>
            <a:cxnSpLocks/>
            <a:endCxn id="22" idx="3"/>
          </p:cNvCxnSpPr>
          <p:nvPr/>
        </p:nvCxnSpPr>
        <p:spPr>
          <a:xfrm rot="16200000" flipH="1">
            <a:off x="3261595" y="3488458"/>
            <a:ext cx="427550" cy="33302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6786BC8-3C64-533B-6C10-6D8FC47130DC}"/>
              </a:ext>
            </a:extLst>
          </p:cNvPr>
          <p:cNvSpPr txBox="1"/>
          <p:nvPr/>
        </p:nvSpPr>
        <p:spPr>
          <a:xfrm>
            <a:off x="681067" y="4792456"/>
            <a:ext cx="1572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</a:t>
            </a:r>
          </a:p>
          <a:p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Message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CF69FE-5E81-3263-045D-6311DBAA5475}"/>
              </a:ext>
            </a:extLst>
          </p:cNvPr>
          <p:cNvSpPr txBox="1"/>
          <p:nvPr/>
        </p:nvSpPr>
        <p:spPr>
          <a:xfrm>
            <a:off x="2932968" y="4729135"/>
            <a:ext cx="1633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Response Message</a:t>
            </a:r>
            <a:endParaRPr lang="en-AU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9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86" y="433090"/>
            <a:ext cx="1088571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Sample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header</a:t>
            </a:r>
            <a:r>
              <a:rPr lang="en-AU" b="1" i="1" dirty="0">
                <a:solidFill>
                  <a:srgbClr val="002060"/>
                </a:solidFill>
              </a:rPr>
              <a:t>,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body</a:t>
            </a:r>
            <a:r>
              <a:rPr lang="en-AU" b="1" i="1" dirty="0">
                <a:solidFill>
                  <a:srgbClr val="002060"/>
                </a:solidFill>
              </a:rPr>
              <a:t>,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request</a:t>
            </a:r>
            <a:r>
              <a:rPr lang="en-AU" b="1" i="1" dirty="0">
                <a:solidFill>
                  <a:srgbClr val="002060"/>
                </a:solidFill>
              </a:rPr>
              <a:t>,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br>
              <a:rPr lang="en-AU" b="1" i="1" dirty="0">
                <a:solidFill>
                  <a:srgbClr val="002060"/>
                </a:solidFill>
              </a:rPr>
            </a:br>
            <a:br>
              <a:rPr lang="en-AU" b="1" i="1" dirty="0">
                <a:solidFill>
                  <a:srgbClr val="002060"/>
                </a:solidFill>
              </a:rPr>
            </a:br>
            <a:endParaRPr lang="en-AU" sz="2200" b="1" i="1" dirty="0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293" y="1973313"/>
            <a:ext cx="5292463" cy="33870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986" y="1973313"/>
            <a:ext cx="5046210" cy="3485018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5155189" y="3546052"/>
            <a:ext cx="1062182" cy="683491"/>
          </a:xfrm>
          <a:prstGeom prst="chevr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61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67" y="433090"/>
            <a:ext cx="745539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URI, URL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68" y="2340237"/>
            <a:ext cx="6877731" cy="5783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68" y="1789705"/>
            <a:ext cx="6210300" cy="352425"/>
          </a:xfrm>
          <a:prstGeom prst="rect">
            <a:avLst/>
          </a:prstGeom>
        </p:spPr>
      </p:pic>
      <p:sp>
        <p:nvSpPr>
          <p:cNvPr id="3" name="Arrow: Chevron 2">
            <a:extLst>
              <a:ext uri="{FF2B5EF4-FFF2-40B4-BE49-F238E27FC236}">
                <a16:creationId xmlns:a16="http://schemas.microsoft.com/office/drawing/2014/main" id="{728E0398-A394-08E8-3300-1C9D5AE41037}"/>
              </a:ext>
            </a:extLst>
          </p:cNvPr>
          <p:cNvSpPr/>
          <p:nvPr/>
        </p:nvSpPr>
        <p:spPr>
          <a:xfrm>
            <a:off x="3165380" y="5113974"/>
            <a:ext cx="2647146" cy="369332"/>
          </a:xfrm>
          <a:prstGeom prst="chevron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000" b="1" dirty="0">
              <a:solidFill>
                <a:schemeClr val="bg1"/>
              </a:solidFill>
            </a:endParaRP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7117052F-5B5E-799F-74F2-0B110DDFA642}"/>
              </a:ext>
            </a:extLst>
          </p:cNvPr>
          <p:cNvSpPr/>
          <p:nvPr/>
        </p:nvSpPr>
        <p:spPr>
          <a:xfrm>
            <a:off x="3798973" y="4903109"/>
            <a:ext cx="1564689" cy="687478"/>
          </a:xfrm>
          <a:prstGeom prst="can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/>
              <a:t>DNS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1C531-A91A-EC27-5B4D-B35189B185DF}"/>
              </a:ext>
            </a:extLst>
          </p:cNvPr>
          <p:cNvSpPr txBox="1"/>
          <p:nvPr/>
        </p:nvSpPr>
        <p:spPr>
          <a:xfrm>
            <a:off x="5070598" y="4101624"/>
            <a:ext cx="188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168.112.10.10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5CB8B-33D4-2A73-EBBA-66478A805AB5}"/>
              </a:ext>
            </a:extLst>
          </p:cNvPr>
          <p:cNvSpPr txBox="1"/>
          <p:nvPr/>
        </p:nvSpPr>
        <p:spPr>
          <a:xfrm>
            <a:off x="1677552" y="3988599"/>
            <a:ext cx="245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www.example.com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467D25-01D5-1523-12EE-13E1F4B9210B}"/>
              </a:ext>
            </a:extLst>
          </p:cNvPr>
          <p:cNvCxnSpPr/>
          <p:nvPr/>
        </p:nvCxnSpPr>
        <p:spPr>
          <a:xfrm>
            <a:off x="3037114" y="3058886"/>
            <a:ext cx="0" cy="903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E3F92A-42F8-E4B8-82D9-73A68A451CB4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6012212" y="3167743"/>
            <a:ext cx="1" cy="933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6">
            <a:extLst>
              <a:ext uri="{FF2B5EF4-FFF2-40B4-BE49-F238E27FC236}">
                <a16:creationId xmlns:a16="http://schemas.microsoft.com/office/drawing/2014/main" id="{F5C1B50A-BDC1-D13B-A531-E9A95DF1B4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4239302" y="2199892"/>
            <a:ext cx="438622" cy="453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B55C3E-5E37-7DCC-B467-3AE1B1E6C1D4}"/>
              </a:ext>
            </a:extLst>
          </p:cNvPr>
          <p:cNvSpPr txBox="1"/>
          <p:nvPr/>
        </p:nvSpPr>
        <p:spPr>
          <a:xfrm>
            <a:off x="7144162" y="5513166"/>
            <a:ext cx="308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Localhost -&gt; 127.0.0.1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9DDA9DA8-20B2-C157-4A43-1F33A0F48207}"/>
              </a:ext>
            </a:extLst>
          </p:cNvPr>
          <p:cNvCxnSpPr>
            <a:endCxn id="3" idx="1"/>
          </p:cNvCxnSpPr>
          <p:nvPr/>
        </p:nvCxnSpPr>
        <p:spPr>
          <a:xfrm rot="16200000" flipH="1">
            <a:off x="2607226" y="4555819"/>
            <a:ext cx="745113" cy="74052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34657B45-E219-F191-B251-6FF34F38B7B0}"/>
              </a:ext>
            </a:extLst>
          </p:cNvPr>
          <p:cNvCxnSpPr>
            <a:cxnSpLocks/>
            <a:stCxn id="3" idx="3"/>
            <a:endCxn id="5" idx="2"/>
          </p:cNvCxnSpPr>
          <p:nvPr/>
        </p:nvCxnSpPr>
        <p:spPr>
          <a:xfrm flipV="1">
            <a:off x="5812526" y="4470956"/>
            <a:ext cx="199687" cy="82768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29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67" y="433090"/>
            <a:ext cx="745539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Request Methods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130" y="2057689"/>
            <a:ext cx="6463434" cy="282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96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9284173" cy="641271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en-AU" b="1" dirty="0">
                <a:solidFill>
                  <a:schemeClr val="accent2"/>
                </a:solidFill>
              </a:rPr>
              <a:t>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Status Code</a:t>
            </a:r>
            <a:br>
              <a:rPr lang="en-US" dirty="0"/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5762" y="2061956"/>
            <a:ext cx="8915400" cy="5070020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4xx</a:t>
            </a:r>
            <a:r>
              <a:rPr lang="en-US" dirty="0">
                <a:highlight>
                  <a:srgbClr val="FFFF00"/>
                </a:highlight>
              </a:rPr>
              <a:t> </a:t>
            </a:r>
            <a:r>
              <a:rPr lang="en-US" dirty="0"/>
              <a:t>— The request contains an error of some kind.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400 Bad Request </a:t>
            </a:r>
            <a:r>
              <a:rPr lang="en-US" dirty="0"/>
              <a:t>– This means that client-side input fails validation.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401 Unauthorized </a:t>
            </a:r>
            <a:r>
              <a:rPr lang="en-US" dirty="0"/>
              <a:t>– This means the user isn’t not authorized to access a resource. It usually returns when the user isn’t authenticated.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403 Forbidden </a:t>
            </a:r>
            <a:r>
              <a:rPr lang="en-US" dirty="0"/>
              <a:t>– This means the user is authenticated, but it’s not allowed to access a resource.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404 Not Found </a:t>
            </a:r>
            <a:r>
              <a:rPr lang="en-US" dirty="0"/>
              <a:t>– This indicates that a resource is not found.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5xx</a:t>
            </a:r>
            <a:r>
              <a:rPr lang="en-US" dirty="0"/>
              <a:t> — The server encountered an error fulfilling the request.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500 Internal server error </a:t>
            </a:r>
            <a:r>
              <a:rPr lang="en-US" dirty="0"/>
              <a:t>– This is a generic server error. It probably shouldn’t be thrown explicitly.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503 Service Unavailable </a:t>
            </a:r>
            <a:r>
              <a:rPr lang="en-US" dirty="0"/>
              <a:t>– This indicates that something unexpected happened on server side (It can be anything like server overload, some parts of the system failed, etc.).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55762" y="1692624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2xx</a:t>
            </a:r>
            <a:r>
              <a:rPr lang="en-US" dirty="0">
                <a:highlight>
                  <a:srgbClr val="FFFF00"/>
                </a:highlight>
              </a:rPr>
              <a:t> </a:t>
            </a:r>
            <a:r>
              <a:rPr lang="en-US" dirty="0"/>
              <a:t>— The request was successful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562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451" y="745504"/>
            <a:ext cx="6374493" cy="745840"/>
          </a:xfrm>
          <a:effectLst/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Data format in </a:t>
            </a:r>
            <a:r>
              <a:rPr lang="en-AU" sz="3200" dirty="0">
                <a:solidFill>
                  <a:schemeClr val="accent2"/>
                </a:solidFill>
                <a:latin typeface="Arial Black" panose="020B0A04020102020204" pitchFamily="34" charset="0"/>
              </a:rPr>
              <a:t>HTTP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56D05-6D89-6758-978A-44107ED92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779" y="2351315"/>
            <a:ext cx="8463927" cy="233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65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3205" y="2935842"/>
            <a:ext cx="6374493" cy="986315"/>
          </a:xfrm>
          <a:effectLst/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AU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-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sz="3200" dirty="0">
                <a:solidFill>
                  <a:schemeClr val="accent2"/>
                </a:solidFill>
                <a:latin typeface="Arial Black" panose="020B0A04020102020204" pitchFamily="34" charset="0"/>
              </a:rPr>
              <a:t>HTTP</a:t>
            </a:r>
            <a:endParaRPr lang="en-AU" sz="2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95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8623" y="1855846"/>
            <a:ext cx="6374493" cy="601027"/>
          </a:xfrm>
          <a:effectLst/>
        </p:spPr>
        <p:txBody>
          <a:bodyPr>
            <a:normAutofit/>
          </a:bodyPr>
          <a:lstStyle/>
          <a:p>
            <a:r>
              <a:rPr lang="en-AU" sz="2800" b="1" i="1" dirty="0">
                <a:solidFill>
                  <a:srgbClr val="0070C0"/>
                </a:solidFill>
              </a:rPr>
              <a:t>Event Listener </a:t>
            </a:r>
            <a:r>
              <a:rPr lang="en-AU" sz="28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en-AU" sz="2800" b="1" i="1" dirty="0">
                <a:solidFill>
                  <a:srgbClr val="0070C0"/>
                </a:solidFill>
              </a:rPr>
              <a:t> </a:t>
            </a:r>
            <a:r>
              <a:rPr lang="en-AU" sz="2800" b="1" i="1" dirty="0">
                <a:solidFill>
                  <a:schemeClr val="accent2"/>
                </a:solidFill>
              </a:rPr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365328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67" y="996924"/>
            <a:ext cx="24081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10125"/>
              </p:ext>
            </p:extLst>
          </p:nvPr>
        </p:nvGraphicFramePr>
        <p:xfrm>
          <a:off x="1533235" y="2054681"/>
          <a:ext cx="9679709" cy="2697845"/>
        </p:xfrm>
        <a:graphic>
          <a:graphicData uri="http://schemas.openxmlformats.org/drawingml/2006/table">
            <a:tbl>
              <a:tblPr/>
              <a:tblGrid>
                <a:gridCol w="1583377">
                  <a:extLst>
                    <a:ext uri="{9D8B030D-6E8A-4147-A177-3AD203B41FA5}">
                      <a16:colId xmlns:a16="http://schemas.microsoft.com/office/drawing/2014/main" val="4271026178"/>
                    </a:ext>
                  </a:extLst>
                </a:gridCol>
                <a:gridCol w="8096332">
                  <a:extLst>
                    <a:ext uri="{9D8B030D-6E8A-4147-A177-3AD203B41FA5}">
                      <a16:colId xmlns:a16="http://schemas.microsoft.com/office/drawing/2014/main" val="2026321442"/>
                    </a:ext>
                  </a:extLst>
                </a:gridCol>
              </a:tblGrid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Http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https://www.tutorialspoint.com/http/http_overview.htm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373409"/>
                  </a:ext>
                </a:extLst>
              </a:tr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XML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https://www.w3schools.com/xml/default.asp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84448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https://www.tutorialspoint.com/soapui/soap_introduction.htm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9506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SOAPUI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https://support.smartbear.com/readyapi/docs/get-started.html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48637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JSON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https://www.w3schools.com/js/js_json_intro.asp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376132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REST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https://aws.amazon.com/what-is/restful-api/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88151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Postman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1" dirty="0">
                          <a:solidFill>
                            <a:srgbClr val="002060"/>
                          </a:solidFill>
                        </a:rPr>
                        <a:t>https://learning.postman.com/docs/getting-started/introduction/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50958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33234" y="5239480"/>
            <a:ext cx="100399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https://blog.devgenius.io/how-to-speed-up-your-api-tests-using-the-advanced-features-of-postman-350c453b376</a:t>
            </a:r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23049</TotalTime>
  <Words>424</Words>
  <Application>Microsoft Macintosh PowerPoint</Application>
  <PresentationFormat>Widescreen</PresentationFormat>
  <Paragraphs>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Funny Gorilla诙猩猩-IT培训</vt:lpstr>
      <vt:lpstr>Learning Objectives   </vt:lpstr>
      <vt:lpstr>HTTP Introduction  </vt:lpstr>
      <vt:lpstr>HTTP Sample - header, body, request, response  </vt:lpstr>
      <vt:lpstr>HTTP – URI, URL  </vt:lpstr>
      <vt:lpstr>HTTP – Request Methods  </vt:lpstr>
      <vt:lpstr>HTTP - Status Code  </vt:lpstr>
      <vt:lpstr>Data format in HTTP</vt:lpstr>
      <vt:lpstr>Demo - HTTP</vt:lpstr>
      <vt:lpstr>Event Listener - HTTP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844</cp:revision>
  <dcterms:created xsi:type="dcterms:W3CDTF">2020-08-03T09:43:10Z</dcterms:created>
  <dcterms:modified xsi:type="dcterms:W3CDTF">2025-07-07T11:14:45Z</dcterms:modified>
</cp:coreProperties>
</file>