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315" r:id="rId3"/>
    <p:sldId id="354" r:id="rId4"/>
    <p:sldId id="338" r:id="rId5"/>
    <p:sldId id="349" r:id="rId6"/>
    <p:sldId id="302" r:id="rId7"/>
    <p:sldId id="357" r:id="rId8"/>
    <p:sldId id="346" r:id="rId9"/>
    <p:sldId id="358" r:id="rId10"/>
    <p:sldId id="350" r:id="rId11"/>
    <p:sldId id="342" r:id="rId12"/>
    <p:sldId id="297" r:id="rId13"/>
    <p:sldId id="281" r:id="rId14"/>
    <p:sldId id="341" r:id="rId15"/>
    <p:sldId id="335" r:id="rId16"/>
    <p:sldId id="336" r:id="rId17"/>
    <p:sldId id="352" r:id="rId18"/>
    <p:sldId id="353" r:id="rId19"/>
    <p:sldId id="334" r:id="rId20"/>
    <p:sldId id="355" r:id="rId21"/>
    <p:sldId id="351" r:id="rId22"/>
    <p:sldId id="340" r:id="rId23"/>
    <p:sldId id="286" r:id="rId24"/>
    <p:sldId id="329" r:id="rId25"/>
    <p:sldId id="356" r:id="rId26"/>
    <p:sldId id="294" r:id="rId27"/>
    <p:sldId id="31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  <p14:sldId id="354"/>
            <p14:sldId id="338"/>
            <p14:sldId id="349"/>
            <p14:sldId id="302"/>
            <p14:sldId id="357"/>
            <p14:sldId id="346"/>
            <p14:sldId id="358"/>
            <p14:sldId id="350"/>
            <p14:sldId id="342"/>
            <p14:sldId id="297"/>
            <p14:sldId id="281"/>
            <p14:sldId id="341"/>
            <p14:sldId id="335"/>
            <p14:sldId id="336"/>
            <p14:sldId id="352"/>
            <p14:sldId id="353"/>
            <p14:sldId id="334"/>
            <p14:sldId id="355"/>
            <p14:sldId id="351"/>
            <p14:sldId id="340"/>
            <p14:sldId id="286"/>
          </p14:sldIdLst>
        </p14:section>
        <p14:section name="Untitled Section" id="{96B2A4F6-E483-46D3-B718-858E0B0CB8CB}">
          <p14:sldIdLst>
            <p14:sldId id="329"/>
            <p14:sldId id="356"/>
            <p14:sldId id="294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B8F"/>
    <a:srgbClr val="74B2FC"/>
    <a:srgbClr val="C9E8FF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E3BE43-E109-42E7-9BFD-77D4AF205E4D}" v="1" dt="2024-01-28T08:27:55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28"/>
    <p:restoredTop sz="94712"/>
  </p:normalViewPr>
  <p:slideViewPr>
    <p:cSldViewPr snapToGrid="0">
      <p:cViewPr varScale="1">
        <p:scale>
          <a:sx n="141" d="100"/>
          <a:sy n="141" d="100"/>
        </p:scale>
        <p:origin x="1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10B5DF87-F663-4E4A-8EC6-0EDD03570902}"/>
    <pc:docChg chg="custSel modSld">
      <pc:chgData name="Songqing Gu" userId="c4d8cb49210192e2" providerId="LiveId" clId="{10B5DF87-F663-4E4A-8EC6-0EDD03570902}" dt="2023-11-04T08:21:55.019" v="3" actId="207"/>
      <pc:docMkLst>
        <pc:docMk/>
      </pc:docMkLst>
      <pc:sldChg chg="delSp modSp mod">
        <pc:chgData name="Songqing Gu" userId="c4d8cb49210192e2" providerId="LiveId" clId="{10B5DF87-F663-4E4A-8EC6-0EDD03570902}" dt="2023-11-04T08:21:55.019" v="3" actId="207"/>
        <pc:sldMkLst>
          <pc:docMk/>
          <pc:sldMk cId="3387566821" sldId="334"/>
        </pc:sldMkLst>
        <pc:spChg chg="mod">
          <ac:chgData name="Songqing Gu" userId="c4d8cb49210192e2" providerId="LiveId" clId="{10B5DF87-F663-4E4A-8EC6-0EDD03570902}" dt="2023-11-04T08:21:55.019" v="3" actId="207"/>
          <ac:spMkLst>
            <pc:docMk/>
            <pc:sldMk cId="3387566821" sldId="334"/>
            <ac:spMk id="28" creationId="{00000000-0000-0000-0000-000000000000}"/>
          </ac:spMkLst>
        </pc:spChg>
        <pc:spChg chg="del mod">
          <ac:chgData name="Songqing Gu" userId="c4d8cb49210192e2" providerId="LiveId" clId="{10B5DF87-F663-4E4A-8EC6-0EDD03570902}" dt="2023-11-04T08:20:41.121" v="2" actId="478"/>
          <ac:spMkLst>
            <pc:docMk/>
            <pc:sldMk cId="3387566821" sldId="334"/>
            <ac:spMk id="41" creationId="{00000000-0000-0000-0000-000000000000}"/>
          </ac:spMkLst>
        </pc:spChg>
      </pc:sldChg>
    </pc:docChg>
  </pc:docChgLst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  <pc:docChgLst>
    <pc:chgData name="Songqing" userId="c4d8cb49210192e2" providerId="LiveId" clId="{B5B084BB-9209-493D-B0BF-B3874FB10853}"/>
    <pc:docChg chg="addSld modSld modSection">
      <pc:chgData name="Songqing" userId="c4d8cb49210192e2" providerId="LiveId" clId="{B5B084BB-9209-493D-B0BF-B3874FB10853}" dt="2023-07-21T15:16:30.454" v="36" actId="1076"/>
      <pc:docMkLst>
        <pc:docMk/>
      </pc:docMkLst>
      <pc:sldChg chg="modSp mod">
        <pc:chgData name="Songqing" userId="c4d8cb49210192e2" providerId="LiveId" clId="{B5B084BB-9209-493D-B0BF-B3874FB10853}" dt="2023-07-21T15:16:30.454" v="36" actId="1076"/>
        <pc:sldMkLst>
          <pc:docMk/>
          <pc:sldMk cId="2686819680" sldId="288"/>
        </pc:sldMkLst>
        <pc:spChg chg="mod">
          <ac:chgData name="Songqing" userId="c4d8cb49210192e2" providerId="LiveId" clId="{B5B084BB-9209-493D-B0BF-B3874FB10853}" dt="2023-07-21T15:16:30.454" v="36" actId="1076"/>
          <ac:spMkLst>
            <pc:docMk/>
            <pc:sldMk cId="2686819680" sldId="288"/>
            <ac:spMk id="14" creationId="{00000000-0000-0000-0000-000000000000}"/>
          </ac:spMkLst>
        </pc:spChg>
      </pc:sldChg>
      <pc:sldChg chg="add">
        <pc:chgData name="Songqing" userId="c4d8cb49210192e2" providerId="LiveId" clId="{B5B084BB-9209-493D-B0BF-B3874FB10853}" dt="2023-07-21T15:15:37.097" v="0" actId="2890"/>
        <pc:sldMkLst>
          <pc:docMk/>
          <pc:sldMk cId="648759736" sldId="354"/>
        </pc:sldMkLst>
      </pc:sldChg>
    </pc:docChg>
  </pc:docChgLst>
  <pc:docChgLst>
    <pc:chgData name="Songqing" userId="c4d8cb49210192e2" providerId="LiveId" clId="{71996B90-A93C-4AC9-9B56-CDE94090362C}"/>
    <pc:docChg chg="undo custSel modSld">
      <pc:chgData name="Songqing" userId="c4d8cb49210192e2" providerId="LiveId" clId="{71996B90-A93C-4AC9-9B56-CDE94090362C}" dt="2023-08-26T09:05:34.682" v="103" actId="14100"/>
      <pc:docMkLst>
        <pc:docMk/>
      </pc:docMkLst>
      <pc:sldChg chg="addSp modSp mod">
        <pc:chgData name="Songqing" userId="c4d8cb49210192e2" providerId="LiveId" clId="{71996B90-A93C-4AC9-9B56-CDE94090362C}" dt="2023-08-26T08:42:43.226" v="5" actId="14100"/>
        <pc:sldMkLst>
          <pc:docMk/>
          <pc:sldMk cId="220019590" sldId="302"/>
        </pc:sldMkLst>
        <pc:spChg chg="add mod">
          <ac:chgData name="Songqing" userId="c4d8cb49210192e2" providerId="LiveId" clId="{71996B90-A93C-4AC9-9B56-CDE94090362C}" dt="2023-08-26T08:42:24.112" v="2" actId="1076"/>
          <ac:spMkLst>
            <pc:docMk/>
            <pc:sldMk cId="220019590" sldId="302"/>
            <ac:spMk id="5" creationId="{9643083C-E4C8-6101-4744-78D6FE8C1D16}"/>
          </ac:spMkLst>
        </pc:spChg>
        <pc:cxnChg chg="add mod">
          <ac:chgData name="Songqing" userId="c4d8cb49210192e2" providerId="LiveId" clId="{71996B90-A93C-4AC9-9B56-CDE94090362C}" dt="2023-08-26T08:42:43.226" v="5" actId="14100"/>
          <ac:cxnSpMkLst>
            <pc:docMk/>
            <pc:sldMk cId="220019590" sldId="302"/>
            <ac:cxnSpMk id="8" creationId="{9E3C4BAC-EE20-4EDB-CD7C-FA2E7A14381F}"/>
          </ac:cxnSpMkLst>
        </pc:cxnChg>
      </pc:sldChg>
      <pc:sldChg chg="addSp delSp modSp mod">
        <pc:chgData name="Songqing" userId="c4d8cb49210192e2" providerId="LiveId" clId="{71996B90-A93C-4AC9-9B56-CDE94090362C}" dt="2023-08-26T09:05:34.682" v="103" actId="14100"/>
        <pc:sldMkLst>
          <pc:docMk/>
          <pc:sldMk cId="2492364789" sldId="329"/>
        </pc:sldMkLst>
        <pc:spChg chg="add mod">
          <ac:chgData name="Songqing" userId="c4d8cb49210192e2" providerId="LiveId" clId="{71996B90-A93C-4AC9-9B56-CDE94090362C}" dt="2023-08-26T09:03:00.070" v="15" actId="14100"/>
          <ac:spMkLst>
            <pc:docMk/>
            <pc:sldMk cId="2492364789" sldId="329"/>
            <ac:spMk id="3" creationId="{2C5BE2AB-34BE-6243-4CE3-113C6028000D}"/>
          </ac:spMkLst>
        </pc:spChg>
        <pc:spChg chg="add mod">
          <ac:chgData name="Songqing" userId="c4d8cb49210192e2" providerId="LiveId" clId="{71996B90-A93C-4AC9-9B56-CDE94090362C}" dt="2023-08-26T09:03:10.640" v="30" actId="20577"/>
          <ac:spMkLst>
            <pc:docMk/>
            <pc:sldMk cId="2492364789" sldId="329"/>
            <ac:spMk id="5" creationId="{83F53EA7-0788-04BC-F094-195328B933C8}"/>
          </ac:spMkLst>
        </pc:spChg>
        <pc:spChg chg="add mod">
          <ac:chgData name="Songqing" userId="c4d8cb49210192e2" providerId="LiveId" clId="{71996B90-A93C-4AC9-9B56-CDE94090362C}" dt="2023-08-26T09:03:29.564" v="47" actId="14100"/>
          <ac:spMkLst>
            <pc:docMk/>
            <pc:sldMk cId="2492364789" sldId="329"/>
            <ac:spMk id="6" creationId="{CB321B96-6D3D-976B-1313-84BF60671092}"/>
          </ac:spMkLst>
        </pc:spChg>
        <pc:spChg chg="add mod">
          <ac:chgData name="Songqing" userId="c4d8cb49210192e2" providerId="LiveId" clId="{71996B90-A93C-4AC9-9B56-CDE94090362C}" dt="2023-08-26T09:03:48.090" v="60" actId="14100"/>
          <ac:spMkLst>
            <pc:docMk/>
            <pc:sldMk cId="2492364789" sldId="329"/>
            <ac:spMk id="7" creationId="{619C5BF5-3BDF-E7F8-7157-FC389CA8D562}"/>
          </ac:spMkLst>
        </pc:spChg>
        <pc:spChg chg="add mod">
          <ac:chgData name="Songqing" userId="c4d8cb49210192e2" providerId="LiveId" clId="{71996B90-A93C-4AC9-9B56-CDE94090362C}" dt="2023-08-26T09:04:37.684" v="78" actId="14100"/>
          <ac:spMkLst>
            <pc:docMk/>
            <pc:sldMk cId="2492364789" sldId="329"/>
            <ac:spMk id="9" creationId="{021B0C66-4E80-6444-09E4-0E6FE54DAA8A}"/>
          </ac:spMkLst>
        </pc:spChg>
        <pc:spChg chg="add mod">
          <ac:chgData name="Songqing" userId="c4d8cb49210192e2" providerId="LiveId" clId="{71996B90-A93C-4AC9-9B56-CDE94090362C}" dt="2023-08-26T09:05:34.682" v="103" actId="14100"/>
          <ac:spMkLst>
            <pc:docMk/>
            <pc:sldMk cId="2492364789" sldId="329"/>
            <ac:spMk id="10" creationId="{385E1D04-E353-C1F9-700D-4C7F24CCA54F}"/>
          </ac:spMkLst>
        </pc:spChg>
        <pc:picChg chg="del mod">
          <ac:chgData name="Songqing" userId="c4d8cb49210192e2" providerId="LiveId" clId="{71996B90-A93C-4AC9-9B56-CDE94090362C}" dt="2023-08-26T09:02:47.075" v="7" actId="478"/>
          <ac:picMkLst>
            <pc:docMk/>
            <pc:sldMk cId="2492364789" sldId="329"/>
            <ac:picMk id="4" creationId="{00000000-0000-0000-0000-000000000000}"/>
          </ac:picMkLst>
        </pc:picChg>
      </pc:sldChg>
      <pc:sldChg chg="modSp mod">
        <pc:chgData name="Songqing" userId="c4d8cb49210192e2" providerId="LiveId" clId="{71996B90-A93C-4AC9-9B56-CDE94090362C}" dt="2023-08-26T08:31:29.023" v="0" actId="13926"/>
        <pc:sldMkLst>
          <pc:docMk/>
          <pc:sldMk cId="48961036" sldId="349"/>
        </pc:sldMkLst>
        <pc:spChg chg="mod">
          <ac:chgData name="Songqing" userId="c4d8cb49210192e2" providerId="LiveId" clId="{71996B90-A93C-4AC9-9B56-CDE94090362C}" dt="2023-08-26T08:31:29.023" v="0" actId="13926"/>
          <ac:spMkLst>
            <pc:docMk/>
            <pc:sldMk cId="48961036" sldId="349"/>
            <ac:spMk id="7" creationId="{9C3B2B1C-0586-7780-299C-EA3F4C2421D8}"/>
          </ac:spMkLst>
        </pc:spChg>
      </pc:sldChg>
    </pc:docChg>
  </pc:docChgLst>
  <pc:docChgLst>
    <pc:chgData name="Songqing Gu" userId="c4d8cb49210192e2" providerId="LiveId" clId="{CDE3BE43-E109-42E7-9BFD-77D4AF205E4D}"/>
    <pc:docChg chg="modSld">
      <pc:chgData name="Songqing Gu" userId="c4d8cb49210192e2" providerId="LiveId" clId="{CDE3BE43-E109-42E7-9BFD-77D4AF205E4D}" dt="2024-01-28T08:28:11.821" v="13" actId="113"/>
      <pc:docMkLst>
        <pc:docMk/>
      </pc:docMkLst>
      <pc:sldChg chg="modSp mod">
        <pc:chgData name="Songqing Gu" userId="c4d8cb49210192e2" providerId="LiveId" clId="{CDE3BE43-E109-42E7-9BFD-77D4AF205E4D}" dt="2024-01-28T08:22:52.122" v="0" actId="20577"/>
        <pc:sldMkLst>
          <pc:docMk/>
          <pc:sldMk cId="2739736197" sldId="281"/>
        </pc:sldMkLst>
        <pc:spChg chg="mod">
          <ac:chgData name="Songqing Gu" userId="c4d8cb49210192e2" providerId="LiveId" clId="{CDE3BE43-E109-42E7-9BFD-77D4AF205E4D}" dt="2024-01-28T08:22:52.122" v="0" actId="20577"/>
          <ac:spMkLst>
            <pc:docMk/>
            <pc:sldMk cId="2739736197" sldId="281"/>
            <ac:spMk id="2" creationId="{00000000-0000-0000-0000-000000000000}"/>
          </ac:spMkLst>
        </pc:spChg>
      </pc:sldChg>
      <pc:sldChg chg="addSp modSp mod">
        <pc:chgData name="Songqing Gu" userId="c4d8cb49210192e2" providerId="LiveId" clId="{CDE3BE43-E109-42E7-9BFD-77D4AF205E4D}" dt="2024-01-28T08:28:11.821" v="13" actId="113"/>
        <pc:sldMkLst>
          <pc:docMk/>
          <pc:sldMk cId="3533085196" sldId="335"/>
        </pc:sldMkLst>
        <pc:spChg chg="add mod">
          <ac:chgData name="Songqing Gu" userId="c4d8cb49210192e2" providerId="LiveId" clId="{CDE3BE43-E109-42E7-9BFD-77D4AF205E4D}" dt="2024-01-28T08:28:11.821" v="13" actId="113"/>
          <ac:spMkLst>
            <pc:docMk/>
            <pc:sldMk cId="3533085196" sldId="335"/>
            <ac:spMk id="2" creationId="{E30638D3-BC52-EB57-BE0A-E10C95994D08}"/>
          </ac:spMkLst>
        </pc:spChg>
      </pc:sldChg>
    </pc:docChg>
  </pc:docChgLst>
  <pc:docChgLst>
    <pc:chgData name="Songqing Gu" userId="c4d8cb49210192e2" providerId="LiveId" clId="{2DE22E3C-08DB-4617-9D7D-5F4D68E8667B}"/>
    <pc:docChg chg="modSld">
      <pc:chgData name="Songqing Gu" userId="c4d8cb49210192e2" providerId="LiveId" clId="{2DE22E3C-08DB-4617-9D7D-5F4D68E8667B}" dt="2023-06-16T12:31:55.451" v="20" actId="1076"/>
      <pc:docMkLst>
        <pc:docMk/>
      </pc:docMkLst>
      <pc:sldChg chg="modSp mod">
        <pc:chgData name="Songqing Gu" userId="c4d8cb49210192e2" providerId="LiveId" clId="{2DE22E3C-08DB-4617-9D7D-5F4D68E8667B}" dt="2023-06-16T12:31:55.451" v="20" actId="1076"/>
        <pc:sldMkLst>
          <pc:docMk/>
          <pc:sldMk cId="687835828" sldId="312"/>
        </pc:sldMkLst>
        <pc:spChg chg="mod">
          <ac:chgData name="Songqing Gu" userId="c4d8cb49210192e2" providerId="LiveId" clId="{2DE22E3C-08DB-4617-9D7D-5F4D68E8667B}" dt="2023-06-16T12:31:44.869" v="19" actId="1076"/>
          <ac:spMkLst>
            <pc:docMk/>
            <pc:sldMk cId="687835828" sldId="312"/>
            <ac:spMk id="5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55.451" v="20" actId="1076"/>
          <ac:spMkLst>
            <pc:docMk/>
            <pc:sldMk cId="687835828" sldId="312"/>
            <ac:spMk id="6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38.368" v="18" actId="255"/>
          <ac:spMkLst>
            <pc:docMk/>
            <pc:sldMk cId="687835828" sldId="312"/>
            <ac:spMk id="49157" creationId="{00000000-0000-0000-0000-000000000000}"/>
          </ac:spMkLst>
        </pc:spChg>
        <pc:picChg chg="mod">
          <ac:chgData name="Songqing Gu" userId="c4d8cb49210192e2" providerId="LiveId" clId="{2DE22E3C-08DB-4617-9D7D-5F4D68E8667B}" dt="2023-06-16T12:30:49.291" v="13" actId="14100"/>
          <ac:picMkLst>
            <pc:docMk/>
            <pc:sldMk cId="687835828" sldId="312"/>
            <ac:picMk id="4" creationId="{00000000-0000-0000-0000-000000000000}"/>
          </ac:picMkLst>
        </pc:picChg>
        <pc:picChg chg="mod">
          <ac:chgData name="Songqing Gu" userId="c4d8cb49210192e2" providerId="LiveId" clId="{2DE22E3C-08DB-4617-9D7D-5F4D68E8667B}" dt="2023-06-16T12:30:23.061" v="8" actId="14100"/>
          <ac:picMkLst>
            <pc:docMk/>
            <pc:sldMk cId="687835828" sldId="312"/>
            <ac:picMk id="49158" creationId="{00000000-0000-0000-0000-000000000000}"/>
          </ac:picMkLst>
        </pc:picChg>
      </pc:sldChg>
    </pc:docChg>
  </pc:docChgLst>
  <pc:docChgLst>
    <pc:chgData name="Songqing Gu" userId="c4d8cb49210192e2" providerId="LiveId" clId="{C68E93E6-302D-425F-B51D-0D6CBA4EABB0}"/>
    <pc:docChg chg="undo custSel addSld delSld modSld sldOrd modSection">
      <pc:chgData name="Songqing Gu" userId="c4d8cb49210192e2" providerId="LiveId" clId="{C68E93E6-302D-425F-B51D-0D6CBA4EABB0}" dt="2023-05-23T07:14:49.485" v="509" actId="113"/>
      <pc:docMkLst>
        <pc:docMk/>
      </pc:docMkLst>
      <pc:sldChg chg="modSp mod">
        <pc:chgData name="Songqing Gu" userId="c4d8cb49210192e2" providerId="LiveId" clId="{C68E93E6-302D-425F-B51D-0D6CBA4EABB0}" dt="2023-05-14T22:34:49.088" v="348" actId="1076"/>
        <pc:sldMkLst>
          <pc:docMk/>
          <pc:sldMk cId="2739736197" sldId="281"/>
        </pc:sldMkLst>
        <pc:picChg chg="mod">
          <ac:chgData name="Songqing Gu" userId="c4d8cb49210192e2" providerId="LiveId" clId="{C68E93E6-302D-425F-B51D-0D6CBA4EABB0}" dt="2023-05-14T22:34:49.088" v="348" actId="1076"/>
          <ac:picMkLst>
            <pc:docMk/>
            <pc:sldMk cId="2739736197" sldId="281"/>
            <ac:picMk id="4" creationId="{00000000-0000-0000-0000-000000000000}"/>
          </ac:picMkLst>
        </pc:picChg>
      </pc:sldChg>
      <pc:sldChg chg="setBg">
        <pc:chgData name="Songqing Gu" userId="c4d8cb49210192e2" providerId="LiveId" clId="{C68E93E6-302D-425F-B51D-0D6CBA4EABB0}" dt="2023-05-13T02:45:59.909" v="158"/>
        <pc:sldMkLst>
          <pc:docMk/>
          <pc:sldMk cId="2431625991" sldId="286"/>
        </pc:sldMkLst>
      </pc:sldChg>
      <pc:sldChg chg="modSp mod">
        <pc:chgData name="Songqing Gu" userId="c4d8cb49210192e2" providerId="LiveId" clId="{C68E93E6-302D-425F-B51D-0D6CBA4EABB0}" dt="2023-05-14T22:33:14.752" v="347" actId="20577"/>
        <pc:sldMkLst>
          <pc:docMk/>
          <pc:sldMk cId="1222785476" sldId="297"/>
        </pc:sldMkLst>
        <pc:spChg chg="mod">
          <ac:chgData name="Songqing Gu" userId="c4d8cb49210192e2" providerId="LiveId" clId="{C68E93E6-302D-425F-B51D-0D6CBA4EABB0}" dt="2023-05-14T22:33:14.752" v="347" actId="20577"/>
          <ac:spMkLst>
            <pc:docMk/>
            <pc:sldMk cId="1222785476" sldId="297"/>
            <ac:spMk id="5" creationId="{00000000-0000-0000-0000-000000000000}"/>
          </ac:spMkLst>
        </pc:spChg>
      </pc:sldChg>
      <pc:sldChg chg="addSp modSp mod ord">
        <pc:chgData name="Songqing Gu" userId="c4d8cb49210192e2" providerId="LiveId" clId="{C68E93E6-302D-425F-B51D-0D6CBA4EABB0}" dt="2023-05-14T22:26:44.271" v="281" actId="167"/>
        <pc:sldMkLst>
          <pc:docMk/>
          <pc:sldMk cId="220019590" sldId="302"/>
        </pc:sldMkLst>
        <pc:spChg chg="add mod ord">
          <ac:chgData name="Songqing Gu" userId="c4d8cb49210192e2" providerId="LiveId" clId="{C68E93E6-302D-425F-B51D-0D6CBA4EABB0}" dt="2023-05-14T22:26:44.271" v="281" actId="167"/>
          <ac:spMkLst>
            <pc:docMk/>
            <pc:sldMk cId="220019590" sldId="302"/>
            <ac:spMk id="3" creationId="{70DD81B4-80E4-256C-B013-D5191F6B4041}"/>
          </ac:spMkLst>
        </pc:spChg>
      </pc:sldChg>
      <pc:sldChg chg="modSp mod">
        <pc:chgData name="Songqing Gu" userId="c4d8cb49210192e2" providerId="LiveId" clId="{C68E93E6-302D-425F-B51D-0D6CBA4EABB0}" dt="2023-05-12T16:02:56.215" v="142" actId="20577"/>
        <pc:sldMkLst>
          <pc:docMk/>
          <pc:sldMk cId="2608556701" sldId="315"/>
        </pc:sldMkLst>
        <pc:spChg chg="mod">
          <ac:chgData name="Songqing Gu" userId="c4d8cb49210192e2" providerId="LiveId" clId="{C68E93E6-302D-425F-B51D-0D6CBA4EABB0}" dt="2023-05-12T16:02:56.215" v="142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del">
        <pc:chgData name="Songqing Gu" userId="c4d8cb49210192e2" providerId="LiveId" clId="{C68E93E6-302D-425F-B51D-0D6CBA4EABB0}" dt="2023-05-16T17:23:03.601" v="484" actId="2696"/>
        <pc:sldMkLst>
          <pc:docMk/>
          <pc:sldMk cId="4012434336" sldId="316"/>
        </pc:sldMkLst>
      </pc:sldChg>
      <pc:sldChg chg="modSp mod">
        <pc:chgData name="Songqing Gu" userId="c4d8cb49210192e2" providerId="LiveId" clId="{C68E93E6-302D-425F-B51D-0D6CBA4EABB0}" dt="2023-05-12T15:39:40.527" v="137" actId="1582"/>
        <pc:sldMkLst>
          <pc:docMk/>
          <pc:sldMk cId="3387566821" sldId="334"/>
        </pc:sldMkLst>
        <pc:spChg chg="mod">
          <ac:chgData name="Songqing Gu" userId="c4d8cb49210192e2" providerId="LiveId" clId="{C68E93E6-302D-425F-B51D-0D6CBA4EABB0}" dt="2023-05-12T15:39:40.527" v="137" actId="1582"/>
          <ac:spMkLst>
            <pc:docMk/>
            <pc:sldMk cId="3387566821" sldId="334"/>
            <ac:spMk id="28" creationId="{00000000-0000-0000-0000-000000000000}"/>
          </ac:spMkLst>
        </pc:sp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533085196" sldId="335"/>
        </pc:sldMkLst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2978975941" sldId="336"/>
        </pc:sldMkLst>
      </pc:sldChg>
      <pc:sldChg chg="addSp modSp mod">
        <pc:chgData name="Songqing Gu" userId="c4d8cb49210192e2" providerId="LiveId" clId="{C68E93E6-302D-425F-B51D-0D6CBA4EABB0}" dt="2023-05-12T15:08:57.142" v="58" actId="1037"/>
        <pc:sldMkLst>
          <pc:docMk/>
          <pc:sldMk cId="455407460" sldId="338"/>
        </pc:sldMkLst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7" creationId="{64797792-DD82-D8FA-1E40-44FBD407A720}"/>
          </ac:spMkLst>
        </pc:spChg>
        <pc:spChg chg="add mod or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8" creationId="{8F09EB0F-D04D-4EC9-AEA3-6E9A0B4C79C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29" creationId="{C4C31951-CED1-35CA-0222-7F2870A04008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2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3" creationId="{1E412B0A-B86C-3EB9-81BF-7447D297BF7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5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7" creationId="{92BF62D1-39BD-0106-DBF1-B40AA33F94D9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8" creationId="{BC5E60E8-575C-1354-C6C7-985C986E4EB1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9" creationId="{432E5DF7-7596-43C1-7CF2-D7311EE9E5CC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0" creationId="{DF15C7CE-02E3-F829-C8FE-F50E99AF52E6}"/>
          </ac:spMkLst>
        </pc:sp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2" creationId="{957FB54C-C7E6-FD80-CD63-3EA1CB43BC4B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4" creationId="{5302CCFF-C8F0-A9A6-6972-21ECA257AD60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6" creationId="{2B778E15-3824-E8BA-8AFB-5614D21AA9B3}"/>
          </ac:picMkLst>
        </pc:picChg>
        <pc:picChg chg="mod">
          <ac:chgData name="Songqing Gu" userId="c4d8cb49210192e2" providerId="LiveId" clId="{C68E93E6-302D-425F-B51D-0D6CBA4EABB0}" dt="2023-05-12T15:08:44.997" v="31" actId="1076"/>
          <ac:picMkLst>
            <pc:docMk/>
            <pc:sldMk cId="455407460" sldId="338"/>
            <ac:picMk id="51" creationId="{8A9C80C6-C6FF-2CFB-2DC2-7BDDA66B4A24}"/>
          </ac:picMkLst>
        </pc:pic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1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del">
        <pc:chgData name="Songqing Gu" userId="c4d8cb49210192e2" providerId="LiveId" clId="{C68E93E6-302D-425F-B51D-0D6CBA4EABB0}" dt="2023-05-12T15:11:59.275" v="62" actId="2696"/>
        <pc:sldMkLst>
          <pc:docMk/>
          <pc:sldMk cId="2458293802" sldId="339"/>
        </pc:sldMkLst>
      </pc:sldChg>
      <pc:sldChg chg="addSp modSp mod setBg">
        <pc:chgData name="Songqing Gu" userId="c4d8cb49210192e2" providerId="LiveId" clId="{C68E93E6-302D-425F-B51D-0D6CBA4EABB0}" dt="2023-05-14T22:46:10.915" v="424" actId="14100"/>
        <pc:sldMkLst>
          <pc:docMk/>
          <pc:sldMk cId="1362375622" sldId="340"/>
        </pc:sldMkLst>
        <pc:spChg chg="mod">
          <ac:chgData name="Songqing Gu" userId="c4d8cb49210192e2" providerId="LiveId" clId="{C68E93E6-302D-425F-B51D-0D6CBA4EABB0}" dt="2023-05-14T22:46:10.915" v="424" actId="14100"/>
          <ac:spMkLst>
            <pc:docMk/>
            <pc:sldMk cId="1362375622" sldId="340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3" creationId="{B03C4926-7EE4-3AF0-4199-6EC9961855B5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7" creationId="{FE6C20B2-DB63-0F01-D499-9DC8055F11BB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9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1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2" creationId="{E6696137-FB66-4572-B962-41B3F37D764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3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5" creationId="{00000000-0000-0000-0000-000000000000}"/>
          </ac:spMkLst>
        </pc:sp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2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4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6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8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2" creationId="{00000000-0000-0000-0000-000000000000}"/>
          </ac:cxnSpMkLst>
        </pc:cxn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242821094" sldId="341"/>
        </pc:sldMkLst>
      </pc:sldChg>
      <pc:sldChg chg="modSp mod">
        <pc:chgData name="Songqing Gu" userId="c4d8cb49210192e2" providerId="LiveId" clId="{C68E93E6-302D-425F-B51D-0D6CBA4EABB0}" dt="2023-05-16T17:31:43.114" v="486" actId="1076"/>
        <pc:sldMkLst>
          <pc:docMk/>
          <pc:sldMk cId="3808974401" sldId="342"/>
        </pc:sldMkLst>
        <pc:spChg chg="mod">
          <ac:chgData name="Songqing Gu" userId="c4d8cb49210192e2" providerId="LiveId" clId="{C68E93E6-302D-425F-B51D-0D6CBA4EABB0}" dt="2023-05-16T17:31:43.114" v="486" actId="1076"/>
          <ac:spMkLst>
            <pc:docMk/>
            <pc:sldMk cId="3808974401" sldId="342"/>
            <ac:spMk id="3" creationId="{00000000-0000-0000-0000-000000000000}"/>
          </ac:spMkLst>
        </pc:spChg>
      </pc:sldChg>
      <pc:sldChg chg="addSp modSp mod">
        <pc:chgData name="Songqing Gu" userId="c4d8cb49210192e2" providerId="LiveId" clId="{C68E93E6-302D-425F-B51D-0D6CBA4EABB0}" dt="2023-05-15T21:53:00.777" v="469" actId="14100"/>
        <pc:sldMkLst>
          <pc:docMk/>
          <pc:sldMk cId="3232703280" sldId="346"/>
        </pc:sldMkLst>
        <pc:spChg chg="add mod">
          <ac:chgData name="Songqing Gu" userId="c4d8cb49210192e2" providerId="LiveId" clId="{C68E93E6-302D-425F-B51D-0D6CBA4EABB0}" dt="2023-05-14T22:28:55.587" v="284" actId="1076"/>
          <ac:spMkLst>
            <pc:docMk/>
            <pc:sldMk cId="3232703280" sldId="346"/>
            <ac:spMk id="2" creationId="{1BBD4F7D-A8CA-1010-0EAD-42EFD0119E3E}"/>
          </ac:spMkLst>
        </pc:spChg>
        <pc:spChg chg="add mod">
          <ac:chgData name="Songqing Gu" userId="c4d8cb49210192e2" providerId="LiveId" clId="{C68E93E6-302D-425F-B51D-0D6CBA4EABB0}" dt="2023-05-15T21:53:00.777" v="469" actId="14100"/>
          <ac:spMkLst>
            <pc:docMk/>
            <pc:sldMk cId="3232703280" sldId="346"/>
            <ac:spMk id="3" creationId="{C6C5D44B-43C2-54C0-519C-D8ED18A85738}"/>
          </ac:spMkLst>
        </pc:spChg>
        <pc:spChg chg="add mod">
          <ac:chgData name="Songqing Gu" userId="c4d8cb49210192e2" providerId="LiveId" clId="{C68E93E6-302D-425F-B51D-0D6CBA4EABB0}" dt="2023-05-15T21:52:29.699" v="461" actId="1076"/>
          <ac:spMkLst>
            <pc:docMk/>
            <pc:sldMk cId="3232703280" sldId="346"/>
            <ac:spMk id="4" creationId="{DAF530D2-CE12-666E-3DE3-8C9E3C7C1CF6}"/>
          </ac:spMkLst>
        </pc:spChg>
        <pc:spChg chg="add mod">
          <ac:chgData name="Songqing Gu" userId="c4d8cb49210192e2" providerId="LiveId" clId="{C68E93E6-302D-425F-B51D-0D6CBA4EABB0}" dt="2023-05-15T21:52:53.169" v="466" actId="1076"/>
          <ac:spMkLst>
            <pc:docMk/>
            <pc:sldMk cId="3232703280" sldId="346"/>
            <ac:spMk id="6" creationId="{272B7D0B-8F6D-C232-C226-5DF19E1121B9}"/>
          </ac:spMkLst>
        </pc:spChg>
        <pc:spChg chg="add mod">
          <ac:chgData name="Songqing Gu" userId="c4d8cb49210192e2" providerId="LiveId" clId="{C68E93E6-302D-425F-B51D-0D6CBA4EABB0}" dt="2023-05-15T21:52:56.860" v="468" actId="14100"/>
          <ac:spMkLst>
            <pc:docMk/>
            <pc:sldMk cId="3232703280" sldId="346"/>
            <ac:spMk id="7" creationId="{03166221-8B80-7737-C8B9-BE5459E373F8}"/>
          </ac:spMkLst>
        </pc:spChg>
        <pc:spChg chg="add mod">
          <ac:chgData name="Songqing Gu" userId="c4d8cb49210192e2" providerId="LiveId" clId="{C68E93E6-302D-425F-B51D-0D6CBA4EABB0}" dt="2023-05-14T22:29:05.214" v="285"/>
          <ac:spMkLst>
            <pc:docMk/>
            <pc:sldMk cId="3232703280" sldId="346"/>
            <ac:spMk id="8" creationId="{753B3AC1-D46F-BAEA-1929-2ABD5A680F88}"/>
          </ac:spMkLst>
        </pc:spChg>
      </pc:sldChg>
      <pc:sldChg chg="del">
        <pc:chgData name="Songqing Gu" userId="c4d8cb49210192e2" providerId="LiveId" clId="{C68E93E6-302D-425F-B51D-0D6CBA4EABB0}" dt="2023-05-13T02:45:11.304" v="143" actId="2696"/>
        <pc:sldMkLst>
          <pc:docMk/>
          <pc:sldMk cId="3230245180" sldId="347"/>
        </pc:sldMkLst>
      </pc:sldChg>
      <pc:sldChg chg="addSp modSp mod">
        <pc:chgData name="Songqing Gu" userId="c4d8cb49210192e2" providerId="LiveId" clId="{C68E93E6-302D-425F-B51D-0D6CBA4EABB0}" dt="2023-05-15T21:51:43.532" v="455" actId="207"/>
        <pc:sldMkLst>
          <pc:docMk/>
          <pc:sldMk cId="48961036" sldId="349"/>
        </pc:sldMkLst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3" creationId="{00000000-0000-0000-0000-000000000000}"/>
          </ac:spMkLst>
        </pc:spChg>
        <pc:spChg chg="add mod">
          <ac:chgData name="Songqing Gu" userId="c4d8cb49210192e2" providerId="LiveId" clId="{C68E93E6-302D-425F-B51D-0D6CBA4EABB0}" dt="2023-05-15T21:51:43.532" v="455" actId="207"/>
          <ac:spMkLst>
            <pc:docMk/>
            <pc:sldMk cId="48961036" sldId="349"/>
            <ac:spMk id="7" creationId="{9C3B2B1C-0586-7780-299C-EA3F4C2421D8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9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0" creationId="{FE001D8C-2E48-CCD0-CF92-32935EA6C2D9}"/>
          </ac:spMkLst>
        </pc:spChg>
        <pc:spChg chg="mod">
          <ac:chgData name="Songqing Gu" userId="c4d8cb49210192e2" providerId="LiveId" clId="{C68E93E6-302D-425F-B51D-0D6CBA4EABB0}" dt="2023-05-14T22:48:17.470" v="425" actId="14100"/>
          <ac:spMkLst>
            <pc:docMk/>
            <pc:sldMk cId="48961036" sldId="349"/>
            <ac:spMk id="2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41" creationId="{00000000-0000-0000-0000-000000000000}"/>
          </ac:spMkLst>
        </pc:spChg>
        <pc:picChg chg="add mod">
          <ac:chgData name="Songqing Gu" userId="c4d8cb49210192e2" providerId="LiveId" clId="{C68E93E6-302D-425F-B51D-0D6CBA4EABB0}" dt="2023-05-14T22:25:31.801" v="275" actId="1076"/>
          <ac:picMkLst>
            <pc:docMk/>
            <pc:sldMk cId="48961036" sldId="349"/>
            <ac:picMk id="4" creationId="{664960CE-4415-8EDA-9A34-0A0E0FB5E6AD}"/>
          </ac:picMkLst>
        </pc:picChg>
        <pc:picChg chg="add mod">
          <ac:chgData name="Songqing Gu" userId="c4d8cb49210192e2" providerId="LiveId" clId="{C68E93E6-302D-425F-B51D-0D6CBA4EABB0}" dt="2023-05-14T22:25:26.508" v="273" actId="1037"/>
          <ac:picMkLst>
            <pc:docMk/>
            <pc:sldMk cId="48961036" sldId="349"/>
            <ac:picMk id="8" creationId="{840A9DA1-4A3A-0319-F4C6-F633DB4D3E6C}"/>
          </ac:picMkLst>
        </pc:picChg>
        <pc:cxnChg chg="mod">
          <ac:chgData name="Songqing Gu" userId="c4d8cb49210192e2" providerId="LiveId" clId="{C68E93E6-302D-425F-B51D-0D6CBA4EABB0}" dt="2023-05-14T22:48:17.470" v="425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modSp add mod ord">
        <pc:chgData name="Songqing Gu" userId="c4d8cb49210192e2" providerId="LiveId" clId="{C68E93E6-302D-425F-B51D-0D6CBA4EABB0}" dt="2023-05-13T02:45:38.822" v="155" actId="20577"/>
        <pc:sldMkLst>
          <pc:docMk/>
          <pc:sldMk cId="1346244269" sldId="351"/>
        </pc:sldMkLst>
        <pc:spChg chg="mod">
          <ac:chgData name="Songqing Gu" userId="c4d8cb49210192e2" providerId="LiveId" clId="{C68E93E6-302D-425F-B51D-0D6CBA4EABB0}" dt="2023-05-13T02:45:38.822" v="155" actId="20577"/>
          <ac:spMkLst>
            <pc:docMk/>
            <pc:sldMk cId="1346244269" sldId="351"/>
            <ac:spMk id="2" creationId="{00000000-0000-0000-0000-000000000000}"/>
          </ac:spMkLst>
        </pc:spChg>
      </pc:sldChg>
      <pc:sldChg chg="addSp modSp add mod ord">
        <pc:chgData name="Songqing Gu" userId="c4d8cb49210192e2" providerId="LiveId" clId="{C68E93E6-302D-425F-B51D-0D6CBA4EABB0}" dt="2023-05-13T02:54:00.834" v="188" actId="1076"/>
        <pc:sldMkLst>
          <pc:docMk/>
          <pc:sldMk cId="2279830450" sldId="352"/>
        </pc:sldMkLst>
        <pc:spChg chg="mod">
          <ac:chgData name="Songqing Gu" userId="c4d8cb49210192e2" providerId="LiveId" clId="{C68E93E6-302D-425F-B51D-0D6CBA4EABB0}" dt="2023-05-13T02:46:55.797" v="184" actId="14100"/>
          <ac:spMkLst>
            <pc:docMk/>
            <pc:sldMk cId="2279830450" sldId="352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3T02:54:00.834" v="188" actId="1076"/>
          <ac:spMkLst>
            <pc:docMk/>
            <pc:sldMk cId="2279830450" sldId="352"/>
            <ac:spMk id="4" creationId="{356F59E8-7D4E-095D-DF6C-B9E891831A12}"/>
          </ac:spMkLst>
        </pc:spChg>
      </pc:sldChg>
      <pc:sldChg chg="addSp delSp modSp add mod">
        <pc:chgData name="Songqing Gu" userId="c4d8cb49210192e2" providerId="LiveId" clId="{C68E93E6-302D-425F-B51D-0D6CBA4EABB0}" dt="2023-05-23T07:14:49.485" v="509" actId="113"/>
        <pc:sldMkLst>
          <pc:docMk/>
          <pc:sldMk cId="1487363782" sldId="353"/>
        </pc:sldMkLst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2" creationId="{00000000-0000-0000-0000-000000000000}"/>
          </ac:spMkLst>
        </pc:spChg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4" creationId="{356F59E8-7D4E-095D-DF6C-B9E891831A12}"/>
          </ac:spMkLst>
        </pc:spChg>
        <pc:spChg chg="add mod">
          <ac:chgData name="Songqing Gu" userId="c4d8cb49210192e2" providerId="LiveId" clId="{C68E93E6-302D-425F-B51D-0D6CBA4EABB0}" dt="2023-05-23T07:14:49.485" v="509" actId="113"/>
          <ac:spMkLst>
            <pc:docMk/>
            <pc:sldMk cId="1487363782" sldId="353"/>
            <ac:spMk id="5" creationId="{C5F8E7F7-6CDA-2706-B9A4-90F61735F310}"/>
          </ac:spMkLst>
        </pc:spChg>
        <pc:spChg chg="add mod">
          <ac:chgData name="Songqing Gu" userId="c4d8cb49210192e2" providerId="LiveId" clId="{C68E93E6-302D-425F-B51D-0D6CBA4EABB0}" dt="2023-05-13T02:57:24.014" v="221" actId="1076"/>
          <ac:spMkLst>
            <pc:docMk/>
            <pc:sldMk cId="1487363782" sldId="353"/>
            <ac:spMk id="19" creationId="{73D02205-4C98-4A29-80A9-7ABC7C502963}"/>
          </ac:spMkLst>
        </pc:spChg>
        <pc:picChg chg="add del mod">
          <ac:chgData name="Songqing Gu" userId="c4d8cb49210192e2" providerId="LiveId" clId="{C68E93E6-302D-425F-B51D-0D6CBA4EABB0}" dt="2023-05-13T02:55:01.743" v="195" actId="478"/>
          <ac:picMkLst>
            <pc:docMk/>
            <pc:sldMk cId="1487363782" sldId="353"/>
            <ac:picMk id="7" creationId="{7F2AB532-608A-8EDB-8D35-93161BEFE06F}"/>
          </ac:picMkLst>
        </pc:picChg>
        <pc:picChg chg="add mod">
          <ac:chgData name="Songqing Gu" userId="c4d8cb49210192e2" providerId="LiveId" clId="{C68E93E6-302D-425F-B51D-0D6CBA4EABB0}" dt="2023-05-13T02:57:31.749" v="224" actId="1076"/>
          <ac:picMkLst>
            <pc:docMk/>
            <pc:sldMk cId="1487363782" sldId="353"/>
            <ac:picMk id="9" creationId="{C48D6EFB-A128-945A-2380-7976B98A1143}"/>
          </ac:picMkLst>
        </pc:picChg>
        <pc:picChg chg="add del">
          <ac:chgData name="Songqing Gu" userId="c4d8cb49210192e2" providerId="LiveId" clId="{C68E93E6-302D-425F-B51D-0D6CBA4EABB0}" dt="2023-05-13T02:55:30.914" v="202" actId="478"/>
          <ac:picMkLst>
            <pc:docMk/>
            <pc:sldMk cId="1487363782" sldId="353"/>
            <ac:picMk id="11" creationId="{96C0BC91-3AFE-0F57-4B6D-A924A54EF86E}"/>
          </ac:picMkLst>
        </pc:picChg>
        <pc:picChg chg="add mod">
          <ac:chgData name="Songqing Gu" userId="c4d8cb49210192e2" providerId="LiveId" clId="{C68E93E6-302D-425F-B51D-0D6CBA4EABB0}" dt="2023-05-13T02:57:27.910" v="223" actId="1076"/>
          <ac:picMkLst>
            <pc:docMk/>
            <pc:sldMk cId="1487363782" sldId="353"/>
            <ac:picMk id="13" creationId="{9B572D0D-E205-8635-78B9-3A90FE88A4FE}"/>
          </ac:picMkLst>
        </pc:picChg>
        <pc:picChg chg="add del mod">
          <ac:chgData name="Songqing Gu" userId="c4d8cb49210192e2" providerId="LiveId" clId="{C68E93E6-302D-425F-B51D-0D6CBA4EABB0}" dt="2023-05-13T02:56:41.742" v="210" actId="478"/>
          <ac:picMkLst>
            <pc:docMk/>
            <pc:sldMk cId="1487363782" sldId="353"/>
            <ac:picMk id="15" creationId="{12D76599-216C-8CAA-F2FB-D698AF22EC37}"/>
          </ac:picMkLst>
        </pc:picChg>
        <pc:picChg chg="add mod">
          <ac:chgData name="Songqing Gu" userId="c4d8cb49210192e2" providerId="LiveId" clId="{C68E93E6-302D-425F-B51D-0D6CBA4EABB0}" dt="2023-05-13T02:57:25.491" v="222" actId="1076"/>
          <ac:picMkLst>
            <pc:docMk/>
            <pc:sldMk cId="1487363782" sldId="353"/>
            <ac:picMk id="17" creationId="{A28F9AAD-7776-304D-E10B-F204231DA532}"/>
          </ac:picMkLst>
        </pc:picChg>
      </pc:sldChg>
    </pc:docChg>
  </pc:docChgLst>
  <pc:docChgLst>
    <pc:chgData name="Songqing" userId="c4d8cb49210192e2" providerId="LiveId" clId="{C68E93E6-302D-425F-B51D-0D6CBA4EABB0}"/>
    <pc:docChg chg="addSld delSld modSld modSection">
      <pc:chgData name="Songqing" userId="c4d8cb49210192e2" providerId="LiveId" clId="{C68E93E6-302D-425F-B51D-0D6CBA4EABB0}" dt="2023-04-01T17:57:14.409" v="16"/>
      <pc:docMkLst>
        <pc:docMk/>
      </pc:docMkLst>
      <pc:sldChg chg="add del setBg">
        <pc:chgData name="Songqing" userId="c4d8cb49210192e2" providerId="LiveId" clId="{C68E93E6-302D-425F-B51D-0D6CBA4EABB0}" dt="2023-04-01T17:57:14.409" v="16"/>
        <pc:sldMkLst>
          <pc:docMk/>
          <pc:sldMk cId="2739736197" sldId="28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562614" sldId="28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4292618" sldId="28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789354427" sldId="28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31625991" sldId="28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94767642" sldId="28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855471171" sldId="28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887954990" sldId="29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30391023" sldId="29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030084157" sldId="29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271689629" sldId="295"/>
        </pc:sldMkLst>
      </pc:sldChg>
      <pc:sldChg chg="add del setBg">
        <pc:chgData name="Songqing" userId="c4d8cb49210192e2" providerId="LiveId" clId="{C68E93E6-302D-425F-B51D-0D6CBA4EABB0}" dt="2023-04-01T17:57:06.517" v="15"/>
        <pc:sldMkLst>
          <pc:docMk/>
          <pc:sldMk cId="1222785476" sldId="29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915290282" sldId="29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4921353" sldId="30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953617833" sldId="30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232005295" sldId="31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647521266" sldId="31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117407649" sldId="31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98251155" sldId="31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396296038" sldId="32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892519445" sldId="32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74980495" sldId="32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530029220" sldId="32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533243423" sldId="32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291485371" sldId="327"/>
        </pc:sldMkLst>
      </pc:sldChg>
      <pc:sldChg chg="add del setBg">
        <pc:chgData name="Songqing" userId="c4d8cb49210192e2" providerId="LiveId" clId="{C68E93E6-302D-425F-B51D-0D6CBA4EABB0}" dt="2023-04-01T17:53:54.671" v="4"/>
        <pc:sldMkLst>
          <pc:docMk/>
          <pc:sldMk cId="3533085196" sldId="335"/>
        </pc:sldMkLst>
      </pc:sldChg>
      <pc:sldChg chg="add del setBg">
        <pc:chgData name="Songqing" userId="c4d8cb49210192e2" providerId="LiveId" clId="{C68E93E6-302D-425F-B51D-0D6CBA4EABB0}" dt="2023-04-01T17:54:03.120" v="5"/>
        <pc:sldMkLst>
          <pc:docMk/>
          <pc:sldMk cId="2978975941" sldId="33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362375622" sldId="340"/>
        </pc:sldMkLst>
      </pc:sldChg>
      <pc:sldChg chg="modSp add del mod setBg">
        <pc:chgData name="Songqing" userId="c4d8cb49210192e2" providerId="LiveId" clId="{C68E93E6-302D-425F-B51D-0D6CBA4EABB0}" dt="2023-04-01T17:54:32.381" v="9" actId="14100"/>
        <pc:sldMkLst>
          <pc:docMk/>
          <pc:sldMk cId="3242821094" sldId="341"/>
        </pc:sldMkLst>
        <pc:spChg chg="mod">
          <ac:chgData name="Songqing" userId="c4d8cb49210192e2" providerId="LiveId" clId="{C68E93E6-302D-425F-B51D-0D6CBA4EABB0}" dt="2023-04-01T17:54:32.381" v="9" actId="14100"/>
          <ac:spMkLst>
            <pc:docMk/>
            <pc:sldMk cId="3242821094" sldId="341"/>
            <ac:spMk id="2" creationId="{00000000-0000-0000-0000-000000000000}"/>
          </ac:spMkLst>
        </pc:spChg>
      </pc:sldChg>
      <pc:sldChg chg="add del setBg">
        <pc:chgData name="Songqing" userId="c4d8cb49210192e2" providerId="LiveId" clId="{C68E93E6-302D-425F-B51D-0D6CBA4EABB0}" dt="2023-04-01T17:57:00.876" v="14"/>
        <pc:sldMkLst>
          <pc:docMk/>
          <pc:sldMk cId="3808974401" sldId="34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368908414" sldId="34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636408948" sldId="34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115383892" sldId="34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07331459" sldId="348"/>
        </pc:sldMkLst>
      </pc:sldChg>
      <pc:sldChg chg="add del setBg">
        <pc:chgData name="Songqing" userId="c4d8cb49210192e2" providerId="LiveId" clId="{C68E93E6-302D-425F-B51D-0D6CBA4EABB0}" dt="2023-04-01T17:56:34.194" v="11"/>
        <pc:sldMkLst>
          <pc:docMk/>
          <pc:sldMk cId="3402427553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11/5/2025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5158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2326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02794-14B8-F321-CBAA-74E409A1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87086-0FE5-CD8E-5322-67F3DCCB4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97C51-2421-865F-EC3B-B24981DD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8CCD3-11C4-F800-E275-FCBC49A97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182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5407" y="2359817"/>
            <a:ext cx="5296775" cy="919092"/>
          </a:xfrm>
          <a:effectLst/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API</a:t>
            </a:r>
            <a:r>
              <a:rPr lang="en-AU" sz="4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AU" sz="4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88402" y="1011499"/>
            <a:ext cx="5517333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>
                <a:solidFill>
                  <a:srgbClr val="0070C0"/>
                </a:solidFill>
              </a:rPr>
              <a:t>Learning Objectives   </a:t>
            </a: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2154382" y="2614833"/>
            <a:ext cx="3840018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What is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Why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Where is API located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API types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Transport Protocol - HTTP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Data Contract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API Governance</a:t>
            </a: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995055" y="2108633"/>
            <a:ext cx="76523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305705" y="3175930"/>
            <a:ext cx="5076774" cy="696690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What is API?</a:t>
            </a:r>
            <a:br>
              <a:rPr lang="en-AU" sz="3200" b="1" dirty="0">
                <a:solidFill>
                  <a:schemeClr val="bg1"/>
                </a:solidFill>
              </a:rPr>
            </a:br>
            <a:endParaRPr lang="en-A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75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09EB0F-D04D-4EC9-AEA3-6E9A0B4C79CF}"/>
              </a:ext>
            </a:extLst>
          </p:cNvPr>
          <p:cNvSpPr/>
          <p:nvPr/>
        </p:nvSpPr>
        <p:spPr>
          <a:xfrm>
            <a:off x="10027390" y="2932842"/>
            <a:ext cx="1261094" cy="24317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loud Callout 2"/>
          <p:cNvSpPr/>
          <p:nvPr/>
        </p:nvSpPr>
        <p:spPr>
          <a:xfrm>
            <a:off x="3879476" y="1154678"/>
            <a:ext cx="4448093" cy="1855154"/>
          </a:xfrm>
          <a:prstGeom prst="cloudCallout">
            <a:avLst>
              <a:gd name="adj1" fmla="val 52348"/>
              <a:gd name="adj2" fmla="val 75388"/>
            </a:avLst>
          </a:prstGeom>
          <a:solidFill>
            <a:schemeClr val="bg1"/>
          </a:solidFill>
          <a:ln w="3175">
            <a:solidFill>
              <a:srgbClr val="1D3B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686550" y="3872366"/>
            <a:ext cx="5043054" cy="1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631876" y="1814960"/>
            <a:ext cx="275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Language</a:t>
            </a:r>
            <a:r>
              <a:rPr lang="en-AU" b="1" dirty="0">
                <a:solidFill>
                  <a:schemeClr val="bg1">
                    <a:lumMod val="95000"/>
                  </a:schemeClr>
                </a:solidFill>
              </a:rPr>
              <a:t>:</a:t>
            </a:r>
            <a:r>
              <a:rPr lang="en-AU" b="1" dirty="0">
                <a:solidFill>
                  <a:schemeClr val="accent2"/>
                </a:solidFill>
              </a:rPr>
              <a:t> Chinese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377" y="2879813"/>
            <a:ext cx="804195" cy="75919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282756" y="2376063"/>
            <a:ext cx="21932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Transport protocol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272551" y="1856978"/>
            <a:ext cx="17283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Data contract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282756" y="1355180"/>
            <a:ext cx="1128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Function</a:t>
            </a:r>
            <a:endParaRPr lang="en-AU" dirty="0">
              <a:solidFill>
                <a:srgbClr val="00B0F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7FB54C-C7E6-FD80-CD63-3EA1CB43BC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351" y="3235224"/>
            <a:ext cx="2269555" cy="161024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4C31951-CED1-35CA-0222-7F2870A04008}"/>
              </a:ext>
            </a:extLst>
          </p:cNvPr>
          <p:cNvSpPr txBox="1"/>
          <p:nvPr/>
        </p:nvSpPr>
        <p:spPr>
          <a:xfrm>
            <a:off x="4631876" y="1383306"/>
            <a:ext cx="421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Business</a:t>
            </a:r>
            <a:r>
              <a:rPr lang="en-AU" b="1" dirty="0">
                <a:solidFill>
                  <a:schemeClr val="bg1">
                    <a:lumMod val="95000"/>
                  </a:schemeClr>
                </a:solidFill>
              </a:rPr>
              <a:t>:</a:t>
            </a:r>
            <a:r>
              <a:rPr lang="en-AU" b="1" dirty="0">
                <a:solidFill>
                  <a:schemeClr val="accent2"/>
                </a:solidFill>
              </a:rPr>
              <a:t> IT consulting service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412B0A-B86C-3EB9-81BF-7447D297BF7F}"/>
              </a:ext>
            </a:extLst>
          </p:cNvPr>
          <p:cNvSpPr txBox="1"/>
          <p:nvPr/>
        </p:nvSpPr>
        <p:spPr>
          <a:xfrm>
            <a:off x="4631876" y="2305411"/>
            <a:ext cx="250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Channel</a:t>
            </a:r>
            <a:r>
              <a:rPr lang="en-AU" b="1" dirty="0">
                <a:solidFill>
                  <a:schemeClr val="bg1">
                    <a:lumMod val="95000"/>
                  </a:schemeClr>
                </a:solidFill>
              </a:rPr>
              <a:t>:</a:t>
            </a:r>
            <a:r>
              <a:rPr lang="en-AU" b="1" dirty="0">
                <a:solidFill>
                  <a:schemeClr val="accent2"/>
                </a:solidFill>
              </a:rPr>
              <a:t> Phone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F64AD005-A819-0732-F7B4-EC30E1FD8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10" y="723149"/>
            <a:ext cx="1671862" cy="445136"/>
          </a:xfrm>
          <a:effectLst/>
        </p:spPr>
        <p:txBody>
          <a:bodyPr>
            <a:noAutofit/>
          </a:bodyPr>
          <a:lstStyle/>
          <a:p>
            <a:r>
              <a:rPr lang="en-AU" sz="2400" dirty="0">
                <a:solidFill>
                  <a:srgbClr val="0070C0"/>
                </a:solidFill>
                <a:latin typeface="Arial Black" panose="020B0A04020102020204" pitchFamily="34" charset="0"/>
              </a:rPr>
              <a:t>Service</a:t>
            </a:r>
            <a:endParaRPr lang="en-AU" sz="4000" b="1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A802624-0405-D3AF-FFC3-40749969E127}"/>
              </a:ext>
            </a:extLst>
          </p:cNvPr>
          <p:cNvCxnSpPr>
            <a:cxnSpLocks/>
          </p:cNvCxnSpPr>
          <p:nvPr/>
        </p:nvCxnSpPr>
        <p:spPr>
          <a:xfrm flipH="1">
            <a:off x="2704712" y="4251965"/>
            <a:ext cx="4937057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itle 1">
            <a:extLst>
              <a:ext uri="{FF2B5EF4-FFF2-40B4-BE49-F238E27FC236}">
                <a16:creationId xmlns:a16="http://schemas.microsoft.com/office/drawing/2014/main" id="{92BF62D1-39BD-0106-DBF1-B40AA33F94D9}"/>
              </a:ext>
            </a:extLst>
          </p:cNvPr>
          <p:cNvSpPr txBox="1">
            <a:spLocks/>
          </p:cNvSpPr>
          <p:nvPr/>
        </p:nvSpPr>
        <p:spPr>
          <a:xfrm>
            <a:off x="8051687" y="4871450"/>
            <a:ext cx="1820276" cy="36933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1600" i="1" dirty="0">
                <a:solidFill>
                  <a:srgbClr val="002060"/>
                </a:solidFill>
                <a:latin typeface="Arial Black" panose="020B0A04020102020204" pitchFamily="34" charset="0"/>
              </a:rPr>
              <a:t>Funny Gorilla</a:t>
            </a:r>
            <a:endParaRPr lang="en-AU" sz="1600" b="1" i="1" dirty="0">
              <a:solidFill>
                <a:srgbClr val="002060"/>
              </a:solidFill>
            </a:endParaRP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BC5E60E8-575C-1354-C6C7-985C986E4EB1}"/>
              </a:ext>
            </a:extLst>
          </p:cNvPr>
          <p:cNvSpPr/>
          <p:nvPr/>
        </p:nvSpPr>
        <p:spPr>
          <a:xfrm>
            <a:off x="8439973" y="1493447"/>
            <a:ext cx="699476" cy="14341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432E5DF7-7596-43C1-7CF2-D7311EE9E5CC}"/>
              </a:ext>
            </a:extLst>
          </p:cNvPr>
          <p:cNvSpPr/>
          <p:nvPr/>
        </p:nvSpPr>
        <p:spPr>
          <a:xfrm>
            <a:off x="8450322" y="2010550"/>
            <a:ext cx="699476" cy="14341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DF15C7CE-02E3-F829-C8FE-F50E99AF52E6}"/>
              </a:ext>
            </a:extLst>
          </p:cNvPr>
          <p:cNvSpPr/>
          <p:nvPr/>
        </p:nvSpPr>
        <p:spPr>
          <a:xfrm>
            <a:off x="8440082" y="2489024"/>
            <a:ext cx="699476" cy="14341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A9C80C6-C6FF-2CFB-2DC2-7BDDA66B4A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057" y="4117412"/>
            <a:ext cx="804195" cy="75919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C92295F-63AE-4838-C79B-698CA0A9DA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452" y="3135065"/>
            <a:ext cx="547457" cy="5168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02CCFF-C8F0-A9A6-6972-21ECA257AD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452" y="3783148"/>
            <a:ext cx="547457" cy="5168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778E15-3824-E8BA-8AFB-5614D21AA9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452" y="4428972"/>
            <a:ext cx="547457" cy="516826"/>
          </a:xfrm>
          <a:prstGeom prst="rect">
            <a:avLst/>
          </a:prstGeom>
        </p:spPr>
      </p:pic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64797792-DD82-D8FA-1E40-44FBD407A720}"/>
              </a:ext>
            </a:extLst>
          </p:cNvPr>
          <p:cNvSpPr/>
          <p:nvPr/>
        </p:nvSpPr>
        <p:spPr>
          <a:xfrm>
            <a:off x="9716536" y="3807780"/>
            <a:ext cx="606279" cy="355616"/>
          </a:xfrm>
          <a:prstGeom prst="left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407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26D42E7-5795-E6BA-89FF-B5E16F4AD110}"/>
              </a:ext>
            </a:extLst>
          </p:cNvPr>
          <p:cNvSpPr/>
          <p:nvPr/>
        </p:nvSpPr>
        <p:spPr>
          <a:xfrm>
            <a:off x="4956610" y="1887166"/>
            <a:ext cx="5596991" cy="33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4576505" y="2167365"/>
            <a:ext cx="897735" cy="283221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4622224" y="2298018"/>
            <a:ext cx="6687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>
                <a:solidFill>
                  <a:schemeClr val="bg1"/>
                </a:solidFill>
                <a:latin typeface="Arial Black" panose="020B0A04020102020204" pitchFamily="34" charset="0"/>
              </a:rPr>
              <a:t>API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360730" y="332697"/>
            <a:ext cx="1698716" cy="455818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chemeClr val="tx1"/>
                </a:solidFill>
                <a:latin typeface="Arial Black" panose="020B0A04020102020204" pitchFamily="34" charset="0"/>
              </a:rPr>
              <a:t>Service</a:t>
            </a:r>
            <a:endParaRPr lang="en-AU" sz="2400" b="1" dirty="0">
              <a:solidFill>
                <a:schemeClr val="tx1"/>
              </a:solidFill>
            </a:endParaRPr>
          </a:p>
        </p:txBody>
      </p:sp>
      <p:cxnSp>
        <p:nvCxnSpPr>
          <p:cNvPr id="5" name="Curved Connector 4"/>
          <p:cNvCxnSpPr>
            <a:cxnSpLocks/>
            <a:stCxn id="9" idx="2"/>
            <a:endCxn id="20" idx="0"/>
          </p:cNvCxnSpPr>
          <p:nvPr/>
        </p:nvCxnSpPr>
        <p:spPr>
          <a:xfrm rot="16200000" flipH="1">
            <a:off x="6433272" y="565331"/>
            <a:ext cx="1098651" cy="1545018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FE001D8C-2E48-CCD0-CF92-32935EA6C2D9}"/>
              </a:ext>
            </a:extLst>
          </p:cNvPr>
          <p:cNvSpPr/>
          <p:nvPr/>
        </p:nvSpPr>
        <p:spPr>
          <a:xfrm>
            <a:off x="7183555" y="3241103"/>
            <a:ext cx="897735" cy="583251"/>
          </a:xfrm>
          <a:prstGeom prst="left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4960CE-4415-8EDA-9A34-0A0E0FB5E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640" y="2830778"/>
            <a:ext cx="1143157" cy="107919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DD61DE8-E3CA-B221-97D2-54C44485E981}"/>
              </a:ext>
            </a:extLst>
          </p:cNvPr>
          <p:cNvSpPr txBox="1">
            <a:spLocks/>
          </p:cNvSpPr>
          <p:nvPr/>
        </p:nvSpPr>
        <p:spPr>
          <a:xfrm>
            <a:off x="4017750" y="2767960"/>
            <a:ext cx="1543061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Function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D124EF7-CC92-021D-78D1-DA9266E97C99}"/>
              </a:ext>
            </a:extLst>
          </p:cNvPr>
          <p:cNvSpPr txBox="1">
            <a:spLocks/>
          </p:cNvSpPr>
          <p:nvPr/>
        </p:nvSpPr>
        <p:spPr>
          <a:xfrm>
            <a:off x="4017750" y="3139468"/>
            <a:ext cx="2153397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Data contract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B7B63430-1126-3CAB-BE84-1C8BE976DC84}"/>
              </a:ext>
            </a:extLst>
          </p:cNvPr>
          <p:cNvSpPr txBox="1">
            <a:spLocks/>
          </p:cNvSpPr>
          <p:nvPr/>
        </p:nvSpPr>
        <p:spPr>
          <a:xfrm>
            <a:off x="4017750" y="3510976"/>
            <a:ext cx="2710605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Transport protocol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3CCD9B96-5BC4-10D4-E388-7910267F8AA1}"/>
              </a:ext>
            </a:extLst>
          </p:cNvPr>
          <p:cNvSpPr txBox="1">
            <a:spLocks/>
          </p:cNvSpPr>
          <p:nvPr/>
        </p:nvSpPr>
        <p:spPr>
          <a:xfrm>
            <a:off x="4017750" y="3909973"/>
            <a:ext cx="3264626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Communication pattern</a:t>
            </a:r>
          </a:p>
        </p:txBody>
      </p:sp>
      <p:pic>
        <p:nvPicPr>
          <p:cNvPr id="33" name="Graphic 32" descr="Gears outline">
            <a:extLst>
              <a:ext uri="{FF2B5EF4-FFF2-40B4-BE49-F238E27FC236}">
                <a16:creationId xmlns:a16="http://schemas.microsoft.com/office/drawing/2014/main" id="{9FE5A7D3-AA63-AB36-449B-C9B7B2BB4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42600" y="32059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206" y="3231058"/>
            <a:ext cx="6003941" cy="652880"/>
          </a:xfrm>
          <a:solidFill>
            <a:srgbClr val="0070C0"/>
          </a:solidFill>
          <a:effectLst/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Where</a:t>
            </a:r>
            <a:r>
              <a:rPr lang="en-AU" sz="3200" b="1" i="1" dirty="0">
                <a:solidFill>
                  <a:schemeClr val="bg1"/>
                </a:solidFill>
              </a:rPr>
              <a:t> </a:t>
            </a:r>
            <a:r>
              <a:rPr lang="en-AU" sz="3200" b="1" dirty="0">
                <a:solidFill>
                  <a:schemeClr val="bg1"/>
                </a:solidFill>
              </a:rPr>
              <a:t>is</a:t>
            </a:r>
            <a:r>
              <a:rPr lang="en-AU" sz="3200" b="1" i="1" dirty="0">
                <a:solidFill>
                  <a:schemeClr val="bg1"/>
                </a:solidFill>
              </a:rPr>
              <a:t> </a:t>
            </a:r>
            <a:r>
              <a:rPr lang="en-AU" sz="3200" b="1" dirty="0">
                <a:solidFill>
                  <a:schemeClr val="bg1"/>
                </a:solidFill>
              </a:rPr>
              <a:t>API</a:t>
            </a:r>
            <a:r>
              <a:rPr lang="en-AU" sz="3200" b="1" i="1" dirty="0">
                <a:solidFill>
                  <a:schemeClr val="bg1"/>
                </a:solidFill>
              </a:rPr>
              <a:t> </a:t>
            </a:r>
            <a:r>
              <a:rPr lang="en-AU" sz="3200" b="1" dirty="0">
                <a:solidFill>
                  <a:schemeClr val="bg1"/>
                </a:solidFill>
              </a:rPr>
              <a:t>Located</a:t>
            </a:r>
            <a:r>
              <a:rPr lang="en-AU" sz="3200" b="1" i="1" dirty="0">
                <a:solidFill>
                  <a:schemeClr val="bg1"/>
                </a:solidFill>
              </a:rPr>
              <a:t>? </a:t>
            </a:r>
            <a:endParaRPr lang="en-A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19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2C435-A008-4DD8-7DA9-AC3D40B8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23FF49C-3FC5-5633-462A-A97987F6F0BB}"/>
              </a:ext>
            </a:extLst>
          </p:cNvPr>
          <p:cNvSpPr/>
          <p:nvPr/>
        </p:nvSpPr>
        <p:spPr>
          <a:xfrm>
            <a:off x="4630426" y="3221730"/>
            <a:ext cx="5781204" cy="1595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4EB47-6706-FFDB-5949-A33A48BF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659" y="650819"/>
            <a:ext cx="6354923" cy="695469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Where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is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Located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? </a:t>
            </a: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99DCA9ED-FC17-39C7-F7C6-5874A0E8790A}"/>
              </a:ext>
            </a:extLst>
          </p:cNvPr>
          <p:cNvSpPr/>
          <p:nvPr/>
        </p:nvSpPr>
        <p:spPr>
          <a:xfrm>
            <a:off x="9350195" y="3843289"/>
            <a:ext cx="673095" cy="433454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287E3FB-FF14-104D-8113-D9B2E829C3D9}"/>
              </a:ext>
            </a:extLst>
          </p:cNvPr>
          <p:cNvSpPr/>
          <p:nvPr/>
        </p:nvSpPr>
        <p:spPr>
          <a:xfrm>
            <a:off x="7258050" y="3642201"/>
            <a:ext cx="749775" cy="7057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12D1F24-D5FE-25A5-9470-30E0186AD455}"/>
              </a:ext>
            </a:extLst>
          </p:cNvPr>
          <p:cNvSpPr/>
          <p:nvPr/>
        </p:nvSpPr>
        <p:spPr>
          <a:xfrm>
            <a:off x="5053996" y="3765527"/>
            <a:ext cx="421899" cy="432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3488659-4F7C-4383-141A-E3BFEB0556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371" y="3372859"/>
            <a:ext cx="570610" cy="53868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1ED99DA-F8AF-4AB6-8104-42FC6F8D1CB9}"/>
              </a:ext>
            </a:extLst>
          </p:cNvPr>
          <p:cNvSpPr/>
          <p:nvPr/>
        </p:nvSpPr>
        <p:spPr>
          <a:xfrm>
            <a:off x="7102839" y="3807544"/>
            <a:ext cx="279771" cy="20929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7673A8A-9B8C-A9BD-EBE1-0BEB330D3640}"/>
              </a:ext>
            </a:extLst>
          </p:cNvPr>
          <p:cNvCxnSpPr/>
          <p:nvPr/>
        </p:nvCxnSpPr>
        <p:spPr>
          <a:xfrm flipV="1">
            <a:off x="5680215" y="4024878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5F5E3CA-6B1A-57C9-880D-4B2A53E8B2D2}"/>
              </a:ext>
            </a:extLst>
          </p:cNvPr>
          <p:cNvSpPr txBox="1"/>
          <p:nvPr/>
        </p:nvSpPr>
        <p:spPr>
          <a:xfrm>
            <a:off x="4726839" y="4347942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Web Tier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B2147A-5297-89FF-0DD7-A4FB5EFBE35D}"/>
              </a:ext>
            </a:extLst>
          </p:cNvPr>
          <p:cNvSpPr txBox="1"/>
          <p:nvPr/>
        </p:nvSpPr>
        <p:spPr>
          <a:xfrm>
            <a:off x="7268346" y="4391488"/>
            <a:ext cx="105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Business Tier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07B3C5-0A80-468F-B535-7F9BFAE14423}"/>
              </a:ext>
            </a:extLst>
          </p:cNvPr>
          <p:cNvSpPr txBox="1"/>
          <p:nvPr/>
        </p:nvSpPr>
        <p:spPr>
          <a:xfrm>
            <a:off x="8824851" y="4381529"/>
            <a:ext cx="1390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Database Tier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3AC90D-6C5B-6EC9-69F2-537CB3F18B52}"/>
              </a:ext>
            </a:extLst>
          </p:cNvPr>
          <p:cNvSpPr txBox="1"/>
          <p:nvPr/>
        </p:nvSpPr>
        <p:spPr>
          <a:xfrm>
            <a:off x="5727257" y="3780699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51B39A-A0D7-A4BB-A5A5-0D240F8A8269}"/>
              </a:ext>
            </a:extLst>
          </p:cNvPr>
          <p:cNvSpPr txBox="1"/>
          <p:nvPr/>
        </p:nvSpPr>
        <p:spPr>
          <a:xfrm>
            <a:off x="8344053" y="3780698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0342AA-0AF2-8844-C5D7-002BDD185AD3}"/>
              </a:ext>
            </a:extLst>
          </p:cNvPr>
          <p:cNvSpPr txBox="1"/>
          <p:nvPr/>
        </p:nvSpPr>
        <p:spPr>
          <a:xfrm>
            <a:off x="3810050" y="3636270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HTML/CSS/JS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4255CD-C148-9603-344C-EE65B487FAC1}"/>
              </a:ext>
            </a:extLst>
          </p:cNvPr>
          <p:cNvSpPr/>
          <p:nvPr/>
        </p:nvSpPr>
        <p:spPr>
          <a:xfrm>
            <a:off x="7093225" y="4078023"/>
            <a:ext cx="279771" cy="20929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B2C67D6-D3C0-085E-75E0-024A1D003B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181003" y="3761781"/>
            <a:ext cx="420887" cy="420887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41ECFD-0495-84BE-607A-0281B00C0434}"/>
              </a:ext>
            </a:extLst>
          </p:cNvPr>
          <p:cNvCxnSpPr/>
          <p:nvPr/>
        </p:nvCxnSpPr>
        <p:spPr>
          <a:xfrm flipV="1">
            <a:off x="8237222" y="4037821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495DF51-D5E6-3C5A-18AB-789837CD9112}"/>
              </a:ext>
            </a:extLst>
          </p:cNvPr>
          <p:cNvSpPr/>
          <p:nvPr/>
        </p:nvSpPr>
        <p:spPr>
          <a:xfrm>
            <a:off x="4295497" y="2118040"/>
            <a:ext cx="23012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i="1" dirty="0">
                <a:solidFill>
                  <a:srgbClr val="1D3B8F"/>
                </a:solidFill>
              </a:rPr>
              <a:t>API </a:t>
            </a:r>
          </a:p>
          <a:p>
            <a:r>
              <a:rPr lang="en-AU" sz="2000" dirty="0">
                <a:solidFill>
                  <a:srgbClr val="002060"/>
                </a:solidFill>
              </a:rPr>
              <a:t>service contract</a:t>
            </a:r>
            <a:endParaRPr lang="en-AU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10A42-3730-FBBE-5D8F-7BB34FE319CA}"/>
              </a:ext>
            </a:extLst>
          </p:cNvPr>
          <p:cNvSpPr/>
          <p:nvPr/>
        </p:nvSpPr>
        <p:spPr>
          <a:xfrm>
            <a:off x="4630425" y="6481887"/>
            <a:ext cx="26807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200" i="1" dirty="0">
                <a:solidFill>
                  <a:schemeClr val="accent2"/>
                </a:solidFill>
                <a:latin typeface="Arial Black" panose="020B0A04020102020204" pitchFamily="34" charset="0"/>
              </a:rPr>
              <a:t>Client</a:t>
            </a:r>
            <a:r>
              <a:rPr lang="en-AU" sz="1200" b="1" dirty="0">
                <a:solidFill>
                  <a:srgbClr val="002060"/>
                </a:solidFill>
              </a:rPr>
              <a:t> </a:t>
            </a:r>
            <a:r>
              <a:rPr lang="en-AU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AU" sz="1200" b="1" dirty="0">
                <a:solidFill>
                  <a:srgbClr val="002060"/>
                </a:solidFill>
              </a:rPr>
              <a:t> </a:t>
            </a:r>
            <a:r>
              <a:rPr lang="en-AU" sz="1200" i="1" dirty="0">
                <a:solidFill>
                  <a:schemeClr val="accent2"/>
                </a:solidFill>
                <a:latin typeface="Arial Black" panose="020B0A04020102020204" pitchFamily="34" charset="0"/>
              </a:rPr>
              <a:t>Server</a:t>
            </a:r>
            <a:r>
              <a:rPr lang="en-AU" sz="1200" b="1" dirty="0">
                <a:solidFill>
                  <a:srgbClr val="002060"/>
                </a:solidFill>
              </a:rPr>
              <a:t> </a:t>
            </a:r>
            <a:r>
              <a:rPr lang="en-AU" sz="1200" dirty="0">
                <a:solidFill>
                  <a:srgbClr val="0070C0"/>
                </a:solidFill>
                <a:latin typeface="Arial Black" panose="020B0A04020102020204" pitchFamily="34" charset="0"/>
              </a:rPr>
              <a:t>Delivery</a:t>
            </a:r>
            <a:r>
              <a:rPr lang="en-AU" sz="1200" b="1" dirty="0">
                <a:solidFill>
                  <a:srgbClr val="002060"/>
                </a:solidFill>
              </a:rPr>
              <a:t> </a:t>
            </a:r>
            <a:r>
              <a:rPr lang="en-AU" sz="1200" dirty="0">
                <a:solidFill>
                  <a:srgbClr val="0070C0"/>
                </a:solidFill>
                <a:latin typeface="Arial Black" panose="020B0A04020102020204" pitchFamily="34" charset="0"/>
              </a:rPr>
              <a:t>Model</a:t>
            </a:r>
            <a:endParaRPr lang="en-AU" sz="1200" dirty="0"/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1DC3AE4A-AB24-D5B6-D2A6-CB154A4F7D1A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>
            <a:off x="6596743" y="2502761"/>
            <a:ext cx="506096" cy="1409429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CD0BB29-1A07-25EB-A41E-9AAEB3FCEB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571" y="4112186"/>
            <a:ext cx="570610" cy="5386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A27AFD-2324-C6F3-79A4-F17D987EA5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394" y="4112187"/>
            <a:ext cx="570610" cy="53868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4EF708-BFE0-1DA6-4526-9499C83DE5D3}"/>
              </a:ext>
            </a:extLst>
          </p:cNvPr>
          <p:cNvCxnSpPr/>
          <p:nvPr/>
        </p:nvCxnSpPr>
        <p:spPr>
          <a:xfrm flipV="1">
            <a:off x="3858084" y="3981788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A11A983F-669F-86E9-D592-0E5DB6EB695E}"/>
              </a:ext>
            </a:extLst>
          </p:cNvPr>
          <p:cNvSpPr/>
          <p:nvPr/>
        </p:nvSpPr>
        <p:spPr>
          <a:xfrm>
            <a:off x="4812136" y="5178158"/>
            <a:ext cx="749775" cy="40251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Client System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507613-0059-82EF-78EE-6D37F66BC30A}"/>
              </a:ext>
            </a:extLst>
          </p:cNvPr>
          <p:cNvCxnSpPr>
            <a:cxnSpLocks/>
          </p:cNvCxnSpPr>
          <p:nvPr/>
        </p:nvCxnSpPr>
        <p:spPr>
          <a:xfrm flipV="1">
            <a:off x="5584372" y="4287314"/>
            <a:ext cx="1508853" cy="1068361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38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 txBox="1">
            <a:spLocks/>
          </p:cNvSpPr>
          <p:nvPr/>
        </p:nvSpPr>
        <p:spPr>
          <a:xfrm>
            <a:off x="1121602" y="3135551"/>
            <a:ext cx="5736540" cy="586898"/>
          </a:xfrm>
          <a:prstGeom prst="rect">
            <a:avLst/>
          </a:prstGeom>
          <a:solidFill>
            <a:srgbClr val="0070C0"/>
          </a:solidFill>
          <a:effectLst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3200" b="1" dirty="0">
                <a:solidFill>
                  <a:schemeClr val="bg1"/>
                </a:solidFill>
              </a:rPr>
              <a:t>What can we do with API?</a:t>
            </a:r>
          </a:p>
        </p:txBody>
      </p:sp>
    </p:spTree>
    <p:extLst>
      <p:ext uri="{BB962C8B-B14F-4D97-AF65-F5344CB8AC3E}">
        <p14:creationId xmlns:p14="http://schemas.microsoft.com/office/powerpoint/2010/main" val="3232703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0EE837-4201-BF80-DB96-CD5C59804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6B2A6AB-0A6D-75B9-4782-77CA70E9C708}"/>
              </a:ext>
            </a:extLst>
          </p:cNvPr>
          <p:cNvSpPr/>
          <p:nvPr/>
        </p:nvSpPr>
        <p:spPr>
          <a:xfrm>
            <a:off x="468086" y="2257025"/>
            <a:ext cx="1711583" cy="72016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/>
              <a:t>Requirement</a:t>
            </a:r>
          </a:p>
        </p:txBody>
      </p: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482C9763-E31D-2B83-9E45-F47A00214C1A}"/>
              </a:ext>
            </a:extLst>
          </p:cNvPr>
          <p:cNvSpPr/>
          <p:nvPr/>
        </p:nvSpPr>
        <p:spPr>
          <a:xfrm>
            <a:off x="3079236" y="2326930"/>
            <a:ext cx="1500945" cy="580354"/>
          </a:xfrm>
          <a:prstGeom prst="parallelogram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Service contract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473DD3-9336-A239-506B-5CCC30CFF0A5}"/>
              </a:ext>
            </a:extLst>
          </p:cNvPr>
          <p:cNvSpPr/>
          <p:nvPr/>
        </p:nvSpPr>
        <p:spPr>
          <a:xfrm>
            <a:off x="5938748" y="1259633"/>
            <a:ext cx="2507577" cy="637310"/>
          </a:xfrm>
          <a:prstGeom prst="ellipse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Server programming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8FA875A-26DB-579A-A4B5-836B413CB845}"/>
              </a:ext>
            </a:extLst>
          </p:cNvPr>
          <p:cNvSpPr/>
          <p:nvPr/>
        </p:nvSpPr>
        <p:spPr>
          <a:xfrm>
            <a:off x="5805807" y="2430333"/>
            <a:ext cx="2507577" cy="637310"/>
          </a:xfrm>
          <a:prstGeom prst="ellipse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Client programming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5B31EEE-D635-3DEB-9CF7-A8AFB0EB8F15}"/>
              </a:ext>
            </a:extLst>
          </p:cNvPr>
          <p:cNvSpPr/>
          <p:nvPr/>
        </p:nvSpPr>
        <p:spPr>
          <a:xfrm>
            <a:off x="5805807" y="3601033"/>
            <a:ext cx="2507577" cy="637310"/>
          </a:xfrm>
          <a:prstGeom prst="ellipse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Test plan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AE4239B-EE88-24E1-664B-CB2AFC568044}"/>
              </a:ext>
            </a:extLst>
          </p:cNvPr>
          <p:cNvSpPr/>
          <p:nvPr/>
        </p:nvSpPr>
        <p:spPr>
          <a:xfrm>
            <a:off x="5752106" y="4771733"/>
            <a:ext cx="2507577" cy="637310"/>
          </a:xfrm>
          <a:prstGeom prst="ellipse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Design</a:t>
            </a:r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CCF13696-0C53-2FFB-4781-78D734EB0D18}"/>
              </a:ext>
            </a:extLst>
          </p:cNvPr>
          <p:cNvCxnSpPr>
            <a:stCxn id="37" idx="2"/>
            <a:endCxn id="5" idx="2"/>
          </p:cNvCxnSpPr>
          <p:nvPr/>
        </p:nvCxnSpPr>
        <p:spPr>
          <a:xfrm flipV="1">
            <a:off x="4507637" y="1578288"/>
            <a:ext cx="1431111" cy="1038819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9BFD56E6-E946-FF4A-43B4-801941F09443}"/>
              </a:ext>
            </a:extLst>
          </p:cNvPr>
          <p:cNvCxnSpPr>
            <a:stCxn id="37" idx="2"/>
            <a:endCxn id="23" idx="2"/>
          </p:cNvCxnSpPr>
          <p:nvPr/>
        </p:nvCxnSpPr>
        <p:spPr>
          <a:xfrm>
            <a:off x="4507637" y="2617107"/>
            <a:ext cx="1298170" cy="131881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D3CBE26B-3A8A-E231-3D24-B1FA1DB8EBB9}"/>
              </a:ext>
            </a:extLst>
          </p:cNvPr>
          <p:cNvCxnSpPr>
            <a:cxnSpLocks/>
            <a:stCxn id="37" idx="2"/>
            <a:endCxn id="25" idx="2"/>
          </p:cNvCxnSpPr>
          <p:nvPr/>
        </p:nvCxnSpPr>
        <p:spPr>
          <a:xfrm>
            <a:off x="4507637" y="2617107"/>
            <a:ext cx="1298170" cy="1302581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6F3EE8A7-86F4-BF74-2CDF-F2AB3F77C58C}"/>
              </a:ext>
            </a:extLst>
          </p:cNvPr>
          <p:cNvCxnSpPr>
            <a:cxnSpLocks/>
            <a:stCxn id="37" idx="2"/>
            <a:endCxn id="41" idx="2"/>
          </p:cNvCxnSpPr>
          <p:nvPr/>
        </p:nvCxnSpPr>
        <p:spPr>
          <a:xfrm>
            <a:off x="4507637" y="2617107"/>
            <a:ext cx="1244469" cy="2473281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0949F6C0-E069-C62D-EFF2-C3997290C890}"/>
              </a:ext>
            </a:extLst>
          </p:cNvPr>
          <p:cNvCxnSpPr>
            <a:cxnSpLocks/>
            <a:stCxn id="24" idx="3"/>
            <a:endCxn id="37" idx="5"/>
          </p:cNvCxnSpPr>
          <p:nvPr/>
        </p:nvCxnSpPr>
        <p:spPr>
          <a:xfrm>
            <a:off x="2179669" y="2617107"/>
            <a:ext cx="972111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3F9D36D-9836-F2D0-C0E0-9F700B2240A7}"/>
              </a:ext>
            </a:extLst>
          </p:cNvPr>
          <p:cNvSpPr/>
          <p:nvPr/>
        </p:nvSpPr>
        <p:spPr>
          <a:xfrm>
            <a:off x="9182691" y="3601033"/>
            <a:ext cx="2507577" cy="637310"/>
          </a:xfrm>
          <a:prstGeom prst="ellipse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Test cases</a:t>
            </a:r>
          </a:p>
        </p:txBody>
      </p: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52DDBFA2-EB4D-B02A-801A-350161B61B06}"/>
              </a:ext>
            </a:extLst>
          </p:cNvPr>
          <p:cNvCxnSpPr>
            <a:cxnSpLocks/>
            <a:stCxn id="25" idx="6"/>
            <a:endCxn id="55" idx="2"/>
          </p:cNvCxnSpPr>
          <p:nvPr/>
        </p:nvCxnSpPr>
        <p:spPr>
          <a:xfrm>
            <a:off x="8313384" y="3919688"/>
            <a:ext cx="869307" cy="12700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82E0B953-6BDF-BA22-B041-63F2D1EB3493}"/>
              </a:ext>
            </a:extLst>
          </p:cNvPr>
          <p:cNvSpPr/>
          <p:nvPr/>
        </p:nvSpPr>
        <p:spPr>
          <a:xfrm rot="5400000">
            <a:off x="3465717" y="3239385"/>
            <a:ext cx="727982" cy="5007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C7BA68BD-035A-1770-DFF8-CFC00424B014}"/>
              </a:ext>
            </a:extLst>
          </p:cNvPr>
          <p:cNvSpPr/>
          <p:nvPr/>
        </p:nvSpPr>
        <p:spPr>
          <a:xfrm>
            <a:off x="3355159" y="3949215"/>
            <a:ext cx="836369" cy="159571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F79A57-3D68-EF05-9DC1-2F5A16928B58}"/>
              </a:ext>
            </a:extLst>
          </p:cNvPr>
          <p:cNvSpPr/>
          <p:nvPr/>
        </p:nvSpPr>
        <p:spPr>
          <a:xfrm>
            <a:off x="5697287" y="1615748"/>
            <a:ext cx="8627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dirty="0">
                <a:solidFill>
                  <a:schemeClr val="bg1"/>
                </a:solidFill>
                <a:latin typeface="Arial Black" panose="020B0A04020102020204" pitchFamily="34" charset="0"/>
              </a:rPr>
              <a:t>API</a:t>
            </a:r>
            <a:endParaRPr lang="en-AU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AE09D8-9AB3-08E3-6D61-A4A2C2D7576F}"/>
              </a:ext>
            </a:extLst>
          </p:cNvPr>
          <p:cNvSpPr txBox="1">
            <a:spLocks/>
          </p:cNvSpPr>
          <p:nvPr/>
        </p:nvSpPr>
        <p:spPr>
          <a:xfrm>
            <a:off x="2537019" y="4027976"/>
            <a:ext cx="1543061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Function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1D48AC5-643E-8887-F5DF-903B3CA41AC5}"/>
              </a:ext>
            </a:extLst>
          </p:cNvPr>
          <p:cNvSpPr txBox="1">
            <a:spLocks/>
          </p:cNvSpPr>
          <p:nvPr/>
        </p:nvSpPr>
        <p:spPr>
          <a:xfrm>
            <a:off x="2537019" y="4399484"/>
            <a:ext cx="2153397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Data contract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FEA765C-877A-3327-9CF5-01F2FD0F1D54}"/>
              </a:ext>
            </a:extLst>
          </p:cNvPr>
          <p:cNvSpPr txBox="1">
            <a:spLocks/>
          </p:cNvSpPr>
          <p:nvPr/>
        </p:nvSpPr>
        <p:spPr>
          <a:xfrm>
            <a:off x="2537019" y="4770992"/>
            <a:ext cx="2710605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Transport protocol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B0B7489-CADF-82D8-AE85-2A7712F7ACEC}"/>
              </a:ext>
            </a:extLst>
          </p:cNvPr>
          <p:cNvSpPr txBox="1">
            <a:spLocks/>
          </p:cNvSpPr>
          <p:nvPr/>
        </p:nvSpPr>
        <p:spPr>
          <a:xfrm>
            <a:off x="2537019" y="5169989"/>
            <a:ext cx="3264626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Communication pattern</a:t>
            </a:r>
          </a:p>
        </p:txBody>
      </p:sp>
    </p:spTree>
    <p:extLst>
      <p:ext uri="{BB962C8B-B14F-4D97-AF65-F5344CB8AC3E}">
        <p14:creationId xmlns:p14="http://schemas.microsoft.com/office/powerpoint/2010/main" val="2492862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3466" y="3291036"/>
            <a:ext cx="4044004" cy="647221"/>
          </a:xfrm>
          <a:solidFill>
            <a:srgbClr val="0070C0"/>
          </a:solidFill>
          <a:effectLst/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Data Contract</a:t>
            </a:r>
            <a:endParaRPr lang="en-AU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27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90821" y="2290227"/>
            <a:ext cx="235993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b="1" dirty="0">
                <a:solidFill>
                  <a:schemeClr val="accent2"/>
                </a:solidFill>
              </a:rPr>
              <a:t>XML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chemeClr val="accent2"/>
                </a:solidFill>
              </a:rPr>
              <a:t>JSON</a:t>
            </a:r>
            <a:endParaRPr lang="en-AU" sz="3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974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29" y="529556"/>
            <a:ext cx="147880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XML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29" y="1502228"/>
            <a:ext cx="5295900" cy="48822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529556"/>
            <a:ext cx="5607503" cy="6267209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478932" y="245426"/>
            <a:ext cx="6033697" cy="59574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4300" b="1" dirty="0">
                <a:solidFill>
                  <a:schemeClr val="accent2"/>
                </a:solidFill>
              </a:rPr>
              <a:t>Xml Schema Definition - XSD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117600" y="1099127"/>
            <a:ext cx="0" cy="332509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454072" y="766618"/>
            <a:ext cx="734292" cy="9237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785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451880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JSON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84" y="1668833"/>
            <a:ext cx="5267325" cy="2200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410" y="2943225"/>
            <a:ext cx="63912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36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900" y="3184002"/>
            <a:ext cx="5477108" cy="654667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Transport protocol</a:t>
            </a:r>
            <a:br>
              <a:rPr lang="en-AU" sz="3200" b="1" dirty="0">
                <a:solidFill>
                  <a:schemeClr val="bg1"/>
                </a:solidFill>
              </a:rPr>
            </a:br>
            <a:br>
              <a:rPr lang="en-AU" sz="3200" b="1" dirty="0">
                <a:solidFill>
                  <a:schemeClr val="bg1"/>
                </a:solidFill>
              </a:rPr>
            </a:br>
            <a:endParaRPr lang="en-A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821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95" y="2020800"/>
            <a:ext cx="6540619" cy="33590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0638D3-BC52-EB57-BE0A-E10C95994D08}"/>
              </a:ext>
            </a:extLst>
          </p:cNvPr>
          <p:cNvSpPr txBox="1"/>
          <p:nvPr/>
        </p:nvSpPr>
        <p:spPr>
          <a:xfrm>
            <a:off x="990600" y="631371"/>
            <a:ext cx="4452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chemeClr val="accent2"/>
                </a:solidFill>
              </a:rPr>
              <a:t>OSI Model</a:t>
            </a:r>
          </a:p>
        </p:txBody>
      </p:sp>
    </p:spTree>
    <p:extLst>
      <p:ext uri="{BB962C8B-B14F-4D97-AF65-F5344CB8AC3E}">
        <p14:creationId xmlns:p14="http://schemas.microsoft.com/office/powerpoint/2010/main" val="3533085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791" y="605143"/>
            <a:ext cx="4514191" cy="623293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Transport protocol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119" y="1730741"/>
            <a:ext cx="9131833" cy="374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75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098" y="2830917"/>
            <a:ext cx="5866407" cy="663721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Communication Patterns</a:t>
            </a:r>
            <a:br>
              <a:rPr lang="en-AU" sz="3200" b="1" dirty="0">
                <a:solidFill>
                  <a:schemeClr val="bg1"/>
                </a:solidFill>
              </a:rPr>
            </a:br>
            <a:br>
              <a:rPr lang="en-AU" sz="3200" b="1" dirty="0">
                <a:solidFill>
                  <a:schemeClr val="bg1"/>
                </a:solidFill>
              </a:rPr>
            </a:br>
            <a:endParaRPr lang="en-AU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F59E8-7D4E-095D-DF6C-B9E891831A12}"/>
              </a:ext>
            </a:extLst>
          </p:cNvPr>
          <p:cNvSpPr txBox="1"/>
          <p:nvPr/>
        </p:nvSpPr>
        <p:spPr>
          <a:xfrm>
            <a:off x="1430686" y="5900229"/>
            <a:ext cx="8349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https://reflectoring.io/microservice-communication-patterns/</a:t>
            </a:r>
          </a:p>
        </p:txBody>
      </p:sp>
    </p:spTree>
    <p:extLst>
      <p:ext uri="{BB962C8B-B14F-4D97-AF65-F5344CB8AC3E}">
        <p14:creationId xmlns:p14="http://schemas.microsoft.com/office/powerpoint/2010/main" val="2279830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F8E7F7-6CDA-2706-B9A4-90F61735F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806" y="592228"/>
            <a:ext cx="9452386" cy="669484"/>
          </a:xfrm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Synchronous</a:t>
            </a:r>
            <a:r>
              <a:rPr lang="en-AU" dirty="0"/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vs</a:t>
            </a:r>
            <a:r>
              <a:rPr lang="en-AU" dirty="0"/>
              <a:t>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Asynchronous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8D6EFB-A128-945A-2380-7976B98A1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428" y="1560252"/>
            <a:ext cx="6221803" cy="11829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572D0D-E205-8635-78B9-3A90FE88A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370" y="2971741"/>
            <a:ext cx="6293173" cy="10097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8F9AAD-7776-304D-E10B-F204231DA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056" y="4299828"/>
            <a:ext cx="6502734" cy="15621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3D02205-4C98-4A29-80A9-7ABC7C502963}"/>
              </a:ext>
            </a:extLst>
          </p:cNvPr>
          <p:cNvSpPr txBox="1"/>
          <p:nvPr/>
        </p:nvSpPr>
        <p:spPr>
          <a:xfrm>
            <a:off x="2097914" y="6160548"/>
            <a:ext cx="7996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https://reflectoring.io/microservice-communication-patterns/</a:t>
            </a:r>
          </a:p>
        </p:txBody>
      </p:sp>
    </p:spTree>
    <p:extLst>
      <p:ext uri="{BB962C8B-B14F-4D97-AF65-F5344CB8AC3E}">
        <p14:creationId xmlns:p14="http://schemas.microsoft.com/office/powerpoint/2010/main" val="1487363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3381366" y="1635429"/>
            <a:ext cx="4897600" cy="418347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pic>
        <p:nvPicPr>
          <p:cNvPr id="30730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7" y="3511582"/>
            <a:ext cx="438622" cy="4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gular Pentagon 2"/>
          <p:cNvSpPr/>
          <p:nvPr/>
        </p:nvSpPr>
        <p:spPr>
          <a:xfrm flipH="1">
            <a:off x="6007939" y="2344713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/>
          <p:cNvSpPr/>
          <p:nvPr/>
        </p:nvSpPr>
        <p:spPr>
          <a:xfrm flipH="1">
            <a:off x="6065838" y="3519648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/>
          <p:cNvSpPr/>
          <p:nvPr/>
        </p:nvSpPr>
        <p:spPr>
          <a:xfrm>
            <a:off x="3661366" y="3402173"/>
            <a:ext cx="925513" cy="6794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/>
          <p:cNvSpPr/>
          <p:nvPr/>
        </p:nvSpPr>
        <p:spPr>
          <a:xfrm flipH="1">
            <a:off x="6088857" y="4537753"/>
            <a:ext cx="563563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/>
          <p:cNvCxnSpPr>
            <a:endCxn id="51" idx="1"/>
          </p:cNvCxnSpPr>
          <p:nvPr/>
        </p:nvCxnSpPr>
        <p:spPr>
          <a:xfrm flipV="1">
            <a:off x="4567238" y="2555641"/>
            <a:ext cx="1358714" cy="90991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3"/>
            <a:endCxn id="50" idx="1"/>
          </p:cNvCxnSpPr>
          <p:nvPr/>
        </p:nvCxnSpPr>
        <p:spPr>
          <a:xfrm flipV="1">
            <a:off x="4586879" y="3724435"/>
            <a:ext cx="1353024" cy="1746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8" idx="1"/>
          </p:cNvCxnSpPr>
          <p:nvPr/>
        </p:nvCxnSpPr>
        <p:spPr>
          <a:xfrm>
            <a:off x="4541838" y="4021298"/>
            <a:ext cx="1407133" cy="75161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0" name="TextBox 1"/>
          <p:cNvSpPr txBox="1">
            <a:spLocks noChangeArrowheads="1"/>
          </p:cNvSpPr>
          <p:nvPr/>
        </p:nvSpPr>
        <p:spPr bwMode="auto">
          <a:xfrm>
            <a:off x="3488811" y="1714631"/>
            <a:ext cx="1858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1400" b="1" dirty="0">
                <a:solidFill>
                  <a:schemeClr val="tx1"/>
                </a:solidFill>
              </a:rPr>
              <a:t>Data Centre/Cloud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6876" y="4519457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/>
          <p:cNvSpPr/>
          <p:nvPr/>
        </p:nvSpPr>
        <p:spPr>
          <a:xfrm>
            <a:off x="10146990" y="462061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/>
          <p:cNvSpPr/>
          <p:nvPr/>
        </p:nvSpPr>
        <p:spPr>
          <a:xfrm>
            <a:off x="5948971" y="4668271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/>
          <p:cNvSpPr/>
          <p:nvPr/>
        </p:nvSpPr>
        <p:spPr>
          <a:xfrm>
            <a:off x="5939903" y="361978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/>
          <p:cNvSpPr/>
          <p:nvPr/>
        </p:nvSpPr>
        <p:spPr>
          <a:xfrm>
            <a:off x="5925952" y="245099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/>
          <p:cNvCxnSpPr>
            <a:stCxn id="47" idx="1"/>
            <a:endCxn id="30" idx="1"/>
          </p:cNvCxnSpPr>
          <p:nvPr/>
        </p:nvCxnSpPr>
        <p:spPr>
          <a:xfrm rot="10800000" flipV="1">
            <a:off x="6652420" y="4725260"/>
            <a:ext cx="3494571" cy="410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/>
          <p:cNvSpPr/>
          <p:nvPr/>
        </p:nvSpPr>
        <p:spPr>
          <a:xfrm>
            <a:off x="8745131" y="4409535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Elbow Connector 19"/>
          <p:cNvCxnSpPr>
            <a:stCxn id="30730" idx="3"/>
            <a:endCxn id="29" idx="1"/>
          </p:cNvCxnSpPr>
          <p:nvPr/>
        </p:nvCxnSpPr>
        <p:spPr>
          <a:xfrm>
            <a:off x="2152439" y="3730893"/>
            <a:ext cx="1508927" cy="1100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1"/>
          <p:cNvSpPr/>
          <p:nvPr/>
        </p:nvSpPr>
        <p:spPr>
          <a:xfrm>
            <a:off x="2296362" y="3433837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9867242" y="570619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/>
          <p:cNvSpPr txBox="1"/>
          <p:nvPr/>
        </p:nvSpPr>
        <p:spPr>
          <a:xfrm>
            <a:off x="583903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242" y="4169012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8577" y="5626177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404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068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791" y="406098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Order management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88" y="3494944"/>
            <a:ext cx="570610" cy="53868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561304" y="366920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/>
          <p:cNvSpPr/>
          <p:nvPr/>
        </p:nvSpPr>
        <p:spPr>
          <a:xfrm>
            <a:off x="10431644" y="2332958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/>
          <p:cNvSpPr/>
          <p:nvPr/>
        </p:nvSpPr>
        <p:spPr>
          <a:xfrm>
            <a:off x="10291758" y="2434116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10012010" y="1982513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/>
          <p:cNvCxnSpPr>
            <a:stCxn id="39" idx="1"/>
            <a:endCxn id="3" idx="1"/>
          </p:cNvCxnSpPr>
          <p:nvPr/>
        </p:nvCxnSpPr>
        <p:spPr>
          <a:xfrm rot="10800000">
            <a:off x="6571500" y="2536326"/>
            <a:ext cx="3720258" cy="243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1128893" y="476363"/>
            <a:ext cx="721302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Real World APIs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0" name="Cloud 39"/>
          <p:cNvSpPr/>
          <p:nvPr/>
        </p:nvSpPr>
        <p:spPr>
          <a:xfrm>
            <a:off x="8897531" y="2308263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566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D7E9200-B57B-0701-209E-D846F8B57D1B}"/>
              </a:ext>
            </a:extLst>
          </p:cNvPr>
          <p:cNvSpPr/>
          <p:nvPr/>
        </p:nvSpPr>
        <p:spPr>
          <a:xfrm>
            <a:off x="7070250" y="1528049"/>
            <a:ext cx="1445468" cy="41834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A1AF2E-B54B-61DB-E173-4D01D65AE1D2}"/>
              </a:ext>
            </a:extLst>
          </p:cNvPr>
          <p:cNvSpPr/>
          <p:nvPr/>
        </p:nvSpPr>
        <p:spPr>
          <a:xfrm>
            <a:off x="4044891" y="1549821"/>
            <a:ext cx="2949875" cy="41834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28" name="Rectangle 27"/>
          <p:cNvSpPr/>
          <p:nvPr/>
        </p:nvSpPr>
        <p:spPr>
          <a:xfrm>
            <a:off x="2771768" y="1567875"/>
            <a:ext cx="1220855" cy="41834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pic>
        <p:nvPicPr>
          <p:cNvPr id="30730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219" y="3511582"/>
            <a:ext cx="438622" cy="4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gular Pentagon 2"/>
          <p:cNvSpPr/>
          <p:nvPr/>
        </p:nvSpPr>
        <p:spPr>
          <a:xfrm flipH="1">
            <a:off x="5942628" y="2344713"/>
            <a:ext cx="563562" cy="501650"/>
          </a:xfrm>
          <a:prstGeom prst="pentago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/>
          <p:cNvSpPr/>
          <p:nvPr/>
        </p:nvSpPr>
        <p:spPr>
          <a:xfrm flipH="1">
            <a:off x="6000527" y="3519648"/>
            <a:ext cx="563562" cy="501650"/>
          </a:xfrm>
          <a:prstGeom prst="pentago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/>
          <p:cNvSpPr/>
          <p:nvPr/>
        </p:nvSpPr>
        <p:spPr>
          <a:xfrm>
            <a:off x="4368944" y="3402173"/>
            <a:ext cx="925513" cy="679450"/>
          </a:xfrm>
          <a:prstGeom prst="roundRect">
            <a:avLst/>
          </a:prstGeom>
          <a:solidFill>
            <a:schemeClr val="accent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/>
          <p:cNvSpPr/>
          <p:nvPr/>
        </p:nvSpPr>
        <p:spPr>
          <a:xfrm flipH="1">
            <a:off x="6023546" y="4537753"/>
            <a:ext cx="563563" cy="501650"/>
          </a:xfrm>
          <a:prstGeom prst="pentago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/>
          <p:cNvCxnSpPr>
            <a:cxnSpLocks/>
            <a:stCxn id="29" idx="3"/>
            <a:endCxn id="51" idx="1"/>
          </p:cNvCxnSpPr>
          <p:nvPr/>
        </p:nvCxnSpPr>
        <p:spPr>
          <a:xfrm flipV="1">
            <a:off x="5294457" y="2555641"/>
            <a:ext cx="566184" cy="11862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3"/>
            <a:endCxn id="50" idx="1"/>
          </p:cNvCxnSpPr>
          <p:nvPr/>
        </p:nvCxnSpPr>
        <p:spPr>
          <a:xfrm flipV="1">
            <a:off x="5294457" y="3724435"/>
            <a:ext cx="580135" cy="1746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  <a:endCxn id="48" idx="1"/>
          </p:cNvCxnSpPr>
          <p:nvPr/>
        </p:nvCxnSpPr>
        <p:spPr>
          <a:xfrm>
            <a:off x="5322089" y="3773845"/>
            <a:ext cx="561571" cy="99907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0" name="TextBox 1"/>
          <p:cNvSpPr txBox="1">
            <a:spLocks noChangeArrowheads="1"/>
          </p:cNvSpPr>
          <p:nvPr/>
        </p:nvSpPr>
        <p:spPr bwMode="auto">
          <a:xfrm>
            <a:off x="3978671" y="1714631"/>
            <a:ext cx="1858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1400" b="1" dirty="0">
                <a:solidFill>
                  <a:schemeClr val="tx1"/>
                </a:solidFill>
              </a:rPr>
              <a:t>Data Centre/Cloud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6876" y="5161720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/>
          <p:cNvSpPr/>
          <p:nvPr/>
        </p:nvSpPr>
        <p:spPr>
          <a:xfrm>
            <a:off x="10146990" y="526287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/>
          <p:cNvSpPr/>
          <p:nvPr/>
        </p:nvSpPr>
        <p:spPr>
          <a:xfrm>
            <a:off x="5883660" y="4668271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/>
          <p:cNvSpPr/>
          <p:nvPr/>
        </p:nvSpPr>
        <p:spPr>
          <a:xfrm>
            <a:off x="5874592" y="361978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/>
          <p:cNvSpPr/>
          <p:nvPr/>
        </p:nvSpPr>
        <p:spPr>
          <a:xfrm>
            <a:off x="5860641" y="245099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/>
          <p:cNvCxnSpPr>
            <a:cxnSpLocks/>
            <a:stCxn id="47" idx="1"/>
            <a:endCxn id="30" idx="3"/>
          </p:cNvCxnSpPr>
          <p:nvPr/>
        </p:nvCxnSpPr>
        <p:spPr>
          <a:xfrm rot="10800000">
            <a:off x="6305328" y="5039404"/>
            <a:ext cx="3841663" cy="32812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/>
          <p:cNvSpPr/>
          <p:nvPr/>
        </p:nvSpPr>
        <p:spPr>
          <a:xfrm>
            <a:off x="8745131" y="5051798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Elbow Connector 19"/>
          <p:cNvCxnSpPr>
            <a:stCxn id="30730" idx="3"/>
            <a:endCxn id="29" idx="1"/>
          </p:cNvCxnSpPr>
          <p:nvPr/>
        </p:nvCxnSpPr>
        <p:spPr>
          <a:xfrm>
            <a:off x="1542841" y="3730893"/>
            <a:ext cx="2826103" cy="1100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1"/>
          <p:cNvSpPr/>
          <p:nvPr/>
        </p:nvSpPr>
        <p:spPr>
          <a:xfrm>
            <a:off x="1654106" y="3433837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10476844" y="6196057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/>
          <p:cNvSpPr txBox="1"/>
          <p:nvPr/>
        </p:nvSpPr>
        <p:spPr>
          <a:xfrm>
            <a:off x="632889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242" y="4811275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98179" y="6116036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390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054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0651" y="406098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Order management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90" y="3494944"/>
            <a:ext cx="570610" cy="53868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4268882" y="366920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/>
          <p:cNvSpPr/>
          <p:nvPr/>
        </p:nvSpPr>
        <p:spPr>
          <a:xfrm>
            <a:off x="10431644" y="1799556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/>
          <p:cNvSpPr/>
          <p:nvPr/>
        </p:nvSpPr>
        <p:spPr>
          <a:xfrm>
            <a:off x="10291758" y="1900714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10012010" y="1449111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/>
          <p:cNvCxnSpPr>
            <a:cxnSpLocks/>
            <a:stCxn id="39" idx="1"/>
            <a:endCxn id="3" idx="0"/>
          </p:cNvCxnSpPr>
          <p:nvPr/>
        </p:nvCxnSpPr>
        <p:spPr>
          <a:xfrm rot="10800000" flipV="1">
            <a:off x="6224410" y="2005359"/>
            <a:ext cx="4067349" cy="339353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1128893" y="476363"/>
            <a:ext cx="721302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Real World Applications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0" name="Cloud 39"/>
          <p:cNvSpPr/>
          <p:nvPr/>
        </p:nvSpPr>
        <p:spPr>
          <a:xfrm>
            <a:off x="8897531" y="1774861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ounded Rectangle 28">
            <a:extLst>
              <a:ext uri="{FF2B5EF4-FFF2-40B4-BE49-F238E27FC236}">
                <a16:creationId xmlns:a16="http://schemas.microsoft.com/office/drawing/2014/main" id="{E48CC448-C338-D2A0-874D-0BC9C49507AC}"/>
              </a:ext>
            </a:extLst>
          </p:cNvPr>
          <p:cNvSpPr/>
          <p:nvPr/>
        </p:nvSpPr>
        <p:spPr>
          <a:xfrm>
            <a:off x="3136064" y="3414617"/>
            <a:ext cx="518913" cy="679450"/>
          </a:xfrm>
          <a:prstGeom prst="roundRect">
            <a:avLst/>
          </a:prstGeom>
          <a:solidFill>
            <a:schemeClr val="accent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187173-C3A0-C34E-42C9-5B8C4A335BCC}"/>
              </a:ext>
            </a:extLst>
          </p:cNvPr>
          <p:cNvCxnSpPr>
            <a:cxnSpLocks/>
          </p:cNvCxnSpPr>
          <p:nvPr/>
        </p:nvCxnSpPr>
        <p:spPr>
          <a:xfrm>
            <a:off x="3978671" y="1635429"/>
            <a:ext cx="0" cy="4183479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4B5984-A6D2-65B0-B8FA-80B129A2B01E}"/>
              </a:ext>
            </a:extLst>
          </p:cNvPr>
          <p:cNvCxnSpPr>
            <a:cxnSpLocks/>
          </p:cNvCxnSpPr>
          <p:nvPr/>
        </p:nvCxnSpPr>
        <p:spPr>
          <a:xfrm>
            <a:off x="7028659" y="1667600"/>
            <a:ext cx="0" cy="4151308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7CC30529-479E-5229-3A95-D32A2675A8C6}"/>
              </a:ext>
            </a:extLst>
          </p:cNvPr>
          <p:cNvSpPr/>
          <p:nvPr/>
        </p:nvSpPr>
        <p:spPr>
          <a:xfrm>
            <a:off x="7621056" y="2445554"/>
            <a:ext cx="563563" cy="383504"/>
          </a:xfrm>
          <a:prstGeom prst="flowChartMagneticDisk">
            <a:avLst/>
          </a:prstGeom>
          <a:solidFill>
            <a:schemeClr val="accent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DEA26569-A6FC-F067-CD4E-6C8BA20B5D8F}"/>
              </a:ext>
            </a:extLst>
          </p:cNvPr>
          <p:cNvSpPr/>
          <p:nvPr/>
        </p:nvSpPr>
        <p:spPr>
          <a:xfrm>
            <a:off x="7621056" y="3641561"/>
            <a:ext cx="563563" cy="383504"/>
          </a:xfrm>
          <a:prstGeom prst="flowChartMagneticDisk">
            <a:avLst/>
          </a:prstGeom>
          <a:solidFill>
            <a:schemeClr val="accent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48CC0168-3EFF-903C-EEA0-89FB061A8B2E}"/>
              </a:ext>
            </a:extLst>
          </p:cNvPr>
          <p:cNvSpPr/>
          <p:nvPr/>
        </p:nvSpPr>
        <p:spPr>
          <a:xfrm>
            <a:off x="7673884" y="4655407"/>
            <a:ext cx="563563" cy="383504"/>
          </a:xfrm>
          <a:prstGeom prst="flowChartMagneticDisk">
            <a:avLst/>
          </a:prstGeom>
          <a:solidFill>
            <a:schemeClr val="accent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07F032-B7DC-EDE1-1B7A-75D35C27D06B}"/>
              </a:ext>
            </a:extLst>
          </p:cNvPr>
          <p:cNvCxnSpPr>
            <a:cxnSpLocks/>
            <a:stCxn id="3" idx="1"/>
          </p:cNvCxnSpPr>
          <p:nvPr/>
        </p:nvCxnSpPr>
        <p:spPr>
          <a:xfrm>
            <a:off x="6506189" y="2536326"/>
            <a:ext cx="11676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211B86C-BE8C-5FD0-2504-3752C41D2E63}"/>
              </a:ext>
            </a:extLst>
          </p:cNvPr>
          <p:cNvCxnSpPr>
            <a:cxnSpLocks/>
            <a:stCxn id="49" idx="1"/>
          </p:cNvCxnSpPr>
          <p:nvPr/>
        </p:nvCxnSpPr>
        <p:spPr>
          <a:xfrm>
            <a:off x="6564088" y="3711261"/>
            <a:ext cx="11097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187C7DB-EC5D-78DD-2AA5-6626F3FDA9DA}"/>
              </a:ext>
            </a:extLst>
          </p:cNvPr>
          <p:cNvCxnSpPr>
            <a:cxnSpLocks/>
            <a:stCxn id="30" idx="1"/>
          </p:cNvCxnSpPr>
          <p:nvPr/>
        </p:nvCxnSpPr>
        <p:spPr>
          <a:xfrm>
            <a:off x="6587108" y="4729366"/>
            <a:ext cx="10867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6FD12B68-E319-2477-522B-4A648FACABC8}"/>
              </a:ext>
            </a:extLst>
          </p:cNvPr>
          <p:cNvSpPr/>
          <p:nvPr/>
        </p:nvSpPr>
        <p:spPr>
          <a:xfrm>
            <a:off x="4774076" y="6350953"/>
            <a:ext cx="1128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1" dirty="0">
                <a:solidFill>
                  <a:srgbClr val="1D3B8F"/>
                </a:solidFill>
              </a:rPr>
              <a:t>Fire Wall</a:t>
            </a:r>
          </a:p>
        </p:txBody>
      </p: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C8F17D01-FAD4-C8B7-4F39-49426EE3C42D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3978556" y="5751354"/>
            <a:ext cx="795520" cy="784265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0399F0D6-FCD5-B045-417F-B1F1281EE02E}"/>
              </a:ext>
            </a:extLst>
          </p:cNvPr>
          <p:cNvCxnSpPr>
            <a:cxnSpLocks/>
            <a:endCxn id="55" idx="3"/>
          </p:cNvCxnSpPr>
          <p:nvPr/>
        </p:nvCxnSpPr>
        <p:spPr>
          <a:xfrm rot="10800000" flipV="1">
            <a:off x="5902216" y="5809087"/>
            <a:ext cx="1191024" cy="749295"/>
          </a:xfrm>
          <a:prstGeom prst="curvedConnector3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0D6946-4D8E-0219-B932-E4A86D7A2E13}"/>
              </a:ext>
            </a:extLst>
          </p:cNvPr>
          <p:cNvCxnSpPr>
            <a:cxnSpLocks/>
          </p:cNvCxnSpPr>
          <p:nvPr/>
        </p:nvCxnSpPr>
        <p:spPr>
          <a:xfrm>
            <a:off x="2771768" y="1635429"/>
            <a:ext cx="0" cy="4183479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A2DEAB-7D01-BC64-62CB-2F9A9F6E854D}"/>
              </a:ext>
            </a:extLst>
          </p:cNvPr>
          <p:cNvCxnSpPr>
            <a:cxnSpLocks/>
          </p:cNvCxnSpPr>
          <p:nvPr/>
        </p:nvCxnSpPr>
        <p:spPr>
          <a:xfrm>
            <a:off x="8549613" y="1614262"/>
            <a:ext cx="0" cy="4204646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8BF687F-884F-F552-565E-C09283E7A3FE}"/>
              </a:ext>
            </a:extLst>
          </p:cNvPr>
          <p:cNvSpPr txBox="1"/>
          <p:nvPr/>
        </p:nvSpPr>
        <p:spPr>
          <a:xfrm>
            <a:off x="2588311" y="3097825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Web application</a:t>
            </a:r>
          </a:p>
        </p:txBody>
      </p:sp>
      <p:sp>
        <p:nvSpPr>
          <p:cNvPr id="18" name="Rounded Rectangle 28">
            <a:extLst>
              <a:ext uri="{FF2B5EF4-FFF2-40B4-BE49-F238E27FC236}">
                <a16:creationId xmlns:a16="http://schemas.microsoft.com/office/drawing/2014/main" id="{12037914-8600-6277-AFE8-FA88DDEDFB01}"/>
              </a:ext>
            </a:extLst>
          </p:cNvPr>
          <p:cNvSpPr/>
          <p:nvPr/>
        </p:nvSpPr>
        <p:spPr>
          <a:xfrm>
            <a:off x="3125631" y="1937421"/>
            <a:ext cx="518913" cy="1029103"/>
          </a:xfrm>
          <a:prstGeom prst="roundRect">
            <a:avLst/>
          </a:prstGeom>
          <a:solidFill>
            <a:schemeClr val="accent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6DDA86-AC65-95CE-53F1-947912507ED6}"/>
              </a:ext>
            </a:extLst>
          </p:cNvPr>
          <p:cNvSpPr/>
          <p:nvPr/>
        </p:nvSpPr>
        <p:spPr>
          <a:xfrm>
            <a:off x="3018659" y="2143626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701EA9-E9DC-6173-88BD-76C89FB9E904}"/>
              </a:ext>
            </a:extLst>
          </p:cNvPr>
          <p:cNvSpPr/>
          <p:nvPr/>
        </p:nvSpPr>
        <p:spPr>
          <a:xfrm>
            <a:off x="3018658" y="2511847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E17FEA59-DA9B-BDFE-2EB5-A834C694D5E2}"/>
              </a:ext>
            </a:extLst>
          </p:cNvPr>
          <p:cNvSpPr/>
          <p:nvPr/>
        </p:nvSpPr>
        <p:spPr>
          <a:xfrm>
            <a:off x="519295" y="1667600"/>
            <a:ext cx="1471020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sz="1200" dirty="0">
                <a:solidFill>
                  <a:schemeClr val="tx1"/>
                </a:solidFill>
              </a:rPr>
              <a:t>A Company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B5F3A76-F780-2861-F5FC-073CB76599EB}"/>
              </a:ext>
            </a:extLst>
          </p:cNvPr>
          <p:cNvCxnSpPr>
            <a:stCxn id="54" idx="3"/>
            <a:endCxn id="21" idx="2"/>
          </p:cNvCxnSpPr>
          <p:nvPr/>
        </p:nvCxnSpPr>
        <p:spPr>
          <a:xfrm>
            <a:off x="1990315" y="1860075"/>
            <a:ext cx="1168230" cy="49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A61CBC15-A78D-A161-7768-CB2DE0230B0E}"/>
              </a:ext>
            </a:extLst>
          </p:cNvPr>
          <p:cNvSpPr/>
          <p:nvPr/>
        </p:nvSpPr>
        <p:spPr>
          <a:xfrm>
            <a:off x="2944146" y="5320049"/>
            <a:ext cx="9451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1" dirty="0">
                <a:solidFill>
                  <a:srgbClr val="1D3B8F"/>
                </a:solidFill>
              </a:rPr>
              <a:t>DMZ</a:t>
            </a:r>
          </a:p>
        </p:txBody>
      </p:sp>
    </p:spTree>
    <p:extLst>
      <p:ext uri="{BB962C8B-B14F-4D97-AF65-F5344CB8AC3E}">
        <p14:creationId xmlns:p14="http://schemas.microsoft.com/office/powerpoint/2010/main" val="1585232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023" y="3115246"/>
            <a:ext cx="4164355" cy="627507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API Types</a:t>
            </a:r>
            <a:br>
              <a:rPr lang="en-AU" sz="3200" b="1" dirty="0">
                <a:solidFill>
                  <a:schemeClr val="bg1"/>
                </a:solidFill>
              </a:rPr>
            </a:br>
            <a:br>
              <a:rPr lang="en-AU" sz="3200" b="1" dirty="0">
                <a:solidFill>
                  <a:schemeClr val="bg1"/>
                </a:solidFill>
              </a:rPr>
            </a:br>
            <a:endParaRPr lang="en-A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244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142" y="2859713"/>
            <a:ext cx="3612011" cy="1031479"/>
          </a:xfrm>
          <a:effectLst/>
        </p:spPr>
        <p:txBody>
          <a:bodyPr>
            <a:normAutofit fontScale="90000"/>
          </a:bodyPr>
          <a:lstStyle/>
          <a:p>
            <a:pPr algn="r"/>
            <a:r>
              <a:rPr lang="en-AU" sz="2200" dirty="0">
                <a:solidFill>
                  <a:srgbClr val="0070C0"/>
                </a:solidFill>
                <a:latin typeface="Arial Black" panose="020B0A04020102020204" pitchFamily="34" charset="0"/>
              </a:rPr>
              <a:t>Data Contract</a:t>
            </a:r>
            <a:br>
              <a:rPr lang="en-AU" sz="2200" b="1" dirty="0">
                <a:solidFill>
                  <a:srgbClr val="002060"/>
                </a:solidFill>
              </a:rPr>
            </a:br>
            <a:r>
              <a:rPr lang="en-AU" sz="2200" dirty="0">
                <a:solidFill>
                  <a:srgbClr val="0070C0"/>
                </a:solidFill>
                <a:latin typeface="Arial Black" panose="020B0A04020102020204" pitchFamily="34" charset="0"/>
              </a:rPr>
              <a:t>Transport Protocol</a:t>
            </a:r>
            <a:br>
              <a:rPr lang="en-AU" sz="22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en-AU" sz="2200" dirty="0">
                <a:solidFill>
                  <a:srgbClr val="0070C0"/>
                </a:solidFill>
                <a:latin typeface="Arial Black" panose="020B0A04020102020204" pitchFamily="34" charset="0"/>
              </a:rPr>
              <a:t>Communication Pattern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51957" y="1367740"/>
            <a:ext cx="13436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i="1" dirty="0">
                <a:solidFill>
                  <a:schemeClr val="accent2"/>
                </a:solidFill>
              </a:rPr>
              <a:t>SOAP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4151" y="1903927"/>
            <a:ext cx="11849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i="1" dirty="0">
                <a:solidFill>
                  <a:schemeClr val="accent2"/>
                </a:solidFill>
                <a:highlight>
                  <a:srgbClr val="FFFF00"/>
                </a:highlight>
              </a:rPr>
              <a:t>REST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247" y="2472104"/>
            <a:ext cx="13019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i="1" dirty="0">
                <a:solidFill>
                  <a:schemeClr val="accent2"/>
                </a:solidFill>
              </a:rPr>
              <a:t>GraphQL</a:t>
            </a:r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6354887" y="3048807"/>
            <a:ext cx="19688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>
                <a:solidFill>
                  <a:schemeClr val="accent2"/>
                </a:solidFill>
              </a:rPr>
              <a:t>Webhooks API</a:t>
            </a:r>
            <a:endParaRPr lang="en-AU" sz="2000" b="1" i="1" dirty="0">
              <a:solidFill>
                <a:schemeClr val="accent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17344" y="3491083"/>
            <a:ext cx="20681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>
                <a:solidFill>
                  <a:schemeClr val="accent2"/>
                </a:solidFill>
              </a:rPr>
              <a:t>WebSocket</a:t>
            </a:r>
            <a:r>
              <a:rPr lang="en-US" i="1" dirty="0">
                <a:solidFill>
                  <a:srgbClr val="212121"/>
                </a:solidFill>
                <a:latin typeface="Inter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</a:rPr>
              <a:t>API</a:t>
            </a:r>
            <a:endParaRPr lang="en-AU" sz="2000" b="1" i="1" dirty="0">
              <a:solidFill>
                <a:schemeClr val="accent2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13598" y="4027149"/>
            <a:ext cx="1317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>
                <a:solidFill>
                  <a:schemeClr val="accent2"/>
                </a:solidFill>
              </a:rPr>
              <a:t>gRPC</a:t>
            </a:r>
            <a:r>
              <a:rPr lang="en-US" i="1" dirty="0">
                <a:solidFill>
                  <a:srgbClr val="212121"/>
                </a:solidFill>
                <a:latin typeface="Inter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</a:rPr>
              <a:t>API</a:t>
            </a:r>
            <a:endParaRPr lang="en-AU" sz="2000" b="1" i="1" dirty="0">
              <a:solidFill>
                <a:schemeClr val="accent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03663" y="6414843"/>
            <a:ext cx="63684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/>
              <a:t>https://blog.postman.com/intro-to-apis-what-is-an-api/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4151" y="4573386"/>
            <a:ext cx="28023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>
                <a:solidFill>
                  <a:schemeClr val="accent2"/>
                </a:solidFill>
              </a:rPr>
              <a:t>Server-sent</a:t>
            </a:r>
            <a:r>
              <a:rPr lang="en-US" i="1" dirty="0">
                <a:solidFill>
                  <a:srgbClr val="212121"/>
                </a:solidFill>
                <a:latin typeface="Inter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</a:rPr>
              <a:t>event</a:t>
            </a:r>
            <a:r>
              <a:rPr lang="en-US" i="1" dirty="0">
                <a:solidFill>
                  <a:srgbClr val="212121"/>
                </a:solidFill>
                <a:latin typeface="Inter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</a:rPr>
              <a:t>API</a:t>
            </a:r>
            <a:endParaRPr lang="en-AU" sz="2000" b="1" i="1" dirty="0">
              <a:solidFill>
                <a:schemeClr val="accent2"/>
              </a:solidFill>
            </a:endParaRPr>
          </a:p>
        </p:txBody>
      </p:sp>
      <p:cxnSp>
        <p:nvCxnSpPr>
          <p:cNvPr id="20" name="Curved Connector 19"/>
          <p:cNvCxnSpPr>
            <a:cxnSpLocks/>
            <a:stCxn id="4" idx="1"/>
            <a:endCxn id="2" idx="3"/>
          </p:cNvCxnSpPr>
          <p:nvPr/>
        </p:nvCxnSpPr>
        <p:spPr>
          <a:xfrm rot="10800000" flipV="1">
            <a:off x="4646153" y="1567795"/>
            <a:ext cx="1705804" cy="1807658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cxnSpLocks/>
            <a:stCxn id="9" idx="1"/>
            <a:endCxn id="2" idx="3"/>
          </p:cNvCxnSpPr>
          <p:nvPr/>
        </p:nvCxnSpPr>
        <p:spPr>
          <a:xfrm rot="10800000" flipV="1">
            <a:off x="4646153" y="2103981"/>
            <a:ext cx="1687998" cy="1271471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cxnSpLocks/>
            <a:stCxn id="10" idx="1"/>
            <a:endCxn id="2" idx="3"/>
          </p:cNvCxnSpPr>
          <p:nvPr/>
        </p:nvCxnSpPr>
        <p:spPr>
          <a:xfrm rot="10800000" flipV="1">
            <a:off x="4646153" y="2672159"/>
            <a:ext cx="1736094" cy="703294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cxnSpLocks/>
            <a:stCxn id="2" idx="3"/>
            <a:endCxn id="5" idx="1"/>
          </p:cNvCxnSpPr>
          <p:nvPr/>
        </p:nvCxnSpPr>
        <p:spPr>
          <a:xfrm flipV="1">
            <a:off x="4646153" y="3248862"/>
            <a:ext cx="1708734" cy="126591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cxnSpLocks/>
            <a:stCxn id="2" idx="3"/>
            <a:endCxn id="11" idx="1"/>
          </p:cNvCxnSpPr>
          <p:nvPr/>
        </p:nvCxnSpPr>
        <p:spPr>
          <a:xfrm>
            <a:off x="4646153" y="3375453"/>
            <a:ext cx="1671191" cy="315685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/>
          <p:cNvCxnSpPr>
            <a:cxnSpLocks/>
            <a:stCxn id="2" idx="3"/>
            <a:endCxn id="13" idx="1"/>
          </p:cNvCxnSpPr>
          <p:nvPr/>
        </p:nvCxnSpPr>
        <p:spPr>
          <a:xfrm>
            <a:off x="4646153" y="3375453"/>
            <a:ext cx="1667445" cy="851751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>
            <a:cxnSpLocks/>
            <a:stCxn id="2" idx="3"/>
            <a:endCxn id="15" idx="1"/>
          </p:cNvCxnSpPr>
          <p:nvPr/>
        </p:nvCxnSpPr>
        <p:spPr>
          <a:xfrm>
            <a:off x="4646153" y="3375453"/>
            <a:ext cx="1687998" cy="1397988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ight Brace 2">
            <a:extLst>
              <a:ext uri="{FF2B5EF4-FFF2-40B4-BE49-F238E27FC236}">
                <a16:creationId xmlns:a16="http://schemas.microsoft.com/office/drawing/2014/main" id="{B03C4926-7EE4-3AF0-4199-6EC9961855B5}"/>
              </a:ext>
            </a:extLst>
          </p:cNvPr>
          <p:cNvSpPr/>
          <p:nvPr/>
        </p:nvSpPr>
        <p:spPr>
          <a:xfrm>
            <a:off x="9047454" y="1419297"/>
            <a:ext cx="428590" cy="29545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6C20B2-DB63-0F01-D499-9DC8055F11BB}"/>
              </a:ext>
            </a:extLst>
          </p:cNvPr>
          <p:cNvSpPr txBox="1"/>
          <p:nvPr/>
        </p:nvSpPr>
        <p:spPr>
          <a:xfrm>
            <a:off x="9742713" y="2773712"/>
            <a:ext cx="1084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rgbClr val="0070C0"/>
                </a:solidFill>
                <a:latin typeface="Arial Black" panose="020B0A04020102020204" pitchFamily="34" charset="0"/>
              </a:rPr>
              <a:t>Sync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96137-FB66-4572-B962-41B3F37D7640}"/>
              </a:ext>
            </a:extLst>
          </p:cNvPr>
          <p:cNvSpPr txBox="1"/>
          <p:nvPr/>
        </p:nvSpPr>
        <p:spPr>
          <a:xfrm>
            <a:off x="9568541" y="4588775"/>
            <a:ext cx="1084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rgbClr val="0070C0"/>
                </a:solidFill>
                <a:latin typeface="Arial Black" panose="020B0A04020102020204" pitchFamily="34" charset="0"/>
              </a:rPr>
              <a:t>Async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62375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>
            <a:stCxn id="6" idx="0"/>
            <a:endCxn id="8" idx="4"/>
          </p:cNvCxnSpPr>
          <p:nvPr/>
        </p:nvCxnSpPr>
        <p:spPr>
          <a:xfrm>
            <a:off x="3380509" y="2543751"/>
            <a:ext cx="0" cy="1716230"/>
          </a:xfrm>
          <a:prstGeom prst="line">
            <a:avLst/>
          </a:prstGeom>
          <a:ln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1992" y="1519543"/>
            <a:ext cx="5918117" cy="623293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Important API</a:t>
            </a:r>
            <a:r>
              <a:rPr lang="en-AU" b="1" i="1" dirty="0">
                <a:solidFill>
                  <a:srgbClr val="00B0F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Types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Flowchart: Connector 5"/>
          <p:cNvSpPr/>
          <p:nvPr/>
        </p:nvSpPr>
        <p:spPr>
          <a:xfrm>
            <a:off x="3228109" y="2543751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3228109" y="3249466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3228109" y="3955181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3591551" y="2479219"/>
            <a:ext cx="13436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i="1" dirty="0">
                <a:solidFill>
                  <a:schemeClr val="accent2"/>
                </a:solidFill>
              </a:rPr>
              <a:t>SOAP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1551" y="3210909"/>
            <a:ext cx="11849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i="1" dirty="0">
                <a:solidFill>
                  <a:schemeClr val="accent2"/>
                </a:solidFill>
                <a:highlight>
                  <a:srgbClr val="FFFF00"/>
                </a:highlight>
              </a:rPr>
              <a:t>REST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1551" y="3916735"/>
            <a:ext cx="13019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i="1" dirty="0">
                <a:solidFill>
                  <a:schemeClr val="accent2"/>
                </a:solidFill>
              </a:rPr>
              <a:t>GraphQL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431625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269" y="3080655"/>
            <a:ext cx="4449732" cy="696690"/>
          </a:xfrm>
          <a:solidFill>
            <a:srgbClr val="0070C0"/>
          </a:solidFill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API Governance</a:t>
            </a:r>
            <a:br>
              <a:rPr lang="en-AU" b="1" dirty="0">
                <a:solidFill>
                  <a:schemeClr val="bg1"/>
                </a:solidFill>
              </a:rPr>
            </a:br>
            <a:endParaRPr lang="en-AU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364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A81A80-53CB-8CA0-2519-9245BF93B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4F2E18-F983-A3C7-09D1-3FA7DF50D48F}"/>
              </a:ext>
            </a:extLst>
          </p:cNvPr>
          <p:cNvCxnSpPr>
            <a:endCxn id="15" idx="2"/>
          </p:cNvCxnSpPr>
          <p:nvPr/>
        </p:nvCxnSpPr>
        <p:spPr>
          <a:xfrm flipV="1">
            <a:off x="1460810" y="3599056"/>
            <a:ext cx="9393768" cy="1115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5CC8F86-480B-20B4-41CF-F562ACEF153B}"/>
              </a:ext>
            </a:extLst>
          </p:cNvPr>
          <p:cNvSpPr/>
          <p:nvPr/>
        </p:nvSpPr>
        <p:spPr>
          <a:xfrm>
            <a:off x="2601268" y="6199970"/>
            <a:ext cx="45207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400" dirty="0"/>
              <a:t>https://blog.postman.com/api-lifecycle-blueprint/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1F5E9-4BDA-03AD-DD4D-05BC329CCB27}"/>
              </a:ext>
            </a:extLst>
          </p:cNvPr>
          <p:cNvSpPr txBox="1"/>
          <p:nvPr/>
        </p:nvSpPr>
        <p:spPr>
          <a:xfrm>
            <a:off x="1545336" y="2880360"/>
            <a:ext cx="96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5147E-1398-B8B9-1196-D04F6E50D18C}"/>
              </a:ext>
            </a:extLst>
          </p:cNvPr>
          <p:cNvSpPr txBox="1"/>
          <p:nvPr/>
        </p:nvSpPr>
        <p:spPr>
          <a:xfrm>
            <a:off x="3133344" y="2882146"/>
            <a:ext cx="96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Test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8BB0D-811F-E263-1D6E-DF8E96942146}"/>
              </a:ext>
            </a:extLst>
          </p:cNvPr>
          <p:cNvSpPr txBox="1"/>
          <p:nvPr/>
        </p:nvSpPr>
        <p:spPr>
          <a:xfrm>
            <a:off x="4381602" y="2918722"/>
            <a:ext cx="147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ADFAB-0AAA-8861-1D9B-03F25E37538D}"/>
              </a:ext>
            </a:extLst>
          </p:cNvPr>
          <p:cNvSpPr txBox="1"/>
          <p:nvPr/>
        </p:nvSpPr>
        <p:spPr>
          <a:xfrm>
            <a:off x="6330698" y="2918722"/>
            <a:ext cx="147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Versioning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C7583E-03D7-ACDC-C521-437BABF78065}"/>
              </a:ext>
            </a:extLst>
          </p:cNvPr>
          <p:cNvSpPr txBox="1"/>
          <p:nvPr/>
        </p:nvSpPr>
        <p:spPr>
          <a:xfrm>
            <a:off x="8473440" y="2918722"/>
            <a:ext cx="1621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Deprecated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F0D24E-14AB-8CBC-055B-F95083FF5C60}"/>
              </a:ext>
            </a:extLst>
          </p:cNvPr>
          <p:cNvSpPr txBox="1"/>
          <p:nvPr/>
        </p:nvSpPr>
        <p:spPr>
          <a:xfrm>
            <a:off x="10539984" y="2918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Retired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99E427-93C5-ABA8-548B-30D737DC343D}"/>
              </a:ext>
            </a:extLst>
          </p:cNvPr>
          <p:cNvSpPr/>
          <p:nvPr/>
        </p:nvSpPr>
        <p:spPr>
          <a:xfrm>
            <a:off x="1754909" y="3429000"/>
            <a:ext cx="319218" cy="317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7BBD34-E2A2-8971-7964-82C0D93B563E}"/>
              </a:ext>
            </a:extLst>
          </p:cNvPr>
          <p:cNvSpPr/>
          <p:nvPr/>
        </p:nvSpPr>
        <p:spPr>
          <a:xfrm>
            <a:off x="3294186" y="3429000"/>
            <a:ext cx="319218" cy="317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6BE44E-5600-2FF8-5891-608FB35E505A}"/>
              </a:ext>
            </a:extLst>
          </p:cNvPr>
          <p:cNvSpPr/>
          <p:nvPr/>
        </p:nvSpPr>
        <p:spPr>
          <a:xfrm>
            <a:off x="4920833" y="3429000"/>
            <a:ext cx="319218" cy="317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7414ED6-9D4A-14DC-685F-BA1A870C6756}"/>
              </a:ext>
            </a:extLst>
          </p:cNvPr>
          <p:cNvSpPr/>
          <p:nvPr/>
        </p:nvSpPr>
        <p:spPr>
          <a:xfrm>
            <a:off x="6951951" y="3440151"/>
            <a:ext cx="319218" cy="317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7BCCA4-E662-8211-858B-70BE1C7BA6D9}"/>
              </a:ext>
            </a:extLst>
          </p:cNvPr>
          <p:cNvSpPr/>
          <p:nvPr/>
        </p:nvSpPr>
        <p:spPr>
          <a:xfrm>
            <a:off x="8983069" y="3451302"/>
            <a:ext cx="319218" cy="317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49C252-6C35-ABBC-CDED-429D8DD3F91E}"/>
              </a:ext>
            </a:extLst>
          </p:cNvPr>
          <p:cNvSpPr/>
          <p:nvPr/>
        </p:nvSpPr>
        <p:spPr>
          <a:xfrm>
            <a:off x="10854578" y="3440151"/>
            <a:ext cx="319218" cy="317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12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67" y="996924"/>
            <a:ext cx="240817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10125"/>
              </p:ext>
            </p:extLst>
          </p:nvPr>
        </p:nvGraphicFramePr>
        <p:xfrm>
          <a:off x="1533235" y="2054681"/>
          <a:ext cx="9679709" cy="2697845"/>
        </p:xfrm>
        <a:graphic>
          <a:graphicData uri="http://schemas.openxmlformats.org/drawingml/2006/table">
            <a:tbl>
              <a:tblPr/>
              <a:tblGrid>
                <a:gridCol w="1583377">
                  <a:extLst>
                    <a:ext uri="{9D8B030D-6E8A-4147-A177-3AD203B41FA5}">
                      <a16:colId xmlns:a16="http://schemas.microsoft.com/office/drawing/2014/main" val="4271026178"/>
                    </a:ext>
                  </a:extLst>
                </a:gridCol>
                <a:gridCol w="8096332">
                  <a:extLst>
                    <a:ext uri="{9D8B030D-6E8A-4147-A177-3AD203B41FA5}">
                      <a16:colId xmlns:a16="http://schemas.microsoft.com/office/drawing/2014/main" val="2026321442"/>
                    </a:ext>
                  </a:extLst>
                </a:gridCol>
              </a:tblGrid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Http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https://www.tutorialspoint.com/http/http_overview.htm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373409"/>
                  </a:ext>
                </a:extLst>
              </a:tr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XML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https://www.w3schools.com/xml/default.asp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84448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https://www.tutorialspoint.com/soapui/soap_introduction.htm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9506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SOAPUI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https://support.smartbear.com/readyapi/docs/get-started.html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48637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JSON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https://www.w3schools.com/js/js_json_intro.asp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376132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REST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https://aws.amazon.com/what-is/restful-api/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88151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Postman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1" dirty="0">
                          <a:solidFill>
                            <a:srgbClr val="002060"/>
                          </a:solidFill>
                        </a:rPr>
                        <a:t>https://learning.postman.com/docs/getting-started/introduction/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50958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33234" y="5239480"/>
            <a:ext cx="100399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https://blog.devgenius.io/how-to-speed-up-your-api-tests-using-the-advanced-features-of-postman-350c453b376</a:t>
            </a:r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183546"/>
            <a:ext cx="2350407" cy="166748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63675" y="2409164"/>
            <a:ext cx="9031514" cy="2031999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Mail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Linkedin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Web Chat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Phone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736241" y="1830644"/>
            <a:ext cx="31126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600" b="1" i="1" dirty="0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600" dirty="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463675" y="1757364"/>
            <a:ext cx="17956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3200" b="1" dirty="0">
                <a:solidFill>
                  <a:srgbClr val="00B0F0"/>
                </a:solidFill>
              </a:rPr>
              <a:t>Contact</a:t>
            </a:r>
            <a:endParaRPr lang="en-AU" altLang="en-US" sz="3200" dirty="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1" y="4259716"/>
            <a:ext cx="1992314" cy="250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25365</TotalTime>
  <Words>477</Words>
  <Application>Microsoft Macintosh PowerPoint</Application>
  <PresentationFormat>Widescreen</PresentationFormat>
  <Paragraphs>139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 Black</vt:lpstr>
      <vt:lpstr>Calibri</vt:lpstr>
      <vt:lpstr>Century Gothic</vt:lpstr>
      <vt:lpstr>Inter</vt:lpstr>
      <vt:lpstr>Wingdings 3</vt:lpstr>
      <vt:lpstr>幼圆</vt:lpstr>
      <vt:lpstr>Wisp</vt:lpstr>
      <vt:lpstr>Funny Gorilla诙猩猩-IT培训</vt:lpstr>
      <vt:lpstr>Learning Objectives   </vt:lpstr>
      <vt:lpstr>What is API? </vt:lpstr>
      <vt:lpstr>Service</vt:lpstr>
      <vt:lpstr>PowerPoint Presentation</vt:lpstr>
      <vt:lpstr>Where is API Located? </vt:lpstr>
      <vt:lpstr>Where is API Located? </vt:lpstr>
      <vt:lpstr>PowerPoint Presentation</vt:lpstr>
      <vt:lpstr>PowerPoint Presentation</vt:lpstr>
      <vt:lpstr>Data Contract</vt:lpstr>
      <vt:lpstr>PowerPoint Presentation</vt:lpstr>
      <vt:lpstr>XML </vt:lpstr>
      <vt:lpstr>JSON  </vt:lpstr>
      <vt:lpstr>Transport protocol  </vt:lpstr>
      <vt:lpstr>PowerPoint Presentation</vt:lpstr>
      <vt:lpstr>Transport protocol  </vt:lpstr>
      <vt:lpstr>Communication Patterns  </vt:lpstr>
      <vt:lpstr>Synchronous vs Asynchronous</vt:lpstr>
      <vt:lpstr>Real World APIs </vt:lpstr>
      <vt:lpstr>Real World Applications </vt:lpstr>
      <vt:lpstr>API Types  </vt:lpstr>
      <vt:lpstr>Data Contract Transport Protocol Communication Pattern </vt:lpstr>
      <vt:lpstr>Important API Types  </vt:lpstr>
      <vt:lpstr>API Governance </vt:lpstr>
      <vt:lpstr>PowerPoint Presentation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856</cp:revision>
  <dcterms:created xsi:type="dcterms:W3CDTF">2020-08-03T09:43:10Z</dcterms:created>
  <dcterms:modified xsi:type="dcterms:W3CDTF">2025-05-11T07:44:26Z</dcterms:modified>
</cp:coreProperties>
</file>