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315" r:id="rId3"/>
    <p:sldId id="347" r:id="rId4"/>
    <p:sldId id="340" r:id="rId5"/>
    <p:sldId id="339" r:id="rId6"/>
    <p:sldId id="342" r:id="rId7"/>
    <p:sldId id="336" r:id="rId8"/>
    <p:sldId id="351" r:id="rId9"/>
    <p:sldId id="352" r:id="rId10"/>
    <p:sldId id="353" r:id="rId11"/>
    <p:sldId id="31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  <p14:sldId id="347"/>
            <p14:sldId id="340"/>
            <p14:sldId id="339"/>
            <p14:sldId id="342"/>
            <p14:sldId id="336"/>
          </p14:sldIdLst>
        </p14:section>
        <p14:section name="Untitled Section" id="{96B2A4F6-E483-46D3-B718-858E0B0CB8CB}">
          <p14:sldIdLst>
            <p14:sldId id="351"/>
            <p14:sldId id="352"/>
            <p14:sldId id="353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B2FC"/>
    <a:srgbClr val="1D3B8F"/>
    <a:srgbClr val="C9E8FF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E3BE43-E109-42E7-9BFD-77D4AF205E4D}" v="1" dt="2024-01-28T08:27:55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95"/>
    <p:restoredTop sz="95646"/>
  </p:normalViewPr>
  <p:slideViewPr>
    <p:cSldViewPr snapToGrid="0">
      <p:cViewPr varScale="1">
        <p:scale>
          <a:sx n="122" d="100"/>
          <a:sy n="122" d="100"/>
        </p:scale>
        <p:origin x="1328" y="200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10B5DF87-F663-4E4A-8EC6-0EDD03570902}"/>
    <pc:docChg chg="custSel modSld">
      <pc:chgData name="Songqing Gu" userId="c4d8cb49210192e2" providerId="LiveId" clId="{10B5DF87-F663-4E4A-8EC6-0EDD03570902}" dt="2023-11-04T08:21:55.019" v="3" actId="207"/>
      <pc:docMkLst>
        <pc:docMk/>
      </pc:docMkLst>
      <pc:sldChg chg="delSp modSp mod">
        <pc:chgData name="Songqing Gu" userId="c4d8cb49210192e2" providerId="LiveId" clId="{10B5DF87-F663-4E4A-8EC6-0EDD03570902}" dt="2023-11-04T08:21:55.019" v="3" actId="207"/>
        <pc:sldMkLst>
          <pc:docMk/>
          <pc:sldMk cId="3387566821" sldId="334"/>
        </pc:sldMkLst>
        <pc:spChg chg="mod">
          <ac:chgData name="Songqing Gu" userId="c4d8cb49210192e2" providerId="LiveId" clId="{10B5DF87-F663-4E4A-8EC6-0EDD03570902}" dt="2023-11-04T08:21:55.019" v="3" actId="207"/>
          <ac:spMkLst>
            <pc:docMk/>
            <pc:sldMk cId="3387566821" sldId="334"/>
            <ac:spMk id="28" creationId="{00000000-0000-0000-0000-000000000000}"/>
          </ac:spMkLst>
        </pc:spChg>
        <pc:spChg chg="del mod">
          <ac:chgData name="Songqing Gu" userId="c4d8cb49210192e2" providerId="LiveId" clId="{10B5DF87-F663-4E4A-8EC6-0EDD03570902}" dt="2023-11-04T08:20:41.121" v="2" actId="478"/>
          <ac:spMkLst>
            <pc:docMk/>
            <pc:sldMk cId="3387566821" sldId="334"/>
            <ac:spMk id="41" creationId="{00000000-0000-0000-0000-000000000000}"/>
          </ac:spMkLst>
        </pc:spChg>
      </pc:sldChg>
    </pc:docChg>
  </pc:docChgLst>
  <pc:docChgLst>
    <pc:chgData name="Songqing" userId="c4d8cb49210192e2" providerId="LiveId" clId="{B5B084BB-9209-493D-B0BF-B3874FB10853}"/>
    <pc:docChg chg="addSld modSld modSection">
      <pc:chgData name="Songqing" userId="c4d8cb49210192e2" providerId="LiveId" clId="{B5B084BB-9209-493D-B0BF-B3874FB10853}" dt="2023-07-21T15:16:30.454" v="36" actId="1076"/>
      <pc:docMkLst>
        <pc:docMk/>
      </pc:docMkLst>
      <pc:sldChg chg="modSp mod">
        <pc:chgData name="Songqing" userId="c4d8cb49210192e2" providerId="LiveId" clId="{B5B084BB-9209-493D-B0BF-B3874FB10853}" dt="2023-07-21T15:16:30.454" v="36" actId="1076"/>
        <pc:sldMkLst>
          <pc:docMk/>
          <pc:sldMk cId="2686819680" sldId="288"/>
        </pc:sldMkLst>
        <pc:spChg chg="mod">
          <ac:chgData name="Songqing" userId="c4d8cb49210192e2" providerId="LiveId" clId="{B5B084BB-9209-493D-B0BF-B3874FB10853}" dt="2023-07-21T15:16:30.454" v="36" actId="1076"/>
          <ac:spMkLst>
            <pc:docMk/>
            <pc:sldMk cId="2686819680" sldId="288"/>
            <ac:spMk id="14" creationId="{00000000-0000-0000-0000-000000000000}"/>
          </ac:spMkLst>
        </pc:spChg>
      </pc:sldChg>
      <pc:sldChg chg="add">
        <pc:chgData name="Songqing" userId="c4d8cb49210192e2" providerId="LiveId" clId="{B5B084BB-9209-493D-B0BF-B3874FB10853}" dt="2023-07-21T15:15:37.097" v="0" actId="2890"/>
        <pc:sldMkLst>
          <pc:docMk/>
          <pc:sldMk cId="648759736" sldId="354"/>
        </pc:sldMkLst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  <pc:docChgLst>
    <pc:chgData name="Songqing" userId="c4d8cb49210192e2" providerId="LiveId" clId="{71996B90-A93C-4AC9-9B56-CDE94090362C}"/>
    <pc:docChg chg="undo custSel modSld">
      <pc:chgData name="Songqing" userId="c4d8cb49210192e2" providerId="LiveId" clId="{71996B90-A93C-4AC9-9B56-CDE94090362C}" dt="2023-08-26T09:05:34.682" v="103" actId="14100"/>
      <pc:docMkLst>
        <pc:docMk/>
      </pc:docMkLst>
      <pc:sldChg chg="addSp modSp mod">
        <pc:chgData name="Songqing" userId="c4d8cb49210192e2" providerId="LiveId" clId="{71996B90-A93C-4AC9-9B56-CDE94090362C}" dt="2023-08-26T08:42:43.226" v="5" actId="14100"/>
        <pc:sldMkLst>
          <pc:docMk/>
          <pc:sldMk cId="220019590" sldId="302"/>
        </pc:sldMkLst>
        <pc:spChg chg="add mod">
          <ac:chgData name="Songqing" userId="c4d8cb49210192e2" providerId="LiveId" clId="{71996B90-A93C-4AC9-9B56-CDE94090362C}" dt="2023-08-26T08:42:24.112" v="2" actId="1076"/>
          <ac:spMkLst>
            <pc:docMk/>
            <pc:sldMk cId="220019590" sldId="302"/>
            <ac:spMk id="5" creationId="{9643083C-E4C8-6101-4744-78D6FE8C1D16}"/>
          </ac:spMkLst>
        </pc:spChg>
        <pc:cxnChg chg="add mod">
          <ac:chgData name="Songqing" userId="c4d8cb49210192e2" providerId="LiveId" clId="{71996B90-A93C-4AC9-9B56-CDE94090362C}" dt="2023-08-26T08:42:43.226" v="5" actId="14100"/>
          <ac:cxnSpMkLst>
            <pc:docMk/>
            <pc:sldMk cId="220019590" sldId="302"/>
            <ac:cxnSpMk id="8" creationId="{9E3C4BAC-EE20-4EDB-CD7C-FA2E7A14381F}"/>
          </ac:cxnSpMkLst>
        </pc:cxnChg>
      </pc:sldChg>
      <pc:sldChg chg="addSp delSp modSp mod">
        <pc:chgData name="Songqing" userId="c4d8cb49210192e2" providerId="LiveId" clId="{71996B90-A93C-4AC9-9B56-CDE94090362C}" dt="2023-08-26T09:05:34.682" v="103" actId="14100"/>
        <pc:sldMkLst>
          <pc:docMk/>
          <pc:sldMk cId="2492364789" sldId="329"/>
        </pc:sldMkLst>
        <pc:spChg chg="add mod">
          <ac:chgData name="Songqing" userId="c4d8cb49210192e2" providerId="LiveId" clId="{71996B90-A93C-4AC9-9B56-CDE94090362C}" dt="2023-08-26T09:03:00.070" v="15" actId="14100"/>
          <ac:spMkLst>
            <pc:docMk/>
            <pc:sldMk cId="2492364789" sldId="329"/>
            <ac:spMk id="3" creationId="{2C5BE2AB-34BE-6243-4CE3-113C6028000D}"/>
          </ac:spMkLst>
        </pc:spChg>
        <pc:spChg chg="add mod">
          <ac:chgData name="Songqing" userId="c4d8cb49210192e2" providerId="LiveId" clId="{71996B90-A93C-4AC9-9B56-CDE94090362C}" dt="2023-08-26T09:03:10.640" v="30" actId="20577"/>
          <ac:spMkLst>
            <pc:docMk/>
            <pc:sldMk cId="2492364789" sldId="329"/>
            <ac:spMk id="5" creationId="{83F53EA7-0788-04BC-F094-195328B933C8}"/>
          </ac:spMkLst>
        </pc:spChg>
        <pc:spChg chg="add mod">
          <ac:chgData name="Songqing" userId="c4d8cb49210192e2" providerId="LiveId" clId="{71996B90-A93C-4AC9-9B56-CDE94090362C}" dt="2023-08-26T09:03:29.564" v="47" actId="14100"/>
          <ac:spMkLst>
            <pc:docMk/>
            <pc:sldMk cId="2492364789" sldId="329"/>
            <ac:spMk id="6" creationId="{CB321B96-6D3D-976B-1313-84BF60671092}"/>
          </ac:spMkLst>
        </pc:spChg>
        <pc:spChg chg="add mod">
          <ac:chgData name="Songqing" userId="c4d8cb49210192e2" providerId="LiveId" clId="{71996B90-A93C-4AC9-9B56-CDE94090362C}" dt="2023-08-26T09:03:48.090" v="60" actId="14100"/>
          <ac:spMkLst>
            <pc:docMk/>
            <pc:sldMk cId="2492364789" sldId="329"/>
            <ac:spMk id="7" creationId="{619C5BF5-3BDF-E7F8-7157-FC389CA8D562}"/>
          </ac:spMkLst>
        </pc:spChg>
        <pc:spChg chg="add mod">
          <ac:chgData name="Songqing" userId="c4d8cb49210192e2" providerId="LiveId" clId="{71996B90-A93C-4AC9-9B56-CDE94090362C}" dt="2023-08-26T09:04:37.684" v="78" actId="14100"/>
          <ac:spMkLst>
            <pc:docMk/>
            <pc:sldMk cId="2492364789" sldId="329"/>
            <ac:spMk id="9" creationId="{021B0C66-4E80-6444-09E4-0E6FE54DAA8A}"/>
          </ac:spMkLst>
        </pc:spChg>
        <pc:spChg chg="add mod">
          <ac:chgData name="Songqing" userId="c4d8cb49210192e2" providerId="LiveId" clId="{71996B90-A93C-4AC9-9B56-CDE94090362C}" dt="2023-08-26T09:05:34.682" v="103" actId="14100"/>
          <ac:spMkLst>
            <pc:docMk/>
            <pc:sldMk cId="2492364789" sldId="329"/>
            <ac:spMk id="10" creationId="{385E1D04-E353-C1F9-700D-4C7F24CCA54F}"/>
          </ac:spMkLst>
        </pc:spChg>
        <pc:picChg chg="del mod">
          <ac:chgData name="Songqing" userId="c4d8cb49210192e2" providerId="LiveId" clId="{71996B90-A93C-4AC9-9B56-CDE94090362C}" dt="2023-08-26T09:02:47.075" v="7" actId="478"/>
          <ac:picMkLst>
            <pc:docMk/>
            <pc:sldMk cId="2492364789" sldId="329"/>
            <ac:picMk id="4" creationId="{00000000-0000-0000-0000-000000000000}"/>
          </ac:picMkLst>
        </pc:picChg>
      </pc:sldChg>
      <pc:sldChg chg="modSp mod">
        <pc:chgData name="Songqing" userId="c4d8cb49210192e2" providerId="LiveId" clId="{71996B90-A93C-4AC9-9B56-CDE94090362C}" dt="2023-08-26T08:31:29.023" v="0" actId="13926"/>
        <pc:sldMkLst>
          <pc:docMk/>
          <pc:sldMk cId="48961036" sldId="349"/>
        </pc:sldMkLst>
        <pc:spChg chg="mod">
          <ac:chgData name="Songqing" userId="c4d8cb49210192e2" providerId="LiveId" clId="{71996B90-A93C-4AC9-9B56-CDE94090362C}" dt="2023-08-26T08:31:29.023" v="0" actId="13926"/>
          <ac:spMkLst>
            <pc:docMk/>
            <pc:sldMk cId="48961036" sldId="349"/>
            <ac:spMk id="7" creationId="{9C3B2B1C-0586-7780-299C-EA3F4C2421D8}"/>
          </ac:spMkLst>
        </pc:spChg>
      </pc:sldChg>
    </pc:docChg>
  </pc:docChgLst>
  <pc:docChgLst>
    <pc:chgData name="Songqing Gu" userId="c4d8cb49210192e2" providerId="LiveId" clId="{CDE3BE43-E109-42E7-9BFD-77D4AF205E4D}"/>
    <pc:docChg chg="modSld">
      <pc:chgData name="Songqing Gu" userId="c4d8cb49210192e2" providerId="LiveId" clId="{CDE3BE43-E109-42E7-9BFD-77D4AF205E4D}" dt="2024-01-28T08:28:11.821" v="13" actId="113"/>
      <pc:docMkLst>
        <pc:docMk/>
      </pc:docMkLst>
      <pc:sldChg chg="modSp mod">
        <pc:chgData name="Songqing Gu" userId="c4d8cb49210192e2" providerId="LiveId" clId="{CDE3BE43-E109-42E7-9BFD-77D4AF205E4D}" dt="2024-01-28T08:22:52.122" v="0" actId="20577"/>
        <pc:sldMkLst>
          <pc:docMk/>
          <pc:sldMk cId="2739736197" sldId="281"/>
        </pc:sldMkLst>
        <pc:spChg chg="mod">
          <ac:chgData name="Songqing Gu" userId="c4d8cb49210192e2" providerId="LiveId" clId="{CDE3BE43-E109-42E7-9BFD-77D4AF205E4D}" dt="2024-01-28T08:22:52.122" v="0" actId="20577"/>
          <ac:spMkLst>
            <pc:docMk/>
            <pc:sldMk cId="2739736197" sldId="281"/>
            <ac:spMk id="2" creationId="{00000000-0000-0000-0000-000000000000}"/>
          </ac:spMkLst>
        </pc:spChg>
      </pc:sldChg>
      <pc:sldChg chg="addSp modSp mod">
        <pc:chgData name="Songqing Gu" userId="c4d8cb49210192e2" providerId="LiveId" clId="{CDE3BE43-E109-42E7-9BFD-77D4AF205E4D}" dt="2024-01-28T08:28:11.821" v="13" actId="113"/>
        <pc:sldMkLst>
          <pc:docMk/>
          <pc:sldMk cId="3533085196" sldId="335"/>
        </pc:sldMkLst>
        <pc:spChg chg="add mod">
          <ac:chgData name="Songqing Gu" userId="c4d8cb49210192e2" providerId="LiveId" clId="{CDE3BE43-E109-42E7-9BFD-77D4AF205E4D}" dt="2024-01-28T08:28:11.821" v="13" actId="113"/>
          <ac:spMkLst>
            <pc:docMk/>
            <pc:sldMk cId="3533085196" sldId="335"/>
            <ac:spMk id="2" creationId="{E30638D3-BC52-EB57-BE0A-E10C95994D08}"/>
          </ac:spMkLst>
        </pc:spChg>
      </pc:sldChg>
    </pc:docChg>
  </pc:docChgLst>
  <pc:docChgLst>
    <pc:chgData name="Songqing Gu" userId="c4d8cb49210192e2" providerId="LiveId" clId="{2DE22E3C-08DB-4617-9D7D-5F4D68E8667B}"/>
    <pc:docChg chg="modSld">
      <pc:chgData name="Songqing Gu" userId="c4d8cb49210192e2" providerId="LiveId" clId="{2DE22E3C-08DB-4617-9D7D-5F4D68E8667B}" dt="2023-06-16T12:31:55.451" v="20" actId="1076"/>
      <pc:docMkLst>
        <pc:docMk/>
      </pc:docMkLst>
      <pc:sldChg chg="modSp mod">
        <pc:chgData name="Songqing Gu" userId="c4d8cb49210192e2" providerId="LiveId" clId="{2DE22E3C-08DB-4617-9D7D-5F4D68E8667B}" dt="2023-06-16T12:31:55.451" v="20" actId="1076"/>
        <pc:sldMkLst>
          <pc:docMk/>
          <pc:sldMk cId="687835828" sldId="312"/>
        </pc:sldMkLst>
        <pc:spChg chg="mod">
          <ac:chgData name="Songqing Gu" userId="c4d8cb49210192e2" providerId="LiveId" clId="{2DE22E3C-08DB-4617-9D7D-5F4D68E8667B}" dt="2023-06-16T12:31:44.869" v="19" actId="1076"/>
          <ac:spMkLst>
            <pc:docMk/>
            <pc:sldMk cId="687835828" sldId="312"/>
            <ac:spMk id="5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55.451" v="20" actId="1076"/>
          <ac:spMkLst>
            <pc:docMk/>
            <pc:sldMk cId="687835828" sldId="312"/>
            <ac:spMk id="6" creationId="{00000000-0000-0000-0000-000000000000}"/>
          </ac:spMkLst>
        </pc:spChg>
        <pc:spChg chg="mod">
          <ac:chgData name="Songqing Gu" userId="c4d8cb49210192e2" providerId="LiveId" clId="{2DE22E3C-08DB-4617-9D7D-5F4D68E8667B}" dt="2023-06-16T12:31:38.368" v="18" actId="255"/>
          <ac:spMkLst>
            <pc:docMk/>
            <pc:sldMk cId="687835828" sldId="312"/>
            <ac:spMk id="49157" creationId="{00000000-0000-0000-0000-000000000000}"/>
          </ac:spMkLst>
        </pc:spChg>
        <pc:picChg chg="mod">
          <ac:chgData name="Songqing Gu" userId="c4d8cb49210192e2" providerId="LiveId" clId="{2DE22E3C-08DB-4617-9D7D-5F4D68E8667B}" dt="2023-06-16T12:30:49.291" v="13" actId="14100"/>
          <ac:picMkLst>
            <pc:docMk/>
            <pc:sldMk cId="687835828" sldId="312"/>
            <ac:picMk id="4" creationId="{00000000-0000-0000-0000-000000000000}"/>
          </ac:picMkLst>
        </pc:picChg>
        <pc:picChg chg="mod">
          <ac:chgData name="Songqing Gu" userId="c4d8cb49210192e2" providerId="LiveId" clId="{2DE22E3C-08DB-4617-9D7D-5F4D68E8667B}" dt="2023-06-16T12:30:23.061" v="8" actId="14100"/>
          <ac:picMkLst>
            <pc:docMk/>
            <pc:sldMk cId="687835828" sldId="312"/>
            <ac:picMk id="49158" creationId="{00000000-0000-0000-0000-000000000000}"/>
          </ac:picMkLst>
        </pc:picChg>
      </pc:sldChg>
    </pc:docChg>
  </pc:docChgLst>
  <pc:docChgLst>
    <pc:chgData name="Songqing Gu" userId="c4d8cb49210192e2" providerId="LiveId" clId="{C68E93E6-302D-425F-B51D-0D6CBA4EABB0}"/>
    <pc:docChg chg="undo custSel addSld delSld modSld sldOrd modSection">
      <pc:chgData name="Songqing Gu" userId="c4d8cb49210192e2" providerId="LiveId" clId="{C68E93E6-302D-425F-B51D-0D6CBA4EABB0}" dt="2023-05-23T07:14:49.485" v="509" actId="113"/>
      <pc:docMkLst>
        <pc:docMk/>
      </pc:docMkLst>
      <pc:sldChg chg="modSp mod">
        <pc:chgData name="Songqing Gu" userId="c4d8cb49210192e2" providerId="LiveId" clId="{C68E93E6-302D-425F-B51D-0D6CBA4EABB0}" dt="2023-05-14T22:34:49.088" v="348" actId="1076"/>
        <pc:sldMkLst>
          <pc:docMk/>
          <pc:sldMk cId="2739736197" sldId="281"/>
        </pc:sldMkLst>
        <pc:picChg chg="mod">
          <ac:chgData name="Songqing Gu" userId="c4d8cb49210192e2" providerId="LiveId" clId="{C68E93E6-302D-425F-B51D-0D6CBA4EABB0}" dt="2023-05-14T22:34:49.088" v="348" actId="1076"/>
          <ac:picMkLst>
            <pc:docMk/>
            <pc:sldMk cId="2739736197" sldId="281"/>
            <ac:picMk id="4" creationId="{00000000-0000-0000-0000-000000000000}"/>
          </ac:picMkLst>
        </pc:picChg>
      </pc:sldChg>
      <pc:sldChg chg="setBg">
        <pc:chgData name="Songqing Gu" userId="c4d8cb49210192e2" providerId="LiveId" clId="{C68E93E6-302D-425F-B51D-0D6CBA4EABB0}" dt="2023-05-13T02:45:59.909" v="158"/>
        <pc:sldMkLst>
          <pc:docMk/>
          <pc:sldMk cId="2431625991" sldId="286"/>
        </pc:sldMkLst>
      </pc:sldChg>
      <pc:sldChg chg="modSp mod">
        <pc:chgData name="Songqing Gu" userId="c4d8cb49210192e2" providerId="LiveId" clId="{C68E93E6-302D-425F-B51D-0D6CBA4EABB0}" dt="2023-05-14T22:33:14.752" v="347" actId="20577"/>
        <pc:sldMkLst>
          <pc:docMk/>
          <pc:sldMk cId="1222785476" sldId="297"/>
        </pc:sldMkLst>
        <pc:spChg chg="mod">
          <ac:chgData name="Songqing Gu" userId="c4d8cb49210192e2" providerId="LiveId" clId="{C68E93E6-302D-425F-B51D-0D6CBA4EABB0}" dt="2023-05-14T22:33:14.752" v="347" actId="20577"/>
          <ac:spMkLst>
            <pc:docMk/>
            <pc:sldMk cId="1222785476" sldId="297"/>
            <ac:spMk id="5" creationId="{00000000-0000-0000-0000-000000000000}"/>
          </ac:spMkLst>
        </pc:spChg>
      </pc:sldChg>
      <pc:sldChg chg="addSp modSp mod ord">
        <pc:chgData name="Songqing Gu" userId="c4d8cb49210192e2" providerId="LiveId" clId="{C68E93E6-302D-425F-B51D-0D6CBA4EABB0}" dt="2023-05-14T22:26:44.271" v="281" actId="167"/>
        <pc:sldMkLst>
          <pc:docMk/>
          <pc:sldMk cId="220019590" sldId="302"/>
        </pc:sldMkLst>
        <pc:spChg chg="add mod ord">
          <ac:chgData name="Songqing Gu" userId="c4d8cb49210192e2" providerId="LiveId" clId="{C68E93E6-302D-425F-B51D-0D6CBA4EABB0}" dt="2023-05-14T22:26:44.271" v="281" actId="167"/>
          <ac:spMkLst>
            <pc:docMk/>
            <pc:sldMk cId="220019590" sldId="302"/>
            <ac:spMk id="3" creationId="{70DD81B4-80E4-256C-B013-D5191F6B4041}"/>
          </ac:spMkLst>
        </pc:spChg>
      </pc:sldChg>
      <pc:sldChg chg="modSp mod">
        <pc:chgData name="Songqing Gu" userId="c4d8cb49210192e2" providerId="LiveId" clId="{C68E93E6-302D-425F-B51D-0D6CBA4EABB0}" dt="2023-05-12T16:02:56.215" v="142" actId="20577"/>
        <pc:sldMkLst>
          <pc:docMk/>
          <pc:sldMk cId="2608556701" sldId="315"/>
        </pc:sldMkLst>
        <pc:spChg chg="mod">
          <ac:chgData name="Songqing Gu" userId="c4d8cb49210192e2" providerId="LiveId" clId="{C68E93E6-302D-425F-B51D-0D6CBA4EABB0}" dt="2023-05-12T16:02:56.215" v="142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del">
        <pc:chgData name="Songqing Gu" userId="c4d8cb49210192e2" providerId="LiveId" clId="{C68E93E6-302D-425F-B51D-0D6CBA4EABB0}" dt="2023-05-16T17:23:03.601" v="484" actId="2696"/>
        <pc:sldMkLst>
          <pc:docMk/>
          <pc:sldMk cId="4012434336" sldId="316"/>
        </pc:sldMkLst>
      </pc:sldChg>
      <pc:sldChg chg="modSp mod">
        <pc:chgData name="Songqing Gu" userId="c4d8cb49210192e2" providerId="LiveId" clId="{C68E93E6-302D-425F-B51D-0D6CBA4EABB0}" dt="2023-05-12T15:39:40.527" v="137" actId="1582"/>
        <pc:sldMkLst>
          <pc:docMk/>
          <pc:sldMk cId="3387566821" sldId="334"/>
        </pc:sldMkLst>
        <pc:spChg chg="mod">
          <ac:chgData name="Songqing Gu" userId="c4d8cb49210192e2" providerId="LiveId" clId="{C68E93E6-302D-425F-B51D-0D6CBA4EABB0}" dt="2023-05-12T15:39:40.527" v="137" actId="1582"/>
          <ac:spMkLst>
            <pc:docMk/>
            <pc:sldMk cId="3387566821" sldId="334"/>
            <ac:spMk id="28" creationId="{00000000-0000-0000-0000-000000000000}"/>
          </ac:spMkLst>
        </pc:sp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533085196" sldId="335"/>
        </pc:sldMkLst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2978975941" sldId="336"/>
        </pc:sldMkLst>
      </pc:sldChg>
      <pc:sldChg chg="addSp modSp mod">
        <pc:chgData name="Songqing Gu" userId="c4d8cb49210192e2" providerId="LiveId" clId="{C68E93E6-302D-425F-B51D-0D6CBA4EABB0}" dt="2023-05-12T15:08:57.142" v="58" actId="1037"/>
        <pc:sldMkLst>
          <pc:docMk/>
          <pc:sldMk cId="455407460" sldId="338"/>
        </pc:sldMkLst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7" creationId="{64797792-DD82-D8FA-1E40-44FBD407A720}"/>
          </ac:spMkLst>
        </pc:spChg>
        <pc:spChg chg="add mod or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8" creationId="{8F09EB0F-D04D-4EC9-AEA3-6E9A0B4C79C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29" creationId="{C4C31951-CED1-35CA-0222-7F2870A04008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2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33" creationId="{1E412B0A-B86C-3EB9-81BF-7447D297BF7F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5" creationId="{00000000-0000-0000-0000-000000000000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7" creationId="{92BF62D1-39BD-0106-DBF1-B40AA33F94D9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8" creationId="{BC5E60E8-575C-1354-C6C7-985C986E4EB1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49" creationId="{432E5DF7-7596-43C1-7CF2-D7311EE9E5CC}"/>
          </ac:spMkLst>
        </pc:spChg>
        <pc:spChg chg="mod">
          <ac:chgData name="Songqing Gu" userId="c4d8cb49210192e2" providerId="LiveId" clId="{C68E93E6-302D-425F-B51D-0D6CBA4EABB0}" dt="2023-05-12T15:08:57.142" v="58" actId="1037"/>
          <ac:spMkLst>
            <pc:docMk/>
            <pc:sldMk cId="455407460" sldId="338"/>
            <ac:spMk id="50" creationId="{DF15C7CE-02E3-F829-C8FE-F50E99AF52E6}"/>
          </ac:spMkLst>
        </pc:sp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2" creationId="{957FB54C-C7E6-FD80-CD63-3EA1CB43BC4B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4" creationId="{5302CCFF-C8F0-A9A6-6972-21ECA257AD60}"/>
          </ac:picMkLst>
        </pc:picChg>
        <pc:picChg chg="add 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6" creationId="{2B778E15-3824-E8BA-8AFB-5614D21AA9B3}"/>
          </ac:picMkLst>
        </pc:picChg>
        <pc:picChg chg="mod">
          <ac:chgData name="Songqing Gu" userId="c4d8cb49210192e2" providerId="LiveId" clId="{C68E93E6-302D-425F-B51D-0D6CBA4EABB0}" dt="2023-05-12T15:08:44.997" v="31" actId="1076"/>
          <ac:picMkLst>
            <pc:docMk/>
            <pc:sldMk cId="455407460" sldId="338"/>
            <ac:picMk id="51" creationId="{8A9C80C6-C6FF-2CFB-2DC2-7BDDA66B4A24}"/>
          </ac:picMkLst>
        </pc:picChg>
        <pc:picChg chg="mod">
          <ac:chgData name="Songqing Gu" userId="c4d8cb49210192e2" providerId="LiveId" clId="{C68E93E6-302D-425F-B51D-0D6CBA4EABB0}" dt="2023-05-12T15:08:57.142" v="58" actId="1037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1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2T15:08:57.142" v="58" actId="1037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del">
        <pc:chgData name="Songqing Gu" userId="c4d8cb49210192e2" providerId="LiveId" clId="{C68E93E6-302D-425F-B51D-0D6CBA4EABB0}" dt="2023-05-12T15:11:59.275" v="62" actId="2696"/>
        <pc:sldMkLst>
          <pc:docMk/>
          <pc:sldMk cId="2458293802" sldId="339"/>
        </pc:sldMkLst>
      </pc:sldChg>
      <pc:sldChg chg="addSp modSp mod setBg">
        <pc:chgData name="Songqing Gu" userId="c4d8cb49210192e2" providerId="LiveId" clId="{C68E93E6-302D-425F-B51D-0D6CBA4EABB0}" dt="2023-05-14T22:46:10.915" v="424" actId="14100"/>
        <pc:sldMkLst>
          <pc:docMk/>
          <pc:sldMk cId="1362375622" sldId="340"/>
        </pc:sldMkLst>
        <pc:spChg chg="mod">
          <ac:chgData name="Songqing Gu" userId="c4d8cb49210192e2" providerId="LiveId" clId="{C68E93E6-302D-425F-B51D-0D6CBA4EABB0}" dt="2023-05-14T22:46:10.915" v="424" actId="14100"/>
          <ac:spMkLst>
            <pc:docMk/>
            <pc:sldMk cId="1362375622" sldId="340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3" creationId="{B03C4926-7EE4-3AF0-4199-6EC9961855B5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5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7" creationId="{FE6C20B2-DB63-0F01-D499-9DC8055F11BB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9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1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2" creationId="{E6696137-FB66-4572-B962-41B3F37D764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3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44:29.905" v="392" actId="1037"/>
          <ac:spMkLst>
            <pc:docMk/>
            <pc:sldMk cId="1362375622" sldId="340"/>
            <ac:spMk id="15" creationId="{00000000-0000-0000-0000-000000000000}"/>
          </ac:spMkLst>
        </pc:sp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2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4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6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28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0" creationId="{00000000-0000-0000-0000-000000000000}"/>
          </ac:cxnSpMkLst>
        </pc:cxnChg>
        <pc:cxnChg chg="mod">
          <ac:chgData name="Songqing Gu" userId="c4d8cb49210192e2" providerId="LiveId" clId="{C68E93E6-302D-425F-B51D-0D6CBA4EABB0}" dt="2023-05-14T22:46:10.915" v="424" actId="14100"/>
          <ac:cxnSpMkLst>
            <pc:docMk/>
            <pc:sldMk cId="1362375622" sldId="340"/>
            <ac:cxnSpMk id="32" creationId="{00000000-0000-0000-0000-000000000000}"/>
          </ac:cxnSpMkLst>
        </pc:cxnChg>
      </pc:sldChg>
      <pc:sldChg chg="ord">
        <pc:chgData name="Songqing Gu" userId="c4d8cb49210192e2" providerId="LiveId" clId="{C68E93E6-302D-425F-B51D-0D6CBA4EABB0}" dt="2023-05-12T16:02:09.010" v="141"/>
        <pc:sldMkLst>
          <pc:docMk/>
          <pc:sldMk cId="3242821094" sldId="341"/>
        </pc:sldMkLst>
      </pc:sldChg>
      <pc:sldChg chg="modSp mod">
        <pc:chgData name="Songqing Gu" userId="c4d8cb49210192e2" providerId="LiveId" clId="{C68E93E6-302D-425F-B51D-0D6CBA4EABB0}" dt="2023-05-16T17:31:43.114" v="486" actId="1076"/>
        <pc:sldMkLst>
          <pc:docMk/>
          <pc:sldMk cId="3808974401" sldId="342"/>
        </pc:sldMkLst>
        <pc:spChg chg="mod">
          <ac:chgData name="Songqing Gu" userId="c4d8cb49210192e2" providerId="LiveId" clId="{C68E93E6-302D-425F-B51D-0D6CBA4EABB0}" dt="2023-05-16T17:31:43.114" v="486" actId="1076"/>
          <ac:spMkLst>
            <pc:docMk/>
            <pc:sldMk cId="3808974401" sldId="342"/>
            <ac:spMk id="3" creationId="{00000000-0000-0000-0000-000000000000}"/>
          </ac:spMkLst>
        </pc:spChg>
      </pc:sldChg>
      <pc:sldChg chg="addSp modSp mod">
        <pc:chgData name="Songqing Gu" userId="c4d8cb49210192e2" providerId="LiveId" clId="{C68E93E6-302D-425F-B51D-0D6CBA4EABB0}" dt="2023-05-15T21:53:00.777" v="469" actId="14100"/>
        <pc:sldMkLst>
          <pc:docMk/>
          <pc:sldMk cId="3232703280" sldId="346"/>
        </pc:sldMkLst>
        <pc:spChg chg="add mod">
          <ac:chgData name="Songqing Gu" userId="c4d8cb49210192e2" providerId="LiveId" clId="{C68E93E6-302D-425F-B51D-0D6CBA4EABB0}" dt="2023-05-14T22:28:55.587" v="284" actId="1076"/>
          <ac:spMkLst>
            <pc:docMk/>
            <pc:sldMk cId="3232703280" sldId="346"/>
            <ac:spMk id="2" creationId="{1BBD4F7D-A8CA-1010-0EAD-42EFD0119E3E}"/>
          </ac:spMkLst>
        </pc:spChg>
        <pc:spChg chg="add mod">
          <ac:chgData name="Songqing Gu" userId="c4d8cb49210192e2" providerId="LiveId" clId="{C68E93E6-302D-425F-B51D-0D6CBA4EABB0}" dt="2023-05-15T21:53:00.777" v="469" actId="14100"/>
          <ac:spMkLst>
            <pc:docMk/>
            <pc:sldMk cId="3232703280" sldId="346"/>
            <ac:spMk id="3" creationId="{C6C5D44B-43C2-54C0-519C-D8ED18A85738}"/>
          </ac:spMkLst>
        </pc:spChg>
        <pc:spChg chg="add mod">
          <ac:chgData name="Songqing Gu" userId="c4d8cb49210192e2" providerId="LiveId" clId="{C68E93E6-302D-425F-B51D-0D6CBA4EABB0}" dt="2023-05-15T21:52:29.699" v="461" actId="1076"/>
          <ac:spMkLst>
            <pc:docMk/>
            <pc:sldMk cId="3232703280" sldId="346"/>
            <ac:spMk id="4" creationId="{DAF530D2-CE12-666E-3DE3-8C9E3C7C1CF6}"/>
          </ac:spMkLst>
        </pc:spChg>
        <pc:spChg chg="add mod">
          <ac:chgData name="Songqing Gu" userId="c4d8cb49210192e2" providerId="LiveId" clId="{C68E93E6-302D-425F-B51D-0D6CBA4EABB0}" dt="2023-05-15T21:52:53.169" v="466" actId="1076"/>
          <ac:spMkLst>
            <pc:docMk/>
            <pc:sldMk cId="3232703280" sldId="346"/>
            <ac:spMk id="6" creationId="{272B7D0B-8F6D-C232-C226-5DF19E1121B9}"/>
          </ac:spMkLst>
        </pc:spChg>
        <pc:spChg chg="add mod">
          <ac:chgData name="Songqing Gu" userId="c4d8cb49210192e2" providerId="LiveId" clId="{C68E93E6-302D-425F-B51D-0D6CBA4EABB0}" dt="2023-05-15T21:52:56.860" v="468" actId="14100"/>
          <ac:spMkLst>
            <pc:docMk/>
            <pc:sldMk cId="3232703280" sldId="346"/>
            <ac:spMk id="7" creationId="{03166221-8B80-7737-C8B9-BE5459E373F8}"/>
          </ac:spMkLst>
        </pc:spChg>
        <pc:spChg chg="add mod">
          <ac:chgData name="Songqing Gu" userId="c4d8cb49210192e2" providerId="LiveId" clId="{C68E93E6-302D-425F-B51D-0D6CBA4EABB0}" dt="2023-05-14T22:29:05.214" v="285"/>
          <ac:spMkLst>
            <pc:docMk/>
            <pc:sldMk cId="3232703280" sldId="346"/>
            <ac:spMk id="8" creationId="{753B3AC1-D46F-BAEA-1929-2ABD5A680F88}"/>
          </ac:spMkLst>
        </pc:spChg>
      </pc:sldChg>
      <pc:sldChg chg="del">
        <pc:chgData name="Songqing Gu" userId="c4d8cb49210192e2" providerId="LiveId" clId="{C68E93E6-302D-425F-B51D-0D6CBA4EABB0}" dt="2023-05-13T02:45:11.304" v="143" actId="2696"/>
        <pc:sldMkLst>
          <pc:docMk/>
          <pc:sldMk cId="3230245180" sldId="347"/>
        </pc:sldMkLst>
      </pc:sldChg>
      <pc:sldChg chg="addSp modSp mod">
        <pc:chgData name="Songqing Gu" userId="c4d8cb49210192e2" providerId="LiveId" clId="{C68E93E6-302D-425F-B51D-0D6CBA4EABB0}" dt="2023-05-15T21:51:43.532" v="455" actId="207"/>
        <pc:sldMkLst>
          <pc:docMk/>
          <pc:sldMk cId="48961036" sldId="349"/>
        </pc:sldMkLst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3" creationId="{00000000-0000-0000-0000-000000000000}"/>
          </ac:spMkLst>
        </pc:spChg>
        <pc:spChg chg="add mod">
          <ac:chgData name="Songqing Gu" userId="c4d8cb49210192e2" providerId="LiveId" clId="{C68E93E6-302D-425F-B51D-0D6CBA4EABB0}" dt="2023-05-15T21:51:43.532" v="455" actId="207"/>
          <ac:spMkLst>
            <pc:docMk/>
            <pc:sldMk cId="48961036" sldId="349"/>
            <ac:spMk id="7" creationId="{9C3B2B1C-0586-7780-299C-EA3F4C2421D8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9" creationId="{00000000-0000-0000-0000-000000000000}"/>
          </ac:spMkLst>
        </pc:spChg>
        <pc:spChg chg="add 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0" creationId="{FE001D8C-2E48-CCD0-CF92-32935EA6C2D9}"/>
          </ac:spMkLst>
        </pc:spChg>
        <pc:spChg chg="mod">
          <ac:chgData name="Songqing Gu" userId="c4d8cb49210192e2" providerId="LiveId" clId="{C68E93E6-302D-425F-B51D-0D6CBA4EABB0}" dt="2023-05-14T22:48:17.470" v="425" actId="14100"/>
          <ac:spMkLst>
            <pc:docMk/>
            <pc:sldMk cId="48961036" sldId="349"/>
            <ac:spMk id="24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 Gu" userId="c4d8cb49210192e2" providerId="LiveId" clId="{C68E93E6-302D-425F-B51D-0D6CBA4EABB0}" dt="2023-05-14T22:25:26.508" v="273" actId="1037"/>
          <ac:spMkLst>
            <pc:docMk/>
            <pc:sldMk cId="48961036" sldId="349"/>
            <ac:spMk id="141" creationId="{00000000-0000-0000-0000-000000000000}"/>
          </ac:spMkLst>
        </pc:spChg>
        <pc:picChg chg="add mod">
          <ac:chgData name="Songqing Gu" userId="c4d8cb49210192e2" providerId="LiveId" clId="{C68E93E6-302D-425F-B51D-0D6CBA4EABB0}" dt="2023-05-14T22:25:31.801" v="275" actId="1076"/>
          <ac:picMkLst>
            <pc:docMk/>
            <pc:sldMk cId="48961036" sldId="349"/>
            <ac:picMk id="4" creationId="{664960CE-4415-8EDA-9A34-0A0E0FB5E6AD}"/>
          </ac:picMkLst>
        </pc:picChg>
        <pc:picChg chg="add mod">
          <ac:chgData name="Songqing Gu" userId="c4d8cb49210192e2" providerId="LiveId" clId="{C68E93E6-302D-425F-B51D-0D6CBA4EABB0}" dt="2023-05-14T22:25:26.508" v="273" actId="1037"/>
          <ac:picMkLst>
            <pc:docMk/>
            <pc:sldMk cId="48961036" sldId="349"/>
            <ac:picMk id="8" creationId="{840A9DA1-4A3A-0319-F4C6-F633DB4D3E6C}"/>
          </ac:picMkLst>
        </pc:picChg>
        <pc:cxnChg chg="mod">
          <ac:chgData name="Songqing Gu" userId="c4d8cb49210192e2" providerId="LiveId" clId="{C68E93E6-302D-425F-B51D-0D6CBA4EABB0}" dt="2023-05-14T22:48:17.470" v="425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modSp add mod ord">
        <pc:chgData name="Songqing Gu" userId="c4d8cb49210192e2" providerId="LiveId" clId="{C68E93E6-302D-425F-B51D-0D6CBA4EABB0}" dt="2023-05-13T02:45:38.822" v="155" actId="20577"/>
        <pc:sldMkLst>
          <pc:docMk/>
          <pc:sldMk cId="1346244269" sldId="351"/>
        </pc:sldMkLst>
        <pc:spChg chg="mod">
          <ac:chgData name="Songqing Gu" userId="c4d8cb49210192e2" providerId="LiveId" clId="{C68E93E6-302D-425F-B51D-0D6CBA4EABB0}" dt="2023-05-13T02:45:38.822" v="155" actId="20577"/>
          <ac:spMkLst>
            <pc:docMk/>
            <pc:sldMk cId="1346244269" sldId="351"/>
            <ac:spMk id="2" creationId="{00000000-0000-0000-0000-000000000000}"/>
          </ac:spMkLst>
        </pc:spChg>
      </pc:sldChg>
      <pc:sldChg chg="addSp modSp add mod ord">
        <pc:chgData name="Songqing Gu" userId="c4d8cb49210192e2" providerId="LiveId" clId="{C68E93E6-302D-425F-B51D-0D6CBA4EABB0}" dt="2023-05-13T02:54:00.834" v="188" actId="1076"/>
        <pc:sldMkLst>
          <pc:docMk/>
          <pc:sldMk cId="2279830450" sldId="352"/>
        </pc:sldMkLst>
        <pc:spChg chg="mod">
          <ac:chgData name="Songqing Gu" userId="c4d8cb49210192e2" providerId="LiveId" clId="{C68E93E6-302D-425F-B51D-0D6CBA4EABB0}" dt="2023-05-13T02:46:55.797" v="184" actId="14100"/>
          <ac:spMkLst>
            <pc:docMk/>
            <pc:sldMk cId="2279830450" sldId="352"/>
            <ac:spMk id="2" creationId="{00000000-0000-0000-0000-000000000000}"/>
          </ac:spMkLst>
        </pc:spChg>
        <pc:spChg chg="add mod">
          <ac:chgData name="Songqing Gu" userId="c4d8cb49210192e2" providerId="LiveId" clId="{C68E93E6-302D-425F-B51D-0D6CBA4EABB0}" dt="2023-05-13T02:54:00.834" v="188" actId="1076"/>
          <ac:spMkLst>
            <pc:docMk/>
            <pc:sldMk cId="2279830450" sldId="352"/>
            <ac:spMk id="4" creationId="{356F59E8-7D4E-095D-DF6C-B9E891831A12}"/>
          </ac:spMkLst>
        </pc:spChg>
      </pc:sldChg>
      <pc:sldChg chg="addSp delSp modSp add mod">
        <pc:chgData name="Songqing Gu" userId="c4d8cb49210192e2" providerId="LiveId" clId="{C68E93E6-302D-425F-B51D-0D6CBA4EABB0}" dt="2023-05-23T07:14:49.485" v="509" actId="113"/>
        <pc:sldMkLst>
          <pc:docMk/>
          <pc:sldMk cId="1487363782" sldId="353"/>
        </pc:sldMkLst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2" creationId="{00000000-0000-0000-0000-000000000000}"/>
          </ac:spMkLst>
        </pc:spChg>
        <pc:spChg chg="del">
          <ac:chgData name="Songqing Gu" userId="c4d8cb49210192e2" providerId="LiveId" clId="{C68E93E6-302D-425F-B51D-0D6CBA4EABB0}" dt="2023-05-13T02:54:09.583" v="190" actId="478"/>
          <ac:spMkLst>
            <pc:docMk/>
            <pc:sldMk cId="1487363782" sldId="353"/>
            <ac:spMk id="4" creationId="{356F59E8-7D4E-095D-DF6C-B9E891831A12}"/>
          </ac:spMkLst>
        </pc:spChg>
        <pc:spChg chg="add mod">
          <ac:chgData name="Songqing Gu" userId="c4d8cb49210192e2" providerId="LiveId" clId="{C68E93E6-302D-425F-B51D-0D6CBA4EABB0}" dt="2023-05-23T07:14:49.485" v="509" actId="113"/>
          <ac:spMkLst>
            <pc:docMk/>
            <pc:sldMk cId="1487363782" sldId="353"/>
            <ac:spMk id="5" creationId="{C5F8E7F7-6CDA-2706-B9A4-90F61735F310}"/>
          </ac:spMkLst>
        </pc:spChg>
        <pc:spChg chg="add mod">
          <ac:chgData name="Songqing Gu" userId="c4d8cb49210192e2" providerId="LiveId" clId="{C68E93E6-302D-425F-B51D-0D6CBA4EABB0}" dt="2023-05-13T02:57:24.014" v="221" actId="1076"/>
          <ac:spMkLst>
            <pc:docMk/>
            <pc:sldMk cId="1487363782" sldId="353"/>
            <ac:spMk id="19" creationId="{73D02205-4C98-4A29-80A9-7ABC7C502963}"/>
          </ac:spMkLst>
        </pc:spChg>
        <pc:picChg chg="add del mod">
          <ac:chgData name="Songqing Gu" userId="c4d8cb49210192e2" providerId="LiveId" clId="{C68E93E6-302D-425F-B51D-0D6CBA4EABB0}" dt="2023-05-13T02:55:01.743" v="195" actId="478"/>
          <ac:picMkLst>
            <pc:docMk/>
            <pc:sldMk cId="1487363782" sldId="353"/>
            <ac:picMk id="7" creationId="{7F2AB532-608A-8EDB-8D35-93161BEFE06F}"/>
          </ac:picMkLst>
        </pc:picChg>
        <pc:picChg chg="add mod">
          <ac:chgData name="Songqing Gu" userId="c4d8cb49210192e2" providerId="LiveId" clId="{C68E93E6-302D-425F-B51D-0D6CBA4EABB0}" dt="2023-05-13T02:57:31.749" v="224" actId="1076"/>
          <ac:picMkLst>
            <pc:docMk/>
            <pc:sldMk cId="1487363782" sldId="353"/>
            <ac:picMk id="9" creationId="{C48D6EFB-A128-945A-2380-7976B98A1143}"/>
          </ac:picMkLst>
        </pc:picChg>
        <pc:picChg chg="add del">
          <ac:chgData name="Songqing Gu" userId="c4d8cb49210192e2" providerId="LiveId" clId="{C68E93E6-302D-425F-B51D-0D6CBA4EABB0}" dt="2023-05-13T02:55:30.914" v="202" actId="478"/>
          <ac:picMkLst>
            <pc:docMk/>
            <pc:sldMk cId="1487363782" sldId="353"/>
            <ac:picMk id="11" creationId="{96C0BC91-3AFE-0F57-4B6D-A924A54EF86E}"/>
          </ac:picMkLst>
        </pc:picChg>
        <pc:picChg chg="add mod">
          <ac:chgData name="Songqing Gu" userId="c4d8cb49210192e2" providerId="LiveId" clId="{C68E93E6-302D-425F-B51D-0D6CBA4EABB0}" dt="2023-05-13T02:57:27.910" v="223" actId="1076"/>
          <ac:picMkLst>
            <pc:docMk/>
            <pc:sldMk cId="1487363782" sldId="353"/>
            <ac:picMk id="13" creationId="{9B572D0D-E205-8635-78B9-3A90FE88A4FE}"/>
          </ac:picMkLst>
        </pc:picChg>
        <pc:picChg chg="add del mod">
          <ac:chgData name="Songqing Gu" userId="c4d8cb49210192e2" providerId="LiveId" clId="{C68E93E6-302D-425F-B51D-0D6CBA4EABB0}" dt="2023-05-13T02:56:41.742" v="210" actId="478"/>
          <ac:picMkLst>
            <pc:docMk/>
            <pc:sldMk cId="1487363782" sldId="353"/>
            <ac:picMk id="15" creationId="{12D76599-216C-8CAA-F2FB-D698AF22EC37}"/>
          </ac:picMkLst>
        </pc:picChg>
        <pc:picChg chg="add mod">
          <ac:chgData name="Songqing Gu" userId="c4d8cb49210192e2" providerId="LiveId" clId="{C68E93E6-302D-425F-B51D-0D6CBA4EABB0}" dt="2023-05-13T02:57:25.491" v="222" actId="1076"/>
          <ac:picMkLst>
            <pc:docMk/>
            <pc:sldMk cId="1487363782" sldId="353"/>
            <ac:picMk id="17" creationId="{A28F9AAD-7776-304D-E10B-F204231DA532}"/>
          </ac:picMkLst>
        </pc:picChg>
      </pc:sldChg>
    </pc:docChg>
  </pc:docChgLst>
  <pc:docChgLst>
    <pc:chgData name="Songqing" userId="c4d8cb49210192e2" providerId="LiveId" clId="{C68E93E6-302D-425F-B51D-0D6CBA4EABB0}"/>
    <pc:docChg chg="addSld delSld modSld modSection">
      <pc:chgData name="Songqing" userId="c4d8cb49210192e2" providerId="LiveId" clId="{C68E93E6-302D-425F-B51D-0D6CBA4EABB0}" dt="2023-04-01T17:57:14.409" v="16"/>
      <pc:docMkLst>
        <pc:docMk/>
      </pc:docMkLst>
      <pc:sldChg chg="add del setBg">
        <pc:chgData name="Songqing" userId="c4d8cb49210192e2" providerId="LiveId" clId="{C68E93E6-302D-425F-B51D-0D6CBA4EABB0}" dt="2023-04-01T17:57:14.409" v="16"/>
        <pc:sldMkLst>
          <pc:docMk/>
          <pc:sldMk cId="2739736197" sldId="28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562614" sldId="28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4292618" sldId="28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789354427" sldId="28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31625991" sldId="28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194767642" sldId="28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855471171" sldId="28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887954990" sldId="29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30391023" sldId="29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030084157" sldId="29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271689629" sldId="295"/>
        </pc:sldMkLst>
      </pc:sldChg>
      <pc:sldChg chg="add del setBg">
        <pc:chgData name="Songqing" userId="c4d8cb49210192e2" providerId="LiveId" clId="{C68E93E6-302D-425F-B51D-0D6CBA4EABB0}" dt="2023-04-01T17:57:06.517" v="15"/>
        <pc:sldMkLst>
          <pc:docMk/>
          <pc:sldMk cId="1222785476" sldId="297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915290282" sldId="29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44921353" sldId="30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953617833" sldId="30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232005295" sldId="31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647521266" sldId="31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117407649" sldId="318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98251155" sldId="319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396296038" sldId="320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892519445" sldId="321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574980495" sldId="32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530029220" sldId="32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533243423" sldId="32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3291485371" sldId="327"/>
        </pc:sldMkLst>
      </pc:sldChg>
      <pc:sldChg chg="add del setBg">
        <pc:chgData name="Songqing" userId="c4d8cb49210192e2" providerId="LiveId" clId="{C68E93E6-302D-425F-B51D-0D6CBA4EABB0}" dt="2023-04-01T17:53:54.671" v="4"/>
        <pc:sldMkLst>
          <pc:docMk/>
          <pc:sldMk cId="3533085196" sldId="335"/>
        </pc:sldMkLst>
      </pc:sldChg>
      <pc:sldChg chg="add del setBg">
        <pc:chgData name="Songqing" userId="c4d8cb49210192e2" providerId="LiveId" clId="{C68E93E6-302D-425F-B51D-0D6CBA4EABB0}" dt="2023-04-01T17:54:03.120" v="5"/>
        <pc:sldMkLst>
          <pc:docMk/>
          <pc:sldMk cId="2978975941" sldId="336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362375622" sldId="340"/>
        </pc:sldMkLst>
      </pc:sldChg>
      <pc:sldChg chg="modSp add del mod setBg">
        <pc:chgData name="Songqing" userId="c4d8cb49210192e2" providerId="LiveId" clId="{C68E93E6-302D-425F-B51D-0D6CBA4EABB0}" dt="2023-04-01T17:54:32.381" v="9" actId="14100"/>
        <pc:sldMkLst>
          <pc:docMk/>
          <pc:sldMk cId="3242821094" sldId="341"/>
        </pc:sldMkLst>
        <pc:spChg chg="mod">
          <ac:chgData name="Songqing" userId="c4d8cb49210192e2" providerId="LiveId" clId="{C68E93E6-302D-425F-B51D-0D6CBA4EABB0}" dt="2023-04-01T17:54:32.381" v="9" actId="14100"/>
          <ac:spMkLst>
            <pc:docMk/>
            <pc:sldMk cId="3242821094" sldId="341"/>
            <ac:spMk id="2" creationId="{00000000-0000-0000-0000-000000000000}"/>
          </ac:spMkLst>
        </pc:spChg>
      </pc:sldChg>
      <pc:sldChg chg="add del setBg">
        <pc:chgData name="Songqing" userId="c4d8cb49210192e2" providerId="LiveId" clId="{C68E93E6-302D-425F-B51D-0D6CBA4EABB0}" dt="2023-04-01T17:57:00.876" v="14"/>
        <pc:sldMkLst>
          <pc:docMk/>
          <pc:sldMk cId="3808974401" sldId="342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2368908414" sldId="343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1636408948" sldId="344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115383892" sldId="345"/>
        </pc:sldMkLst>
      </pc:sldChg>
      <pc:sldChg chg="del">
        <pc:chgData name="Songqing" userId="c4d8cb49210192e2" providerId="LiveId" clId="{C68E93E6-302D-425F-B51D-0D6CBA4EABB0}" dt="2023-04-01T12:03:58.862" v="0" actId="47"/>
        <pc:sldMkLst>
          <pc:docMk/>
          <pc:sldMk cId="407331459" sldId="348"/>
        </pc:sldMkLst>
      </pc:sldChg>
      <pc:sldChg chg="add del setBg">
        <pc:chgData name="Songqing" userId="c4d8cb49210192e2" providerId="LiveId" clId="{C68E93E6-302D-425F-B51D-0D6CBA4EABB0}" dt="2023-04-01T17:56:34.194" v="11"/>
        <pc:sldMkLst>
          <pc:docMk/>
          <pc:sldMk cId="3402427553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12/5/2025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egsfgds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7779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25203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BB13-1CC7-728E-C521-E2190AB4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33759-398C-3ACB-3BEF-F198DF3D7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F15A0-952D-2BE8-B6BE-68A8E5860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84C09-128F-01E0-8644-3920A7DEE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0168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12/5/2025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  <a:latin typeface="+mn-lt"/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latin typeface="+mn-lt"/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  <a:latin typeface="+mn-lt"/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  <a:latin typeface="+mn-lt"/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  <a:latin typeface="+mn-lt"/>
              </a:rPr>
              <a:t>培训</a:t>
            </a:r>
            <a:endParaRPr lang="en-AU" sz="1400" b="1" i="1" dirty="0">
              <a:solidFill>
                <a:schemeClr val="accent2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93008" y="2656093"/>
            <a:ext cx="4643611" cy="623321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Software Engineering</a:t>
            </a:r>
            <a:endParaRPr lang="en-AU" sz="3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4D20A-9228-CE5F-FF4A-3D6D074C5E09}"/>
              </a:ext>
            </a:extLst>
          </p:cNvPr>
          <p:cNvSpPr txBox="1"/>
          <p:nvPr/>
        </p:nvSpPr>
        <p:spPr>
          <a:xfrm>
            <a:off x="3924300" y="3279414"/>
            <a:ext cx="3347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Deployment</a:t>
            </a:r>
            <a:endParaRPr lang="en-AU" sz="280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38448" y="1582546"/>
            <a:ext cx="5471620" cy="54781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1338448" y="2779869"/>
            <a:ext cx="681544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chemeClr val="accent2"/>
                </a:solidFill>
              </a:rPr>
              <a:t>Application runtime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chemeClr val="accent2"/>
                </a:solidFill>
              </a:rPr>
              <a:t>Application deployment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338448" y="2410537"/>
            <a:ext cx="78320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870B2F-3E97-9BF3-C7A9-F4502688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CA50-6DFC-9DBE-222F-734A9F4B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539" y="2723850"/>
            <a:ext cx="4444461" cy="560040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Application Runtime</a:t>
            </a:r>
            <a:br>
              <a:rPr lang="en-AU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F8BEB3-321A-A6CF-B77F-59C4DB57D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0452" y="3429000"/>
            <a:ext cx="37872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rgbClr val="0070C0"/>
                </a:solidFill>
              </a:rPr>
              <a:t>Docker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i="1" dirty="0">
                <a:solidFill>
                  <a:srgbClr val="0070C0"/>
                </a:solidFill>
              </a:rPr>
              <a:t>Kubernetes</a:t>
            </a:r>
          </a:p>
        </p:txBody>
      </p:sp>
    </p:spTree>
    <p:extLst>
      <p:ext uri="{BB962C8B-B14F-4D97-AF65-F5344CB8AC3E}">
        <p14:creationId xmlns:p14="http://schemas.microsoft.com/office/powerpoint/2010/main" val="143710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7369EFB-17AB-1119-E769-C1FDB7416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03" y="254337"/>
            <a:ext cx="10635343" cy="598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560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FFA5-0038-C74B-38F6-F37D4287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03" y="2522878"/>
            <a:ext cx="1532167" cy="696690"/>
          </a:xfrm>
          <a:effectLst/>
        </p:spPr>
        <p:txBody>
          <a:bodyPr>
            <a:normAutofit/>
          </a:bodyPr>
          <a:lstStyle/>
          <a:p>
            <a:r>
              <a:rPr lang="en-AU" sz="3200" i="1" dirty="0">
                <a:solidFill>
                  <a:srgbClr val="0070C0"/>
                </a:solidFill>
                <a:latin typeface="Arial Black" panose="020B0A04020102020204" pitchFamily="34" charset="0"/>
              </a:rPr>
              <a:t>Demo</a:t>
            </a:r>
            <a:endParaRPr lang="en-AU" sz="3200" b="1" i="1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9F1BC9-AC9A-081E-CA2C-989D2585E2A2}"/>
              </a:ext>
            </a:extLst>
          </p:cNvPr>
          <p:cNvSpPr txBox="1"/>
          <p:nvPr/>
        </p:nvSpPr>
        <p:spPr>
          <a:xfrm>
            <a:off x="3005592" y="2572900"/>
            <a:ext cx="61861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- Web application deployment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73080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FFA5-0038-C74B-38F6-F37D42877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520" y="2749087"/>
            <a:ext cx="5099158" cy="577332"/>
          </a:xfrm>
          <a:solidFill>
            <a:srgbClr val="0070C0"/>
          </a:solidFill>
          <a:ln>
            <a:solidFill>
              <a:srgbClr val="0070C0"/>
            </a:solidFill>
          </a:ln>
          <a:effectLst/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Cloud </a:t>
            </a:r>
            <a:r>
              <a:rPr lang="en-AU" sz="2800" b="1" dirty="0">
                <a:solidFill>
                  <a:schemeClr val="bg1"/>
                </a:solidFill>
              </a:rPr>
              <a:t>Application Runtime</a:t>
            </a:r>
            <a:br>
              <a:rPr lang="en-AU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55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96194FE-7C28-9C5F-E9D3-DA9DC31E1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81" y="533400"/>
            <a:ext cx="11486384" cy="6122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8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E273F-2057-EB0B-68D1-305F967F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3D2D-3F40-9F78-3DFB-AC80D7DA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2306" y="2772066"/>
            <a:ext cx="6293237" cy="577332"/>
          </a:xfrm>
          <a:solidFill>
            <a:srgbClr val="0070C0"/>
          </a:solidFill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bg1"/>
                </a:solidFill>
              </a:rPr>
              <a:t>Deployment automation – CI/CD</a:t>
            </a:r>
            <a:br>
              <a:rPr lang="en-AU" sz="2800" b="1" dirty="0">
                <a:solidFill>
                  <a:schemeClr val="bg1"/>
                </a:solidFill>
              </a:rPr>
            </a:br>
            <a:endParaRPr lang="en-AU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505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77DC2-608A-4171-69D8-D234CD62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010478-D3BF-5C79-E7AF-08F5FD0ABD5B}"/>
              </a:ext>
            </a:extLst>
          </p:cNvPr>
          <p:cNvCxnSpPr/>
          <p:nvPr/>
        </p:nvCxnSpPr>
        <p:spPr>
          <a:xfrm>
            <a:off x="704675" y="3393341"/>
            <a:ext cx="10083567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A574B286-5B70-BAE4-E1E3-319C753B3A18}"/>
              </a:ext>
            </a:extLst>
          </p:cNvPr>
          <p:cNvSpPr/>
          <p:nvPr/>
        </p:nvSpPr>
        <p:spPr>
          <a:xfrm>
            <a:off x="1241570" y="3254928"/>
            <a:ext cx="310393" cy="31039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800C7A1-C7C9-BD94-BDA0-723157B3174D}"/>
              </a:ext>
            </a:extLst>
          </p:cNvPr>
          <p:cNvSpPr/>
          <p:nvPr/>
        </p:nvSpPr>
        <p:spPr>
          <a:xfrm>
            <a:off x="2341926" y="3254927"/>
            <a:ext cx="310393" cy="31039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1782DC3-8DB8-C388-B4BC-CC40A8D87268}"/>
              </a:ext>
            </a:extLst>
          </p:cNvPr>
          <p:cNvSpPr/>
          <p:nvPr/>
        </p:nvSpPr>
        <p:spPr>
          <a:xfrm>
            <a:off x="3575107" y="3254926"/>
            <a:ext cx="310393" cy="31039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802678-4FEA-BEA0-900D-544ED872C7DB}"/>
              </a:ext>
            </a:extLst>
          </p:cNvPr>
          <p:cNvSpPr/>
          <p:nvPr/>
        </p:nvSpPr>
        <p:spPr>
          <a:xfrm>
            <a:off x="4808288" y="3254926"/>
            <a:ext cx="310393" cy="31039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F7AA5B-8019-2020-4CF4-7786256230DC}"/>
              </a:ext>
            </a:extLst>
          </p:cNvPr>
          <p:cNvSpPr/>
          <p:nvPr/>
        </p:nvSpPr>
        <p:spPr>
          <a:xfrm>
            <a:off x="6326700" y="3238146"/>
            <a:ext cx="310393" cy="310393"/>
          </a:xfrm>
          <a:prstGeom prst="ellipse">
            <a:avLst/>
          </a:prstGeom>
          <a:solidFill>
            <a:srgbClr val="0070C0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7315710-4C8B-71FC-A32F-FB541EEE473D}"/>
              </a:ext>
            </a:extLst>
          </p:cNvPr>
          <p:cNvSpPr/>
          <p:nvPr/>
        </p:nvSpPr>
        <p:spPr>
          <a:xfrm>
            <a:off x="7845112" y="3238146"/>
            <a:ext cx="310393" cy="31039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CBED0B9-245A-554C-DB2B-7187777FE74D}"/>
              </a:ext>
            </a:extLst>
          </p:cNvPr>
          <p:cNvSpPr/>
          <p:nvPr/>
        </p:nvSpPr>
        <p:spPr>
          <a:xfrm>
            <a:off x="9584431" y="3238145"/>
            <a:ext cx="310393" cy="31039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744E0-BBEA-17FA-AE45-E093A0AC99EC}"/>
              </a:ext>
            </a:extLst>
          </p:cNvPr>
          <p:cNvSpPr txBox="1"/>
          <p:nvPr/>
        </p:nvSpPr>
        <p:spPr>
          <a:xfrm>
            <a:off x="10419840" y="2545399"/>
            <a:ext cx="21301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AU" sz="1400" b="0" i="0" dirty="0">
                <a:solidFill>
                  <a:srgbClr val="212529"/>
                </a:solidFill>
                <a:effectLst/>
                <a:latin typeface="Montserrat" panose="020F0502020204030204" pitchFamily="34" charset="0"/>
              </a:rPr>
              <a:t>Post-Deployment Checks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DCCE57F-AFA3-A018-DAB0-66B1AFA3D609}"/>
              </a:ext>
            </a:extLst>
          </p:cNvPr>
          <p:cNvSpPr/>
          <p:nvPr/>
        </p:nvSpPr>
        <p:spPr>
          <a:xfrm>
            <a:off x="10795233" y="3238144"/>
            <a:ext cx="310393" cy="310393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A689A7-8D13-BDD1-62D3-816FD7DD3D6B}"/>
              </a:ext>
            </a:extLst>
          </p:cNvPr>
          <p:cNvSpPr txBox="1"/>
          <p:nvPr/>
        </p:nvSpPr>
        <p:spPr>
          <a:xfrm>
            <a:off x="538297" y="3706787"/>
            <a:ext cx="18036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defRPr sz="1400" b="0" i="0">
                <a:solidFill>
                  <a:srgbClr val="212529"/>
                </a:solidFill>
                <a:effectLst/>
                <a:latin typeface="Montserrat" panose="020F0502020204030204" pitchFamily="34" charset="0"/>
              </a:defRPr>
            </a:lvl1pPr>
          </a:lstStyle>
          <a:p>
            <a:r>
              <a:rPr lang="en-AU"/>
              <a:t>Code Compilation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4B0E16-7689-27F9-36BA-4A1FD72CAA21}"/>
              </a:ext>
            </a:extLst>
          </p:cNvPr>
          <p:cNvSpPr txBox="1"/>
          <p:nvPr/>
        </p:nvSpPr>
        <p:spPr>
          <a:xfrm>
            <a:off x="1963695" y="2832345"/>
            <a:ext cx="13534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defRPr sz="1400" b="0" i="0">
                <a:solidFill>
                  <a:srgbClr val="212529"/>
                </a:solidFill>
                <a:effectLst/>
                <a:latin typeface="Montserrat" panose="020F0502020204030204" pitchFamily="34" charset="0"/>
              </a:defRPr>
            </a:lvl1pPr>
          </a:lstStyle>
          <a:p>
            <a:r>
              <a:rPr lang="en-AU"/>
              <a:t>Unit Testing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C41AAA-AA45-5109-0829-3391B920E6CD}"/>
              </a:ext>
            </a:extLst>
          </p:cNvPr>
          <p:cNvSpPr txBox="1"/>
          <p:nvPr/>
        </p:nvSpPr>
        <p:spPr>
          <a:xfrm>
            <a:off x="4179473" y="2854078"/>
            <a:ext cx="19165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defRPr sz="1400" b="0" i="0">
                <a:solidFill>
                  <a:srgbClr val="212529"/>
                </a:solidFill>
                <a:effectLst/>
                <a:latin typeface="Montserrat" panose="020F0502020204030204" pitchFamily="34" charset="0"/>
              </a:defRPr>
            </a:lvl1pPr>
          </a:lstStyle>
          <a:p>
            <a:r>
              <a:rPr lang="en-AU" dirty="0"/>
              <a:t>Integration Testing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E248B1-DFB1-5359-8B65-EF14F5E04092}"/>
              </a:ext>
            </a:extLst>
          </p:cNvPr>
          <p:cNvSpPr txBox="1"/>
          <p:nvPr/>
        </p:nvSpPr>
        <p:spPr>
          <a:xfrm>
            <a:off x="3007448" y="3736152"/>
            <a:ext cx="14457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defRPr sz="1400" b="0" i="0">
                <a:solidFill>
                  <a:srgbClr val="212529"/>
                </a:solidFill>
                <a:effectLst/>
                <a:latin typeface="Montserrat" panose="020F0502020204030204" pitchFamily="34" charset="0"/>
              </a:defRPr>
            </a:lvl1pPr>
          </a:lstStyle>
          <a:p>
            <a:r>
              <a:rPr lang="en-AU" dirty="0"/>
              <a:t>Code Analysis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91B8BB-D8EB-7F53-7BAA-E4BF28A9EE6F}"/>
              </a:ext>
            </a:extLst>
          </p:cNvPr>
          <p:cNvSpPr txBox="1"/>
          <p:nvPr/>
        </p:nvSpPr>
        <p:spPr>
          <a:xfrm>
            <a:off x="5790516" y="3671383"/>
            <a:ext cx="20441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defRPr sz="1400" b="0" i="0">
                <a:solidFill>
                  <a:srgbClr val="212529"/>
                </a:solidFill>
                <a:effectLst/>
                <a:latin typeface="Montserrat" panose="020F0502020204030204" pitchFamily="34" charset="0"/>
              </a:defRPr>
            </a:lvl1pPr>
          </a:lstStyle>
          <a:p>
            <a:r>
              <a:rPr lang="en-AU" dirty="0"/>
              <a:t>Containerization and Packaging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CBDE29-0106-8259-371A-250160E24E3E}"/>
              </a:ext>
            </a:extLst>
          </p:cNvPr>
          <p:cNvSpPr txBox="1"/>
          <p:nvPr/>
        </p:nvSpPr>
        <p:spPr>
          <a:xfrm>
            <a:off x="8865787" y="3686950"/>
            <a:ext cx="21301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defRPr sz="1400" b="0" i="0">
                <a:solidFill>
                  <a:srgbClr val="212529"/>
                </a:solidFill>
                <a:effectLst/>
                <a:latin typeface="Montserrat" panose="020F0502020204030204" pitchFamily="34" charset="0"/>
              </a:defRPr>
            </a:lvl1pPr>
          </a:lstStyle>
          <a:p>
            <a:r>
              <a:rPr lang="en-AU" dirty="0"/>
              <a:t>Environment-specific Deployments 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51847A-0A04-FA50-C99E-EB100CC6BE14}"/>
              </a:ext>
            </a:extLst>
          </p:cNvPr>
          <p:cNvSpPr txBox="1"/>
          <p:nvPr/>
        </p:nvSpPr>
        <p:spPr>
          <a:xfrm>
            <a:off x="7286565" y="2616902"/>
            <a:ext cx="16127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fontAlgn="base">
              <a:defRPr sz="1400" b="0" i="0">
                <a:solidFill>
                  <a:srgbClr val="212529"/>
                </a:solidFill>
                <a:effectLst/>
                <a:latin typeface="Montserrat" panose="020F0502020204030204" pitchFamily="34" charset="0"/>
              </a:defRPr>
            </a:lvl1pPr>
          </a:lstStyle>
          <a:p>
            <a:r>
              <a:rPr lang="en-AU" dirty="0"/>
              <a:t>Configuration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861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6CE10A-FE48-720C-C09A-43F3AAF4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25D9E-03B9-BC8C-6E47-0DD7000D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03" y="2522878"/>
            <a:ext cx="7990158" cy="696690"/>
          </a:xfrm>
          <a:effectLst/>
        </p:spPr>
        <p:txBody>
          <a:bodyPr>
            <a:normAutofit/>
          </a:bodyPr>
          <a:lstStyle/>
          <a:p>
            <a:r>
              <a:rPr lang="en-AU" sz="3200" i="1" dirty="0">
                <a:solidFill>
                  <a:srgbClr val="0070C0"/>
                </a:solidFill>
                <a:latin typeface="Arial Black" panose="020B0A04020102020204" pitchFamily="34" charset="0"/>
              </a:rPr>
              <a:t>Demo</a:t>
            </a:r>
            <a:r>
              <a:rPr lang="en-AU" sz="3200" i="1" dirty="0">
                <a:solidFill>
                  <a:schemeClr val="accent2"/>
                </a:solidFill>
                <a:latin typeface="Arial Black" panose="020B0A04020102020204" pitchFamily="34" charset="0"/>
              </a:rPr>
              <a:t> – CI/CD</a:t>
            </a:r>
            <a:endParaRPr lang="en-AU" sz="32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584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183546"/>
            <a:ext cx="2350407" cy="16674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63675" y="2409164"/>
            <a:ext cx="9031514" cy="20319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736241" y="1830644"/>
            <a:ext cx="31126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600" b="1" i="1" dirty="0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600" dirty="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463675" y="1757364"/>
            <a:ext cx="1795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3200" b="1" dirty="0">
                <a:solidFill>
                  <a:srgbClr val="00B0F0"/>
                </a:solidFill>
              </a:rPr>
              <a:t>Contact</a:t>
            </a:r>
            <a:endParaRPr lang="en-AU" altLang="en-US" sz="32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1" y="4259716"/>
            <a:ext cx="1992314" cy="25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26848</TotalTime>
  <Words>122</Words>
  <Application>Microsoft Macintosh PowerPoint</Application>
  <PresentationFormat>Widescreen</PresentationFormat>
  <Paragraphs>34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Black</vt:lpstr>
      <vt:lpstr>Calibri</vt:lpstr>
      <vt:lpstr>Century Gothic</vt:lpstr>
      <vt:lpstr>Montserrat</vt:lpstr>
      <vt:lpstr>Wingdings 3</vt:lpstr>
      <vt:lpstr>幼圆</vt:lpstr>
      <vt:lpstr>Wisp</vt:lpstr>
      <vt:lpstr>Funny Gorilla诙猩猩-IT培训</vt:lpstr>
      <vt:lpstr>Learning Objectives   </vt:lpstr>
      <vt:lpstr>Application Runtime </vt:lpstr>
      <vt:lpstr>PowerPoint Presentation</vt:lpstr>
      <vt:lpstr>Demo</vt:lpstr>
      <vt:lpstr>Cloud Application Runtime </vt:lpstr>
      <vt:lpstr>PowerPoint Presentation</vt:lpstr>
      <vt:lpstr>Deployment automation – CI/CD </vt:lpstr>
      <vt:lpstr>PowerPoint Presentation</vt:lpstr>
      <vt:lpstr>Demo – CI/CD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955</cp:revision>
  <dcterms:created xsi:type="dcterms:W3CDTF">2020-08-03T09:43:10Z</dcterms:created>
  <dcterms:modified xsi:type="dcterms:W3CDTF">2025-05-12T10:12:50Z</dcterms:modified>
</cp:coreProperties>
</file>