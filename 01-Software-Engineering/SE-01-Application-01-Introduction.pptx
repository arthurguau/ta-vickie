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315" r:id="rId3"/>
    <p:sldId id="338" r:id="rId4"/>
    <p:sldId id="302" r:id="rId5"/>
    <p:sldId id="348" r:id="rId6"/>
    <p:sldId id="335" r:id="rId7"/>
    <p:sldId id="341" r:id="rId8"/>
    <p:sldId id="346" r:id="rId9"/>
    <p:sldId id="345" r:id="rId10"/>
    <p:sldId id="343" r:id="rId11"/>
    <p:sldId id="354" r:id="rId12"/>
    <p:sldId id="355" r:id="rId13"/>
    <p:sldId id="337" r:id="rId14"/>
    <p:sldId id="356" r:id="rId15"/>
    <p:sldId id="334" r:id="rId16"/>
    <p:sldId id="349" r:id="rId17"/>
    <p:sldId id="358" r:id="rId18"/>
    <p:sldId id="350" r:id="rId19"/>
    <p:sldId id="357" r:id="rId20"/>
    <p:sldId id="31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15"/>
            <p14:sldId id="338"/>
            <p14:sldId id="302"/>
            <p14:sldId id="348"/>
            <p14:sldId id="335"/>
            <p14:sldId id="341"/>
            <p14:sldId id="346"/>
            <p14:sldId id="345"/>
            <p14:sldId id="343"/>
            <p14:sldId id="354"/>
            <p14:sldId id="355"/>
            <p14:sldId id="337"/>
            <p14:sldId id="356"/>
            <p14:sldId id="334"/>
            <p14:sldId id="349"/>
            <p14:sldId id="358"/>
            <p14:sldId id="350"/>
            <p14:sldId id="357"/>
          </p14:sldIdLst>
        </p14:section>
        <p14:section name="Untitled Section" id="{96B2A4F6-E483-46D3-B718-858E0B0CB8CB}">
          <p14:sldIdLst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B2FC"/>
    <a:srgbClr val="1D3B8F"/>
    <a:srgbClr val="C9E8FF"/>
    <a:srgbClr val="2E8488"/>
    <a:srgbClr val="044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E3BE43-E109-42E7-9BFD-77D4AF205E4D}" v="1" dt="2024-01-28T08:27:55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07"/>
    <p:restoredTop sz="95706"/>
  </p:normalViewPr>
  <p:slideViewPr>
    <p:cSldViewPr snapToGrid="0">
      <p:cViewPr varScale="1">
        <p:scale>
          <a:sx n="129" d="100"/>
          <a:sy n="129" d="100"/>
        </p:scale>
        <p:origin x="1712" y="488"/>
      </p:cViewPr>
      <p:guideLst/>
    </p:cSldViewPr>
  </p:slideViewPr>
  <p:notesTextViewPr>
    <p:cViewPr>
      <p:scale>
        <a:sx n="140" d="100"/>
        <a:sy n="14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10B5DF87-F663-4E4A-8EC6-0EDD03570902}"/>
    <pc:docChg chg="custSel modSld">
      <pc:chgData name="Songqing Gu" userId="c4d8cb49210192e2" providerId="LiveId" clId="{10B5DF87-F663-4E4A-8EC6-0EDD03570902}" dt="2023-11-04T08:21:55.019" v="3" actId="207"/>
      <pc:docMkLst>
        <pc:docMk/>
      </pc:docMkLst>
      <pc:sldChg chg="delSp modSp mod">
        <pc:chgData name="Songqing Gu" userId="c4d8cb49210192e2" providerId="LiveId" clId="{10B5DF87-F663-4E4A-8EC6-0EDD03570902}" dt="2023-11-04T08:21:55.019" v="3" actId="207"/>
        <pc:sldMkLst>
          <pc:docMk/>
          <pc:sldMk cId="3387566821" sldId="334"/>
        </pc:sldMkLst>
        <pc:spChg chg="mod">
          <ac:chgData name="Songqing Gu" userId="c4d8cb49210192e2" providerId="LiveId" clId="{10B5DF87-F663-4E4A-8EC6-0EDD03570902}" dt="2023-11-04T08:21:55.019" v="3" actId="207"/>
          <ac:spMkLst>
            <pc:docMk/>
            <pc:sldMk cId="3387566821" sldId="334"/>
            <ac:spMk id="28" creationId="{00000000-0000-0000-0000-000000000000}"/>
          </ac:spMkLst>
        </pc:spChg>
        <pc:spChg chg="del mod">
          <ac:chgData name="Songqing Gu" userId="c4d8cb49210192e2" providerId="LiveId" clId="{10B5DF87-F663-4E4A-8EC6-0EDD03570902}" dt="2023-11-04T08:20:41.121" v="2" actId="478"/>
          <ac:spMkLst>
            <pc:docMk/>
            <pc:sldMk cId="3387566821" sldId="334"/>
            <ac:spMk id="41" creationId="{00000000-0000-0000-0000-000000000000}"/>
          </ac:spMkLst>
        </pc:spChg>
      </pc:sldChg>
    </pc:docChg>
  </pc:docChgLst>
  <pc:docChgLst>
    <pc:chgData name="Songqing" userId="c4d8cb49210192e2" providerId="LiveId" clId="{B5B084BB-9209-493D-B0BF-B3874FB10853}"/>
    <pc:docChg chg="addSld modSld modSection">
      <pc:chgData name="Songqing" userId="c4d8cb49210192e2" providerId="LiveId" clId="{B5B084BB-9209-493D-B0BF-B3874FB10853}" dt="2023-07-21T15:16:30.454" v="36" actId="1076"/>
      <pc:docMkLst>
        <pc:docMk/>
      </pc:docMkLst>
      <pc:sldChg chg="modSp mod">
        <pc:chgData name="Songqing" userId="c4d8cb49210192e2" providerId="LiveId" clId="{B5B084BB-9209-493D-B0BF-B3874FB10853}" dt="2023-07-21T15:16:30.454" v="36" actId="1076"/>
        <pc:sldMkLst>
          <pc:docMk/>
          <pc:sldMk cId="2686819680" sldId="288"/>
        </pc:sldMkLst>
        <pc:spChg chg="mod">
          <ac:chgData name="Songqing" userId="c4d8cb49210192e2" providerId="LiveId" clId="{B5B084BB-9209-493D-B0BF-B3874FB10853}" dt="2023-07-21T15:16:30.454" v="36" actId="1076"/>
          <ac:spMkLst>
            <pc:docMk/>
            <pc:sldMk cId="2686819680" sldId="288"/>
            <ac:spMk id="14" creationId="{00000000-0000-0000-0000-000000000000}"/>
          </ac:spMkLst>
        </pc:spChg>
      </pc:sldChg>
      <pc:sldChg chg="add">
        <pc:chgData name="Songqing" userId="c4d8cb49210192e2" providerId="LiveId" clId="{B5B084BB-9209-493D-B0BF-B3874FB10853}" dt="2023-07-21T15:15:37.097" v="0" actId="2890"/>
        <pc:sldMkLst>
          <pc:docMk/>
          <pc:sldMk cId="648759736" sldId="354"/>
        </pc:sldMkLst>
      </pc:sldChg>
    </pc:docChg>
  </pc:docChgLst>
  <pc:docChgLst>
    <pc:chgData name="Songqing" userId="c4d8cb49210192e2" providerId="LiveId" clId="{F0382995-55ED-46FA-993E-7002C50FD2C1}"/>
    <pc:docChg chg="undo custSel addSld delSld modSld sldOrd modSection">
      <pc:chgData name="Songqing" userId="c4d8cb49210192e2" providerId="LiveId" clId="{F0382995-55ED-46FA-993E-7002C50FD2C1}" dt="2023-04-01T08:33:39.011" v="1110" actId="20577"/>
      <pc:docMkLst>
        <pc:docMk/>
      </pc:docMkLst>
      <pc:sldChg chg="delSp modSp mod">
        <pc:chgData name="Songqing" userId="c4d8cb49210192e2" providerId="LiveId" clId="{F0382995-55ED-46FA-993E-7002C50FD2C1}" dt="2023-03-25T15:00:07.753" v="360" actId="255"/>
        <pc:sldMkLst>
          <pc:docMk/>
          <pc:sldMk cId="2686819680" sldId="288"/>
        </pc:sldMkLst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5.047" v="354" actId="478"/>
          <ac:spMkLst>
            <pc:docMk/>
            <pc:sldMk cId="2686819680" sldId="28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9" creationId="{00000000-0000-0000-0000-000000000000}"/>
          </ac:spMkLst>
        </pc:spChg>
        <pc:spChg chg="mod">
          <ac:chgData name="Songqing" userId="c4d8cb49210192e2" providerId="LiveId" clId="{F0382995-55ED-46FA-993E-7002C50FD2C1}" dt="2023-03-25T15:00:07.753" v="360" actId="255"/>
          <ac:spMkLst>
            <pc:docMk/>
            <pc:sldMk cId="2686819680" sldId="288"/>
            <ac:spMk id="14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56.191" v="357" actId="478"/>
          <ac:spMkLst>
            <pc:docMk/>
            <pc:sldMk cId="2686819680" sldId="288"/>
            <ac:spMk id="3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0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1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141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4:59:32.299" v="353" actId="478"/>
          <ac:cxnSpMkLst>
            <pc:docMk/>
            <pc:sldMk cId="2686819680" sldId="288"/>
            <ac:cxnSpMk id="5" creationId="{00000000-0000-0000-0000-000000000000}"/>
          </ac:cxnSpMkLst>
        </pc:cxnChg>
      </pc:sldChg>
      <pc:sldChg chg="addSp delSp modSp mod">
        <pc:chgData name="Songqing" userId="c4d8cb49210192e2" providerId="LiveId" clId="{F0382995-55ED-46FA-993E-7002C50FD2C1}" dt="2023-03-26T04:13:10.935" v="1098" actId="478"/>
        <pc:sldMkLst>
          <pc:docMk/>
          <pc:sldMk cId="887954990" sldId="290"/>
        </pc:sldMkLst>
        <pc:spChg chg="mod">
          <ac:chgData name="Songqing" userId="c4d8cb49210192e2" providerId="LiveId" clId="{F0382995-55ED-46FA-993E-7002C50FD2C1}" dt="2023-03-26T03:58:48.887" v="1092" actId="1076"/>
          <ac:spMkLst>
            <pc:docMk/>
            <pc:sldMk cId="887954990" sldId="290"/>
            <ac:spMk id="2" creationId="{00000000-0000-0000-0000-000000000000}"/>
          </ac:spMkLst>
        </pc:spChg>
        <pc:picChg chg="add del mod">
          <ac:chgData name="Songqing" userId="c4d8cb49210192e2" providerId="LiveId" clId="{F0382995-55ED-46FA-993E-7002C50FD2C1}" dt="2023-03-26T04:13:10.935" v="1098" actId="478"/>
          <ac:picMkLst>
            <pc:docMk/>
            <pc:sldMk cId="887954990" sldId="290"/>
            <ac:picMk id="4" creationId="{78BA8826-5FFB-3F50-2AC2-D4AA5B1448D4}"/>
          </ac:picMkLst>
        </pc:picChg>
      </pc:sldChg>
      <pc:sldChg chg="modSp mod">
        <pc:chgData name="Songqing" userId="c4d8cb49210192e2" providerId="LiveId" clId="{F0382995-55ED-46FA-993E-7002C50FD2C1}" dt="2023-04-01T08:33:39.011" v="1110" actId="20577"/>
        <pc:sldMkLst>
          <pc:docMk/>
          <pc:sldMk cId="915290282" sldId="298"/>
        </pc:sldMkLst>
        <pc:spChg chg="mod">
          <ac:chgData name="Songqing" userId="c4d8cb49210192e2" providerId="LiveId" clId="{F0382995-55ED-46FA-993E-7002C50FD2C1}" dt="2023-04-01T08:33:39.011" v="1110" actId="20577"/>
          <ac:spMkLst>
            <pc:docMk/>
            <pc:sldMk cId="915290282" sldId="298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F0382995-55ED-46FA-993E-7002C50FD2C1}" dt="2023-03-26T03:46:14.115" v="1070" actId="1076"/>
        <pc:sldMkLst>
          <pc:docMk/>
          <pc:sldMk cId="220019590" sldId="302"/>
        </pc:sldMkLst>
        <pc:spChg chg="del">
          <ac:chgData name="Songqing" userId="c4d8cb49210192e2" providerId="LiveId" clId="{F0382995-55ED-46FA-993E-7002C50FD2C1}" dt="2023-03-26T03:43:31.667" v="1040" actId="478"/>
          <ac:spMkLst>
            <pc:docMk/>
            <pc:sldMk cId="220019590" sldId="302"/>
            <ac:spMk id="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6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19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7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9" creationId="{00000000-0000-0000-0000-000000000000}"/>
          </ac:spMkLst>
        </pc:spChg>
        <pc:spChg chg="del">
          <ac:chgData name="Songqing" userId="c4d8cb49210192e2" providerId="LiveId" clId="{F0382995-55ED-46FA-993E-7002C50FD2C1}" dt="2023-03-26T03:46:04.300" v="1069" actId="478"/>
          <ac:spMkLst>
            <pc:docMk/>
            <pc:sldMk cId="220019590" sldId="302"/>
            <ac:spMk id="68" creationId="{00000000-0000-0000-0000-000000000000}"/>
          </ac:spMkLst>
        </pc:sp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9" creationId="{228B8860-04A8-DB81-4BBD-2B2839DA09D2}"/>
          </ac:picMkLst>
        </pc:pic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11" creationId="{DB960A67-25CD-61AD-615D-DFD2683CBEFC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5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5.741" v="1028" actId="478"/>
          <ac:picMkLst>
            <pc:docMk/>
            <pc:sldMk cId="220019590" sldId="302"/>
            <ac:picMk id="26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4.220" v="1027" actId="478"/>
          <ac:picMkLst>
            <pc:docMk/>
            <pc:sldMk cId="220019590" sldId="302"/>
            <ac:picMk id="27" creationId="{00000000-0000-0000-0000-000000000000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9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3:36.066" v="1042" actId="478"/>
          <ac:picMkLst>
            <pc:docMk/>
            <pc:sldMk cId="220019590" sldId="302"/>
            <ac:picMk id="31" creationId="{00000000-0000-0000-0000-000000000000}"/>
          </ac:picMkLst>
        </pc:picChg>
        <pc:cxnChg chg="del mod">
          <ac:chgData name="Songqing" userId="c4d8cb49210192e2" providerId="LiveId" clId="{F0382995-55ED-46FA-993E-7002C50FD2C1}" dt="2023-03-26T03:42:13.277" v="1026" actId="478"/>
          <ac:cxnSpMkLst>
            <pc:docMk/>
            <pc:sldMk cId="220019590" sldId="302"/>
            <ac:cxnSpMk id="8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3:33.410" v="1041" actId="478"/>
          <ac:cxnSpMkLst>
            <pc:docMk/>
            <pc:sldMk cId="220019590" sldId="302"/>
            <ac:cxnSpMk id="1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4" creationId="{52B9A001-2952-25D0-7857-1B722DAF225E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4:00.206" v="1046" actId="478"/>
          <ac:cxnSpMkLst>
            <pc:docMk/>
            <pc:sldMk cId="220019590" sldId="302"/>
            <ac:cxnSpMk id="30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2:16.627" v="1029" actId="478"/>
          <ac:cxnSpMkLst>
            <pc:docMk/>
            <pc:sldMk cId="220019590" sldId="302"/>
            <ac:cxnSpMk id="33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6" creationId="{00000000-0000-0000-0000-000000000000}"/>
          </ac:cxnSpMkLst>
        </pc:cxnChg>
      </pc:sldChg>
      <pc:sldChg chg="modSp mod">
        <pc:chgData name="Songqing" userId="c4d8cb49210192e2" providerId="LiveId" clId="{F0382995-55ED-46FA-993E-7002C50FD2C1}" dt="2023-04-01T06:53:36.827" v="1101" actId="20577"/>
        <pc:sldMkLst>
          <pc:docMk/>
          <pc:sldMk cId="244921353" sldId="303"/>
        </pc:sldMkLst>
        <pc:graphicFrameChg chg="modGraphic">
          <ac:chgData name="Songqing" userId="c4d8cb49210192e2" providerId="LiveId" clId="{F0382995-55ED-46FA-993E-7002C50FD2C1}" dt="2023-04-01T06:53:36.827" v="1101" actId="20577"/>
          <ac:graphicFrameMkLst>
            <pc:docMk/>
            <pc:sldMk cId="244921353" sldId="303"/>
            <ac:graphicFrameMk id="4" creationId="{00000000-0000-0000-0000-000000000000}"/>
          </ac:graphicFrameMkLst>
        </pc:graphicFrameChg>
      </pc:sldChg>
      <pc:sldChg chg="modSp mod">
        <pc:chgData name="Songqing" userId="c4d8cb49210192e2" providerId="LiveId" clId="{F0382995-55ED-46FA-993E-7002C50FD2C1}" dt="2023-03-24T19:25:51.115" v="197" actId="20577"/>
        <pc:sldMkLst>
          <pc:docMk/>
          <pc:sldMk cId="2608556701" sldId="315"/>
        </pc:sldMkLst>
        <pc:spChg chg="mod">
          <ac:chgData name="Songqing" userId="c4d8cb49210192e2" providerId="LiveId" clId="{F0382995-55ED-46FA-993E-7002C50FD2C1}" dt="2023-03-24T19:25:51.115" v="197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ord">
        <pc:chgData name="Songqing" userId="c4d8cb49210192e2" providerId="LiveId" clId="{F0382995-55ED-46FA-993E-7002C50FD2C1}" dt="2023-03-24T19:28:24.200" v="199"/>
        <pc:sldMkLst>
          <pc:docMk/>
          <pc:sldMk cId="198251155" sldId="319"/>
        </pc:sldMkLst>
      </pc:sldChg>
      <pc:sldChg chg="delSp modSp mod">
        <pc:chgData name="Songqing" userId="c4d8cb49210192e2" providerId="LiveId" clId="{F0382995-55ED-46FA-993E-7002C50FD2C1}" dt="2023-03-24T19:29:49.303" v="205" actId="1076"/>
        <pc:sldMkLst>
          <pc:docMk/>
          <pc:sldMk cId="2892519445" sldId="321"/>
        </pc:sldMkLst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4T19:29:44.653" v="204" actId="478"/>
          <ac:spMkLst>
            <pc:docMk/>
            <pc:sldMk cId="2892519445" sldId="321"/>
            <ac:spMk id="7" creationId="{00000000-0000-0000-0000-000000000000}"/>
          </ac:spMkLst>
        </pc:spChg>
      </pc:sldChg>
      <pc:sldChg chg="delSp modSp mod">
        <pc:chgData name="Songqing" userId="c4d8cb49210192e2" providerId="LiveId" clId="{F0382995-55ED-46FA-993E-7002C50FD2C1}" dt="2023-03-26T03:59:24.545" v="1094" actId="478"/>
        <pc:sldMkLst>
          <pc:docMk/>
          <pc:sldMk cId="3387566821" sldId="334"/>
        </pc:sldMkLst>
        <pc:spChg chg="del">
          <ac:chgData name="Songqing" userId="c4d8cb49210192e2" providerId="LiveId" clId="{F0382995-55ED-46FA-993E-7002C50FD2C1}" dt="2023-03-26T03:59:24.545" v="1094" actId="478"/>
          <ac:spMkLst>
            <pc:docMk/>
            <pc:sldMk cId="3387566821" sldId="334"/>
            <ac:spMk id="6" creationId="{00000000-0000-0000-0000-000000000000}"/>
          </ac:spMkLst>
        </pc:spChg>
        <pc:spChg chg="ord">
          <ac:chgData name="Songqing" userId="c4d8cb49210192e2" providerId="LiveId" clId="{F0382995-55ED-46FA-993E-7002C50FD2C1}" dt="2023-03-24T19:15:05.833" v="110" actId="166"/>
          <ac:spMkLst>
            <pc:docMk/>
            <pc:sldMk cId="3387566821" sldId="334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4T19:15:18.650" v="114" actId="20577"/>
          <ac:spMkLst>
            <pc:docMk/>
            <pc:sldMk cId="3387566821" sldId="334"/>
            <ac:spMk id="42" creationId="{00000000-0000-0000-0000-000000000000}"/>
          </ac:spMkLst>
        </pc:spChg>
        <pc:spChg chg="del">
          <ac:chgData name="Songqing" userId="c4d8cb49210192e2" providerId="LiveId" clId="{F0382995-55ED-46FA-993E-7002C50FD2C1}" dt="2023-03-26T03:59:22.553" v="1093" actId="478"/>
          <ac:spMkLst>
            <pc:docMk/>
            <pc:sldMk cId="3387566821" sldId="334"/>
            <ac:spMk id="52" creationId="{00000000-0000-0000-0000-000000000000}"/>
          </ac:spMkLst>
        </pc:spChg>
      </pc:sldChg>
      <pc:sldChg chg="del">
        <pc:chgData name="Songqing" userId="c4d8cb49210192e2" providerId="LiveId" clId="{F0382995-55ED-46FA-993E-7002C50FD2C1}" dt="2023-03-25T15:58:00.267" v="1005" actId="2696"/>
        <pc:sldMkLst>
          <pc:docMk/>
          <pc:sldMk cId="2285731675" sldId="337"/>
        </pc:sldMkLst>
      </pc:sldChg>
      <pc:sldChg chg="addSp delSp modSp mod">
        <pc:chgData name="Songqing" userId="c4d8cb49210192e2" providerId="LiveId" clId="{F0382995-55ED-46FA-993E-7002C50FD2C1}" dt="2023-04-01T06:14:06.248" v="1100" actId="14100"/>
        <pc:sldMkLst>
          <pc:docMk/>
          <pc:sldMk cId="455407460" sldId="338"/>
        </pc:sldMkLst>
        <pc:spChg chg="mod">
          <ac:chgData name="Songqing" userId="c4d8cb49210192e2" providerId="LiveId" clId="{F0382995-55ED-46FA-993E-7002C50FD2C1}" dt="2023-03-25T15:31:46.221" v="718" actId="207"/>
          <ac:spMkLst>
            <pc:docMk/>
            <pc:sldMk cId="455407460" sldId="33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5:00:26.565" v="362" actId="478"/>
          <ac:spMkLst>
            <pc:docMk/>
            <pc:sldMk cId="455407460" sldId="338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5T15:33:03.150" v="723" actId="207"/>
          <ac:spMkLst>
            <pc:docMk/>
            <pc:sldMk cId="455407460" sldId="338"/>
            <ac:spMk id="5" creationId="{00000000-0000-0000-0000-000000000000}"/>
          </ac:spMkLst>
        </pc:spChg>
        <pc:spChg chg="del">
          <ac:chgData name="Songqing" userId="c4d8cb49210192e2" providerId="LiveId" clId="{F0382995-55ED-46FA-993E-7002C50FD2C1}" dt="2023-03-25T12:14:35.587" v="215" actId="478"/>
          <ac:spMkLst>
            <pc:docMk/>
            <pc:sldMk cId="455407460" sldId="338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20:54.345" v="329" actId="478"/>
          <ac:spMkLst>
            <pc:docMk/>
            <pc:sldMk cId="455407460" sldId="338"/>
            <ac:spMk id="7" creationId="{00000000-0000-0000-0000-000000000000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5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15:32.385" v="221" actId="478"/>
          <ac:spMkLst>
            <pc:docMk/>
            <pc:sldMk cId="455407460" sldId="338"/>
            <ac:spMk id="1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2:17:04.669" v="238" actId="478"/>
          <ac:spMkLst>
            <pc:docMk/>
            <pc:sldMk cId="455407460" sldId="338"/>
            <ac:spMk id="20" creationId="{F7CCB033-B175-4E18-3539-56EB4432DE6E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2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01.223" v="719" actId="207"/>
          <ac:spMkLst>
            <pc:docMk/>
            <pc:sldMk cId="455407460" sldId="338"/>
            <ac:spMk id="29" creationId="{C4C31951-CED1-35CA-0222-7F2870A04008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0" creationId="{00000000-0000-0000-0000-000000000000}"/>
          </ac:spMkLst>
        </pc:spChg>
        <pc:spChg chg="mod">
          <ac:chgData name="Songqing" userId="c4d8cb49210192e2" providerId="LiveId" clId="{F0382995-55ED-46FA-993E-7002C50FD2C1}" dt="2023-03-25T15:28:16.812" v="714" actId="20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" userId="c4d8cb49210192e2" providerId="LiveId" clId="{F0382995-55ED-46FA-993E-7002C50FD2C1}" dt="2023-03-25T15:36:15.723" v="737" actId="1076"/>
          <ac:spMkLst>
            <pc:docMk/>
            <pc:sldMk cId="455407460" sldId="338"/>
            <ac:spMk id="3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36.155" v="722" actId="207"/>
          <ac:spMkLst>
            <pc:docMk/>
            <pc:sldMk cId="455407460" sldId="338"/>
            <ac:spMk id="33" creationId="{1E412B0A-B86C-3EB9-81BF-7447D297BF7F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7" creationId="{00000000-0000-0000-0000-000000000000}"/>
          </ac:spMkLst>
        </pc:spChg>
        <pc:spChg chg="add mod">
          <ac:chgData name="Songqing" userId="c4d8cb49210192e2" providerId="LiveId" clId="{F0382995-55ED-46FA-993E-7002C50FD2C1}" dt="2023-04-01T06:14:06.248" v="1100" actId="14100"/>
          <ac:spMkLst>
            <pc:docMk/>
            <pc:sldMk cId="455407460" sldId="338"/>
            <ac:spMk id="42" creationId="{F64AD005-A819-0732-F7B4-EC30E1FD8503}"/>
          </ac:spMkLst>
        </pc:spChg>
        <pc:spChg chg="mod">
          <ac:chgData name="Songqing" userId="c4d8cb49210192e2" providerId="LiveId" clId="{F0382995-55ED-46FA-993E-7002C50FD2C1}" dt="2023-03-25T15:36:03.579" v="735" actId="1076"/>
          <ac:spMkLst>
            <pc:docMk/>
            <pc:sldMk cId="455407460" sldId="338"/>
            <ac:spMk id="45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25:53.086" v="656" actId="1036"/>
          <ac:spMkLst>
            <pc:docMk/>
            <pc:sldMk cId="455407460" sldId="338"/>
            <ac:spMk id="47" creationId="{92BF62D1-39BD-0106-DBF1-B40AA33F94D9}"/>
          </ac:spMkLst>
        </pc:spChg>
        <pc:spChg chg="add mod">
          <ac:chgData name="Songqing" userId="c4d8cb49210192e2" providerId="LiveId" clId="{F0382995-55ED-46FA-993E-7002C50FD2C1}" dt="2023-03-25T15:36:00.183" v="734" actId="1076"/>
          <ac:spMkLst>
            <pc:docMk/>
            <pc:sldMk cId="455407460" sldId="338"/>
            <ac:spMk id="48" creationId="{BC5E60E8-575C-1354-C6C7-985C986E4EB1}"/>
          </ac:spMkLst>
        </pc:spChg>
        <pc:spChg chg="add mod">
          <ac:chgData name="Songqing" userId="c4d8cb49210192e2" providerId="LiveId" clId="{F0382995-55ED-46FA-993E-7002C50FD2C1}" dt="2023-03-25T15:36:12.686" v="736" actId="1076"/>
          <ac:spMkLst>
            <pc:docMk/>
            <pc:sldMk cId="455407460" sldId="338"/>
            <ac:spMk id="49" creationId="{432E5DF7-7596-43C1-7CF2-D7311EE9E5CC}"/>
          </ac:spMkLst>
        </pc:spChg>
        <pc:spChg chg="add mod">
          <ac:chgData name="Songqing" userId="c4d8cb49210192e2" providerId="LiveId" clId="{F0382995-55ED-46FA-993E-7002C50FD2C1}" dt="2023-03-25T15:35:56.798" v="733" actId="1076"/>
          <ac:spMkLst>
            <pc:docMk/>
            <pc:sldMk cId="455407460" sldId="338"/>
            <ac:spMk id="50" creationId="{DF15C7CE-02E3-F829-C8FE-F50E99AF52E6}"/>
          </ac:spMkLst>
        </pc:spChg>
        <pc:picChg chg="add mod">
          <ac:chgData name="Songqing" userId="c4d8cb49210192e2" providerId="LiveId" clId="{F0382995-55ED-46FA-993E-7002C50FD2C1}" dt="2023-03-25T15:25:53.086" v="656" actId="1036"/>
          <ac:picMkLst>
            <pc:docMk/>
            <pc:sldMk cId="455407460" sldId="338"/>
            <ac:picMk id="2" creationId="{957FB54C-C7E6-FD80-CD63-3EA1CB43BC4B}"/>
          </ac:picMkLst>
        </pc:picChg>
        <pc:picChg chg="del">
          <ac:chgData name="Songqing" userId="c4d8cb49210192e2" providerId="LiveId" clId="{F0382995-55ED-46FA-993E-7002C50FD2C1}" dt="2023-03-25T12:17:00.107" v="237" actId="478"/>
          <ac:picMkLst>
            <pc:docMk/>
            <pc:sldMk cId="455407460" sldId="338"/>
            <ac:picMk id="8" creationId="{00000000-0000-0000-0000-000000000000}"/>
          </ac:picMkLst>
        </pc:picChg>
        <pc:picChg chg="add del mod">
          <ac:chgData name="Songqing" userId="c4d8cb49210192e2" providerId="LiveId" clId="{F0382995-55ED-46FA-993E-7002C50FD2C1}" dt="2023-03-25T15:28:23.362" v="717" actId="478"/>
          <ac:picMkLst>
            <pc:docMk/>
            <pc:sldMk cId="455407460" sldId="338"/>
            <ac:picMk id="9" creationId="{576E5A9D-0B9A-DF62-291C-BE25F8BA0B93}"/>
          </ac:picMkLst>
        </pc:picChg>
        <pc:picChg chg="del mod">
          <ac:chgData name="Songqing" userId="c4d8cb49210192e2" providerId="LiveId" clId="{F0382995-55ED-46FA-993E-7002C50FD2C1}" dt="2023-03-25T12:14:23.185" v="211" actId="478"/>
          <ac:picMkLst>
            <pc:docMk/>
            <pc:sldMk cId="455407460" sldId="338"/>
            <ac:picMk id="12" creationId="{00000000-0000-0000-0000-000000000000}"/>
          </ac:picMkLst>
        </pc:picChg>
        <pc:picChg chg="mod">
          <ac:chgData name="Songqing" userId="c4d8cb49210192e2" providerId="LiveId" clId="{F0382995-55ED-46FA-993E-7002C50FD2C1}" dt="2023-03-25T15:39:59.576" v="771" actId="1076"/>
          <ac:picMkLst>
            <pc:docMk/>
            <pc:sldMk cId="455407460" sldId="338"/>
            <ac:picMk id="14" creationId="{00000000-0000-0000-0000-000000000000}"/>
          </ac:picMkLst>
        </pc:picChg>
        <pc:picChg chg="del">
          <ac:chgData name="Songqing" userId="c4d8cb49210192e2" providerId="LiveId" clId="{F0382995-55ED-46FA-993E-7002C50FD2C1}" dt="2023-03-25T12:16:58.910" v="236" actId="478"/>
          <ac:picMkLst>
            <pc:docMk/>
            <pc:sldMk cId="455407460" sldId="338"/>
            <ac:picMk id="17" creationId="{00000000-0000-0000-0000-000000000000}"/>
          </ac:picMkLst>
        </pc:picChg>
        <pc:picChg chg="del">
          <ac:chgData name="Songqing" userId="c4d8cb49210192e2" providerId="LiveId" clId="{F0382995-55ED-46FA-993E-7002C50FD2C1}" dt="2023-03-25T15:00:24.078" v="361" actId="478"/>
          <ac:picMkLst>
            <pc:docMk/>
            <pc:sldMk cId="455407460" sldId="338"/>
            <ac:picMk id="18" creationId="{00000000-0000-0000-0000-000000000000}"/>
          </ac:picMkLst>
        </pc:picChg>
        <pc:picChg chg="add mod">
          <ac:chgData name="Songqing" userId="c4d8cb49210192e2" providerId="LiveId" clId="{F0382995-55ED-46FA-993E-7002C50FD2C1}" dt="2023-03-25T15:39:48.409" v="769" actId="1076"/>
          <ac:picMkLst>
            <pc:docMk/>
            <pc:sldMk cId="455407460" sldId="338"/>
            <ac:picMk id="51" creationId="{8A9C80C6-C6FF-2CFB-2DC2-7BDDA66B4A24}"/>
          </ac:picMkLst>
        </pc:picChg>
        <pc:picChg chg="add mod">
          <ac:chgData name="Songqing" userId="c4d8cb49210192e2" providerId="LiveId" clId="{F0382995-55ED-46FA-993E-7002C50FD2C1}" dt="2023-03-25T15:39:49.742" v="770" actId="1076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" userId="c4d8cb49210192e2" providerId="LiveId" clId="{F0382995-55ED-46FA-993E-7002C50FD2C1}" dt="2023-03-25T15:35:24.186" v="731" actId="208"/>
          <ac:cxnSpMkLst>
            <pc:docMk/>
            <pc:sldMk cId="455407460" sldId="338"/>
            <ac:cxnSpMk id="10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2.063" v="411" actId="478"/>
          <ac:cxnSpMkLst>
            <pc:docMk/>
            <pc:sldMk cId="455407460" sldId="338"/>
            <ac:cxnSpMk id="1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1.264" v="410" actId="478"/>
          <ac:cxnSpMkLst>
            <pc:docMk/>
            <pc:sldMk cId="455407460" sldId="338"/>
            <ac:cxnSpMk id="2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0.060" v="409" actId="478"/>
          <ac:cxnSpMkLst>
            <pc:docMk/>
            <pc:sldMk cId="455407460" sldId="338"/>
            <ac:cxnSpMk id="4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35:30.315" v="732" actId="208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addSp delSp modSp mod">
        <pc:chgData name="Songqing" userId="c4d8cb49210192e2" providerId="LiveId" clId="{F0382995-55ED-46FA-993E-7002C50FD2C1}" dt="2023-03-26T03:41:15.313" v="1025" actId="14100"/>
        <pc:sldMkLst>
          <pc:docMk/>
          <pc:sldMk cId="2458293802" sldId="339"/>
        </pc:sldMkLst>
        <pc:spChg chg="del mod">
          <ac:chgData name="Songqing" userId="c4d8cb49210192e2" providerId="LiveId" clId="{F0382995-55ED-46FA-993E-7002C50FD2C1}" dt="2023-03-25T15:51:00.777" v="929" actId="478"/>
          <ac:spMkLst>
            <pc:docMk/>
            <pc:sldMk cId="2458293802" sldId="339"/>
            <ac:spMk id="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57:27.376" v="1004" actId="14100"/>
          <ac:spMkLst>
            <pc:docMk/>
            <pc:sldMk cId="2458293802" sldId="339"/>
            <ac:spMk id="3" creationId="{AE4FEFFD-FE45-DC51-559B-B6A4CFE0DC6B}"/>
          </ac:spMkLst>
        </pc:spChg>
        <pc:spChg chg="add mod">
          <ac:chgData name="Songqing" userId="c4d8cb49210192e2" providerId="LiveId" clId="{F0382995-55ED-46FA-993E-7002C50FD2C1}" dt="2023-03-25T15:51:30.214" v="938" actId="14100"/>
          <ac:spMkLst>
            <pc:docMk/>
            <pc:sldMk cId="2458293802" sldId="339"/>
            <ac:spMk id="5" creationId="{65A724B9-3B71-C501-FEB9-3AC8B35DF09B}"/>
          </ac:spMkLst>
        </pc:spChg>
        <pc:spChg chg="add mod">
          <ac:chgData name="Songqing" userId="c4d8cb49210192e2" providerId="LiveId" clId="{F0382995-55ED-46FA-993E-7002C50FD2C1}" dt="2023-03-25T15:53:31.367" v="967" actId="1076"/>
          <ac:spMkLst>
            <pc:docMk/>
            <pc:sldMk cId="2458293802" sldId="339"/>
            <ac:spMk id="10" creationId="{54630805-135C-7A66-D833-4B1C189AB539}"/>
          </ac:spMkLst>
        </pc:spChg>
        <pc:spChg chg="del">
          <ac:chgData name="Songqing" userId="c4d8cb49210192e2" providerId="LiveId" clId="{F0382995-55ED-46FA-993E-7002C50FD2C1}" dt="2023-03-25T15:51:37.012" v="940" actId="478"/>
          <ac:spMkLst>
            <pc:docMk/>
            <pc:sldMk cId="2458293802" sldId="339"/>
            <ac:spMk id="1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51:39.336" v="941" actId="478"/>
          <ac:spMkLst>
            <pc:docMk/>
            <pc:sldMk cId="2458293802" sldId="339"/>
            <ac:spMk id="15" creationId="{B87DE697-6C68-6F17-7AED-82C66ECF8198}"/>
          </ac:spMkLst>
        </pc:spChg>
        <pc:spChg chg="add mod">
          <ac:chgData name="Songqing" userId="c4d8cb49210192e2" providerId="LiveId" clId="{F0382995-55ED-46FA-993E-7002C50FD2C1}" dt="2023-03-25T15:55:03.095" v="989" actId="207"/>
          <ac:spMkLst>
            <pc:docMk/>
            <pc:sldMk cId="2458293802" sldId="339"/>
            <ac:spMk id="16" creationId="{15FA377C-99B5-74C4-D7A0-DE4B0159E856}"/>
          </ac:spMkLst>
        </pc:spChg>
        <pc:spChg chg="del mod">
          <ac:chgData name="Songqing" userId="c4d8cb49210192e2" providerId="LiveId" clId="{F0382995-55ED-46FA-993E-7002C50FD2C1}" dt="2023-03-25T15:49:10.622" v="877" actId="478"/>
          <ac:spMkLst>
            <pc:docMk/>
            <pc:sldMk cId="2458293802" sldId="339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52.609" v="928" actId="478"/>
          <ac:spMkLst>
            <pc:docMk/>
            <pc:sldMk cId="2458293802" sldId="339"/>
            <ac:spMk id="26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5.913" v="997" actId="20577"/>
          <ac:spMkLst>
            <pc:docMk/>
            <pc:sldMk cId="2458293802" sldId="339"/>
            <ac:spMk id="34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8.880" v="999" actId="20577"/>
          <ac:spMkLst>
            <pc:docMk/>
            <pc:sldMk cId="2458293802" sldId="339"/>
            <ac:spMk id="35" creationId="{00000000-0000-0000-0000-000000000000}"/>
          </ac:spMkLst>
        </pc:spChg>
        <pc:spChg chg="mod">
          <ac:chgData name="Songqing" userId="c4d8cb49210192e2" providerId="LiveId" clId="{F0382995-55ED-46FA-993E-7002C50FD2C1}" dt="2023-03-26T03:41:15.313" v="1025" actId="14100"/>
          <ac:spMkLst>
            <pc:docMk/>
            <pc:sldMk cId="2458293802" sldId="339"/>
            <ac:spMk id="3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15.213" v="927" actId="478"/>
          <ac:spMkLst>
            <pc:docMk/>
            <pc:sldMk cId="2458293802" sldId="339"/>
            <ac:spMk id="37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5:06.329" v="991" actId="478"/>
          <ac:spMkLst>
            <pc:docMk/>
            <pc:sldMk cId="2458293802" sldId="339"/>
            <ac:spMk id="38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5:51:03.821" v="930" actId="478"/>
          <ac:cxnSpMkLst>
            <pc:docMk/>
            <pc:sldMk cId="2458293802" sldId="339"/>
            <ac:cxnSpMk id="4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4.615" v="931" actId="478"/>
          <ac:cxnSpMkLst>
            <pc:docMk/>
            <pc:sldMk cId="2458293802" sldId="339"/>
            <ac:cxnSpMk id="6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5.779" v="932" actId="478"/>
          <ac:cxnSpMkLst>
            <pc:docMk/>
            <pc:sldMk cId="2458293802" sldId="339"/>
            <ac:cxnSpMk id="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7:27.376" v="1004" actId="14100"/>
          <ac:cxnSpMkLst>
            <pc:docMk/>
            <pc:sldMk cId="2458293802" sldId="339"/>
            <ac:cxnSpMk id="18" creationId="{3DCAB44A-AF9D-019D-EEED-8B67EC621CC1}"/>
          </ac:cxnSpMkLst>
        </pc:cxnChg>
      </pc:sldChg>
      <pc:sldChg chg="addSp delSp modSp mod">
        <pc:chgData name="Songqing" userId="c4d8cb49210192e2" providerId="LiveId" clId="{F0382995-55ED-46FA-993E-7002C50FD2C1}" dt="2023-03-26T03:53:50.658" v="1091" actId="478"/>
        <pc:sldMkLst>
          <pc:docMk/>
          <pc:sldMk cId="3808974401" sldId="342"/>
        </pc:sldMkLst>
        <pc:spChg chg="del mod">
          <ac:chgData name="Songqing" userId="c4d8cb49210192e2" providerId="LiveId" clId="{F0382995-55ED-46FA-993E-7002C50FD2C1}" dt="2023-03-26T03:53:42.691" v="1089" actId="478"/>
          <ac:spMkLst>
            <pc:docMk/>
            <pc:sldMk cId="3808974401" sldId="342"/>
            <ac:spMk id="2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53:50.658" v="1091" actId="478"/>
          <ac:spMkLst>
            <pc:docMk/>
            <pc:sldMk cId="3808974401" sldId="342"/>
            <ac:spMk id="5" creationId="{61B1B69F-B21A-6797-82F4-323065BFDD46}"/>
          </ac:spMkLst>
        </pc:spChg>
      </pc:sldChg>
      <pc:sldChg chg="addSp delSp modSp add mod">
        <pc:chgData name="Songqing" userId="c4d8cb49210192e2" providerId="LiveId" clId="{F0382995-55ED-46FA-993E-7002C50FD2C1}" dt="2023-03-25T15:58:30.800" v="1011" actId="14100"/>
        <pc:sldMkLst>
          <pc:docMk/>
          <pc:sldMk cId="3232703280" sldId="346"/>
        </pc:sldMkLst>
        <pc:spChg chg="del">
          <ac:chgData name="Songqing" userId="c4d8cb49210192e2" providerId="LiveId" clId="{F0382995-55ED-46FA-993E-7002C50FD2C1}" dt="2023-03-14T13:44:32.047" v="28" actId="478"/>
          <ac:spMkLst>
            <pc:docMk/>
            <pc:sldMk cId="3232703280" sldId="346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37.979" v="42" actId="1076"/>
          <ac:spMkLst>
            <pc:docMk/>
            <pc:sldMk cId="3232703280" sldId="346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46.785" v="44" actId="1076"/>
          <ac:spMkLst>
            <pc:docMk/>
            <pc:sldMk cId="3232703280" sldId="346"/>
            <ac:spMk id="23" creationId="{00000000-0000-0000-0000-000000000000}"/>
          </ac:spMkLst>
        </pc:spChg>
        <pc:spChg chg="mod">
          <ac:chgData name="Songqing" userId="c4d8cb49210192e2" providerId="LiveId" clId="{F0382995-55ED-46FA-993E-7002C50FD2C1}" dt="2023-03-24T19:14:10.773" v="109" actId="14100"/>
          <ac:spMkLst>
            <pc:docMk/>
            <pc:sldMk cId="3232703280" sldId="346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14T13:48:30.848" v="80" actId="20577"/>
          <ac:spMkLst>
            <pc:docMk/>
            <pc:sldMk cId="3232703280" sldId="346"/>
            <ac:spMk id="25" creationId="{00000000-0000-0000-0000-000000000000}"/>
          </ac:spMkLst>
        </pc:spChg>
        <pc:spChg chg="del mod">
          <ac:chgData name="Songqing" userId="c4d8cb49210192e2" providerId="LiveId" clId="{F0382995-55ED-46FA-993E-7002C50FD2C1}" dt="2023-03-14T13:46:34.416" v="56" actId="478"/>
          <ac:spMkLst>
            <pc:docMk/>
            <pc:sldMk cId="3232703280" sldId="346"/>
            <ac:spMk id="27" creationId="{00000000-0000-0000-0000-000000000000}"/>
          </ac:spMkLst>
        </pc:spChg>
        <pc:spChg chg="mod">
          <ac:chgData name="Songqing" userId="c4d8cb49210192e2" providerId="LiveId" clId="{F0382995-55ED-46FA-993E-7002C50FD2C1}" dt="2023-03-14T13:44:10.562" v="26" actId="20577"/>
          <ac:spMkLst>
            <pc:docMk/>
            <pc:sldMk cId="3232703280" sldId="346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41.056" v="57" actId="1076"/>
          <ac:spMkLst>
            <pc:docMk/>
            <pc:sldMk cId="3232703280" sldId="346"/>
            <ac:spMk id="37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29.416" v="55" actId="20577"/>
          <ac:spMkLst>
            <pc:docMk/>
            <pc:sldMk cId="3232703280" sldId="346"/>
            <ac:spMk id="41" creationId="{00000000-0000-0000-0000-000000000000}"/>
          </ac:spMkLst>
        </pc:spChg>
        <pc:spChg chg="add mod">
          <ac:chgData name="Songqing" userId="c4d8cb49210192e2" providerId="LiveId" clId="{F0382995-55ED-46FA-993E-7002C50FD2C1}" dt="2023-03-14T13:48:47.319" v="90" actId="20577"/>
          <ac:spMkLst>
            <pc:docMk/>
            <pc:sldMk cId="3232703280" sldId="346"/>
            <ac:spMk id="55" creationId="{CE133626-5CA9-4AC0-45F2-6B1ACAEE2EFE}"/>
          </ac:spMkLst>
        </pc:spChg>
        <pc:cxnChg chg="del mod">
          <ac:chgData name="Songqing" userId="c4d8cb49210192e2" providerId="LiveId" clId="{F0382995-55ED-46FA-993E-7002C50FD2C1}" dt="2023-03-14T13:45:43.762" v="43" actId="478"/>
          <ac:cxnSpMkLst>
            <pc:docMk/>
            <pc:sldMk cId="3232703280" sldId="346"/>
            <ac:cxnSpMk id="7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6.756" v="33" actId="478"/>
          <ac:cxnSpMkLst>
            <pc:docMk/>
            <pc:sldMk cId="3232703280" sldId="346"/>
            <ac:cxnSpMk id="1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17.625" v="37" actId="478"/>
          <ac:cxnSpMkLst>
            <pc:docMk/>
            <pc:sldMk cId="3232703280" sldId="346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8.654" v="34" actId="478"/>
          <ac:cxnSpMkLst>
            <pc:docMk/>
            <pc:sldMk cId="3232703280" sldId="346"/>
            <ac:cxnSpMk id="2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16.606" v="1006" actId="208"/>
          <ac:cxnSpMkLst>
            <pc:docMk/>
            <pc:sldMk cId="3232703280" sldId="346"/>
            <ac:cxnSpMk id="35" creationId="{EEC82209-3ABC-B1D5-B2BF-50BC31CC3C22}"/>
          </ac:cxnSpMkLst>
        </pc:cxnChg>
        <pc:cxnChg chg="add mod">
          <ac:chgData name="Songqing" userId="c4d8cb49210192e2" providerId="LiveId" clId="{F0382995-55ED-46FA-993E-7002C50FD2C1}" dt="2023-03-25T15:58:19.169" v="1007" actId="208"/>
          <ac:cxnSpMkLst>
            <pc:docMk/>
            <pc:sldMk cId="3232703280" sldId="346"/>
            <ac:cxnSpMk id="38" creationId="{52AE3FEC-5DF7-81DA-8A45-A5838621419F}"/>
          </ac:cxnSpMkLst>
        </pc:cxnChg>
        <pc:cxnChg chg="add mod">
          <ac:chgData name="Songqing" userId="c4d8cb49210192e2" providerId="LiveId" clId="{F0382995-55ED-46FA-993E-7002C50FD2C1}" dt="2023-03-25T15:58:21.895" v="1008" actId="208"/>
          <ac:cxnSpMkLst>
            <pc:docMk/>
            <pc:sldMk cId="3232703280" sldId="346"/>
            <ac:cxnSpMk id="39" creationId="{2095C78B-862B-C6F2-6C5C-49D21491E697}"/>
          </ac:cxnSpMkLst>
        </pc:cxnChg>
        <pc:cxnChg chg="del mod">
          <ac:chgData name="Songqing" userId="c4d8cb49210192e2" providerId="LiveId" clId="{F0382995-55ED-46FA-993E-7002C50FD2C1}" dt="2023-03-14T13:45:48.580" v="45" actId="478"/>
          <ac:cxnSpMkLst>
            <pc:docMk/>
            <pc:sldMk cId="3232703280" sldId="346"/>
            <ac:cxnSpMk id="42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23.966" v="1009" actId="208"/>
          <ac:cxnSpMkLst>
            <pc:docMk/>
            <pc:sldMk cId="3232703280" sldId="346"/>
            <ac:cxnSpMk id="46" creationId="{23E4E777-0415-407C-2C3D-B8F48B772E4D}"/>
          </ac:cxnSpMkLst>
        </pc:cxnChg>
        <pc:cxnChg chg="add mod">
          <ac:chgData name="Songqing" userId="c4d8cb49210192e2" providerId="LiveId" clId="{F0382995-55ED-46FA-993E-7002C50FD2C1}" dt="2023-03-24T19:14:10.773" v="109" actId="14100"/>
          <ac:cxnSpMkLst>
            <pc:docMk/>
            <pc:sldMk cId="3232703280" sldId="346"/>
            <ac:cxnSpMk id="49" creationId="{DC90D867-ABD3-0073-E0E6-127708ED845D}"/>
          </ac:cxnSpMkLst>
        </pc:cxnChg>
        <pc:cxnChg chg="add mod">
          <ac:chgData name="Songqing" userId="c4d8cb49210192e2" providerId="LiveId" clId="{F0382995-55ED-46FA-993E-7002C50FD2C1}" dt="2023-03-25T15:58:30.800" v="1011" actId="14100"/>
          <ac:cxnSpMkLst>
            <pc:docMk/>
            <pc:sldMk cId="3232703280" sldId="346"/>
            <ac:cxnSpMk id="57" creationId="{EC55D37F-E11D-BCF3-4D1A-8741299C855F}"/>
          </ac:cxnSpMkLst>
        </pc:cxnChg>
      </pc:sldChg>
      <pc:sldChg chg="addSp delSp modSp add mod">
        <pc:chgData name="Songqing" userId="c4d8cb49210192e2" providerId="LiveId" clId="{F0382995-55ED-46FA-993E-7002C50FD2C1}" dt="2023-03-26T03:49:52.179" v="1073" actId="478"/>
        <pc:sldMkLst>
          <pc:docMk/>
          <pc:sldMk cId="3230245180" sldId="347"/>
        </pc:sldMkLst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52.179" v="1073" actId="478"/>
          <ac:spMkLst>
            <pc:docMk/>
            <pc:sldMk cId="3230245180" sldId="347"/>
            <ac:spMk id="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49:49.255" v="1072" actId="478"/>
          <ac:spMkLst>
            <pc:docMk/>
            <pc:sldMk cId="3230245180" sldId="347"/>
            <ac:spMk id="7" creationId="{66A4A5D9-80DB-2393-3E96-2B0E13388A38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4T19:16:21.194" v="129" actId="207"/>
          <ac:spMkLst>
            <pc:docMk/>
            <pc:sldMk cId="3230245180" sldId="347"/>
            <ac:spMk id="44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1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47.032" v="1071" actId="478"/>
          <ac:spMkLst>
            <pc:docMk/>
            <pc:sldMk cId="3230245180" sldId="347"/>
            <ac:spMk id="5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2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60" creationId="{00000000-0000-0000-0000-000000000000}"/>
          </ac:spMkLst>
        </pc:sp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4" creationId="{00000000-0000-0000-0000-000000000000}"/>
          </ac:picMkLst>
        </pc:pic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0730" creationId="{00000000-0000-0000-0000-000000000000}"/>
          </ac:picMkLst>
        </pc:pic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9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20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8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43" creationId="{00000000-0000-0000-0000-000000000000}"/>
          </ac:cxnSpMkLst>
        </pc:cxnChg>
      </pc:sldChg>
      <pc:sldChg chg="add ord">
        <pc:chgData name="Songqing" userId="c4d8cb49210192e2" providerId="LiveId" clId="{F0382995-55ED-46FA-993E-7002C50FD2C1}" dt="2023-03-24T19:28:39.725" v="202"/>
        <pc:sldMkLst>
          <pc:docMk/>
          <pc:sldMk cId="407331459" sldId="348"/>
        </pc:sldMkLst>
      </pc:sldChg>
      <pc:sldChg chg="addSp delSp modSp add mod ord">
        <pc:chgData name="Songqing" userId="c4d8cb49210192e2" providerId="LiveId" clId="{F0382995-55ED-46FA-993E-7002C50FD2C1}" dt="2023-03-25T15:42:08.449" v="848" actId="1076"/>
        <pc:sldMkLst>
          <pc:docMk/>
          <pc:sldMk cId="48961036" sldId="349"/>
        </pc:sldMkLst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25T15:42:01.096" v="847" actId="1076"/>
          <ac:spMkLst>
            <pc:docMk/>
            <pc:sldMk cId="48961036" sldId="349"/>
            <ac:spMk id="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34:24.105" v="726" actId="478"/>
          <ac:spMkLst>
            <pc:docMk/>
            <pc:sldMk cId="48961036" sldId="349"/>
            <ac:spMk id="6" creationId="{58394D0F-945E-BA94-E9F0-2C2041209317}"/>
          </ac:spMkLst>
        </pc:spChg>
        <pc:spChg chg="mod">
          <ac:chgData name="Songqing" userId="c4d8cb49210192e2" providerId="LiveId" clId="{F0382995-55ED-46FA-993E-7002C50FD2C1}" dt="2023-03-25T15:42:08.449" v="848" actId="1076"/>
          <ac:spMkLst>
            <pc:docMk/>
            <pc:sldMk cId="48961036" sldId="349"/>
            <ac:spMk id="9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34:21.206" v="725" actId="478"/>
          <ac:spMkLst>
            <pc:docMk/>
            <pc:sldMk cId="48961036" sldId="349"/>
            <ac:spMk id="14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4" creationId="{00000000-0000-0000-0000-000000000000}"/>
          </ac:spMkLst>
        </pc:spChg>
        <pc:spChg chg="del">
          <ac:chgData name="Songqing" userId="c4d8cb49210192e2" providerId="LiveId" clId="{F0382995-55ED-46FA-993E-7002C50FD2C1}" dt="2023-03-25T15:34:36.843" v="727" actId="21"/>
          <ac:spMkLst>
            <pc:docMk/>
            <pc:sldMk cId="48961036" sldId="349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141" creationId="{00000000-0000-0000-0000-000000000000}"/>
          </ac:spMkLst>
        </pc:spChg>
        <pc:cxnChg chg="mod">
          <ac:chgData name="Songqing" userId="c4d8cb49210192e2" providerId="LiveId" clId="{F0382995-55ED-46FA-993E-7002C50FD2C1}" dt="2023-03-25T15:41:58.109" v="846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add">
        <pc:chgData name="Songqing" userId="c4d8cb49210192e2" providerId="LiveId" clId="{F0382995-55ED-46FA-993E-7002C50FD2C1}" dt="2023-03-26T03:50:20.001" v="1074" actId="2890"/>
        <pc:sldMkLst>
          <pc:docMk/>
          <pc:sldMk cId="3402427553" sldId="350"/>
        </pc:sldMkLst>
      </pc:sldChg>
    </pc:docChg>
  </pc:docChgLst>
  <pc:docChgLst>
    <pc:chgData name="Songqing" userId="c4d8cb49210192e2" providerId="LiveId" clId="{71996B90-A93C-4AC9-9B56-CDE94090362C}"/>
    <pc:docChg chg="undo custSel modSld">
      <pc:chgData name="Songqing" userId="c4d8cb49210192e2" providerId="LiveId" clId="{71996B90-A93C-4AC9-9B56-CDE94090362C}" dt="2023-08-26T09:05:34.682" v="103" actId="14100"/>
      <pc:docMkLst>
        <pc:docMk/>
      </pc:docMkLst>
      <pc:sldChg chg="addSp modSp mod">
        <pc:chgData name="Songqing" userId="c4d8cb49210192e2" providerId="LiveId" clId="{71996B90-A93C-4AC9-9B56-CDE94090362C}" dt="2023-08-26T08:42:43.226" v="5" actId="14100"/>
        <pc:sldMkLst>
          <pc:docMk/>
          <pc:sldMk cId="220019590" sldId="302"/>
        </pc:sldMkLst>
        <pc:spChg chg="add mod">
          <ac:chgData name="Songqing" userId="c4d8cb49210192e2" providerId="LiveId" clId="{71996B90-A93C-4AC9-9B56-CDE94090362C}" dt="2023-08-26T08:42:24.112" v="2" actId="1076"/>
          <ac:spMkLst>
            <pc:docMk/>
            <pc:sldMk cId="220019590" sldId="302"/>
            <ac:spMk id="5" creationId="{9643083C-E4C8-6101-4744-78D6FE8C1D16}"/>
          </ac:spMkLst>
        </pc:spChg>
        <pc:cxnChg chg="add mod">
          <ac:chgData name="Songqing" userId="c4d8cb49210192e2" providerId="LiveId" clId="{71996B90-A93C-4AC9-9B56-CDE94090362C}" dt="2023-08-26T08:42:43.226" v="5" actId="14100"/>
          <ac:cxnSpMkLst>
            <pc:docMk/>
            <pc:sldMk cId="220019590" sldId="302"/>
            <ac:cxnSpMk id="8" creationId="{9E3C4BAC-EE20-4EDB-CD7C-FA2E7A14381F}"/>
          </ac:cxnSpMkLst>
        </pc:cxnChg>
      </pc:sldChg>
      <pc:sldChg chg="addSp delSp modSp mod">
        <pc:chgData name="Songqing" userId="c4d8cb49210192e2" providerId="LiveId" clId="{71996B90-A93C-4AC9-9B56-CDE94090362C}" dt="2023-08-26T09:05:34.682" v="103" actId="14100"/>
        <pc:sldMkLst>
          <pc:docMk/>
          <pc:sldMk cId="2492364789" sldId="329"/>
        </pc:sldMkLst>
        <pc:spChg chg="add mod">
          <ac:chgData name="Songqing" userId="c4d8cb49210192e2" providerId="LiveId" clId="{71996B90-A93C-4AC9-9B56-CDE94090362C}" dt="2023-08-26T09:03:00.070" v="15" actId="14100"/>
          <ac:spMkLst>
            <pc:docMk/>
            <pc:sldMk cId="2492364789" sldId="329"/>
            <ac:spMk id="3" creationId="{2C5BE2AB-34BE-6243-4CE3-113C6028000D}"/>
          </ac:spMkLst>
        </pc:spChg>
        <pc:spChg chg="add mod">
          <ac:chgData name="Songqing" userId="c4d8cb49210192e2" providerId="LiveId" clId="{71996B90-A93C-4AC9-9B56-CDE94090362C}" dt="2023-08-26T09:03:10.640" v="30" actId="20577"/>
          <ac:spMkLst>
            <pc:docMk/>
            <pc:sldMk cId="2492364789" sldId="329"/>
            <ac:spMk id="5" creationId="{83F53EA7-0788-04BC-F094-195328B933C8}"/>
          </ac:spMkLst>
        </pc:spChg>
        <pc:spChg chg="add mod">
          <ac:chgData name="Songqing" userId="c4d8cb49210192e2" providerId="LiveId" clId="{71996B90-A93C-4AC9-9B56-CDE94090362C}" dt="2023-08-26T09:03:29.564" v="47" actId="14100"/>
          <ac:spMkLst>
            <pc:docMk/>
            <pc:sldMk cId="2492364789" sldId="329"/>
            <ac:spMk id="6" creationId="{CB321B96-6D3D-976B-1313-84BF60671092}"/>
          </ac:spMkLst>
        </pc:spChg>
        <pc:spChg chg="add mod">
          <ac:chgData name="Songqing" userId="c4d8cb49210192e2" providerId="LiveId" clId="{71996B90-A93C-4AC9-9B56-CDE94090362C}" dt="2023-08-26T09:03:48.090" v="60" actId="14100"/>
          <ac:spMkLst>
            <pc:docMk/>
            <pc:sldMk cId="2492364789" sldId="329"/>
            <ac:spMk id="7" creationId="{619C5BF5-3BDF-E7F8-7157-FC389CA8D562}"/>
          </ac:spMkLst>
        </pc:spChg>
        <pc:spChg chg="add mod">
          <ac:chgData name="Songqing" userId="c4d8cb49210192e2" providerId="LiveId" clId="{71996B90-A93C-4AC9-9B56-CDE94090362C}" dt="2023-08-26T09:04:37.684" v="78" actId="14100"/>
          <ac:spMkLst>
            <pc:docMk/>
            <pc:sldMk cId="2492364789" sldId="329"/>
            <ac:spMk id="9" creationId="{021B0C66-4E80-6444-09E4-0E6FE54DAA8A}"/>
          </ac:spMkLst>
        </pc:spChg>
        <pc:spChg chg="add mod">
          <ac:chgData name="Songqing" userId="c4d8cb49210192e2" providerId="LiveId" clId="{71996B90-A93C-4AC9-9B56-CDE94090362C}" dt="2023-08-26T09:05:34.682" v="103" actId="14100"/>
          <ac:spMkLst>
            <pc:docMk/>
            <pc:sldMk cId="2492364789" sldId="329"/>
            <ac:spMk id="10" creationId="{385E1D04-E353-C1F9-700D-4C7F24CCA54F}"/>
          </ac:spMkLst>
        </pc:spChg>
        <pc:picChg chg="del mod">
          <ac:chgData name="Songqing" userId="c4d8cb49210192e2" providerId="LiveId" clId="{71996B90-A93C-4AC9-9B56-CDE94090362C}" dt="2023-08-26T09:02:47.075" v="7" actId="478"/>
          <ac:picMkLst>
            <pc:docMk/>
            <pc:sldMk cId="2492364789" sldId="329"/>
            <ac:picMk id="4" creationId="{00000000-0000-0000-0000-000000000000}"/>
          </ac:picMkLst>
        </pc:picChg>
      </pc:sldChg>
      <pc:sldChg chg="modSp mod">
        <pc:chgData name="Songqing" userId="c4d8cb49210192e2" providerId="LiveId" clId="{71996B90-A93C-4AC9-9B56-CDE94090362C}" dt="2023-08-26T08:31:29.023" v="0" actId="13926"/>
        <pc:sldMkLst>
          <pc:docMk/>
          <pc:sldMk cId="48961036" sldId="349"/>
        </pc:sldMkLst>
        <pc:spChg chg="mod">
          <ac:chgData name="Songqing" userId="c4d8cb49210192e2" providerId="LiveId" clId="{71996B90-A93C-4AC9-9B56-CDE94090362C}" dt="2023-08-26T08:31:29.023" v="0" actId="13926"/>
          <ac:spMkLst>
            <pc:docMk/>
            <pc:sldMk cId="48961036" sldId="349"/>
            <ac:spMk id="7" creationId="{9C3B2B1C-0586-7780-299C-EA3F4C2421D8}"/>
          </ac:spMkLst>
        </pc:spChg>
      </pc:sldChg>
    </pc:docChg>
  </pc:docChgLst>
  <pc:docChgLst>
    <pc:chgData name="Songqing Gu" userId="c4d8cb49210192e2" providerId="LiveId" clId="{CDE3BE43-E109-42E7-9BFD-77D4AF205E4D}"/>
    <pc:docChg chg="modSld">
      <pc:chgData name="Songqing Gu" userId="c4d8cb49210192e2" providerId="LiveId" clId="{CDE3BE43-E109-42E7-9BFD-77D4AF205E4D}" dt="2024-01-28T08:28:11.821" v="13" actId="113"/>
      <pc:docMkLst>
        <pc:docMk/>
      </pc:docMkLst>
      <pc:sldChg chg="modSp mod">
        <pc:chgData name="Songqing Gu" userId="c4d8cb49210192e2" providerId="LiveId" clId="{CDE3BE43-E109-42E7-9BFD-77D4AF205E4D}" dt="2024-01-28T08:22:52.122" v="0" actId="20577"/>
        <pc:sldMkLst>
          <pc:docMk/>
          <pc:sldMk cId="2739736197" sldId="281"/>
        </pc:sldMkLst>
        <pc:spChg chg="mod">
          <ac:chgData name="Songqing Gu" userId="c4d8cb49210192e2" providerId="LiveId" clId="{CDE3BE43-E109-42E7-9BFD-77D4AF205E4D}" dt="2024-01-28T08:22:52.122" v="0" actId="20577"/>
          <ac:spMkLst>
            <pc:docMk/>
            <pc:sldMk cId="2739736197" sldId="281"/>
            <ac:spMk id="2" creationId="{00000000-0000-0000-0000-000000000000}"/>
          </ac:spMkLst>
        </pc:spChg>
      </pc:sldChg>
      <pc:sldChg chg="addSp modSp mod">
        <pc:chgData name="Songqing Gu" userId="c4d8cb49210192e2" providerId="LiveId" clId="{CDE3BE43-E109-42E7-9BFD-77D4AF205E4D}" dt="2024-01-28T08:28:11.821" v="13" actId="113"/>
        <pc:sldMkLst>
          <pc:docMk/>
          <pc:sldMk cId="3533085196" sldId="335"/>
        </pc:sldMkLst>
        <pc:spChg chg="add mod">
          <ac:chgData name="Songqing Gu" userId="c4d8cb49210192e2" providerId="LiveId" clId="{CDE3BE43-E109-42E7-9BFD-77D4AF205E4D}" dt="2024-01-28T08:28:11.821" v="13" actId="113"/>
          <ac:spMkLst>
            <pc:docMk/>
            <pc:sldMk cId="3533085196" sldId="335"/>
            <ac:spMk id="2" creationId="{E30638D3-BC52-EB57-BE0A-E10C95994D08}"/>
          </ac:spMkLst>
        </pc:spChg>
      </pc:sldChg>
    </pc:docChg>
  </pc:docChgLst>
  <pc:docChgLst>
    <pc:chgData name="Songqing Gu" userId="c4d8cb49210192e2" providerId="LiveId" clId="{2DE22E3C-08DB-4617-9D7D-5F4D68E8667B}"/>
    <pc:docChg chg="modSld">
      <pc:chgData name="Songqing Gu" userId="c4d8cb49210192e2" providerId="LiveId" clId="{2DE22E3C-08DB-4617-9D7D-5F4D68E8667B}" dt="2023-06-16T12:31:55.451" v="20" actId="1076"/>
      <pc:docMkLst>
        <pc:docMk/>
      </pc:docMkLst>
      <pc:sldChg chg="modSp mod">
        <pc:chgData name="Songqing Gu" userId="c4d8cb49210192e2" providerId="LiveId" clId="{2DE22E3C-08DB-4617-9D7D-5F4D68E8667B}" dt="2023-06-16T12:31:55.451" v="20" actId="1076"/>
        <pc:sldMkLst>
          <pc:docMk/>
          <pc:sldMk cId="687835828" sldId="312"/>
        </pc:sldMkLst>
        <pc:spChg chg="mod">
          <ac:chgData name="Songqing Gu" userId="c4d8cb49210192e2" providerId="LiveId" clId="{2DE22E3C-08DB-4617-9D7D-5F4D68E8667B}" dt="2023-06-16T12:31:44.869" v="19" actId="1076"/>
          <ac:spMkLst>
            <pc:docMk/>
            <pc:sldMk cId="687835828" sldId="312"/>
            <ac:spMk id="5" creationId="{00000000-0000-0000-0000-000000000000}"/>
          </ac:spMkLst>
        </pc:spChg>
        <pc:spChg chg="mod">
          <ac:chgData name="Songqing Gu" userId="c4d8cb49210192e2" providerId="LiveId" clId="{2DE22E3C-08DB-4617-9D7D-5F4D68E8667B}" dt="2023-06-16T12:31:55.451" v="20" actId="1076"/>
          <ac:spMkLst>
            <pc:docMk/>
            <pc:sldMk cId="687835828" sldId="312"/>
            <ac:spMk id="6" creationId="{00000000-0000-0000-0000-000000000000}"/>
          </ac:spMkLst>
        </pc:spChg>
        <pc:spChg chg="mod">
          <ac:chgData name="Songqing Gu" userId="c4d8cb49210192e2" providerId="LiveId" clId="{2DE22E3C-08DB-4617-9D7D-5F4D68E8667B}" dt="2023-06-16T12:31:38.368" v="18" actId="255"/>
          <ac:spMkLst>
            <pc:docMk/>
            <pc:sldMk cId="687835828" sldId="312"/>
            <ac:spMk id="49157" creationId="{00000000-0000-0000-0000-000000000000}"/>
          </ac:spMkLst>
        </pc:spChg>
        <pc:picChg chg="mod">
          <ac:chgData name="Songqing Gu" userId="c4d8cb49210192e2" providerId="LiveId" clId="{2DE22E3C-08DB-4617-9D7D-5F4D68E8667B}" dt="2023-06-16T12:30:49.291" v="13" actId="14100"/>
          <ac:picMkLst>
            <pc:docMk/>
            <pc:sldMk cId="687835828" sldId="312"/>
            <ac:picMk id="4" creationId="{00000000-0000-0000-0000-000000000000}"/>
          </ac:picMkLst>
        </pc:picChg>
        <pc:picChg chg="mod">
          <ac:chgData name="Songqing Gu" userId="c4d8cb49210192e2" providerId="LiveId" clId="{2DE22E3C-08DB-4617-9D7D-5F4D68E8667B}" dt="2023-06-16T12:30:23.061" v="8" actId="14100"/>
          <ac:picMkLst>
            <pc:docMk/>
            <pc:sldMk cId="687835828" sldId="312"/>
            <ac:picMk id="49158" creationId="{00000000-0000-0000-0000-000000000000}"/>
          </ac:picMkLst>
        </pc:picChg>
      </pc:sldChg>
    </pc:docChg>
  </pc:docChgLst>
  <pc:docChgLst>
    <pc:chgData name="Songqing Gu" userId="c4d8cb49210192e2" providerId="LiveId" clId="{C68E93E6-302D-425F-B51D-0D6CBA4EABB0}"/>
    <pc:docChg chg="undo custSel addSld delSld modSld sldOrd modSection">
      <pc:chgData name="Songqing Gu" userId="c4d8cb49210192e2" providerId="LiveId" clId="{C68E93E6-302D-425F-B51D-0D6CBA4EABB0}" dt="2023-05-23T07:14:49.485" v="509" actId="113"/>
      <pc:docMkLst>
        <pc:docMk/>
      </pc:docMkLst>
      <pc:sldChg chg="modSp mod">
        <pc:chgData name="Songqing Gu" userId="c4d8cb49210192e2" providerId="LiveId" clId="{C68E93E6-302D-425F-B51D-0D6CBA4EABB0}" dt="2023-05-14T22:34:49.088" v="348" actId="1076"/>
        <pc:sldMkLst>
          <pc:docMk/>
          <pc:sldMk cId="2739736197" sldId="281"/>
        </pc:sldMkLst>
        <pc:picChg chg="mod">
          <ac:chgData name="Songqing Gu" userId="c4d8cb49210192e2" providerId="LiveId" clId="{C68E93E6-302D-425F-B51D-0D6CBA4EABB0}" dt="2023-05-14T22:34:49.088" v="348" actId="1076"/>
          <ac:picMkLst>
            <pc:docMk/>
            <pc:sldMk cId="2739736197" sldId="281"/>
            <ac:picMk id="4" creationId="{00000000-0000-0000-0000-000000000000}"/>
          </ac:picMkLst>
        </pc:picChg>
      </pc:sldChg>
      <pc:sldChg chg="setBg">
        <pc:chgData name="Songqing Gu" userId="c4d8cb49210192e2" providerId="LiveId" clId="{C68E93E6-302D-425F-B51D-0D6CBA4EABB0}" dt="2023-05-13T02:45:59.909" v="158"/>
        <pc:sldMkLst>
          <pc:docMk/>
          <pc:sldMk cId="2431625991" sldId="286"/>
        </pc:sldMkLst>
      </pc:sldChg>
      <pc:sldChg chg="modSp mod">
        <pc:chgData name="Songqing Gu" userId="c4d8cb49210192e2" providerId="LiveId" clId="{C68E93E6-302D-425F-B51D-0D6CBA4EABB0}" dt="2023-05-14T22:33:14.752" v="347" actId="20577"/>
        <pc:sldMkLst>
          <pc:docMk/>
          <pc:sldMk cId="1222785476" sldId="297"/>
        </pc:sldMkLst>
        <pc:spChg chg="mod">
          <ac:chgData name="Songqing Gu" userId="c4d8cb49210192e2" providerId="LiveId" clId="{C68E93E6-302D-425F-B51D-0D6CBA4EABB0}" dt="2023-05-14T22:33:14.752" v="347" actId="20577"/>
          <ac:spMkLst>
            <pc:docMk/>
            <pc:sldMk cId="1222785476" sldId="297"/>
            <ac:spMk id="5" creationId="{00000000-0000-0000-0000-000000000000}"/>
          </ac:spMkLst>
        </pc:spChg>
      </pc:sldChg>
      <pc:sldChg chg="addSp modSp mod ord">
        <pc:chgData name="Songqing Gu" userId="c4d8cb49210192e2" providerId="LiveId" clId="{C68E93E6-302D-425F-B51D-0D6CBA4EABB0}" dt="2023-05-14T22:26:44.271" v="281" actId="167"/>
        <pc:sldMkLst>
          <pc:docMk/>
          <pc:sldMk cId="220019590" sldId="302"/>
        </pc:sldMkLst>
        <pc:spChg chg="add mod ord">
          <ac:chgData name="Songqing Gu" userId="c4d8cb49210192e2" providerId="LiveId" clId="{C68E93E6-302D-425F-B51D-0D6CBA4EABB0}" dt="2023-05-14T22:26:44.271" v="281" actId="167"/>
          <ac:spMkLst>
            <pc:docMk/>
            <pc:sldMk cId="220019590" sldId="302"/>
            <ac:spMk id="3" creationId="{70DD81B4-80E4-256C-B013-D5191F6B4041}"/>
          </ac:spMkLst>
        </pc:spChg>
      </pc:sldChg>
      <pc:sldChg chg="modSp mod">
        <pc:chgData name="Songqing Gu" userId="c4d8cb49210192e2" providerId="LiveId" clId="{C68E93E6-302D-425F-B51D-0D6CBA4EABB0}" dt="2023-05-12T16:02:56.215" v="142" actId="20577"/>
        <pc:sldMkLst>
          <pc:docMk/>
          <pc:sldMk cId="2608556701" sldId="315"/>
        </pc:sldMkLst>
        <pc:spChg chg="mod">
          <ac:chgData name="Songqing Gu" userId="c4d8cb49210192e2" providerId="LiveId" clId="{C68E93E6-302D-425F-B51D-0D6CBA4EABB0}" dt="2023-05-12T16:02:56.215" v="142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del">
        <pc:chgData name="Songqing Gu" userId="c4d8cb49210192e2" providerId="LiveId" clId="{C68E93E6-302D-425F-B51D-0D6CBA4EABB0}" dt="2023-05-16T17:23:03.601" v="484" actId="2696"/>
        <pc:sldMkLst>
          <pc:docMk/>
          <pc:sldMk cId="4012434336" sldId="316"/>
        </pc:sldMkLst>
      </pc:sldChg>
      <pc:sldChg chg="modSp mod">
        <pc:chgData name="Songqing Gu" userId="c4d8cb49210192e2" providerId="LiveId" clId="{C68E93E6-302D-425F-B51D-0D6CBA4EABB0}" dt="2023-05-12T15:39:40.527" v="137" actId="1582"/>
        <pc:sldMkLst>
          <pc:docMk/>
          <pc:sldMk cId="3387566821" sldId="334"/>
        </pc:sldMkLst>
        <pc:spChg chg="mod">
          <ac:chgData name="Songqing Gu" userId="c4d8cb49210192e2" providerId="LiveId" clId="{C68E93E6-302D-425F-B51D-0D6CBA4EABB0}" dt="2023-05-12T15:39:40.527" v="137" actId="1582"/>
          <ac:spMkLst>
            <pc:docMk/>
            <pc:sldMk cId="3387566821" sldId="334"/>
            <ac:spMk id="28" creationId="{00000000-0000-0000-0000-000000000000}"/>
          </ac:spMkLst>
        </pc:spChg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3533085196" sldId="335"/>
        </pc:sldMkLst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2978975941" sldId="336"/>
        </pc:sldMkLst>
      </pc:sldChg>
      <pc:sldChg chg="addSp modSp mod">
        <pc:chgData name="Songqing Gu" userId="c4d8cb49210192e2" providerId="LiveId" clId="{C68E93E6-302D-425F-B51D-0D6CBA4EABB0}" dt="2023-05-12T15:08:57.142" v="58" actId="1037"/>
        <pc:sldMkLst>
          <pc:docMk/>
          <pc:sldMk cId="455407460" sldId="338"/>
        </pc:sldMkLst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5" creationId="{00000000-0000-0000-0000-000000000000}"/>
          </ac:spMkLst>
        </pc:spChg>
        <pc:spChg chg="add 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7" creationId="{64797792-DD82-D8FA-1E40-44FBD407A720}"/>
          </ac:spMkLst>
        </pc:spChg>
        <pc:spChg chg="add mod or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8" creationId="{8F09EB0F-D04D-4EC9-AEA3-6E9A0B4C79CF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29" creationId="{C4C31951-CED1-35CA-0222-7F2870A04008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2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3" creationId="{1E412B0A-B86C-3EB9-81BF-7447D297BF7F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5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7" creationId="{92BF62D1-39BD-0106-DBF1-B40AA33F94D9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8" creationId="{BC5E60E8-575C-1354-C6C7-985C986E4EB1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9" creationId="{432E5DF7-7596-43C1-7CF2-D7311EE9E5CC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50" creationId="{DF15C7CE-02E3-F829-C8FE-F50E99AF52E6}"/>
          </ac:spMkLst>
        </pc:spChg>
        <pc:picChg chg="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2" creationId="{957FB54C-C7E6-FD80-CD63-3EA1CB43BC4B}"/>
          </ac:picMkLst>
        </pc:picChg>
        <pc:picChg chg="add 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4" creationId="{5302CCFF-C8F0-A9A6-6972-21ECA257AD60}"/>
          </ac:picMkLst>
        </pc:picChg>
        <pc:picChg chg="add 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6" creationId="{2B778E15-3824-E8BA-8AFB-5614D21AA9B3}"/>
          </ac:picMkLst>
        </pc:picChg>
        <pc:picChg chg="mod">
          <ac:chgData name="Songqing Gu" userId="c4d8cb49210192e2" providerId="LiveId" clId="{C68E93E6-302D-425F-B51D-0D6CBA4EABB0}" dt="2023-05-12T15:08:44.997" v="31" actId="1076"/>
          <ac:picMkLst>
            <pc:docMk/>
            <pc:sldMk cId="455407460" sldId="338"/>
            <ac:picMk id="51" creationId="{8A9C80C6-C6FF-2CFB-2DC2-7BDDA66B4A24}"/>
          </ac:picMkLst>
        </pc:picChg>
        <pc:picChg chg="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 Gu" userId="c4d8cb49210192e2" providerId="LiveId" clId="{C68E93E6-302D-425F-B51D-0D6CBA4EABB0}" dt="2023-05-12T15:08:57.142" v="58" actId="1037"/>
          <ac:cxnSpMkLst>
            <pc:docMk/>
            <pc:sldMk cId="455407460" sldId="338"/>
            <ac:cxnSpMk id="1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2T15:08:57.142" v="58" actId="1037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del">
        <pc:chgData name="Songqing Gu" userId="c4d8cb49210192e2" providerId="LiveId" clId="{C68E93E6-302D-425F-B51D-0D6CBA4EABB0}" dt="2023-05-12T15:11:59.275" v="62" actId="2696"/>
        <pc:sldMkLst>
          <pc:docMk/>
          <pc:sldMk cId="2458293802" sldId="339"/>
        </pc:sldMkLst>
      </pc:sldChg>
      <pc:sldChg chg="addSp modSp mod setBg">
        <pc:chgData name="Songqing Gu" userId="c4d8cb49210192e2" providerId="LiveId" clId="{C68E93E6-302D-425F-B51D-0D6CBA4EABB0}" dt="2023-05-14T22:46:10.915" v="424" actId="14100"/>
        <pc:sldMkLst>
          <pc:docMk/>
          <pc:sldMk cId="1362375622" sldId="340"/>
        </pc:sldMkLst>
        <pc:spChg chg="mod">
          <ac:chgData name="Songqing Gu" userId="c4d8cb49210192e2" providerId="LiveId" clId="{C68E93E6-302D-425F-B51D-0D6CBA4EABB0}" dt="2023-05-14T22:46:10.915" v="424" actId="14100"/>
          <ac:spMkLst>
            <pc:docMk/>
            <pc:sldMk cId="1362375622" sldId="340"/>
            <ac:spMk id="2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3" creationId="{B03C4926-7EE4-3AF0-4199-6EC9961855B5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4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5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7" creationId="{FE6C20B2-DB63-0F01-D499-9DC8055F11BB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9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0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1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2" creationId="{E6696137-FB66-4572-B962-41B3F37D764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3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5" creationId="{00000000-0000-0000-0000-000000000000}"/>
          </ac:spMkLst>
        </pc:sp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2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4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6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8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3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32" creationId="{00000000-0000-0000-0000-000000000000}"/>
          </ac:cxnSpMkLst>
        </pc:cxnChg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3242821094" sldId="341"/>
        </pc:sldMkLst>
      </pc:sldChg>
      <pc:sldChg chg="modSp mod">
        <pc:chgData name="Songqing Gu" userId="c4d8cb49210192e2" providerId="LiveId" clId="{C68E93E6-302D-425F-B51D-0D6CBA4EABB0}" dt="2023-05-16T17:31:43.114" v="486" actId="1076"/>
        <pc:sldMkLst>
          <pc:docMk/>
          <pc:sldMk cId="3808974401" sldId="342"/>
        </pc:sldMkLst>
        <pc:spChg chg="mod">
          <ac:chgData name="Songqing Gu" userId="c4d8cb49210192e2" providerId="LiveId" clId="{C68E93E6-302D-425F-B51D-0D6CBA4EABB0}" dt="2023-05-16T17:31:43.114" v="486" actId="1076"/>
          <ac:spMkLst>
            <pc:docMk/>
            <pc:sldMk cId="3808974401" sldId="342"/>
            <ac:spMk id="3" creationId="{00000000-0000-0000-0000-000000000000}"/>
          </ac:spMkLst>
        </pc:spChg>
      </pc:sldChg>
      <pc:sldChg chg="addSp modSp mod">
        <pc:chgData name="Songqing Gu" userId="c4d8cb49210192e2" providerId="LiveId" clId="{C68E93E6-302D-425F-B51D-0D6CBA4EABB0}" dt="2023-05-15T21:53:00.777" v="469" actId="14100"/>
        <pc:sldMkLst>
          <pc:docMk/>
          <pc:sldMk cId="3232703280" sldId="346"/>
        </pc:sldMkLst>
        <pc:spChg chg="add mod">
          <ac:chgData name="Songqing Gu" userId="c4d8cb49210192e2" providerId="LiveId" clId="{C68E93E6-302D-425F-B51D-0D6CBA4EABB0}" dt="2023-05-14T22:28:55.587" v="284" actId="1076"/>
          <ac:spMkLst>
            <pc:docMk/>
            <pc:sldMk cId="3232703280" sldId="346"/>
            <ac:spMk id="2" creationId="{1BBD4F7D-A8CA-1010-0EAD-42EFD0119E3E}"/>
          </ac:spMkLst>
        </pc:spChg>
        <pc:spChg chg="add mod">
          <ac:chgData name="Songqing Gu" userId="c4d8cb49210192e2" providerId="LiveId" clId="{C68E93E6-302D-425F-B51D-0D6CBA4EABB0}" dt="2023-05-15T21:53:00.777" v="469" actId="14100"/>
          <ac:spMkLst>
            <pc:docMk/>
            <pc:sldMk cId="3232703280" sldId="346"/>
            <ac:spMk id="3" creationId="{C6C5D44B-43C2-54C0-519C-D8ED18A85738}"/>
          </ac:spMkLst>
        </pc:spChg>
        <pc:spChg chg="add mod">
          <ac:chgData name="Songqing Gu" userId="c4d8cb49210192e2" providerId="LiveId" clId="{C68E93E6-302D-425F-B51D-0D6CBA4EABB0}" dt="2023-05-15T21:52:29.699" v="461" actId="1076"/>
          <ac:spMkLst>
            <pc:docMk/>
            <pc:sldMk cId="3232703280" sldId="346"/>
            <ac:spMk id="4" creationId="{DAF530D2-CE12-666E-3DE3-8C9E3C7C1CF6}"/>
          </ac:spMkLst>
        </pc:spChg>
        <pc:spChg chg="add mod">
          <ac:chgData name="Songqing Gu" userId="c4d8cb49210192e2" providerId="LiveId" clId="{C68E93E6-302D-425F-B51D-0D6CBA4EABB0}" dt="2023-05-15T21:52:53.169" v="466" actId="1076"/>
          <ac:spMkLst>
            <pc:docMk/>
            <pc:sldMk cId="3232703280" sldId="346"/>
            <ac:spMk id="6" creationId="{272B7D0B-8F6D-C232-C226-5DF19E1121B9}"/>
          </ac:spMkLst>
        </pc:spChg>
        <pc:spChg chg="add mod">
          <ac:chgData name="Songqing Gu" userId="c4d8cb49210192e2" providerId="LiveId" clId="{C68E93E6-302D-425F-B51D-0D6CBA4EABB0}" dt="2023-05-15T21:52:56.860" v="468" actId="14100"/>
          <ac:spMkLst>
            <pc:docMk/>
            <pc:sldMk cId="3232703280" sldId="346"/>
            <ac:spMk id="7" creationId="{03166221-8B80-7737-C8B9-BE5459E373F8}"/>
          </ac:spMkLst>
        </pc:spChg>
        <pc:spChg chg="add mod">
          <ac:chgData name="Songqing Gu" userId="c4d8cb49210192e2" providerId="LiveId" clId="{C68E93E6-302D-425F-B51D-0D6CBA4EABB0}" dt="2023-05-14T22:29:05.214" v="285"/>
          <ac:spMkLst>
            <pc:docMk/>
            <pc:sldMk cId="3232703280" sldId="346"/>
            <ac:spMk id="8" creationId="{753B3AC1-D46F-BAEA-1929-2ABD5A680F88}"/>
          </ac:spMkLst>
        </pc:spChg>
      </pc:sldChg>
      <pc:sldChg chg="del">
        <pc:chgData name="Songqing Gu" userId="c4d8cb49210192e2" providerId="LiveId" clId="{C68E93E6-302D-425F-B51D-0D6CBA4EABB0}" dt="2023-05-13T02:45:11.304" v="143" actId="2696"/>
        <pc:sldMkLst>
          <pc:docMk/>
          <pc:sldMk cId="3230245180" sldId="347"/>
        </pc:sldMkLst>
      </pc:sldChg>
      <pc:sldChg chg="addSp modSp mod">
        <pc:chgData name="Songqing Gu" userId="c4d8cb49210192e2" providerId="LiveId" clId="{C68E93E6-302D-425F-B51D-0D6CBA4EABB0}" dt="2023-05-15T21:51:43.532" v="455" actId="207"/>
        <pc:sldMkLst>
          <pc:docMk/>
          <pc:sldMk cId="48961036" sldId="349"/>
        </pc:sldMkLst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3" creationId="{00000000-0000-0000-0000-000000000000}"/>
          </ac:spMkLst>
        </pc:spChg>
        <pc:spChg chg="add mod">
          <ac:chgData name="Songqing Gu" userId="c4d8cb49210192e2" providerId="LiveId" clId="{C68E93E6-302D-425F-B51D-0D6CBA4EABB0}" dt="2023-05-15T21:51:43.532" v="455" actId="207"/>
          <ac:spMkLst>
            <pc:docMk/>
            <pc:sldMk cId="48961036" sldId="349"/>
            <ac:spMk id="7" creationId="{9C3B2B1C-0586-7780-299C-EA3F4C2421D8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9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10" creationId="{FE001D8C-2E48-CCD0-CF92-32935EA6C2D9}"/>
          </ac:spMkLst>
        </pc:spChg>
        <pc:spChg chg="mod">
          <ac:chgData name="Songqing Gu" userId="c4d8cb49210192e2" providerId="LiveId" clId="{C68E93E6-302D-425F-B51D-0D6CBA4EABB0}" dt="2023-05-14T22:48:17.470" v="425" actId="14100"/>
          <ac:spMkLst>
            <pc:docMk/>
            <pc:sldMk cId="48961036" sldId="349"/>
            <ac:spMk id="24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141" creationId="{00000000-0000-0000-0000-000000000000}"/>
          </ac:spMkLst>
        </pc:spChg>
        <pc:picChg chg="add mod">
          <ac:chgData name="Songqing Gu" userId="c4d8cb49210192e2" providerId="LiveId" clId="{C68E93E6-302D-425F-B51D-0D6CBA4EABB0}" dt="2023-05-14T22:25:31.801" v="275" actId="1076"/>
          <ac:picMkLst>
            <pc:docMk/>
            <pc:sldMk cId="48961036" sldId="349"/>
            <ac:picMk id="4" creationId="{664960CE-4415-8EDA-9A34-0A0E0FB5E6AD}"/>
          </ac:picMkLst>
        </pc:picChg>
        <pc:picChg chg="add mod">
          <ac:chgData name="Songqing Gu" userId="c4d8cb49210192e2" providerId="LiveId" clId="{C68E93E6-302D-425F-B51D-0D6CBA4EABB0}" dt="2023-05-14T22:25:26.508" v="273" actId="1037"/>
          <ac:picMkLst>
            <pc:docMk/>
            <pc:sldMk cId="48961036" sldId="349"/>
            <ac:picMk id="8" creationId="{840A9DA1-4A3A-0319-F4C6-F633DB4D3E6C}"/>
          </ac:picMkLst>
        </pc:picChg>
        <pc:cxnChg chg="mod">
          <ac:chgData name="Songqing Gu" userId="c4d8cb49210192e2" providerId="LiveId" clId="{C68E93E6-302D-425F-B51D-0D6CBA4EABB0}" dt="2023-05-14T22:48:17.470" v="425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modSp add mod ord">
        <pc:chgData name="Songqing Gu" userId="c4d8cb49210192e2" providerId="LiveId" clId="{C68E93E6-302D-425F-B51D-0D6CBA4EABB0}" dt="2023-05-13T02:45:38.822" v="155" actId="20577"/>
        <pc:sldMkLst>
          <pc:docMk/>
          <pc:sldMk cId="1346244269" sldId="351"/>
        </pc:sldMkLst>
        <pc:spChg chg="mod">
          <ac:chgData name="Songqing Gu" userId="c4d8cb49210192e2" providerId="LiveId" clId="{C68E93E6-302D-425F-B51D-0D6CBA4EABB0}" dt="2023-05-13T02:45:38.822" v="155" actId="20577"/>
          <ac:spMkLst>
            <pc:docMk/>
            <pc:sldMk cId="1346244269" sldId="351"/>
            <ac:spMk id="2" creationId="{00000000-0000-0000-0000-000000000000}"/>
          </ac:spMkLst>
        </pc:spChg>
      </pc:sldChg>
      <pc:sldChg chg="addSp modSp add mod ord">
        <pc:chgData name="Songqing Gu" userId="c4d8cb49210192e2" providerId="LiveId" clId="{C68E93E6-302D-425F-B51D-0D6CBA4EABB0}" dt="2023-05-13T02:54:00.834" v="188" actId="1076"/>
        <pc:sldMkLst>
          <pc:docMk/>
          <pc:sldMk cId="2279830450" sldId="352"/>
        </pc:sldMkLst>
        <pc:spChg chg="mod">
          <ac:chgData name="Songqing Gu" userId="c4d8cb49210192e2" providerId="LiveId" clId="{C68E93E6-302D-425F-B51D-0D6CBA4EABB0}" dt="2023-05-13T02:46:55.797" v="184" actId="14100"/>
          <ac:spMkLst>
            <pc:docMk/>
            <pc:sldMk cId="2279830450" sldId="352"/>
            <ac:spMk id="2" creationId="{00000000-0000-0000-0000-000000000000}"/>
          </ac:spMkLst>
        </pc:spChg>
        <pc:spChg chg="add mod">
          <ac:chgData name="Songqing Gu" userId="c4d8cb49210192e2" providerId="LiveId" clId="{C68E93E6-302D-425F-B51D-0D6CBA4EABB0}" dt="2023-05-13T02:54:00.834" v="188" actId="1076"/>
          <ac:spMkLst>
            <pc:docMk/>
            <pc:sldMk cId="2279830450" sldId="352"/>
            <ac:spMk id="4" creationId="{356F59E8-7D4E-095D-DF6C-B9E891831A12}"/>
          </ac:spMkLst>
        </pc:spChg>
      </pc:sldChg>
      <pc:sldChg chg="addSp delSp modSp add mod">
        <pc:chgData name="Songqing Gu" userId="c4d8cb49210192e2" providerId="LiveId" clId="{C68E93E6-302D-425F-B51D-0D6CBA4EABB0}" dt="2023-05-23T07:14:49.485" v="509" actId="113"/>
        <pc:sldMkLst>
          <pc:docMk/>
          <pc:sldMk cId="1487363782" sldId="353"/>
        </pc:sldMkLst>
        <pc:spChg chg="del">
          <ac:chgData name="Songqing Gu" userId="c4d8cb49210192e2" providerId="LiveId" clId="{C68E93E6-302D-425F-B51D-0D6CBA4EABB0}" dt="2023-05-13T02:54:09.583" v="190" actId="478"/>
          <ac:spMkLst>
            <pc:docMk/>
            <pc:sldMk cId="1487363782" sldId="353"/>
            <ac:spMk id="2" creationId="{00000000-0000-0000-0000-000000000000}"/>
          </ac:spMkLst>
        </pc:spChg>
        <pc:spChg chg="del">
          <ac:chgData name="Songqing Gu" userId="c4d8cb49210192e2" providerId="LiveId" clId="{C68E93E6-302D-425F-B51D-0D6CBA4EABB0}" dt="2023-05-13T02:54:09.583" v="190" actId="478"/>
          <ac:spMkLst>
            <pc:docMk/>
            <pc:sldMk cId="1487363782" sldId="353"/>
            <ac:spMk id="4" creationId="{356F59E8-7D4E-095D-DF6C-B9E891831A12}"/>
          </ac:spMkLst>
        </pc:spChg>
        <pc:spChg chg="add mod">
          <ac:chgData name="Songqing Gu" userId="c4d8cb49210192e2" providerId="LiveId" clId="{C68E93E6-302D-425F-B51D-0D6CBA4EABB0}" dt="2023-05-23T07:14:49.485" v="509" actId="113"/>
          <ac:spMkLst>
            <pc:docMk/>
            <pc:sldMk cId="1487363782" sldId="353"/>
            <ac:spMk id="5" creationId="{C5F8E7F7-6CDA-2706-B9A4-90F61735F310}"/>
          </ac:spMkLst>
        </pc:spChg>
        <pc:spChg chg="add mod">
          <ac:chgData name="Songqing Gu" userId="c4d8cb49210192e2" providerId="LiveId" clId="{C68E93E6-302D-425F-B51D-0D6CBA4EABB0}" dt="2023-05-13T02:57:24.014" v="221" actId="1076"/>
          <ac:spMkLst>
            <pc:docMk/>
            <pc:sldMk cId="1487363782" sldId="353"/>
            <ac:spMk id="19" creationId="{73D02205-4C98-4A29-80A9-7ABC7C502963}"/>
          </ac:spMkLst>
        </pc:spChg>
        <pc:picChg chg="add del mod">
          <ac:chgData name="Songqing Gu" userId="c4d8cb49210192e2" providerId="LiveId" clId="{C68E93E6-302D-425F-B51D-0D6CBA4EABB0}" dt="2023-05-13T02:55:01.743" v="195" actId="478"/>
          <ac:picMkLst>
            <pc:docMk/>
            <pc:sldMk cId="1487363782" sldId="353"/>
            <ac:picMk id="7" creationId="{7F2AB532-608A-8EDB-8D35-93161BEFE06F}"/>
          </ac:picMkLst>
        </pc:picChg>
        <pc:picChg chg="add mod">
          <ac:chgData name="Songqing Gu" userId="c4d8cb49210192e2" providerId="LiveId" clId="{C68E93E6-302D-425F-B51D-0D6CBA4EABB0}" dt="2023-05-13T02:57:31.749" v="224" actId="1076"/>
          <ac:picMkLst>
            <pc:docMk/>
            <pc:sldMk cId="1487363782" sldId="353"/>
            <ac:picMk id="9" creationId="{C48D6EFB-A128-945A-2380-7976B98A1143}"/>
          </ac:picMkLst>
        </pc:picChg>
        <pc:picChg chg="add del">
          <ac:chgData name="Songqing Gu" userId="c4d8cb49210192e2" providerId="LiveId" clId="{C68E93E6-302D-425F-B51D-0D6CBA4EABB0}" dt="2023-05-13T02:55:30.914" v="202" actId="478"/>
          <ac:picMkLst>
            <pc:docMk/>
            <pc:sldMk cId="1487363782" sldId="353"/>
            <ac:picMk id="11" creationId="{96C0BC91-3AFE-0F57-4B6D-A924A54EF86E}"/>
          </ac:picMkLst>
        </pc:picChg>
        <pc:picChg chg="add mod">
          <ac:chgData name="Songqing Gu" userId="c4d8cb49210192e2" providerId="LiveId" clId="{C68E93E6-302D-425F-B51D-0D6CBA4EABB0}" dt="2023-05-13T02:57:27.910" v="223" actId="1076"/>
          <ac:picMkLst>
            <pc:docMk/>
            <pc:sldMk cId="1487363782" sldId="353"/>
            <ac:picMk id="13" creationId="{9B572D0D-E205-8635-78B9-3A90FE88A4FE}"/>
          </ac:picMkLst>
        </pc:picChg>
        <pc:picChg chg="add del mod">
          <ac:chgData name="Songqing Gu" userId="c4d8cb49210192e2" providerId="LiveId" clId="{C68E93E6-302D-425F-B51D-0D6CBA4EABB0}" dt="2023-05-13T02:56:41.742" v="210" actId="478"/>
          <ac:picMkLst>
            <pc:docMk/>
            <pc:sldMk cId="1487363782" sldId="353"/>
            <ac:picMk id="15" creationId="{12D76599-216C-8CAA-F2FB-D698AF22EC37}"/>
          </ac:picMkLst>
        </pc:picChg>
        <pc:picChg chg="add mod">
          <ac:chgData name="Songqing Gu" userId="c4d8cb49210192e2" providerId="LiveId" clId="{C68E93E6-302D-425F-B51D-0D6CBA4EABB0}" dt="2023-05-13T02:57:25.491" v="222" actId="1076"/>
          <ac:picMkLst>
            <pc:docMk/>
            <pc:sldMk cId="1487363782" sldId="353"/>
            <ac:picMk id="17" creationId="{A28F9AAD-7776-304D-E10B-F204231DA532}"/>
          </ac:picMkLst>
        </pc:picChg>
      </pc:sldChg>
    </pc:docChg>
  </pc:docChgLst>
  <pc:docChgLst>
    <pc:chgData name="Songqing" userId="c4d8cb49210192e2" providerId="LiveId" clId="{C68E93E6-302D-425F-B51D-0D6CBA4EABB0}"/>
    <pc:docChg chg="addSld delSld modSld modSection">
      <pc:chgData name="Songqing" userId="c4d8cb49210192e2" providerId="LiveId" clId="{C68E93E6-302D-425F-B51D-0D6CBA4EABB0}" dt="2023-04-01T17:57:14.409" v="16"/>
      <pc:docMkLst>
        <pc:docMk/>
      </pc:docMkLst>
      <pc:sldChg chg="add del setBg">
        <pc:chgData name="Songqing" userId="c4d8cb49210192e2" providerId="LiveId" clId="{C68E93E6-302D-425F-B51D-0D6CBA4EABB0}" dt="2023-04-01T17:57:14.409" v="16"/>
        <pc:sldMkLst>
          <pc:docMk/>
          <pc:sldMk cId="2739736197" sldId="281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1562614" sldId="28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4292618" sldId="28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789354427" sldId="28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431625991" sldId="286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194767642" sldId="287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855471171" sldId="289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887954990" sldId="290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30391023" sldId="29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030084157" sldId="29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271689629" sldId="295"/>
        </pc:sldMkLst>
      </pc:sldChg>
      <pc:sldChg chg="add del setBg">
        <pc:chgData name="Songqing" userId="c4d8cb49210192e2" providerId="LiveId" clId="{C68E93E6-302D-425F-B51D-0D6CBA4EABB0}" dt="2023-04-01T17:57:06.517" v="15"/>
        <pc:sldMkLst>
          <pc:docMk/>
          <pc:sldMk cId="1222785476" sldId="297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915290282" sldId="298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44921353" sldId="30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953617833" sldId="30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232005295" sldId="31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647521266" sldId="31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117407649" sldId="318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98251155" sldId="319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396296038" sldId="320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892519445" sldId="321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74980495" sldId="32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530029220" sldId="32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533243423" sldId="32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291485371" sldId="327"/>
        </pc:sldMkLst>
      </pc:sldChg>
      <pc:sldChg chg="add del setBg">
        <pc:chgData name="Songqing" userId="c4d8cb49210192e2" providerId="LiveId" clId="{C68E93E6-302D-425F-B51D-0D6CBA4EABB0}" dt="2023-04-01T17:53:54.671" v="4"/>
        <pc:sldMkLst>
          <pc:docMk/>
          <pc:sldMk cId="3533085196" sldId="335"/>
        </pc:sldMkLst>
      </pc:sldChg>
      <pc:sldChg chg="add del setBg">
        <pc:chgData name="Songqing" userId="c4d8cb49210192e2" providerId="LiveId" clId="{C68E93E6-302D-425F-B51D-0D6CBA4EABB0}" dt="2023-04-01T17:54:03.120" v="5"/>
        <pc:sldMkLst>
          <pc:docMk/>
          <pc:sldMk cId="2978975941" sldId="336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362375622" sldId="340"/>
        </pc:sldMkLst>
      </pc:sldChg>
      <pc:sldChg chg="modSp add del mod setBg">
        <pc:chgData name="Songqing" userId="c4d8cb49210192e2" providerId="LiveId" clId="{C68E93E6-302D-425F-B51D-0D6CBA4EABB0}" dt="2023-04-01T17:54:32.381" v="9" actId="14100"/>
        <pc:sldMkLst>
          <pc:docMk/>
          <pc:sldMk cId="3242821094" sldId="341"/>
        </pc:sldMkLst>
        <pc:spChg chg="mod">
          <ac:chgData name="Songqing" userId="c4d8cb49210192e2" providerId="LiveId" clId="{C68E93E6-302D-425F-B51D-0D6CBA4EABB0}" dt="2023-04-01T17:54:32.381" v="9" actId="14100"/>
          <ac:spMkLst>
            <pc:docMk/>
            <pc:sldMk cId="3242821094" sldId="341"/>
            <ac:spMk id="2" creationId="{00000000-0000-0000-0000-000000000000}"/>
          </ac:spMkLst>
        </pc:spChg>
      </pc:sldChg>
      <pc:sldChg chg="add del setBg">
        <pc:chgData name="Songqing" userId="c4d8cb49210192e2" providerId="LiveId" clId="{C68E93E6-302D-425F-B51D-0D6CBA4EABB0}" dt="2023-04-01T17:57:00.876" v="14"/>
        <pc:sldMkLst>
          <pc:docMk/>
          <pc:sldMk cId="3808974401" sldId="34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368908414" sldId="34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636408948" sldId="34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4115383892" sldId="34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407331459" sldId="348"/>
        </pc:sldMkLst>
      </pc:sldChg>
      <pc:sldChg chg="add del setBg">
        <pc:chgData name="Songqing" userId="c4d8cb49210192e2" providerId="LiveId" clId="{C68E93E6-302D-425F-B51D-0D6CBA4EABB0}" dt="2023-04-01T17:56:34.194" v="11"/>
        <pc:sldMkLst>
          <pc:docMk/>
          <pc:sldMk cId="3402427553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A142A-507E-481A-AD9C-B2E1F29E4008}" type="datetimeFigureOut">
              <a:rPr lang="en-AU" smtClean="0"/>
              <a:t>23/6/2025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94C95-B9B5-4E81-AC64-AA2341AE21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143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egsfgds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94C95-B9B5-4E81-AC64-AA2341AE214C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7779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94C95-B9B5-4E81-AC64-AA2341AE214C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4200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23/6/2025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23/6/2025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23/6/2025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23/6/2025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23/6/2025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23/6/2025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23/6/2025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23/6/2025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23/6/2025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23/6/2025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23/6/2025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23/6/2025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23/6/2025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23/6/2025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23/6/2025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23/6/2025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23/6/2025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hostname/" TargetMode="Externa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  <a:latin typeface="+mn-lt"/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latin typeface="+mn-lt"/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  <a:latin typeface="+mn-lt"/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  <a:latin typeface="+mn-lt"/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  <a:latin typeface="+mn-lt"/>
              </a:rPr>
              <a:t>培训</a:t>
            </a:r>
            <a:endParaRPr lang="en-AU" sz="1400" b="1" i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93008" y="2656093"/>
            <a:ext cx="4643611" cy="623321"/>
          </a:xfrm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Software Engineering</a:t>
            </a:r>
            <a:endParaRPr lang="en-AU" sz="32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54D20A-9228-CE5F-FF4A-3D6D074C5E09}"/>
              </a:ext>
            </a:extLst>
          </p:cNvPr>
          <p:cNvSpPr txBox="1"/>
          <p:nvPr/>
        </p:nvSpPr>
        <p:spPr>
          <a:xfrm>
            <a:off x="3924300" y="3279414"/>
            <a:ext cx="33473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Introduction</a:t>
            </a:r>
            <a:endParaRPr lang="en-AU" sz="2800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8448" y="1582546"/>
            <a:ext cx="5471620" cy="5478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rgbClr val="0070C0"/>
                </a:solidFill>
              </a:rPr>
              <a:t>Learning Objectives   </a:t>
            </a:r>
          </a:p>
        </p:txBody>
      </p:sp>
      <p:sp>
        <p:nvSpPr>
          <p:cNvPr id="21507" name="Rectangle 1"/>
          <p:cNvSpPr>
            <a:spLocks noChangeArrowheads="1"/>
          </p:cNvSpPr>
          <p:nvPr/>
        </p:nvSpPr>
        <p:spPr bwMode="auto">
          <a:xfrm>
            <a:off x="1338448" y="2779869"/>
            <a:ext cx="681544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i="1" dirty="0">
                <a:solidFill>
                  <a:schemeClr val="accent2"/>
                </a:solidFill>
              </a:rPr>
              <a:t>Web Application &amp; Architecture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i="1" dirty="0">
                <a:solidFill>
                  <a:schemeClr val="accent2"/>
                </a:solidFill>
              </a:rPr>
              <a:t>Client server delivery model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i="1" dirty="0">
                <a:solidFill>
                  <a:schemeClr val="accent2"/>
                </a:solidFill>
              </a:rPr>
              <a:t>Microservice architecture</a:t>
            </a:r>
          </a:p>
        </p:txBody>
      </p:sp>
      <p:sp>
        <p:nvSpPr>
          <p:cNvPr id="21508" name="TextBox 2"/>
          <p:cNvSpPr txBox="1">
            <a:spLocks noChangeArrowheads="1"/>
          </p:cNvSpPr>
          <p:nvPr/>
        </p:nvSpPr>
        <p:spPr bwMode="auto">
          <a:xfrm>
            <a:off x="1338448" y="2410537"/>
            <a:ext cx="78320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the end of this learning module, you will be able to understand: </a:t>
            </a:r>
          </a:p>
        </p:txBody>
      </p:sp>
    </p:spTree>
    <p:extLst>
      <p:ext uri="{BB962C8B-B14F-4D97-AF65-F5344CB8AC3E}">
        <p14:creationId xmlns:p14="http://schemas.microsoft.com/office/powerpoint/2010/main" val="260855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180" y="3162670"/>
            <a:ext cx="5647088" cy="532659"/>
          </a:xfrm>
          <a:solidFill>
            <a:srgbClr val="0070C0"/>
          </a:solidFill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chemeClr val="bg1"/>
                </a:solidFill>
              </a:rPr>
              <a:t>Web Application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30753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D981B1-3201-01FF-ACE5-B5FC54A616D8}"/>
              </a:ext>
            </a:extLst>
          </p:cNvPr>
          <p:cNvSpPr/>
          <p:nvPr/>
        </p:nvSpPr>
        <p:spPr>
          <a:xfrm>
            <a:off x="3888466" y="2186047"/>
            <a:ext cx="6531428" cy="1595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6" name="Flowchart: Magnetic Disk 5"/>
          <p:cNvSpPr/>
          <p:nvPr/>
        </p:nvSpPr>
        <p:spPr>
          <a:xfrm>
            <a:off x="9350195" y="2809144"/>
            <a:ext cx="673095" cy="433454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Rounded Rectangle 18"/>
          <p:cNvSpPr/>
          <p:nvPr/>
        </p:nvSpPr>
        <p:spPr>
          <a:xfrm>
            <a:off x="7258050" y="2608056"/>
            <a:ext cx="749775" cy="7057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ounded Rectangle 27"/>
          <p:cNvSpPr/>
          <p:nvPr/>
        </p:nvSpPr>
        <p:spPr>
          <a:xfrm>
            <a:off x="4945728" y="2658173"/>
            <a:ext cx="626318" cy="54468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16" y="2413418"/>
            <a:ext cx="889522" cy="839751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102839" y="2773399"/>
            <a:ext cx="279771" cy="20929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5680215" y="2990733"/>
            <a:ext cx="1012371" cy="8164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26839" y="3313797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Web Tier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8346" y="3357343"/>
            <a:ext cx="105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Business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23567" y="3347384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Database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81579" y="2658173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HTML/CSS/</a:t>
            </a:r>
            <a:r>
              <a:rPr lang="en-AU" sz="1200" dirty="0">
                <a:solidFill>
                  <a:srgbClr val="002060"/>
                </a:solidFill>
                <a:highlight>
                  <a:srgbClr val="FFFF00"/>
                </a:highlight>
              </a:rPr>
              <a:t>JS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93225" y="3043878"/>
            <a:ext cx="279771" cy="20929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250194" y="2565632"/>
            <a:ext cx="688814" cy="688814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>
          <a:xfrm flipV="1">
            <a:off x="8237222" y="3003676"/>
            <a:ext cx="1012371" cy="8164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106074" y="911334"/>
            <a:ext cx="15865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1" dirty="0">
                <a:solidFill>
                  <a:schemeClr val="accent2"/>
                </a:solidFill>
              </a:rPr>
              <a:t>Business Tier</a:t>
            </a:r>
          </a:p>
        </p:txBody>
      </p:sp>
      <p:cxnSp>
        <p:nvCxnSpPr>
          <p:cNvPr id="15" name="Curved Connector 14"/>
          <p:cNvCxnSpPr>
            <a:cxnSpLocks/>
            <a:stCxn id="4" idx="3"/>
            <a:endCxn id="20" idx="1"/>
          </p:cNvCxnSpPr>
          <p:nvPr/>
        </p:nvCxnSpPr>
        <p:spPr>
          <a:xfrm>
            <a:off x="6692586" y="1096000"/>
            <a:ext cx="410253" cy="1782045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B9A001-2952-25D0-7857-1B722DAF225E}"/>
              </a:ext>
            </a:extLst>
          </p:cNvPr>
          <p:cNvCxnSpPr>
            <a:cxnSpLocks/>
          </p:cNvCxnSpPr>
          <p:nvPr/>
        </p:nvCxnSpPr>
        <p:spPr>
          <a:xfrm>
            <a:off x="3091539" y="2947643"/>
            <a:ext cx="1593855" cy="0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E6F571A-F9A6-3C33-A0FA-0056A132CC80}"/>
              </a:ext>
            </a:extLst>
          </p:cNvPr>
          <p:cNvSpPr/>
          <p:nvPr/>
        </p:nvSpPr>
        <p:spPr>
          <a:xfrm>
            <a:off x="2939008" y="4081177"/>
            <a:ext cx="14523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1" dirty="0">
                <a:solidFill>
                  <a:schemeClr val="accent2"/>
                </a:solidFill>
              </a:rPr>
              <a:t>Web Tier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A86F70A0-65CC-140D-2E76-BF16D6EE4A13}"/>
              </a:ext>
            </a:extLst>
          </p:cNvPr>
          <p:cNvCxnSpPr>
            <a:cxnSpLocks/>
            <a:stCxn id="16" idx="3"/>
            <a:endCxn id="28" idx="1"/>
          </p:cNvCxnSpPr>
          <p:nvPr/>
        </p:nvCxnSpPr>
        <p:spPr>
          <a:xfrm flipV="1">
            <a:off x="4391340" y="2930514"/>
            <a:ext cx="554388" cy="1335329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1159573-8793-5157-0C4F-3DF32F1564F2}"/>
              </a:ext>
            </a:extLst>
          </p:cNvPr>
          <p:cNvSpPr/>
          <p:nvPr/>
        </p:nvSpPr>
        <p:spPr>
          <a:xfrm>
            <a:off x="2899797" y="4381108"/>
            <a:ext cx="15133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Web Server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B1BF1E-BF00-2AC0-D344-CA46F2F2E68A}"/>
              </a:ext>
            </a:extLst>
          </p:cNvPr>
          <p:cNvSpPr/>
          <p:nvPr/>
        </p:nvSpPr>
        <p:spPr>
          <a:xfrm>
            <a:off x="7420205" y="4133273"/>
            <a:ext cx="22269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1" dirty="0">
                <a:solidFill>
                  <a:schemeClr val="accent2"/>
                </a:solidFill>
              </a:rPr>
              <a:t>Data Access Tier</a:t>
            </a:r>
          </a:p>
        </p:txBody>
      </p: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7FD354CB-195E-D409-DB93-08D36703ED12}"/>
              </a:ext>
            </a:extLst>
          </p:cNvPr>
          <p:cNvCxnSpPr>
            <a:cxnSpLocks/>
            <a:stCxn id="26" idx="0"/>
            <a:endCxn id="6" idx="3"/>
          </p:cNvCxnSpPr>
          <p:nvPr/>
        </p:nvCxnSpPr>
        <p:spPr>
          <a:xfrm rot="5400000" flipH="1" flipV="1">
            <a:off x="8664880" y="3111410"/>
            <a:ext cx="890675" cy="1153052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19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1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2D8E3-3197-160C-6051-8F7FF137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ECEEE6-F1B1-0458-30F7-3E0A033CAB21}"/>
              </a:ext>
            </a:extLst>
          </p:cNvPr>
          <p:cNvSpPr/>
          <p:nvPr/>
        </p:nvSpPr>
        <p:spPr>
          <a:xfrm>
            <a:off x="1183218" y="2527853"/>
            <a:ext cx="38511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i="1" dirty="0">
                <a:solidFill>
                  <a:schemeClr val="accent2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Client</a:t>
            </a:r>
            <a:r>
              <a:rPr lang="en-AU" sz="1600" b="1" dirty="0">
                <a:solidFill>
                  <a:srgbClr val="002060"/>
                </a:solidFill>
                <a:highlight>
                  <a:srgbClr val="FFFF00"/>
                </a:highlight>
              </a:rPr>
              <a:t> </a:t>
            </a:r>
            <a:r>
              <a:rPr lang="en-AU" sz="1600" b="1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–</a:t>
            </a:r>
            <a:r>
              <a:rPr lang="en-AU" sz="1600" b="1" dirty="0">
                <a:solidFill>
                  <a:srgbClr val="002060"/>
                </a:solidFill>
                <a:highlight>
                  <a:srgbClr val="FFFF00"/>
                </a:highlight>
              </a:rPr>
              <a:t> </a:t>
            </a:r>
            <a:r>
              <a:rPr lang="en-AU" sz="1600" i="1" dirty="0">
                <a:solidFill>
                  <a:schemeClr val="accent2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Server</a:t>
            </a:r>
            <a:r>
              <a:rPr lang="en-AU" sz="1600" b="1" dirty="0">
                <a:solidFill>
                  <a:srgbClr val="002060"/>
                </a:solidFill>
                <a:highlight>
                  <a:srgbClr val="FFFF00"/>
                </a:highlight>
              </a:rPr>
              <a:t>  </a:t>
            </a:r>
            <a:r>
              <a:rPr lang="en-AU" sz="1600" dirty="0">
                <a:solidFill>
                  <a:srgbClr val="0070C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Delivery</a:t>
            </a:r>
            <a:r>
              <a:rPr lang="en-AU" sz="1600" b="1" dirty="0">
                <a:solidFill>
                  <a:srgbClr val="002060"/>
                </a:solidFill>
                <a:highlight>
                  <a:srgbClr val="FFFF00"/>
                </a:highlight>
              </a:rPr>
              <a:t> </a:t>
            </a:r>
            <a:r>
              <a:rPr lang="en-AU" sz="1600" dirty="0">
                <a:solidFill>
                  <a:srgbClr val="0070C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Model</a:t>
            </a:r>
            <a:endParaRPr lang="en-AU" sz="1600" dirty="0">
              <a:highlight>
                <a:srgbClr val="FFFF00"/>
              </a:highlight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8623C58-897F-0F10-D7DA-DF9E2C3C0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45667" y="728765"/>
            <a:ext cx="3851119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accent2"/>
                </a:solidFill>
              </a:rPr>
              <a:t>Some concepts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086590-14B3-A639-5FC6-ECF5095C7BE1}"/>
              </a:ext>
            </a:extLst>
          </p:cNvPr>
          <p:cNvSpPr/>
          <p:nvPr/>
        </p:nvSpPr>
        <p:spPr>
          <a:xfrm>
            <a:off x="1183218" y="3228960"/>
            <a:ext cx="491278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i="1" dirty="0">
                <a:solidFill>
                  <a:schemeClr val="accent2"/>
                </a:solidFill>
                <a:latin typeface="Arial Black" panose="020B0A04020102020204" pitchFamily="34" charset="0"/>
              </a:rPr>
              <a:t>Layering - vertical</a:t>
            </a:r>
            <a:endParaRPr lang="en-AU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78C840-81EB-63FB-7421-7E53BC68ABC7}"/>
              </a:ext>
            </a:extLst>
          </p:cNvPr>
          <p:cNvSpPr/>
          <p:nvPr/>
        </p:nvSpPr>
        <p:spPr>
          <a:xfrm>
            <a:off x="1183217" y="2877403"/>
            <a:ext cx="344444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i="1" dirty="0">
                <a:solidFill>
                  <a:schemeClr val="accent2"/>
                </a:solidFill>
                <a:latin typeface="Arial Black" panose="020B0A04020102020204" pitchFamily="34" charset="0"/>
              </a:rPr>
              <a:t>Tiering – horizontal</a:t>
            </a:r>
            <a:endParaRPr lang="en-AU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89B589-3ABB-8247-65A0-200432743250}"/>
              </a:ext>
            </a:extLst>
          </p:cNvPr>
          <p:cNvSpPr/>
          <p:nvPr/>
        </p:nvSpPr>
        <p:spPr>
          <a:xfrm>
            <a:off x="1245667" y="1774800"/>
            <a:ext cx="28910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i="1" dirty="0">
                <a:solidFill>
                  <a:schemeClr val="accent2"/>
                </a:solidFill>
                <a:latin typeface="Arial Black" panose="020B0A04020102020204" pitchFamily="34" charset="0"/>
              </a:rPr>
              <a:t>IP address/host name</a:t>
            </a:r>
            <a:endParaRPr lang="en-AU" sz="1600" dirty="0"/>
          </a:p>
        </p:txBody>
      </p:sp>
      <p:pic>
        <p:nvPicPr>
          <p:cNvPr id="8" name="Picture 7" descr="A close-up of a screen&#10;&#10;Description automatically generated">
            <a:extLst>
              <a:ext uri="{FF2B5EF4-FFF2-40B4-BE49-F238E27FC236}">
                <a16:creationId xmlns:a16="http://schemas.microsoft.com/office/drawing/2014/main" id="{423E12DE-AB89-3DDC-DD34-2A4702147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646" y="3941063"/>
            <a:ext cx="6900798" cy="24498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15A1E6-6E05-E82C-12FE-6882FFD1786A}"/>
              </a:ext>
            </a:extLst>
          </p:cNvPr>
          <p:cNvSpPr/>
          <p:nvPr/>
        </p:nvSpPr>
        <p:spPr>
          <a:xfrm>
            <a:off x="2823646" y="3824577"/>
            <a:ext cx="1525717" cy="1439186"/>
          </a:xfrm>
          <a:prstGeom prst="rect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9E264F-2B1D-FB74-CCB5-B159E1CD5640}"/>
              </a:ext>
            </a:extLst>
          </p:cNvPr>
          <p:cNvSpPr/>
          <p:nvPr/>
        </p:nvSpPr>
        <p:spPr>
          <a:xfrm>
            <a:off x="7333442" y="3824577"/>
            <a:ext cx="1525717" cy="1439186"/>
          </a:xfrm>
          <a:prstGeom prst="rect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5F6C2A5A-EA6A-4ADA-1498-CBB420053010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339548" y="1644668"/>
            <a:ext cx="2520562" cy="677469"/>
          </a:xfrm>
          <a:prstGeom prst="curvedConnector3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DBF5BDA-CAAE-090F-7B5B-44DDCBBADD5B}"/>
              </a:ext>
            </a:extLst>
          </p:cNvPr>
          <p:cNvSpPr txBox="1"/>
          <p:nvPr/>
        </p:nvSpPr>
        <p:spPr>
          <a:xfrm>
            <a:off x="5860110" y="1183003"/>
            <a:ext cx="38511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 assigned virtual connection point to each system in this computer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3DAB1E-78A2-8413-DAD2-5A611B8B6F60}"/>
              </a:ext>
            </a:extLst>
          </p:cNvPr>
          <p:cNvSpPr/>
          <p:nvPr/>
        </p:nvSpPr>
        <p:spPr>
          <a:xfrm>
            <a:off x="1245667" y="2126936"/>
            <a:ext cx="184916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i="1" dirty="0">
                <a:solidFill>
                  <a:schemeClr val="accent2"/>
                </a:solidFill>
                <a:latin typeface="Arial Black" panose="020B0A04020102020204" pitchFamily="34" charset="0"/>
              </a:rPr>
              <a:t>port number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3285305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D981B1-3201-01FF-ACE5-B5FC54A616D8}"/>
              </a:ext>
            </a:extLst>
          </p:cNvPr>
          <p:cNvSpPr/>
          <p:nvPr/>
        </p:nvSpPr>
        <p:spPr>
          <a:xfrm>
            <a:off x="4726162" y="3221730"/>
            <a:ext cx="5756780" cy="159519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316" y="656842"/>
            <a:ext cx="5007452" cy="695469"/>
          </a:xfrm>
          <a:effectLst/>
        </p:spPr>
        <p:txBody>
          <a:bodyPr>
            <a:norm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How 3 tiers work</a:t>
            </a:r>
          </a:p>
        </p:txBody>
      </p:sp>
      <p:sp>
        <p:nvSpPr>
          <p:cNvPr id="6" name="Flowchart: Magnetic Disk 5"/>
          <p:cNvSpPr/>
          <p:nvPr/>
        </p:nvSpPr>
        <p:spPr>
          <a:xfrm>
            <a:off x="9453432" y="3765527"/>
            <a:ext cx="673095" cy="473245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Rounded Rectangle 18"/>
          <p:cNvSpPr/>
          <p:nvPr/>
        </p:nvSpPr>
        <p:spPr>
          <a:xfrm>
            <a:off x="7258050" y="3642201"/>
            <a:ext cx="749775" cy="70574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ounded Rectangle 27"/>
          <p:cNvSpPr/>
          <p:nvPr/>
        </p:nvSpPr>
        <p:spPr>
          <a:xfrm>
            <a:off x="5053996" y="3765527"/>
            <a:ext cx="421899" cy="43252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16" y="3447563"/>
            <a:ext cx="889522" cy="839751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102839" y="3807544"/>
            <a:ext cx="279771" cy="20929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4060285" y="5381015"/>
            <a:ext cx="1012371" cy="8164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26839" y="4347942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Web Tier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8346" y="4391488"/>
            <a:ext cx="105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Business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4851" y="4381529"/>
            <a:ext cx="1390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Database Tier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97433" y="5037296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JSON/Http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44053" y="3780698"/>
            <a:ext cx="934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SQL/</a:t>
            </a:r>
            <a:r>
              <a:rPr lang="en-AU" sz="1200" dirty="0">
                <a:solidFill>
                  <a:srgbClr val="002060"/>
                </a:solidFill>
                <a:highlight>
                  <a:srgbClr val="FFFF00"/>
                </a:highlight>
              </a:rPr>
              <a:t>JDBC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65763" y="3636270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HTML/CSS/JS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93225" y="4078023"/>
            <a:ext cx="279771" cy="20929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250194" y="3643321"/>
            <a:ext cx="688814" cy="688814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>
          <a:xfrm flipV="1">
            <a:off x="8237222" y="4037821"/>
            <a:ext cx="1012371" cy="8164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288779" y="2035189"/>
            <a:ext cx="23377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b="1" i="1" dirty="0">
                <a:solidFill>
                  <a:srgbClr val="1D3B8F"/>
                </a:solidFill>
              </a:rPr>
              <a:t>API - </a:t>
            </a:r>
            <a:r>
              <a:rPr lang="en-AU" sz="1600" dirty="0">
                <a:solidFill>
                  <a:srgbClr val="002060"/>
                </a:solidFill>
              </a:rPr>
              <a:t>service contract</a:t>
            </a:r>
            <a:endParaRPr lang="en-AU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60285" y="6284675"/>
            <a:ext cx="362096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i="1" dirty="0">
                <a:solidFill>
                  <a:schemeClr val="accent2"/>
                </a:solidFill>
                <a:latin typeface="Arial Black" panose="020B0A04020102020204" pitchFamily="34" charset="0"/>
              </a:rPr>
              <a:t>Client</a:t>
            </a:r>
            <a:r>
              <a:rPr lang="en-AU" sz="1600" b="1" dirty="0">
                <a:solidFill>
                  <a:srgbClr val="002060"/>
                </a:solidFill>
              </a:rPr>
              <a:t> </a:t>
            </a:r>
            <a:r>
              <a:rPr lang="en-AU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–</a:t>
            </a:r>
            <a:r>
              <a:rPr lang="en-AU" sz="1600" b="1" dirty="0">
                <a:solidFill>
                  <a:srgbClr val="002060"/>
                </a:solidFill>
              </a:rPr>
              <a:t> </a:t>
            </a:r>
            <a:r>
              <a:rPr lang="en-AU" sz="1600" i="1" dirty="0">
                <a:solidFill>
                  <a:schemeClr val="accent2"/>
                </a:solidFill>
                <a:latin typeface="Arial Black" panose="020B0A04020102020204" pitchFamily="34" charset="0"/>
              </a:rPr>
              <a:t>Server</a:t>
            </a:r>
            <a:r>
              <a:rPr lang="en-AU" sz="1600" b="1" dirty="0">
                <a:solidFill>
                  <a:srgbClr val="002060"/>
                </a:solidFill>
              </a:rPr>
              <a:t> </a:t>
            </a:r>
            <a:r>
              <a:rPr lang="en-AU" sz="1600" dirty="0">
                <a:solidFill>
                  <a:srgbClr val="0070C0"/>
                </a:solidFill>
                <a:latin typeface="Arial Black" panose="020B0A04020102020204" pitchFamily="34" charset="0"/>
              </a:rPr>
              <a:t>Delivery</a:t>
            </a:r>
            <a:r>
              <a:rPr lang="en-AU" sz="1600" b="1" dirty="0">
                <a:solidFill>
                  <a:srgbClr val="002060"/>
                </a:solidFill>
              </a:rPr>
              <a:t> </a:t>
            </a:r>
            <a:r>
              <a:rPr lang="en-AU" sz="1600" dirty="0">
                <a:solidFill>
                  <a:srgbClr val="0070C0"/>
                </a:solidFill>
                <a:latin typeface="Arial Black" panose="020B0A04020102020204" pitchFamily="34" charset="0"/>
              </a:rPr>
              <a:t>Model</a:t>
            </a:r>
            <a:endParaRPr lang="en-AU" sz="1600" dirty="0"/>
          </a:p>
        </p:txBody>
      </p:sp>
      <p:cxnSp>
        <p:nvCxnSpPr>
          <p:cNvPr id="15" name="Curved Connector 14"/>
          <p:cNvCxnSpPr>
            <a:cxnSpLocks/>
            <a:stCxn id="4" idx="3"/>
            <a:endCxn id="20" idx="1"/>
          </p:cNvCxnSpPr>
          <p:nvPr/>
        </p:nvCxnSpPr>
        <p:spPr>
          <a:xfrm>
            <a:off x="6626518" y="2204466"/>
            <a:ext cx="476321" cy="1707724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B9A001-2952-25D0-7857-1B722DAF225E}"/>
              </a:ext>
            </a:extLst>
          </p:cNvPr>
          <p:cNvCxnSpPr>
            <a:cxnSpLocks/>
            <a:stCxn id="25" idx="3"/>
            <a:endCxn id="5" idx="1"/>
          </p:cNvCxnSpPr>
          <p:nvPr/>
        </p:nvCxnSpPr>
        <p:spPr>
          <a:xfrm>
            <a:off x="2939008" y="3987728"/>
            <a:ext cx="1983869" cy="8935"/>
          </a:xfrm>
          <a:prstGeom prst="straightConnector1">
            <a:avLst/>
          </a:prstGeom>
          <a:ln w="9525">
            <a:solidFill>
              <a:schemeClr val="accent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F2B7271D-8013-3161-7713-25F23FD6FEB4}"/>
              </a:ext>
            </a:extLst>
          </p:cNvPr>
          <p:cNvCxnSpPr>
            <a:cxnSpLocks/>
            <a:stCxn id="8" idx="2"/>
            <a:endCxn id="24" idx="2"/>
          </p:cNvCxnSpPr>
          <p:nvPr/>
        </p:nvCxnSpPr>
        <p:spPr>
          <a:xfrm rot="5400000" flipH="1" flipV="1">
            <a:off x="4771449" y="2142106"/>
            <a:ext cx="316454" cy="4606870"/>
          </a:xfrm>
          <a:prstGeom prst="bentConnector3">
            <a:avLst>
              <a:gd name="adj1" fmla="val -1275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655BADC-6D60-DEA5-5231-944B2CDF91F9}"/>
              </a:ext>
            </a:extLst>
          </p:cNvPr>
          <p:cNvSpPr/>
          <p:nvPr/>
        </p:nvSpPr>
        <p:spPr>
          <a:xfrm>
            <a:off x="9278924" y="3928396"/>
            <a:ext cx="279771" cy="20929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D3F83F-3EB0-33CC-0976-880F2EA82BDE}"/>
              </a:ext>
            </a:extLst>
          </p:cNvPr>
          <p:cNvSpPr/>
          <p:nvPr/>
        </p:nvSpPr>
        <p:spPr>
          <a:xfrm>
            <a:off x="4922877" y="3892017"/>
            <a:ext cx="279771" cy="20929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248AE5-6A4A-176B-FC84-70704D3BB7F0}"/>
              </a:ext>
            </a:extLst>
          </p:cNvPr>
          <p:cNvSpPr txBox="1"/>
          <p:nvPr/>
        </p:nvSpPr>
        <p:spPr>
          <a:xfrm>
            <a:off x="2110294" y="4326769"/>
            <a:ext cx="1031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JavaScript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515D11-FA17-660E-B67E-76268406CCBA}"/>
              </a:ext>
            </a:extLst>
          </p:cNvPr>
          <p:cNvCxnSpPr/>
          <p:nvPr/>
        </p:nvCxnSpPr>
        <p:spPr>
          <a:xfrm flipV="1">
            <a:off x="5661749" y="4063383"/>
            <a:ext cx="1012371" cy="8164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5024B5A-206A-1F9F-9C73-1155EB8AB733}"/>
              </a:ext>
            </a:extLst>
          </p:cNvPr>
          <p:cNvSpPr txBox="1"/>
          <p:nvPr/>
        </p:nvSpPr>
        <p:spPr>
          <a:xfrm>
            <a:off x="5698897" y="3719664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JSON/Http</a:t>
            </a:r>
          </a:p>
        </p:txBody>
      </p:sp>
    </p:spTree>
    <p:extLst>
      <p:ext uri="{BB962C8B-B14F-4D97-AF65-F5344CB8AC3E}">
        <p14:creationId xmlns:p14="http://schemas.microsoft.com/office/powerpoint/2010/main" val="4120532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4629" y="2733531"/>
            <a:ext cx="3696169" cy="571731"/>
          </a:xfrm>
          <a:solidFill>
            <a:schemeClr val="accent2"/>
          </a:solidFill>
          <a:effectLst/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chemeClr val="bg1"/>
                </a:solidFill>
              </a:rPr>
              <a:t>Web Tier</a:t>
            </a:r>
          </a:p>
        </p:txBody>
      </p:sp>
    </p:spTree>
    <p:extLst>
      <p:ext uri="{BB962C8B-B14F-4D97-AF65-F5344CB8AC3E}">
        <p14:creationId xmlns:p14="http://schemas.microsoft.com/office/powerpoint/2010/main" val="2973830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581401-8EEE-40B4-9572-44F6803E6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C1741-CE0E-4E2A-8679-2C506D1B7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189" y="920259"/>
            <a:ext cx="3696169" cy="695469"/>
          </a:xfrm>
          <a:effectLst/>
        </p:spPr>
        <p:txBody>
          <a:bodyPr>
            <a:norm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Web Tier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6388A19-ACF5-D9A6-FFD8-8D9CD1871700}"/>
              </a:ext>
            </a:extLst>
          </p:cNvPr>
          <p:cNvSpPr/>
          <p:nvPr/>
        </p:nvSpPr>
        <p:spPr>
          <a:xfrm>
            <a:off x="4255621" y="4499018"/>
            <a:ext cx="4571229" cy="4612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 Container</a:t>
            </a:r>
          </a:p>
        </p:txBody>
      </p:sp>
      <p:pic>
        <p:nvPicPr>
          <p:cNvPr id="5" name="Graphic 4" descr="Document with solid fill">
            <a:extLst>
              <a:ext uri="{FF2B5EF4-FFF2-40B4-BE49-F238E27FC236}">
                <a16:creationId xmlns:a16="http://schemas.microsoft.com/office/drawing/2014/main" id="{C04B2A9E-67DC-7A42-705B-7478914AE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3350" y="3429000"/>
            <a:ext cx="914400" cy="914400"/>
          </a:xfrm>
          <a:prstGeom prst="rect">
            <a:avLst/>
          </a:prstGeom>
        </p:spPr>
      </p:pic>
      <p:pic>
        <p:nvPicPr>
          <p:cNvPr id="6" name="Graphic 5" descr="Document with solid fill">
            <a:extLst>
              <a:ext uri="{FF2B5EF4-FFF2-40B4-BE49-F238E27FC236}">
                <a16:creationId xmlns:a16="http://schemas.microsoft.com/office/drawing/2014/main" id="{BB9CDC12-7A95-684E-61BD-451F2F6A7E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5634" y="3429000"/>
            <a:ext cx="914400" cy="914400"/>
          </a:xfrm>
          <a:prstGeom prst="rect">
            <a:avLst/>
          </a:prstGeom>
        </p:spPr>
      </p:pic>
      <p:pic>
        <p:nvPicPr>
          <p:cNvPr id="7" name="Graphic 6" descr="Document with solid fill">
            <a:extLst>
              <a:ext uri="{FF2B5EF4-FFF2-40B4-BE49-F238E27FC236}">
                <a16:creationId xmlns:a16="http://schemas.microsoft.com/office/drawing/2014/main" id="{6BDD2EA8-6FFC-483B-BC92-A19C1B03F0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8324" y="3429000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66F489D-3FD9-2582-2F91-115D66C3BF4D}"/>
              </a:ext>
            </a:extLst>
          </p:cNvPr>
          <p:cNvSpPr/>
          <p:nvPr/>
        </p:nvSpPr>
        <p:spPr>
          <a:xfrm>
            <a:off x="4593350" y="3061468"/>
            <a:ext cx="7966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b="1" i="1" dirty="0">
                <a:solidFill>
                  <a:srgbClr val="1D3B8F"/>
                </a:solidFill>
              </a:rPr>
              <a:t>html</a:t>
            </a:r>
            <a:endParaRPr lang="en-AU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2C1C80-4123-3E19-4BAA-78C12DB0915F}"/>
              </a:ext>
            </a:extLst>
          </p:cNvPr>
          <p:cNvSpPr/>
          <p:nvPr/>
        </p:nvSpPr>
        <p:spPr>
          <a:xfrm>
            <a:off x="5923398" y="3045612"/>
            <a:ext cx="7966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b="1" i="1" dirty="0">
                <a:solidFill>
                  <a:srgbClr val="1D3B8F"/>
                </a:solidFill>
              </a:rPr>
              <a:t>CSS</a:t>
            </a:r>
            <a:endParaRPr lang="en-AU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B379D-85C4-78DA-6A73-568A016FA881}"/>
              </a:ext>
            </a:extLst>
          </p:cNvPr>
          <p:cNvSpPr/>
          <p:nvPr/>
        </p:nvSpPr>
        <p:spPr>
          <a:xfrm>
            <a:off x="7197206" y="2994461"/>
            <a:ext cx="12738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b="1" i="1" dirty="0" err="1">
                <a:solidFill>
                  <a:srgbClr val="1D3B8F"/>
                </a:solidFill>
              </a:rPr>
              <a:t>javaScript</a:t>
            </a:r>
            <a:endParaRPr lang="en-AU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5B2510-2DB0-8159-3E24-70EFFD6F593A}"/>
              </a:ext>
            </a:extLst>
          </p:cNvPr>
          <p:cNvSpPr/>
          <p:nvPr/>
        </p:nvSpPr>
        <p:spPr>
          <a:xfrm>
            <a:off x="624208" y="4575753"/>
            <a:ext cx="29120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i="1" dirty="0">
                <a:solidFill>
                  <a:srgbClr val="1D3B8F"/>
                </a:solidFill>
                <a:hlinkClick r:id="rId6"/>
              </a:rPr>
              <a:t>http://</a:t>
            </a:r>
            <a:r>
              <a:rPr lang="en-AU" sz="1400" i="1" dirty="0" err="1">
                <a:solidFill>
                  <a:srgbClr val="1D3B8F"/>
                </a:solidFill>
                <a:hlinkClick r:id="rId6"/>
              </a:rPr>
              <a:t>hostname</a:t>
            </a:r>
            <a:r>
              <a:rPr lang="en-AU" sz="1400" i="1" dirty="0" err="1">
                <a:solidFill>
                  <a:srgbClr val="1D3B8F"/>
                </a:solidFill>
              </a:rPr>
              <a:t>:port</a:t>
            </a:r>
            <a:r>
              <a:rPr lang="en-AU" sz="1400" i="1" dirty="0">
                <a:solidFill>
                  <a:srgbClr val="1D3B8F"/>
                </a:solidFill>
              </a:rPr>
              <a:t>/resource</a:t>
            </a:r>
            <a:endParaRPr lang="en-A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367902-39B3-A327-EC38-117489434633}"/>
              </a:ext>
            </a:extLst>
          </p:cNvPr>
          <p:cNvSpPr/>
          <p:nvPr/>
        </p:nvSpPr>
        <p:spPr>
          <a:xfrm>
            <a:off x="5149202" y="5190238"/>
            <a:ext cx="278406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i="1" dirty="0">
                <a:solidFill>
                  <a:srgbClr val="1D3B8F"/>
                </a:solidFill>
              </a:rPr>
              <a:t>Tomcat,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i="1" dirty="0">
                <a:solidFill>
                  <a:srgbClr val="1D3B8F"/>
                </a:solidFill>
              </a:rPr>
              <a:t>Jetty,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i="1" dirty="0">
                <a:solidFill>
                  <a:srgbClr val="1D3B8F"/>
                </a:solidFill>
                <a:highlight>
                  <a:srgbClr val="FFFF00"/>
                </a:highlight>
              </a:rPr>
              <a:t>httpd</a:t>
            </a:r>
            <a:r>
              <a:rPr lang="en-AU" sz="1600" i="1" dirty="0">
                <a:solidFill>
                  <a:srgbClr val="1D3B8F"/>
                </a:solidFill>
              </a:rPr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i="1" dirty="0">
                <a:solidFill>
                  <a:srgbClr val="1D3B8F"/>
                </a:solidFill>
              </a:rPr>
              <a:t>Apache web server</a:t>
            </a:r>
            <a:endParaRPr lang="en-AU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6CF93E9E-BDF3-D207-C5DF-2A300409C84B}"/>
              </a:ext>
            </a:extLst>
          </p:cNvPr>
          <p:cNvSpPr/>
          <p:nvPr/>
        </p:nvSpPr>
        <p:spPr>
          <a:xfrm>
            <a:off x="3641697" y="4450635"/>
            <a:ext cx="318052" cy="55801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41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8D15FC-8A47-7147-8B7C-EC1CFF938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86672-8202-4972-396B-4E15292E4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463" y="3006669"/>
            <a:ext cx="3696169" cy="563467"/>
          </a:xfrm>
          <a:solidFill>
            <a:schemeClr val="accent2"/>
          </a:solidFill>
          <a:effectLst/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chemeClr val="bg1"/>
                </a:solidFill>
              </a:rPr>
              <a:t>Business Tier</a:t>
            </a:r>
          </a:p>
        </p:txBody>
      </p:sp>
    </p:spTree>
    <p:extLst>
      <p:ext uri="{BB962C8B-B14F-4D97-AF65-F5344CB8AC3E}">
        <p14:creationId xmlns:p14="http://schemas.microsoft.com/office/powerpoint/2010/main" val="543487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BFB23-3D43-BC1C-15BF-A781A9FCC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9034F94-0701-34F6-4998-185E26DE00C5}"/>
              </a:ext>
            </a:extLst>
          </p:cNvPr>
          <p:cNvSpPr/>
          <p:nvPr/>
        </p:nvSpPr>
        <p:spPr>
          <a:xfrm>
            <a:off x="2587056" y="2242493"/>
            <a:ext cx="895818" cy="24761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F6438-687D-BEB4-0F76-3C4BE2647121}"/>
              </a:ext>
            </a:extLst>
          </p:cNvPr>
          <p:cNvSpPr/>
          <p:nvPr/>
        </p:nvSpPr>
        <p:spPr>
          <a:xfrm>
            <a:off x="3067055" y="2025956"/>
            <a:ext cx="4644656" cy="3187338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E91B6C-8D3B-3B14-818D-8DA9B1E4F3DE}"/>
              </a:ext>
            </a:extLst>
          </p:cNvPr>
          <p:cNvSpPr/>
          <p:nvPr/>
        </p:nvSpPr>
        <p:spPr>
          <a:xfrm>
            <a:off x="4526410" y="2793156"/>
            <a:ext cx="1063830" cy="1915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ECFB4-3BEA-25C2-9239-774F1A313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796" y="510952"/>
            <a:ext cx="4355555" cy="615598"/>
          </a:xfrm>
          <a:effectLst/>
        </p:spPr>
        <p:txBody>
          <a:bodyPr>
            <a:normAutofit/>
          </a:bodyPr>
          <a:lstStyle/>
          <a:p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Business application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A423EE-3B39-050B-9702-6F03535E5484}"/>
              </a:ext>
            </a:extLst>
          </p:cNvPr>
          <p:cNvSpPr/>
          <p:nvPr/>
        </p:nvSpPr>
        <p:spPr>
          <a:xfrm>
            <a:off x="564051" y="1372724"/>
            <a:ext cx="21467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chemeClr val="bg1">
                    <a:lumMod val="50000"/>
                  </a:schemeClr>
                </a:solidFill>
              </a:rPr>
              <a:t>API</a:t>
            </a:r>
            <a:r>
              <a:rPr lang="en-AU" sz="1400" b="1" i="1" dirty="0">
                <a:solidFill>
                  <a:schemeClr val="bg1">
                    <a:lumMod val="50000"/>
                  </a:schemeClr>
                </a:solidFill>
              </a:rPr>
              <a:t>  - </a:t>
            </a:r>
            <a:r>
              <a:rPr lang="en-AU" sz="1400" dirty="0">
                <a:solidFill>
                  <a:schemeClr val="bg1">
                    <a:lumMod val="50000"/>
                  </a:schemeClr>
                </a:solidFill>
              </a:rPr>
              <a:t>service contract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202ACC-4BC5-FF94-DB94-FB39DAC1C8B7}"/>
              </a:ext>
            </a:extLst>
          </p:cNvPr>
          <p:cNvCxnSpPr>
            <a:cxnSpLocks/>
          </p:cNvCxnSpPr>
          <p:nvPr/>
        </p:nvCxnSpPr>
        <p:spPr>
          <a:xfrm>
            <a:off x="1267909" y="3458687"/>
            <a:ext cx="1018264" cy="0"/>
          </a:xfrm>
          <a:prstGeom prst="straightConnector1">
            <a:avLst/>
          </a:prstGeom>
          <a:ln w="38100">
            <a:solidFill>
              <a:srgbClr val="00206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 descr="Gears outline">
            <a:extLst>
              <a:ext uri="{FF2B5EF4-FFF2-40B4-BE49-F238E27FC236}">
                <a16:creationId xmlns:a16="http://schemas.microsoft.com/office/drawing/2014/main" id="{13EEBEA9-616C-B9FB-ACDF-1F1DBAF95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0790" y="2974047"/>
            <a:ext cx="992224" cy="99222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AF59B3-A273-6A2D-899E-280C40D7A927}"/>
              </a:ext>
            </a:extLst>
          </p:cNvPr>
          <p:cNvSpPr/>
          <p:nvPr/>
        </p:nvSpPr>
        <p:spPr>
          <a:xfrm>
            <a:off x="6861975" y="2242493"/>
            <a:ext cx="437041" cy="2476163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0073D0-A3AD-9F66-BB2F-15A0D790654A}"/>
              </a:ext>
            </a:extLst>
          </p:cNvPr>
          <p:cNvSpPr/>
          <p:nvPr/>
        </p:nvSpPr>
        <p:spPr>
          <a:xfrm>
            <a:off x="4580790" y="5339659"/>
            <a:ext cx="13081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rgbClr val="002060"/>
                </a:solidFill>
              </a:rPr>
              <a:t>service layer</a:t>
            </a:r>
            <a:endParaRPr lang="en-A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73185-B3DA-40DF-A753-7EFE46F83B25}"/>
              </a:ext>
            </a:extLst>
          </p:cNvPr>
          <p:cNvSpPr/>
          <p:nvPr/>
        </p:nvSpPr>
        <p:spPr>
          <a:xfrm>
            <a:off x="6448701" y="5339658"/>
            <a:ext cx="16595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rgbClr val="002060"/>
                </a:solidFill>
              </a:rPr>
              <a:t>integration layer</a:t>
            </a:r>
            <a:endParaRPr lang="en-A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4159D5CC-9F14-AD55-6DB3-4A7F1E4CC127}"/>
              </a:ext>
            </a:extLst>
          </p:cNvPr>
          <p:cNvSpPr/>
          <p:nvPr/>
        </p:nvSpPr>
        <p:spPr>
          <a:xfrm>
            <a:off x="8079897" y="2483288"/>
            <a:ext cx="687823" cy="347957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D270F1-41D8-BB39-0B89-CF186CCC9F59}"/>
              </a:ext>
            </a:extLst>
          </p:cNvPr>
          <p:cNvSpPr/>
          <p:nvPr/>
        </p:nvSpPr>
        <p:spPr>
          <a:xfrm>
            <a:off x="1959305" y="5339658"/>
            <a:ext cx="15235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rgbClr val="002060"/>
                </a:solidFill>
              </a:rPr>
              <a:t>interface layer</a:t>
            </a:r>
            <a:endParaRPr lang="en-A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6" name="Graphic 15" descr="Document outline">
            <a:extLst>
              <a:ext uri="{FF2B5EF4-FFF2-40B4-BE49-F238E27FC236}">
                <a16:creationId xmlns:a16="http://schemas.microsoft.com/office/drawing/2014/main" id="{9589DC5F-6757-4438-EB8B-3C5B276D3A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7464" y="2997844"/>
            <a:ext cx="711800" cy="45235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4DB4638-681F-706F-CC5B-0F2BCCAB4CB5}"/>
              </a:ext>
            </a:extLst>
          </p:cNvPr>
          <p:cNvSpPr/>
          <p:nvPr/>
        </p:nvSpPr>
        <p:spPr>
          <a:xfrm>
            <a:off x="10651902" y="4015268"/>
            <a:ext cx="563777" cy="561429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DA8372-07FD-D4B6-4321-5B22DC38D874}"/>
              </a:ext>
            </a:extLst>
          </p:cNvPr>
          <p:cNvSpPr/>
          <p:nvPr/>
        </p:nvSpPr>
        <p:spPr>
          <a:xfrm>
            <a:off x="10331706" y="4853274"/>
            <a:ext cx="16595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rgbClr val="002060"/>
                </a:solidFill>
              </a:rPr>
              <a:t>Remote system</a:t>
            </a:r>
            <a:endParaRPr lang="en-A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AFC1F2-36FB-EC17-0C88-7B7672BBD693}"/>
              </a:ext>
            </a:extLst>
          </p:cNvPr>
          <p:cNvSpPr/>
          <p:nvPr/>
        </p:nvSpPr>
        <p:spPr>
          <a:xfrm>
            <a:off x="2780243" y="2591405"/>
            <a:ext cx="406243" cy="307777"/>
          </a:xfrm>
          <a:prstGeom prst="rect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7775B2-8CDB-4BC0-5374-09C24FF96DF3}"/>
              </a:ext>
            </a:extLst>
          </p:cNvPr>
          <p:cNvSpPr/>
          <p:nvPr/>
        </p:nvSpPr>
        <p:spPr>
          <a:xfrm>
            <a:off x="2796755" y="3316270"/>
            <a:ext cx="406243" cy="307777"/>
          </a:xfrm>
          <a:prstGeom prst="rect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593EF7-3C7B-0029-5567-6D62B165E434}"/>
              </a:ext>
            </a:extLst>
          </p:cNvPr>
          <p:cNvSpPr/>
          <p:nvPr/>
        </p:nvSpPr>
        <p:spPr>
          <a:xfrm>
            <a:off x="2818339" y="4014485"/>
            <a:ext cx="406243" cy="307777"/>
          </a:xfrm>
          <a:prstGeom prst="rect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FCB1C27-B371-A7B9-71AD-5B5EFB52565F}"/>
              </a:ext>
            </a:extLst>
          </p:cNvPr>
          <p:cNvCxnSpPr>
            <a:cxnSpLocks/>
          </p:cNvCxnSpPr>
          <p:nvPr/>
        </p:nvCxnSpPr>
        <p:spPr>
          <a:xfrm>
            <a:off x="3482874" y="3451931"/>
            <a:ext cx="1018264" cy="0"/>
          </a:xfrm>
          <a:prstGeom prst="straightConnector1">
            <a:avLst/>
          </a:prstGeom>
          <a:ln w="38100">
            <a:solidFill>
              <a:srgbClr val="00206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A27154D-E38F-ED2B-DE6E-F824A91AE955}"/>
              </a:ext>
            </a:extLst>
          </p:cNvPr>
          <p:cNvCxnSpPr>
            <a:cxnSpLocks/>
          </p:cNvCxnSpPr>
          <p:nvPr/>
        </p:nvCxnSpPr>
        <p:spPr>
          <a:xfrm>
            <a:off x="5716975" y="3480574"/>
            <a:ext cx="1018264" cy="0"/>
          </a:xfrm>
          <a:prstGeom prst="straightConnector1">
            <a:avLst/>
          </a:prstGeom>
          <a:ln w="38100">
            <a:solidFill>
              <a:srgbClr val="00206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BD85855-67EB-FAF5-7C0C-76DC8F323D2D}"/>
              </a:ext>
            </a:extLst>
          </p:cNvPr>
          <p:cNvCxnSpPr>
            <a:cxnSpLocks/>
          </p:cNvCxnSpPr>
          <p:nvPr/>
        </p:nvCxnSpPr>
        <p:spPr>
          <a:xfrm>
            <a:off x="7089955" y="2662457"/>
            <a:ext cx="1018264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9771B94-6714-F3C2-474E-F9BE9511C000}"/>
              </a:ext>
            </a:extLst>
          </p:cNvPr>
          <p:cNvCxnSpPr>
            <a:cxnSpLocks/>
          </p:cNvCxnSpPr>
          <p:nvPr/>
        </p:nvCxnSpPr>
        <p:spPr>
          <a:xfrm>
            <a:off x="7089955" y="3219355"/>
            <a:ext cx="1018264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86CA9D6-1391-39C9-5E4F-9DFCB686A977}"/>
              </a:ext>
            </a:extLst>
          </p:cNvPr>
          <p:cNvCxnSpPr>
            <a:cxnSpLocks/>
          </p:cNvCxnSpPr>
          <p:nvPr/>
        </p:nvCxnSpPr>
        <p:spPr>
          <a:xfrm>
            <a:off x="7089955" y="3812810"/>
            <a:ext cx="1018264" cy="0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CAE6A-49F4-AE7C-75C9-743543A90BB1}"/>
              </a:ext>
            </a:extLst>
          </p:cNvPr>
          <p:cNvCxnSpPr>
            <a:cxnSpLocks/>
          </p:cNvCxnSpPr>
          <p:nvPr/>
        </p:nvCxnSpPr>
        <p:spPr>
          <a:xfrm>
            <a:off x="7089955" y="4291019"/>
            <a:ext cx="3469401" cy="38499"/>
          </a:xfrm>
          <a:prstGeom prst="straightConnector1">
            <a:avLst/>
          </a:prstGeom>
          <a:ln w="19050">
            <a:solidFill>
              <a:srgbClr val="00206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E2ACCF66-6C67-5A13-1C17-3C06D785C5D6}"/>
              </a:ext>
            </a:extLst>
          </p:cNvPr>
          <p:cNvCxnSpPr>
            <a:cxnSpLocks/>
            <a:endCxn id="4" idx="2"/>
          </p:cNvCxnSpPr>
          <p:nvPr/>
        </p:nvCxnSpPr>
        <p:spPr>
          <a:xfrm rot="16200000" flipV="1">
            <a:off x="2072753" y="1245191"/>
            <a:ext cx="561993" cy="1432613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A00D54D5-6F2D-1C25-A18F-E2B8AE8461FB}"/>
              </a:ext>
            </a:extLst>
          </p:cNvPr>
          <p:cNvCxnSpPr>
            <a:cxnSpLocks/>
            <a:stCxn id="14" idx="0"/>
          </p:cNvCxnSpPr>
          <p:nvPr/>
        </p:nvCxnSpPr>
        <p:spPr>
          <a:xfrm rot="5400000" flipH="1" flipV="1">
            <a:off x="2496464" y="4769862"/>
            <a:ext cx="794422" cy="34517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7401B7DE-3B2A-CFD4-88B2-35D0B1330F60}"/>
              </a:ext>
            </a:extLst>
          </p:cNvPr>
          <p:cNvCxnSpPr>
            <a:cxnSpLocks/>
            <a:stCxn id="10" idx="0"/>
            <a:endCxn id="3" idx="2"/>
          </p:cNvCxnSpPr>
          <p:nvPr/>
        </p:nvCxnSpPr>
        <p:spPr>
          <a:xfrm rot="16200000" flipV="1">
            <a:off x="4830892" y="4935676"/>
            <a:ext cx="631417" cy="17655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urved Connector 49">
            <a:extLst>
              <a:ext uri="{FF2B5EF4-FFF2-40B4-BE49-F238E27FC236}">
                <a16:creationId xmlns:a16="http://schemas.microsoft.com/office/drawing/2014/main" id="{FCE85BA9-6AB6-E34D-B2F3-86D0C208BB49}"/>
              </a:ext>
            </a:extLst>
          </p:cNvPr>
          <p:cNvCxnSpPr>
            <a:cxnSpLocks/>
          </p:cNvCxnSpPr>
          <p:nvPr/>
        </p:nvCxnSpPr>
        <p:spPr>
          <a:xfrm rot="16200000" flipV="1">
            <a:off x="6879552" y="4892513"/>
            <a:ext cx="663183" cy="242377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468ACE38-A998-8CFF-6346-75ED40853813}"/>
              </a:ext>
            </a:extLst>
          </p:cNvPr>
          <p:cNvSpPr/>
          <p:nvPr/>
        </p:nvSpPr>
        <p:spPr>
          <a:xfrm>
            <a:off x="1197267" y="3983243"/>
            <a:ext cx="13897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chemeClr val="bg1">
                    <a:lumMod val="50000"/>
                  </a:schemeClr>
                </a:solidFill>
              </a:rPr>
              <a:t>API endpoints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2CCFA5-3F72-71D7-CE42-8C0500402A7C}"/>
              </a:ext>
            </a:extLst>
          </p:cNvPr>
          <p:cNvSpPr/>
          <p:nvPr/>
        </p:nvSpPr>
        <p:spPr>
          <a:xfrm>
            <a:off x="10549019" y="4137131"/>
            <a:ext cx="205765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B313E30-F787-61A4-DCCF-44137B62BFCC}"/>
              </a:ext>
            </a:extLst>
          </p:cNvPr>
          <p:cNvSpPr/>
          <p:nvPr/>
        </p:nvSpPr>
        <p:spPr>
          <a:xfrm>
            <a:off x="6970604" y="2534211"/>
            <a:ext cx="242761" cy="2589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656C5AD-742F-112B-38E2-77683E5D9920}"/>
              </a:ext>
            </a:extLst>
          </p:cNvPr>
          <p:cNvSpPr/>
          <p:nvPr/>
        </p:nvSpPr>
        <p:spPr>
          <a:xfrm>
            <a:off x="6963219" y="3083647"/>
            <a:ext cx="242761" cy="2589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03A176C-5237-DB23-2E1E-DB847336B463}"/>
              </a:ext>
            </a:extLst>
          </p:cNvPr>
          <p:cNvSpPr/>
          <p:nvPr/>
        </p:nvSpPr>
        <p:spPr>
          <a:xfrm>
            <a:off x="6961345" y="3673823"/>
            <a:ext cx="242761" cy="2589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28AD3AC-35D3-9CAE-DBDE-8E768478A6A3}"/>
              </a:ext>
            </a:extLst>
          </p:cNvPr>
          <p:cNvSpPr/>
          <p:nvPr/>
        </p:nvSpPr>
        <p:spPr>
          <a:xfrm>
            <a:off x="6981148" y="4166509"/>
            <a:ext cx="242761" cy="2589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28376E81-3556-A3A4-D5FF-340C7907366C}"/>
              </a:ext>
            </a:extLst>
          </p:cNvPr>
          <p:cNvCxnSpPr>
            <a:cxnSpLocks/>
          </p:cNvCxnSpPr>
          <p:nvPr/>
        </p:nvCxnSpPr>
        <p:spPr>
          <a:xfrm flipV="1">
            <a:off x="6311788" y="925566"/>
            <a:ext cx="1634266" cy="1122838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7A5DCB-196C-BA59-61FB-AA00CAD6BDF7}"/>
              </a:ext>
            </a:extLst>
          </p:cNvPr>
          <p:cNvCxnSpPr>
            <a:cxnSpLocks/>
          </p:cNvCxnSpPr>
          <p:nvPr/>
        </p:nvCxnSpPr>
        <p:spPr>
          <a:xfrm>
            <a:off x="8609465" y="3648551"/>
            <a:ext cx="1698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F1A80E1-E54A-380F-44D4-BB74CFF03661}"/>
              </a:ext>
            </a:extLst>
          </p:cNvPr>
          <p:cNvCxnSpPr>
            <a:cxnSpLocks/>
          </p:cNvCxnSpPr>
          <p:nvPr/>
        </p:nvCxnSpPr>
        <p:spPr>
          <a:xfrm>
            <a:off x="8349676" y="3651606"/>
            <a:ext cx="1240" cy="3033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379EF0C-EC50-1C64-3FDD-8C1E4A3812AE}"/>
              </a:ext>
            </a:extLst>
          </p:cNvPr>
          <p:cNvCxnSpPr>
            <a:cxnSpLocks/>
          </p:cNvCxnSpPr>
          <p:nvPr/>
        </p:nvCxnSpPr>
        <p:spPr>
          <a:xfrm>
            <a:off x="8608225" y="3651606"/>
            <a:ext cx="1240" cy="3033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D6A14EB-CEC6-6ADA-51F2-1215075F090B}"/>
              </a:ext>
            </a:extLst>
          </p:cNvPr>
          <p:cNvCxnSpPr>
            <a:cxnSpLocks/>
          </p:cNvCxnSpPr>
          <p:nvPr/>
        </p:nvCxnSpPr>
        <p:spPr>
          <a:xfrm>
            <a:off x="8343266" y="3955632"/>
            <a:ext cx="2633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F617BA3-0112-96A1-B2C2-35370E0EBCA8}"/>
              </a:ext>
            </a:extLst>
          </p:cNvPr>
          <p:cNvCxnSpPr>
            <a:cxnSpLocks/>
          </p:cNvCxnSpPr>
          <p:nvPr/>
        </p:nvCxnSpPr>
        <p:spPr>
          <a:xfrm>
            <a:off x="8349676" y="3743952"/>
            <a:ext cx="2621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8A0DE3A-6584-C189-32D5-EDA5432E5D9B}"/>
              </a:ext>
            </a:extLst>
          </p:cNvPr>
          <p:cNvCxnSpPr>
            <a:cxnSpLocks/>
          </p:cNvCxnSpPr>
          <p:nvPr/>
        </p:nvCxnSpPr>
        <p:spPr>
          <a:xfrm>
            <a:off x="8332144" y="3847800"/>
            <a:ext cx="2621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2A2DABC-9753-B993-BDFE-67C24E3A3B04}"/>
              </a:ext>
            </a:extLst>
          </p:cNvPr>
          <p:cNvCxnSpPr>
            <a:cxnSpLocks/>
          </p:cNvCxnSpPr>
          <p:nvPr/>
        </p:nvCxnSpPr>
        <p:spPr>
          <a:xfrm>
            <a:off x="8154965" y="3655295"/>
            <a:ext cx="1698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926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C724B-81C4-A030-52BF-FE57406B7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E7C47-FC96-E42E-8453-9347BD03C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64" y="671740"/>
            <a:ext cx="8049401" cy="592518"/>
          </a:xfrm>
          <a:effectLst/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Interface/API – a channel to provide service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B17191-A524-2847-FA1A-AF4194AC9457}"/>
              </a:ext>
            </a:extLst>
          </p:cNvPr>
          <p:cNvSpPr/>
          <p:nvPr/>
        </p:nvSpPr>
        <p:spPr>
          <a:xfrm>
            <a:off x="2178518" y="2932888"/>
            <a:ext cx="763111" cy="992224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FD09AC-C141-74EE-6040-31F4323FC5CB}"/>
              </a:ext>
            </a:extLst>
          </p:cNvPr>
          <p:cNvSpPr/>
          <p:nvPr/>
        </p:nvSpPr>
        <p:spPr>
          <a:xfrm>
            <a:off x="2233884" y="4058790"/>
            <a:ext cx="8411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i="1" dirty="0">
                <a:solidFill>
                  <a:srgbClr val="1D3B8F"/>
                </a:solidFill>
              </a:rPr>
              <a:t>API </a:t>
            </a:r>
            <a:endParaRPr lang="en-AU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C514605C-2D63-BE4B-A8C2-AEF43D8C1D6A}"/>
              </a:ext>
            </a:extLst>
          </p:cNvPr>
          <p:cNvSpPr txBox="1">
            <a:spLocks/>
          </p:cNvSpPr>
          <p:nvPr/>
        </p:nvSpPr>
        <p:spPr>
          <a:xfrm>
            <a:off x="3642595" y="2855348"/>
            <a:ext cx="919839" cy="57365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Data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F56D29A-5C7A-1468-026A-894D3031817D}"/>
              </a:ext>
            </a:extLst>
          </p:cNvPr>
          <p:cNvSpPr txBox="1">
            <a:spLocks/>
          </p:cNvSpPr>
          <p:nvPr/>
        </p:nvSpPr>
        <p:spPr>
          <a:xfrm>
            <a:off x="3546282" y="3485781"/>
            <a:ext cx="1682313" cy="57365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Transport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0F9FD9-EEF3-F925-ADC2-CFF9EF1A0EE3}"/>
              </a:ext>
            </a:extLst>
          </p:cNvPr>
          <p:cNvCxnSpPr>
            <a:cxnSpLocks/>
          </p:cNvCxnSpPr>
          <p:nvPr/>
        </p:nvCxnSpPr>
        <p:spPr>
          <a:xfrm>
            <a:off x="5088835" y="3121773"/>
            <a:ext cx="519004" cy="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itle 1">
            <a:extLst>
              <a:ext uri="{FF2B5EF4-FFF2-40B4-BE49-F238E27FC236}">
                <a16:creationId xmlns:a16="http://schemas.microsoft.com/office/drawing/2014/main" id="{F29BADD0-CAC4-548D-8460-E001903305D4}"/>
              </a:ext>
            </a:extLst>
          </p:cNvPr>
          <p:cNvSpPr txBox="1">
            <a:spLocks/>
          </p:cNvSpPr>
          <p:nvPr/>
        </p:nvSpPr>
        <p:spPr>
          <a:xfrm>
            <a:off x="5694748" y="2860529"/>
            <a:ext cx="1412103" cy="47784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Format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B7FAB4-6CA2-5F70-5723-AAC8CF5E859E}"/>
              </a:ext>
            </a:extLst>
          </p:cNvPr>
          <p:cNvCxnSpPr>
            <a:cxnSpLocks/>
          </p:cNvCxnSpPr>
          <p:nvPr/>
        </p:nvCxnSpPr>
        <p:spPr>
          <a:xfrm>
            <a:off x="5090655" y="3748100"/>
            <a:ext cx="515364" cy="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itle 1">
            <a:extLst>
              <a:ext uri="{FF2B5EF4-FFF2-40B4-BE49-F238E27FC236}">
                <a16:creationId xmlns:a16="http://schemas.microsoft.com/office/drawing/2014/main" id="{E00095DD-71F5-9194-2A76-ECD6B287267C}"/>
              </a:ext>
            </a:extLst>
          </p:cNvPr>
          <p:cNvSpPr txBox="1">
            <a:spLocks/>
          </p:cNvSpPr>
          <p:nvPr/>
        </p:nvSpPr>
        <p:spPr>
          <a:xfrm>
            <a:off x="5755425" y="3509847"/>
            <a:ext cx="2116366" cy="481326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Network</a:t>
            </a:r>
          </a:p>
        </p:txBody>
      </p:sp>
      <p:pic>
        <p:nvPicPr>
          <p:cNvPr id="9" name="Graphic 8" descr="Gears outline">
            <a:extLst>
              <a:ext uri="{FF2B5EF4-FFF2-40B4-BE49-F238E27FC236}">
                <a16:creationId xmlns:a16="http://schemas.microsoft.com/office/drawing/2014/main" id="{7C495053-58E5-DE2D-AF50-2886E7ED1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7228" y="2932888"/>
            <a:ext cx="992224" cy="992224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245EF80-9C6C-2FE0-E385-6FE627B645E2}"/>
              </a:ext>
            </a:extLst>
          </p:cNvPr>
          <p:cNvCxnSpPr>
            <a:cxnSpLocks/>
          </p:cNvCxnSpPr>
          <p:nvPr/>
        </p:nvCxnSpPr>
        <p:spPr>
          <a:xfrm>
            <a:off x="3474720" y="3429000"/>
            <a:ext cx="3562184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5D574D5-0EEB-5594-AE7C-6775001D87BA}"/>
              </a:ext>
            </a:extLst>
          </p:cNvPr>
          <p:cNvSpPr/>
          <p:nvPr/>
        </p:nvSpPr>
        <p:spPr>
          <a:xfrm>
            <a:off x="2447463" y="1836367"/>
            <a:ext cx="44665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1D3B8F"/>
                </a:solidFill>
              </a:rPr>
              <a:t>http://hostname</a:t>
            </a:r>
            <a:r>
              <a:rPr lang="en-AU" i="1" dirty="0">
                <a:solidFill>
                  <a:srgbClr val="1D3B8F"/>
                </a:solidFill>
              </a:rPr>
              <a:t>:port/</a:t>
            </a:r>
            <a:r>
              <a:rPr lang="en-AU" i="1" dirty="0">
                <a:solidFill>
                  <a:srgbClr val="1D3B8F"/>
                </a:solidFill>
                <a:highlight>
                  <a:srgbClr val="FFFF00"/>
                </a:highlight>
              </a:rPr>
              <a:t>resource</a:t>
            </a:r>
            <a:endParaRPr lang="en-AU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CFF81E5E-E3C5-DF7C-64C7-1477B81CE374}"/>
              </a:ext>
            </a:extLst>
          </p:cNvPr>
          <p:cNvCxnSpPr>
            <a:stCxn id="20" idx="0"/>
            <a:endCxn id="5" idx="2"/>
          </p:cNvCxnSpPr>
          <p:nvPr/>
        </p:nvCxnSpPr>
        <p:spPr>
          <a:xfrm rot="5400000" flipH="1" flipV="1">
            <a:off x="3256816" y="1508958"/>
            <a:ext cx="727189" cy="2120672"/>
          </a:xfrm>
          <a:prstGeom prst="curvedConnector3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4139EB-7ADF-5B03-FC32-57B67F992FD4}"/>
              </a:ext>
            </a:extLst>
          </p:cNvPr>
          <p:cNvCxnSpPr>
            <a:cxnSpLocks/>
          </p:cNvCxnSpPr>
          <p:nvPr/>
        </p:nvCxnSpPr>
        <p:spPr>
          <a:xfrm>
            <a:off x="3546282" y="4078006"/>
            <a:ext cx="3562184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461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B1D74-93DE-4CA9-7E2F-3F9DB8A4C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D0EF-7206-5880-AE22-CD00227DA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630" y="2733532"/>
            <a:ext cx="5253148" cy="542406"/>
          </a:xfrm>
          <a:solidFill>
            <a:schemeClr val="accent2"/>
          </a:solidFill>
          <a:effectLst/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chemeClr val="bg1"/>
                </a:solidFill>
              </a:rPr>
              <a:t>Data access Tier - database</a:t>
            </a:r>
          </a:p>
        </p:txBody>
      </p:sp>
    </p:spTree>
    <p:extLst>
      <p:ext uri="{BB962C8B-B14F-4D97-AF65-F5344CB8AC3E}">
        <p14:creationId xmlns:p14="http://schemas.microsoft.com/office/powerpoint/2010/main" val="1075809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AFFA5-0038-C74B-38F6-F37D42877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333" y="2972292"/>
            <a:ext cx="5260834" cy="605796"/>
          </a:xfrm>
          <a:solidFill>
            <a:srgbClr val="0070C0"/>
          </a:solidFill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chemeClr val="bg1"/>
                </a:solidFill>
              </a:rPr>
              <a:t>Microservice architecture</a:t>
            </a:r>
            <a:br>
              <a:rPr lang="en-AU" sz="2800" b="1" dirty="0">
                <a:solidFill>
                  <a:schemeClr val="bg1"/>
                </a:solidFill>
              </a:rPr>
            </a:br>
            <a:endParaRPr lang="en-AU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520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93EC2-E0FF-61C2-10FD-0000DB9C8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F57CA8-CD07-EFC3-0216-24AEA533AD70}"/>
              </a:ext>
            </a:extLst>
          </p:cNvPr>
          <p:cNvSpPr/>
          <p:nvPr/>
        </p:nvSpPr>
        <p:spPr>
          <a:xfrm>
            <a:off x="1183218" y="2146191"/>
            <a:ext cx="29659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Monolithic application</a:t>
            </a:r>
            <a:endParaRPr lang="en-AU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1F355D3-5816-9F92-9FA6-DA66172D3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6540" y="928561"/>
            <a:ext cx="7315200" cy="6858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Some concepts</a:t>
            </a:r>
            <a:endParaRPr lang="en-US" altLang="en-US" sz="24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05946E-DE42-8188-7E9B-E0802B1B1595}"/>
              </a:ext>
            </a:extLst>
          </p:cNvPr>
          <p:cNvSpPr/>
          <p:nvPr/>
        </p:nvSpPr>
        <p:spPr>
          <a:xfrm>
            <a:off x="1183217" y="2495741"/>
            <a:ext cx="55038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Mircoservice</a:t>
            </a:r>
            <a:r>
              <a:rPr lang="en-AU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 application – business domain</a:t>
            </a:r>
            <a:endParaRPr lang="en-AU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DB579F-AB97-E65A-7378-09AE5C3EE29E}"/>
              </a:ext>
            </a:extLst>
          </p:cNvPr>
          <p:cNvSpPr/>
          <p:nvPr/>
        </p:nvSpPr>
        <p:spPr>
          <a:xfrm>
            <a:off x="1183217" y="2847298"/>
            <a:ext cx="37624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Event driven application</a:t>
            </a:r>
            <a:endParaRPr lang="en-AU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54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2" name="Rectangle 30751">
            <a:extLst>
              <a:ext uri="{FF2B5EF4-FFF2-40B4-BE49-F238E27FC236}">
                <a16:creationId xmlns:a16="http://schemas.microsoft.com/office/drawing/2014/main" id="{104795A6-5029-B0A5-A939-8C7D4764CE16}"/>
              </a:ext>
            </a:extLst>
          </p:cNvPr>
          <p:cNvSpPr/>
          <p:nvPr/>
        </p:nvSpPr>
        <p:spPr>
          <a:xfrm>
            <a:off x="2445268" y="1683072"/>
            <a:ext cx="6286289" cy="39444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gular Pentagon 2"/>
          <p:cNvSpPr/>
          <p:nvPr/>
        </p:nvSpPr>
        <p:spPr>
          <a:xfrm flipH="1">
            <a:off x="5942628" y="2344713"/>
            <a:ext cx="563562" cy="501650"/>
          </a:xfrm>
          <a:prstGeom prst="pentagon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49" name="Regular Pentagon 48"/>
          <p:cNvSpPr/>
          <p:nvPr/>
        </p:nvSpPr>
        <p:spPr>
          <a:xfrm flipH="1">
            <a:off x="6000527" y="3519648"/>
            <a:ext cx="563562" cy="501650"/>
          </a:xfrm>
          <a:prstGeom prst="pentagon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9" name="Rounded Rectangle 28"/>
          <p:cNvSpPr/>
          <p:nvPr/>
        </p:nvSpPr>
        <p:spPr>
          <a:xfrm>
            <a:off x="2720321" y="2931371"/>
            <a:ext cx="1318833" cy="67945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0" name="Regular Pentagon 29"/>
          <p:cNvSpPr/>
          <p:nvPr/>
        </p:nvSpPr>
        <p:spPr>
          <a:xfrm flipH="1">
            <a:off x="6023546" y="4537753"/>
            <a:ext cx="563563" cy="501650"/>
          </a:xfrm>
          <a:prstGeom prst="pentagon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 flipV="1">
            <a:off x="4688846" y="2655283"/>
            <a:ext cx="1249753" cy="87699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</p:cNvCxnSpPr>
          <p:nvPr/>
        </p:nvCxnSpPr>
        <p:spPr>
          <a:xfrm>
            <a:off x="4808791" y="3774113"/>
            <a:ext cx="1028222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  <a:endCxn id="30" idx="5"/>
          </p:cNvCxnSpPr>
          <p:nvPr/>
        </p:nvCxnSpPr>
        <p:spPr>
          <a:xfrm>
            <a:off x="4773767" y="3985793"/>
            <a:ext cx="1249780" cy="7435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0286876" y="5161720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47" name="Rectangle 46"/>
          <p:cNvSpPr/>
          <p:nvPr/>
        </p:nvSpPr>
        <p:spPr>
          <a:xfrm>
            <a:off x="10146990" y="5262878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9" name="Elbow Connector 8"/>
          <p:cNvCxnSpPr>
            <a:cxnSpLocks/>
            <a:stCxn id="47" idx="1"/>
            <a:endCxn id="30" idx="3"/>
          </p:cNvCxnSpPr>
          <p:nvPr/>
        </p:nvCxnSpPr>
        <p:spPr>
          <a:xfrm rot="10800000">
            <a:off x="6305328" y="5039404"/>
            <a:ext cx="3841663" cy="32812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loud 45"/>
          <p:cNvSpPr/>
          <p:nvPr/>
        </p:nvSpPr>
        <p:spPr>
          <a:xfrm>
            <a:off x="8745131" y="5051798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/>
          <p:cNvSpPr/>
          <p:nvPr/>
        </p:nvSpPr>
        <p:spPr>
          <a:xfrm>
            <a:off x="10476844" y="6196057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0720" name="TextBox 30719"/>
          <p:cNvSpPr txBox="1"/>
          <p:nvPr/>
        </p:nvSpPr>
        <p:spPr>
          <a:xfrm>
            <a:off x="6328894" y="5045260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Customer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67242" y="4811275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checking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98179" y="6116036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3905" y="401491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Inventory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0540" y="2828659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Account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44486" y="3010512"/>
            <a:ext cx="1504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Order </a:t>
            </a:r>
          </a:p>
          <a:p>
            <a:pPr algn="ctr"/>
            <a:r>
              <a:rPr lang="en-AU" sz="1400" dirty="0"/>
              <a:t>management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77663" y="3171680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" name="Rounded Rectangle 36"/>
          <p:cNvSpPr/>
          <p:nvPr/>
        </p:nvSpPr>
        <p:spPr>
          <a:xfrm>
            <a:off x="10431644" y="1799556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9" name="Rectangle 38"/>
          <p:cNvSpPr/>
          <p:nvPr/>
        </p:nvSpPr>
        <p:spPr>
          <a:xfrm>
            <a:off x="10291758" y="1900714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10012010" y="1449111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card</a:t>
            </a:r>
          </a:p>
        </p:txBody>
      </p:sp>
      <p:cxnSp>
        <p:nvCxnSpPr>
          <p:cNvPr id="43" name="Elbow Connector 42"/>
          <p:cNvCxnSpPr>
            <a:cxnSpLocks/>
            <a:stCxn id="39" idx="1"/>
            <a:endCxn id="3" idx="0"/>
          </p:cNvCxnSpPr>
          <p:nvPr/>
        </p:nvCxnSpPr>
        <p:spPr>
          <a:xfrm rot="10800000" flipV="1">
            <a:off x="6224410" y="2005359"/>
            <a:ext cx="4067349" cy="339353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tle 1"/>
          <p:cNvSpPr>
            <a:spLocks noGrp="1"/>
          </p:cNvSpPr>
          <p:nvPr>
            <p:ph type="title"/>
          </p:nvPr>
        </p:nvSpPr>
        <p:spPr>
          <a:xfrm>
            <a:off x="1128894" y="476363"/>
            <a:ext cx="5225011" cy="540423"/>
          </a:xfrm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chemeClr val="accent2"/>
                </a:solidFill>
              </a:rPr>
              <a:t>Event driven architecture</a:t>
            </a:r>
            <a:br>
              <a:rPr lang="en-AU" sz="2800" b="1" dirty="0">
                <a:solidFill>
                  <a:schemeClr val="accent2"/>
                </a:solidFill>
              </a:rPr>
            </a:br>
            <a:endParaRPr lang="en-AU" sz="2800" b="1" dirty="0">
              <a:solidFill>
                <a:schemeClr val="accent2"/>
              </a:solidFill>
            </a:endParaRPr>
          </a:p>
        </p:txBody>
      </p:sp>
      <p:sp>
        <p:nvSpPr>
          <p:cNvPr id="40" name="Cloud 39"/>
          <p:cNvSpPr/>
          <p:nvPr/>
        </p:nvSpPr>
        <p:spPr>
          <a:xfrm>
            <a:off x="8900191" y="1693938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ounded Rectangle 28">
            <a:extLst>
              <a:ext uri="{FF2B5EF4-FFF2-40B4-BE49-F238E27FC236}">
                <a16:creationId xmlns:a16="http://schemas.microsoft.com/office/drawing/2014/main" id="{E48CC448-C338-D2A0-874D-0BC9C49507AC}"/>
              </a:ext>
            </a:extLst>
          </p:cNvPr>
          <p:cNvSpPr/>
          <p:nvPr/>
        </p:nvSpPr>
        <p:spPr>
          <a:xfrm>
            <a:off x="585227" y="3045019"/>
            <a:ext cx="1273707" cy="45215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7CC30529-479E-5229-3A95-D32A2675A8C6}"/>
              </a:ext>
            </a:extLst>
          </p:cNvPr>
          <p:cNvSpPr/>
          <p:nvPr/>
        </p:nvSpPr>
        <p:spPr>
          <a:xfrm>
            <a:off x="6808254" y="2445154"/>
            <a:ext cx="563563" cy="383504"/>
          </a:xfrm>
          <a:prstGeom prst="flowChartMagneticDisk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DEA26569-A6FC-F067-CD4E-6C8BA20B5D8F}"/>
              </a:ext>
            </a:extLst>
          </p:cNvPr>
          <p:cNvSpPr/>
          <p:nvPr/>
        </p:nvSpPr>
        <p:spPr>
          <a:xfrm>
            <a:off x="6928601" y="3631704"/>
            <a:ext cx="563563" cy="383504"/>
          </a:xfrm>
          <a:prstGeom prst="flowChartMagneticDisk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Flowchart: Magnetic Disk 14">
            <a:extLst>
              <a:ext uri="{FF2B5EF4-FFF2-40B4-BE49-F238E27FC236}">
                <a16:creationId xmlns:a16="http://schemas.microsoft.com/office/drawing/2014/main" id="{48CC0168-3EFF-903C-EEA0-89FB061A8B2E}"/>
              </a:ext>
            </a:extLst>
          </p:cNvPr>
          <p:cNvSpPr/>
          <p:nvPr/>
        </p:nvSpPr>
        <p:spPr>
          <a:xfrm>
            <a:off x="7033975" y="4668294"/>
            <a:ext cx="563563" cy="383504"/>
          </a:xfrm>
          <a:prstGeom prst="flowChartMagneticDisk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A07F032-B7DC-EDE1-1B7A-75D35C27D06B}"/>
              </a:ext>
            </a:extLst>
          </p:cNvPr>
          <p:cNvCxnSpPr>
            <a:cxnSpLocks/>
            <a:stCxn id="3" idx="1"/>
          </p:cNvCxnSpPr>
          <p:nvPr/>
        </p:nvCxnSpPr>
        <p:spPr>
          <a:xfrm>
            <a:off x="6506189" y="2536326"/>
            <a:ext cx="3020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211B86C-BE8C-5FD0-2504-3752C41D2E63}"/>
              </a:ext>
            </a:extLst>
          </p:cNvPr>
          <p:cNvCxnSpPr>
            <a:cxnSpLocks/>
            <a:stCxn id="49" idx="1"/>
          </p:cNvCxnSpPr>
          <p:nvPr/>
        </p:nvCxnSpPr>
        <p:spPr>
          <a:xfrm>
            <a:off x="6564088" y="3711261"/>
            <a:ext cx="4698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187C7DB-EC5D-78DD-2AA5-6626F3FDA9DA}"/>
              </a:ext>
            </a:extLst>
          </p:cNvPr>
          <p:cNvCxnSpPr>
            <a:cxnSpLocks/>
            <a:stCxn id="30" idx="1"/>
          </p:cNvCxnSpPr>
          <p:nvPr/>
        </p:nvCxnSpPr>
        <p:spPr>
          <a:xfrm>
            <a:off x="6587108" y="4729366"/>
            <a:ext cx="4468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8BF687F-884F-F552-565E-C09283E7A3FE}"/>
              </a:ext>
            </a:extLst>
          </p:cNvPr>
          <p:cNvSpPr txBox="1"/>
          <p:nvPr/>
        </p:nvSpPr>
        <p:spPr>
          <a:xfrm>
            <a:off x="607801" y="3008369"/>
            <a:ext cx="1315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Web </a:t>
            </a:r>
          </a:p>
          <a:p>
            <a:pPr algn="ctr"/>
            <a:r>
              <a:rPr lang="en-AU" sz="1400" dirty="0"/>
              <a:t>application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032DE07-BEE9-024E-9EF2-31982CEE12B4}"/>
              </a:ext>
            </a:extLst>
          </p:cNvPr>
          <p:cNvCxnSpPr>
            <a:cxnSpLocks/>
          </p:cNvCxnSpPr>
          <p:nvPr/>
        </p:nvCxnSpPr>
        <p:spPr>
          <a:xfrm>
            <a:off x="4603925" y="3648551"/>
            <a:ext cx="1698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21" name="Straight Connector 30720">
            <a:extLst>
              <a:ext uri="{FF2B5EF4-FFF2-40B4-BE49-F238E27FC236}">
                <a16:creationId xmlns:a16="http://schemas.microsoft.com/office/drawing/2014/main" id="{5F59B8AC-9396-23CE-AF1E-9B157926C54D}"/>
              </a:ext>
            </a:extLst>
          </p:cNvPr>
          <p:cNvCxnSpPr>
            <a:cxnSpLocks/>
          </p:cNvCxnSpPr>
          <p:nvPr/>
        </p:nvCxnSpPr>
        <p:spPr>
          <a:xfrm>
            <a:off x="4344136" y="3651606"/>
            <a:ext cx="1240" cy="3033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23" name="Straight Connector 30722">
            <a:extLst>
              <a:ext uri="{FF2B5EF4-FFF2-40B4-BE49-F238E27FC236}">
                <a16:creationId xmlns:a16="http://schemas.microsoft.com/office/drawing/2014/main" id="{B0F7A745-AFAD-EC44-B89D-3D3CAE7FBEAA}"/>
              </a:ext>
            </a:extLst>
          </p:cNvPr>
          <p:cNvCxnSpPr>
            <a:cxnSpLocks/>
          </p:cNvCxnSpPr>
          <p:nvPr/>
        </p:nvCxnSpPr>
        <p:spPr>
          <a:xfrm>
            <a:off x="4602685" y="3651606"/>
            <a:ext cx="1240" cy="3033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24" name="Straight Connector 30723">
            <a:extLst>
              <a:ext uri="{FF2B5EF4-FFF2-40B4-BE49-F238E27FC236}">
                <a16:creationId xmlns:a16="http://schemas.microsoft.com/office/drawing/2014/main" id="{13B6597A-5EF6-421D-BF6A-395A4734A3A2}"/>
              </a:ext>
            </a:extLst>
          </p:cNvPr>
          <p:cNvCxnSpPr>
            <a:cxnSpLocks/>
          </p:cNvCxnSpPr>
          <p:nvPr/>
        </p:nvCxnSpPr>
        <p:spPr>
          <a:xfrm>
            <a:off x="4337726" y="3955632"/>
            <a:ext cx="2633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26" name="Straight Connector 30725">
            <a:extLst>
              <a:ext uri="{FF2B5EF4-FFF2-40B4-BE49-F238E27FC236}">
                <a16:creationId xmlns:a16="http://schemas.microsoft.com/office/drawing/2014/main" id="{CAA38785-700C-924D-5A6D-28A101709031}"/>
              </a:ext>
            </a:extLst>
          </p:cNvPr>
          <p:cNvCxnSpPr>
            <a:cxnSpLocks/>
          </p:cNvCxnSpPr>
          <p:nvPr/>
        </p:nvCxnSpPr>
        <p:spPr>
          <a:xfrm>
            <a:off x="4344136" y="3743952"/>
            <a:ext cx="2621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1" name="Straight Connector 30730">
            <a:extLst>
              <a:ext uri="{FF2B5EF4-FFF2-40B4-BE49-F238E27FC236}">
                <a16:creationId xmlns:a16="http://schemas.microsoft.com/office/drawing/2014/main" id="{D1D5F9D9-7986-A898-6939-F6D9A141610E}"/>
              </a:ext>
            </a:extLst>
          </p:cNvPr>
          <p:cNvCxnSpPr>
            <a:cxnSpLocks/>
          </p:cNvCxnSpPr>
          <p:nvPr/>
        </p:nvCxnSpPr>
        <p:spPr>
          <a:xfrm>
            <a:off x="4326604" y="3847800"/>
            <a:ext cx="2621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4" name="Straight Connector 30733">
            <a:extLst>
              <a:ext uri="{FF2B5EF4-FFF2-40B4-BE49-F238E27FC236}">
                <a16:creationId xmlns:a16="http://schemas.microsoft.com/office/drawing/2014/main" id="{0323DF77-E2A2-729E-58EB-4734EE4C3E1A}"/>
              </a:ext>
            </a:extLst>
          </p:cNvPr>
          <p:cNvCxnSpPr>
            <a:cxnSpLocks/>
          </p:cNvCxnSpPr>
          <p:nvPr/>
        </p:nvCxnSpPr>
        <p:spPr>
          <a:xfrm>
            <a:off x="4149425" y="3655295"/>
            <a:ext cx="1698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5" name="Graphic 30744" descr="Line arrow: Clockwise curve with solid fill">
            <a:extLst>
              <a:ext uri="{FF2B5EF4-FFF2-40B4-BE49-F238E27FC236}">
                <a16:creationId xmlns:a16="http://schemas.microsoft.com/office/drawing/2014/main" id="{F1C7ACBB-9903-31DB-07E7-541D4AB69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363779">
            <a:off x="3947442" y="3198447"/>
            <a:ext cx="689205" cy="379383"/>
          </a:xfrm>
          <a:prstGeom prst="rect">
            <a:avLst/>
          </a:prstGeom>
        </p:spPr>
      </p:pic>
      <p:cxnSp>
        <p:nvCxnSpPr>
          <p:cNvPr id="30749" name="Straight Arrow Connector 30748">
            <a:extLst>
              <a:ext uri="{FF2B5EF4-FFF2-40B4-BE49-F238E27FC236}">
                <a16:creationId xmlns:a16="http://schemas.microsoft.com/office/drawing/2014/main" id="{BB527919-5ABC-57B7-F71A-3AA5468DB6B9}"/>
              </a:ext>
            </a:extLst>
          </p:cNvPr>
          <p:cNvCxnSpPr>
            <a:cxnSpLocks/>
          </p:cNvCxnSpPr>
          <p:nvPr/>
        </p:nvCxnSpPr>
        <p:spPr>
          <a:xfrm>
            <a:off x="1970882" y="3271096"/>
            <a:ext cx="440508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51" name="Flowchart: Magnetic Disk 12">
            <a:extLst>
              <a:ext uri="{FF2B5EF4-FFF2-40B4-BE49-F238E27FC236}">
                <a16:creationId xmlns:a16="http://schemas.microsoft.com/office/drawing/2014/main" id="{18996041-DBD6-27CE-D82F-7426D8D67D92}"/>
              </a:ext>
            </a:extLst>
          </p:cNvPr>
          <p:cNvSpPr/>
          <p:nvPr/>
        </p:nvSpPr>
        <p:spPr>
          <a:xfrm>
            <a:off x="3091719" y="3894317"/>
            <a:ext cx="563563" cy="383504"/>
          </a:xfrm>
          <a:prstGeom prst="flowChartMagneticDisk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4E28F0-57E6-8DC1-3782-D337FF6F0362}"/>
              </a:ext>
            </a:extLst>
          </p:cNvPr>
          <p:cNvSpPr/>
          <p:nvPr/>
        </p:nvSpPr>
        <p:spPr>
          <a:xfrm>
            <a:off x="5840697" y="2443108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450463-696F-4898-BA85-F5F30D4785BB}"/>
              </a:ext>
            </a:extLst>
          </p:cNvPr>
          <p:cNvSpPr/>
          <p:nvPr/>
        </p:nvSpPr>
        <p:spPr>
          <a:xfrm>
            <a:off x="5858275" y="364807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3B11FC-FB5C-CF9C-A9F1-8CCA0D1FCBF1}"/>
              </a:ext>
            </a:extLst>
          </p:cNvPr>
          <p:cNvSpPr/>
          <p:nvPr/>
        </p:nvSpPr>
        <p:spPr>
          <a:xfrm>
            <a:off x="5859961" y="4688349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87566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C24CC-7A84-81A1-9789-954B8926F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BF9CB-618A-D541-E484-0C2C81203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169" y="3056601"/>
            <a:ext cx="6451666" cy="577145"/>
          </a:xfrm>
          <a:solidFill>
            <a:schemeClr val="bg1"/>
          </a:solidFill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chemeClr val="accent2"/>
                </a:solidFill>
              </a:rPr>
              <a:t>Web application demo</a:t>
            </a:r>
            <a:br>
              <a:rPr lang="en-AU" sz="2800" b="1" dirty="0">
                <a:solidFill>
                  <a:schemeClr val="accent2"/>
                </a:solidFill>
              </a:rPr>
            </a:br>
            <a:endParaRPr lang="en-AU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402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90E8F-FAC7-F578-680F-DA0D9EBBA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0BFF-EB47-7FDB-4626-81F60C6E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169" y="3056601"/>
            <a:ext cx="4189520" cy="577145"/>
          </a:xfrm>
          <a:solidFill>
            <a:srgbClr val="0070C0"/>
          </a:solidFill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chemeClr val="bg1"/>
                </a:solidFill>
              </a:rPr>
              <a:t>Network protected</a:t>
            </a:r>
            <a:br>
              <a:rPr lang="en-AU" sz="2800" b="1" dirty="0">
                <a:solidFill>
                  <a:schemeClr val="bg1"/>
                </a:solidFill>
              </a:rPr>
            </a:br>
            <a:endParaRPr lang="en-AU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96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118C77-A30D-600D-71B9-5026F14CD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42C7872-976A-CE07-8021-962757D212EB}"/>
              </a:ext>
            </a:extLst>
          </p:cNvPr>
          <p:cNvSpPr/>
          <p:nvPr/>
        </p:nvSpPr>
        <p:spPr>
          <a:xfrm>
            <a:off x="7070250" y="1666182"/>
            <a:ext cx="1445468" cy="3959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CD237A-F0B8-7AE0-5804-EA076392D238}"/>
              </a:ext>
            </a:extLst>
          </p:cNvPr>
          <p:cNvSpPr/>
          <p:nvPr/>
        </p:nvSpPr>
        <p:spPr>
          <a:xfrm>
            <a:off x="4044891" y="1666182"/>
            <a:ext cx="2949875" cy="395901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BEB8B1-C7E1-9640-14CA-E312A6707AE3}"/>
              </a:ext>
            </a:extLst>
          </p:cNvPr>
          <p:cNvSpPr/>
          <p:nvPr/>
        </p:nvSpPr>
        <p:spPr>
          <a:xfrm>
            <a:off x="2771768" y="1684236"/>
            <a:ext cx="1220855" cy="39590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pic>
        <p:nvPicPr>
          <p:cNvPr id="30730" name="Picture 16">
            <a:extLst>
              <a:ext uri="{FF2B5EF4-FFF2-40B4-BE49-F238E27FC236}">
                <a16:creationId xmlns:a16="http://schemas.microsoft.com/office/drawing/2014/main" id="{EC6853D9-E23C-A571-F712-7854689B8A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219" y="3511582"/>
            <a:ext cx="438622" cy="43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gular Pentagon 2">
            <a:extLst>
              <a:ext uri="{FF2B5EF4-FFF2-40B4-BE49-F238E27FC236}">
                <a16:creationId xmlns:a16="http://schemas.microsoft.com/office/drawing/2014/main" id="{9BA9F225-5C58-5779-F949-EBB8EBE4B95B}"/>
              </a:ext>
            </a:extLst>
          </p:cNvPr>
          <p:cNvSpPr/>
          <p:nvPr/>
        </p:nvSpPr>
        <p:spPr>
          <a:xfrm flipH="1">
            <a:off x="5942628" y="2344713"/>
            <a:ext cx="563562" cy="501650"/>
          </a:xfrm>
          <a:prstGeom prst="pentagon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49" name="Regular Pentagon 48">
            <a:extLst>
              <a:ext uri="{FF2B5EF4-FFF2-40B4-BE49-F238E27FC236}">
                <a16:creationId xmlns:a16="http://schemas.microsoft.com/office/drawing/2014/main" id="{F719DE80-B0C5-BF41-0537-3F8EC14980DA}"/>
              </a:ext>
            </a:extLst>
          </p:cNvPr>
          <p:cNvSpPr/>
          <p:nvPr/>
        </p:nvSpPr>
        <p:spPr>
          <a:xfrm flipH="1">
            <a:off x="6000527" y="3519648"/>
            <a:ext cx="563562" cy="501650"/>
          </a:xfrm>
          <a:prstGeom prst="pentagon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AEEEC66-B63F-666D-1516-0930499BB2FD}"/>
              </a:ext>
            </a:extLst>
          </p:cNvPr>
          <p:cNvSpPr/>
          <p:nvPr/>
        </p:nvSpPr>
        <p:spPr>
          <a:xfrm>
            <a:off x="4368944" y="3402173"/>
            <a:ext cx="925513" cy="679450"/>
          </a:xfrm>
          <a:prstGeom prst="roundRect">
            <a:avLst/>
          </a:prstGeom>
          <a:solidFill>
            <a:schemeClr val="accent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0" name="Regular Pentagon 29">
            <a:extLst>
              <a:ext uri="{FF2B5EF4-FFF2-40B4-BE49-F238E27FC236}">
                <a16:creationId xmlns:a16="http://schemas.microsoft.com/office/drawing/2014/main" id="{9D88E8AC-9A42-A4DF-90CD-4A858D67B27D}"/>
              </a:ext>
            </a:extLst>
          </p:cNvPr>
          <p:cNvSpPr/>
          <p:nvPr/>
        </p:nvSpPr>
        <p:spPr>
          <a:xfrm flipH="1">
            <a:off x="6023546" y="4537753"/>
            <a:ext cx="563563" cy="501650"/>
          </a:xfrm>
          <a:prstGeom prst="pentagon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D5BACF0-0C53-BB1A-D728-1C95392C4D32}"/>
              </a:ext>
            </a:extLst>
          </p:cNvPr>
          <p:cNvCxnSpPr>
            <a:cxnSpLocks/>
            <a:stCxn id="29" idx="3"/>
            <a:endCxn id="51" idx="1"/>
          </p:cNvCxnSpPr>
          <p:nvPr/>
        </p:nvCxnSpPr>
        <p:spPr>
          <a:xfrm flipV="1">
            <a:off x="5294457" y="2555641"/>
            <a:ext cx="566184" cy="118625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BA700D7-10F9-4963-942E-3CF302E02CF8}"/>
              </a:ext>
            </a:extLst>
          </p:cNvPr>
          <p:cNvCxnSpPr>
            <a:stCxn id="29" idx="3"/>
            <a:endCxn id="50" idx="1"/>
          </p:cNvCxnSpPr>
          <p:nvPr/>
        </p:nvCxnSpPr>
        <p:spPr>
          <a:xfrm flipV="1">
            <a:off x="5294457" y="3724435"/>
            <a:ext cx="580135" cy="1746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EF35D7A-28C5-3EAF-EEAE-FFA3BBE6FB3D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5322089" y="3773845"/>
            <a:ext cx="561571" cy="99907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0" name="TextBox 1">
            <a:extLst>
              <a:ext uri="{FF2B5EF4-FFF2-40B4-BE49-F238E27FC236}">
                <a16:creationId xmlns:a16="http://schemas.microsoft.com/office/drawing/2014/main" id="{1CDE414A-B1BE-A402-9D06-42C4FE07F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9595" y="1683499"/>
            <a:ext cx="1858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1400" b="1" dirty="0">
                <a:solidFill>
                  <a:schemeClr val="tx1"/>
                </a:solidFill>
              </a:rPr>
              <a:t>Data Centre/Cloud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41079E0-BEB0-7DC4-F24A-94732AA78B3B}"/>
              </a:ext>
            </a:extLst>
          </p:cNvPr>
          <p:cNvSpPr/>
          <p:nvPr/>
        </p:nvSpPr>
        <p:spPr>
          <a:xfrm>
            <a:off x="10286876" y="5161720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856059-AFF9-12F3-CBB3-4BDA16BFD8E8}"/>
              </a:ext>
            </a:extLst>
          </p:cNvPr>
          <p:cNvSpPr/>
          <p:nvPr/>
        </p:nvSpPr>
        <p:spPr>
          <a:xfrm>
            <a:off x="10146990" y="5262878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CA14EFE-7E75-43A5-A7E0-EBC0E6A90F3E}"/>
              </a:ext>
            </a:extLst>
          </p:cNvPr>
          <p:cNvSpPr/>
          <p:nvPr/>
        </p:nvSpPr>
        <p:spPr>
          <a:xfrm>
            <a:off x="5883660" y="4668271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3C813E8-8C9F-4919-6876-CCEE9B02768B}"/>
              </a:ext>
            </a:extLst>
          </p:cNvPr>
          <p:cNvSpPr/>
          <p:nvPr/>
        </p:nvSpPr>
        <p:spPr>
          <a:xfrm>
            <a:off x="5874592" y="3619789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69874D-EACF-6B29-2E81-09092183839E}"/>
              </a:ext>
            </a:extLst>
          </p:cNvPr>
          <p:cNvSpPr/>
          <p:nvPr/>
        </p:nvSpPr>
        <p:spPr>
          <a:xfrm>
            <a:off x="5860641" y="245099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8F12D6DF-96EB-DECB-B384-959568A745F5}"/>
              </a:ext>
            </a:extLst>
          </p:cNvPr>
          <p:cNvCxnSpPr>
            <a:cxnSpLocks/>
            <a:stCxn id="47" idx="1"/>
            <a:endCxn id="30" idx="3"/>
          </p:cNvCxnSpPr>
          <p:nvPr/>
        </p:nvCxnSpPr>
        <p:spPr>
          <a:xfrm rot="10800000">
            <a:off x="6305328" y="5039404"/>
            <a:ext cx="3841663" cy="32812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loud 45">
            <a:extLst>
              <a:ext uri="{FF2B5EF4-FFF2-40B4-BE49-F238E27FC236}">
                <a16:creationId xmlns:a16="http://schemas.microsoft.com/office/drawing/2014/main" id="{47D646AE-00E5-3A3F-9B48-C938C65A267C}"/>
              </a:ext>
            </a:extLst>
          </p:cNvPr>
          <p:cNvSpPr/>
          <p:nvPr/>
        </p:nvSpPr>
        <p:spPr>
          <a:xfrm>
            <a:off x="8745131" y="5051798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B00B856D-3E57-52D7-D088-73865A490C74}"/>
              </a:ext>
            </a:extLst>
          </p:cNvPr>
          <p:cNvCxnSpPr>
            <a:stCxn id="30730" idx="3"/>
            <a:endCxn id="29" idx="1"/>
          </p:cNvCxnSpPr>
          <p:nvPr/>
        </p:nvCxnSpPr>
        <p:spPr>
          <a:xfrm>
            <a:off x="1542841" y="3730893"/>
            <a:ext cx="2826103" cy="1100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loud 1">
            <a:extLst>
              <a:ext uri="{FF2B5EF4-FFF2-40B4-BE49-F238E27FC236}">
                <a16:creationId xmlns:a16="http://schemas.microsoft.com/office/drawing/2014/main" id="{AE7580EA-A5A9-DF9D-34E1-95408D89B288}"/>
              </a:ext>
            </a:extLst>
          </p:cNvPr>
          <p:cNvSpPr/>
          <p:nvPr/>
        </p:nvSpPr>
        <p:spPr>
          <a:xfrm>
            <a:off x="1654106" y="3433837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E81D548-0E5B-B318-E391-2EA1EFB07A8A}"/>
              </a:ext>
            </a:extLst>
          </p:cNvPr>
          <p:cNvSpPr/>
          <p:nvPr/>
        </p:nvSpPr>
        <p:spPr>
          <a:xfrm>
            <a:off x="10476844" y="6196057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0720" name="TextBox 30719">
            <a:extLst>
              <a:ext uri="{FF2B5EF4-FFF2-40B4-BE49-F238E27FC236}">
                <a16:creationId xmlns:a16="http://schemas.microsoft.com/office/drawing/2014/main" id="{103558F1-E4BA-42C8-C879-2A09660BEA65}"/>
              </a:ext>
            </a:extLst>
          </p:cNvPr>
          <p:cNvSpPr txBox="1"/>
          <p:nvPr/>
        </p:nvSpPr>
        <p:spPr>
          <a:xfrm>
            <a:off x="6328894" y="5045260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Customer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7EB5E-4885-3AE0-54A9-C25F25A85AA8}"/>
              </a:ext>
            </a:extLst>
          </p:cNvPr>
          <p:cNvSpPr txBox="1"/>
          <p:nvPr/>
        </p:nvSpPr>
        <p:spPr>
          <a:xfrm>
            <a:off x="9867242" y="4811275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checking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D7B124-E8D3-98FF-E4AE-65C61BA72309}"/>
              </a:ext>
            </a:extLst>
          </p:cNvPr>
          <p:cNvSpPr txBox="1"/>
          <p:nvPr/>
        </p:nvSpPr>
        <p:spPr>
          <a:xfrm>
            <a:off x="10798179" y="6116036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API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5BD034-B05A-721A-1488-58EFF6341382}"/>
              </a:ext>
            </a:extLst>
          </p:cNvPr>
          <p:cNvSpPr txBox="1"/>
          <p:nvPr/>
        </p:nvSpPr>
        <p:spPr>
          <a:xfrm>
            <a:off x="6353905" y="401491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Inventory management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BF8224-6430-2492-44D5-2260485A8A4F}"/>
              </a:ext>
            </a:extLst>
          </p:cNvPr>
          <p:cNvSpPr txBox="1"/>
          <p:nvPr/>
        </p:nvSpPr>
        <p:spPr>
          <a:xfrm>
            <a:off x="6270540" y="2828659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Account management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FC2711-D3B1-F826-9ED8-5D7AE1C129B6}"/>
              </a:ext>
            </a:extLst>
          </p:cNvPr>
          <p:cNvSpPr txBox="1"/>
          <p:nvPr/>
        </p:nvSpPr>
        <p:spPr>
          <a:xfrm>
            <a:off x="3880651" y="406098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Order management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C7176A1-1AB5-DB39-7B31-2DF519E1FC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90" y="3494944"/>
            <a:ext cx="570610" cy="538683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5F52B0AE-B8F5-C47A-F23C-EF13C2666215}"/>
              </a:ext>
            </a:extLst>
          </p:cNvPr>
          <p:cNvSpPr/>
          <p:nvPr/>
        </p:nvSpPr>
        <p:spPr>
          <a:xfrm>
            <a:off x="4268882" y="3669200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1F34CF7-D9E7-2CF6-D567-6690819BD39B}"/>
              </a:ext>
            </a:extLst>
          </p:cNvPr>
          <p:cNvSpPr/>
          <p:nvPr/>
        </p:nvSpPr>
        <p:spPr>
          <a:xfrm>
            <a:off x="10431644" y="1799556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6C8138-6C10-AE7B-7A16-A5D56544EAA7}"/>
              </a:ext>
            </a:extLst>
          </p:cNvPr>
          <p:cNvSpPr/>
          <p:nvPr/>
        </p:nvSpPr>
        <p:spPr>
          <a:xfrm>
            <a:off x="10291758" y="1900714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546ABF-F0A2-A502-C0EE-4D8FB8231E67}"/>
              </a:ext>
            </a:extLst>
          </p:cNvPr>
          <p:cNvSpPr txBox="1"/>
          <p:nvPr/>
        </p:nvSpPr>
        <p:spPr>
          <a:xfrm>
            <a:off x="10012010" y="1449111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card</a:t>
            </a: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BA99C8C6-3D1F-CA75-386D-12CF1CDC45F4}"/>
              </a:ext>
            </a:extLst>
          </p:cNvPr>
          <p:cNvCxnSpPr>
            <a:cxnSpLocks/>
            <a:stCxn id="39" idx="1"/>
            <a:endCxn id="3" idx="0"/>
          </p:cNvCxnSpPr>
          <p:nvPr/>
        </p:nvCxnSpPr>
        <p:spPr>
          <a:xfrm rot="10800000" flipV="1">
            <a:off x="6224410" y="2005359"/>
            <a:ext cx="4067349" cy="339353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tle 1">
            <a:extLst>
              <a:ext uri="{FF2B5EF4-FFF2-40B4-BE49-F238E27FC236}">
                <a16:creationId xmlns:a16="http://schemas.microsoft.com/office/drawing/2014/main" id="{502DA91D-3112-944B-1A3D-C8F5E15C9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894" y="476363"/>
            <a:ext cx="5225012" cy="540423"/>
          </a:xfrm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chemeClr val="accent2"/>
                </a:solidFill>
              </a:rPr>
              <a:t>Real World Applications</a:t>
            </a:r>
            <a:br>
              <a:rPr lang="en-AU" sz="2800" b="1" dirty="0">
                <a:solidFill>
                  <a:schemeClr val="accent2"/>
                </a:solidFill>
              </a:rPr>
            </a:br>
            <a:endParaRPr lang="en-AU" sz="2800" b="1" dirty="0">
              <a:solidFill>
                <a:schemeClr val="accent2"/>
              </a:solidFill>
            </a:endParaRPr>
          </a:p>
        </p:txBody>
      </p:sp>
      <p:sp>
        <p:nvSpPr>
          <p:cNvPr id="40" name="Cloud 39">
            <a:extLst>
              <a:ext uri="{FF2B5EF4-FFF2-40B4-BE49-F238E27FC236}">
                <a16:creationId xmlns:a16="http://schemas.microsoft.com/office/drawing/2014/main" id="{A482FC9A-C9E6-E609-7114-EBB0F526EB9F}"/>
              </a:ext>
            </a:extLst>
          </p:cNvPr>
          <p:cNvSpPr/>
          <p:nvPr/>
        </p:nvSpPr>
        <p:spPr>
          <a:xfrm>
            <a:off x="8897531" y="1774861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ounded Rectangle 28">
            <a:extLst>
              <a:ext uri="{FF2B5EF4-FFF2-40B4-BE49-F238E27FC236}">
                <a16:creationId xmlns:a16="http://schemas.microsoft.com/office/drawing/2014/main" id="{F03A7C54-46E1-229A-420A-24C0D6299F8C}"/>
              </a:ext>
            </a:extLst>
          </p:cNvPr>
          <p:cNvSpPr/>
          <p:nvPr/>
        </p:nvSpPr>
        <p:spPr>
          <a:xfrm>
            <a:off x="3136064" y="3414617"/>
            <a:ext cx="518913" cy="679450"/>
          </a:xfrm>
          <a:prstGeom prst="roundRect">
            <a:avLst/>
          </a:prstGeom>
          <a:solidFill>
            <a:schemeClr val="accent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8A96A7-38C7-EAD1-BD0B-B2FE0826E97B}"/>
              </a:ext>
            </a:extLst>
          </p:cNvPr>
          <p:cNvCxnSpPr>
            <a:cxnSpLocks/>
          </p:cNvCxnSpPr>
          <p:nvPr/>
        </p:nvCxnSpPr>
        <p:spPr>
          <a:xfrm>
            <a:off x="3978671" y="1635429"/>
            <a:ext cx="0" cy="4183479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00C732-B31D-4254-959C-6273CE74FB5E}"/>
              </a:ext>
            </a:extLst>
          </p:cNvPr>
          <p:cNvCxnSpPr>
            <a:cxnSpLocks/>
          </p:cNvCxnSpPr>
          <p:nvPr/>
        </p:nvCxnSpPr>
        <p:spPr>
          <a:xfrm>
            <a:off x="7028659" y="1667600"/>
            <a:ext cx="0" cy="4151308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9EB4EB7F-B142-E49F-0FBA-EC55C4E4943A}"/>
              </a:ext>
            </a:extLst>
          </p:cNvPr>
          <p:cNvSpPr/>
          <p:nvPr/>
        </p:nvSpPr>
        <p:spPr>
          <a:xfrm>
            <a:off x="7621056" y="2445554"/>
            <a:ext cx="563563" cy="383504"/>
          </a:xfrm>
          <a:prstGeom prst="flowChartMagneticDisk">
            <a:avLst/>
          </a:prstGeom>
          <a:solidFill>
            <a:schemeClr val="accent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F750F343-C013-6E33-A5A9-A306CBE90F8B}"/>
              </a:ext>
            </a:extLst>
          </p:cNvPr>
          <p:cNvSpPr/>
          <p:nvPr/>
        </p:nvSpPr>
        <p:spPr>
          <a:xfrm>
            <a:off x="7621056" y="3641561"/>
            <a:ext cx="563563" cy="383504"/>
          </a:xfrm>
          <a:prstGeom prst="flowChartMagneticDisk">
            <a:avLst/>
          </a:prstGeom>
          <a:solidFill>
            <a:schemeClr val="accent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Flowchart: Magnetic Disk 14">
            <a:extLst>
              <a:ext uri="{FF2B5EF4-FFF2-40B4-BE49-F238E27FC236}">
                <a16:creationId xmlns:a16="http://schemas.microsoft.com/office/drawing/2014/main" id="{E6E67490-73F7-C76F-E513-FE149F6A55BB}"/>
              </a:ext>
            </a:extLst>
          </p:cNvPr>
          <p:cNvSpPr/>
          <p:nvPr/>
        </p:nvSpPr>
        <p:spPr>
          <a:xfrm>
            <a:off x="7673884" y="4655407"/>
            <a:ext cx="563563" cy="383504"/>
          </a:xfrm>
          <a:prstGeom prst="flowChartMagneticDisk">
            <a:avLst/>
          </a:prstGeom>
          <a:solidFill>
            <a:schemeClr val="accent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D2EEB96-419E-1389-5826-C746EC31EC48}"/>
              </a:ext>
            </a:extLst>
          </p:cNvPr>
          <p:cNvCxnSpPr>
            <a:cxnSpLocks/>
            <a:stCxn id="3" idx="1"/>
          </p:cNvCxnSpPr>
          <p:nvPr/>
        </p:nvCxnSpPr>
        <p:spPr>
          <a:xfrm>
            <a:off x="6506189" y="2536326"/>
            <a:ext cx="11676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D8CBD3-C27E-A201-A76C-48E9BF3A6C01}"/>
              </a:ext>
            </a:extLst>
          </p:cNvPr>
          <p:cNvCxnSpPr>
            <a:cxnSpLocks/>
            <a:stCxn id="49" idx="1"/>
          </p:cNvCxnSpPr>
          <p:nvPr/>
        </p:nvCxnSpPr>
        <p:spPr>
          <a:xfrm>
            <a:off x="6564088" y="3711261"/>
            <a:ext cx="11097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11479E-8649-4081-1C11-788D4403653D}"/>
              </a:ext>
            </a:extLst>
          </p:cNvPr>
          <p:cNvCxnSpPr>
            <a:cxnSpLocks/>
            <a:stCxn id="30" idx="1"/>
          </p:cNvCxnSpPr>
          <p:nvPr/>
        </p:nvCxnSpPr>
        <p:spPr>
          <a:xfrm>
            <a:off x="6587108" y="4729366"/>
            <a:ext cx="10867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25F8C99A-2855-F21C-1238-841AE1B64789}"/>
              </a:ext>
            </a:extLst>
          </p:cNvPr>
          <p:cNvSpPr/>
          <p:nvPr/>
        </p:nvSpPr>
        <p:spPr>
          <a:xfrm>
            <a:off x="6234018" y="6167066"/>
            <a:ext cx="1128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1" dirty="0">
                <a:solidFill>
                  <a:srgbClr val="1D3B8F"/>
                </a:solidFill>
              </a:rPr>
              <a:t>Fire Wall</a:t>
            </a:r>
          </a:p>
        </p:txBody>
      </p: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8DD231C4-9F42-7BD9-C3B1-CAB973B08C05}"/>
              </a:ext>
            </a:extLst>
          </p:cNvPr>
          <p:cNvCxnSpPr>
            <a:cxnSpLocks/>
          </p:cNvCxnSpPr>
          <p:nvPr/>
        </p:nvCxnSpPr>
        <p:spPr>
          <a:xfrm>
            <a:off x="4044527" y="5553851"/>
            <a:ext cx="2260800" cy="79788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1A82233A-D638-8996-7992-212DD4A130AA}"/>
              </a:ext>
            </a:extLst>
          </p:cNvPr>
          <p:cNvCxnSpPr>
            <a:cxnSpLocks/>
            <a:endCxn id="55" idx="3"/>
          </p:cNvCxnSpPr>
          <p:nvPr/>
        </p:nvCxnSpPr>
        <p:spPr>
          <a:xfrm rot="10800000" flipV="1">
            <a:off x="7362158" y="5625200"/>
            <a:ext cx="1191024" cy="749295"/>
          </a:xfrm>
          <a:prstGeom prst="curvedConnector3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0B8EC5-73A6-56CF-D642-1BE6C23F8A35}"/>
              </a:ext>
            </a:extLst>
          </p:cNvPr>
          <p:cNvCxnSpPr>
            <a:cxnSpLocks/>
          </p:cNvCxnSpPr>
          <p:nvPr/>
        </p:nvCxnSpPr>
        <p:spPr>
          <a:xfrm>
            <a:off x="2771768" y="1635429"/>
            <a:ext cx="0" cy="4183479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8E008C-18D4-5057-F540-2787C9C75203}"/>
              </a:ext>
            </a:extLst>
          </p:cNvPr>
          <p:cNvCxnSpPr>
            <a:cxnSpLocks/>
          </p:cNvCxnSpPr>
          <p:nvPr/>
        </p:nvCxnSpPr>
        <p:spPr>
          <a:xfrm>
            <a:off x="8549613" y="1614262"/>
            <a:ext cx="0" cy="4204646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6C8F434-F803-EB37-A77F-59EC12EC0F06}"/>
              </a:ext>
            </a:extLst>
          </p:cNvPr>
          <p:cNvSpPr txBox="1"/>
          <p:nvPr/>
        </p:nvSpPr>
        <p:spPr>
          <a:xfrm>
            <a:off x="2588311" y="3097825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Web application</a:t>
            </a:r>
          </a:p>
        </p:txBody>
      </p:sp>
      <p:sp>
        <p:nvSpPr>
          <p:cNvPr id="18" name="Rounded Rectangle 28">
            <a:extLst>
              <a:ext uri="{FF2B5EF4-FFF2-40B4-BE49-F238E27FC236}">
                <a16:creationId xmlns:a16="http://schemas.microsoft.com/office/drawing/2014/main" id="{8F10745C-CE6C-F2CB-111B-E2337BD62473}"/>
              </a:ext>
            </a:extLst>
          </p:cNvPr>
          <p:cNvSpPr/>
          <p:nvPr/>
        </p:nvSpPr>
        <p:spPr>
          <a:xfrm>
            <a:off x="3125631" y="1937421"/>
            <a:ext cx="518913" cy="1029103"/>
          </a:xfrm>
          <a:prstGeom prst="roundRect">
            <a:avLst/>
          </a:prstGeom>
          <a:solidFill>
            <a:schemeClr val="accent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E946C5-6A24-6BC3-8B33-DE44BEADE8C1}"/>
              </a:ext>
            </a:extLst>
          </p:cNvPr>
          <p:cNvSpPr/>
          <p:nvPr/>
        </p:nvSpPr>
        <p:spPr>
          <a:xfrm>
            <a:off x="3018659" y="2143626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92A9BB-A6DD-3FE9-0011-3B5126482C0E}"/>
              </a:ext>
            </a:extLst>
          </p:cNvPr>
          <p:cNvSpPr/>
          <p:nvPr/>
        </p:nvSpPr>
        <p:spPr>
          <a:xfrm>
            <a:off x="3018658" y="2511847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D4A4BAFC-F96A-F8B8-B4AF-55F0B8C31166}"/>
              </a:ext>
            </a:extLst>
          </p:cNvPr>
          <p:cNvSpPr/>
          <p:nvPr/>
        </p:nvSpPr>
        <p:spPr>
          <a:xfrm>
            <a:off x="495295" y="1658242"/>
            <a:ext cx="1471020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sz="1200" dirty="0">
                <a:solidFill>
                  <a:schemeClr val="tx1"/>
                </a:solidFill>
              </a:rPr>
              <a:t>Trading partner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2807FAD-A678-8363-5F4A-56EFF214A9AD}"/>
              </a:ext>
            </a:extLst>
          </p:cNvPr>
          <p:cNvCxnSpPr>
            <a:cxnSpLocks/>
            <a:stCxn id="54" idx="3"/>
            <a:endCxn id="21" idx="1"/>
          </p:cNvCxnSpPr>
          <p:nvPr/>
        </p:nvCxnSpPr>
        <p:spPr>
          <a:xfrm>
            <a:off x="1966315" y="1850717"/>
            <a:ext cx="1052344" cy="39755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BA3230E-62B4-3B45-FB8C-38B4F9F788AB}"/>
              </a:ext>
            </a:extLst>
          </p:cNvPr>
          <p:cNvSpPr/>
          <p:nvPr/>
        </p:nvSpPr>
        <p:spPr>
          <a:xfrm>
            <a:off x="5352028" y="834339"/>
            <a:ext cx="35569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1" dirty="0">
                <a:solidFill>
                  <a:srgbClr val="1D3B8F"/>
                </a:solidFill>
              </a:rPr>
              <a:t>Network – security zone</a:t>
            </a:r>
          </a:p>
        </p:txBody>
      </p:sp>
      <p:cxnSp>
        <p:nvCxnSpPr>
          <p:cNvPr id="27" name="Connector: Curved 57">
            <a:extLst>
              <a:ext uri="{FF2B5EF4-FFF2-40B4-BE49-F238E27FC236}">
                <a16:creationId xmlns:a16="http://schemas.microsoft.com/office/drawing/2014/main" id="{89815034-61A2-57AE-68D1-5878BB40957D}"/>
              </a:ext>
            </a:extLst>
          </p:cNvPr>
          <p:cNvCxnSpPr>
            <a:cxnSpLocks/>
            <a:stCxn id="16" idx="0"/>
            <a:endCxn id="26" idx="2"/>
          </p:cNvCxnSpPr>
          <p:nvPr/>
        </p:nvCxnSpPr>
        <p:spPr>
          <a:xfrm rot="5400000" flipH="1" flipV="1">
            <a:off x="6093907" y="629594"/>
            <a:ext cx="462511" cy="1610667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22" name="Connector: Curved 57">
            <a:extLst>
              <a:ext uri="{FF2B5EF4-FFF2-40B4-BE49-F238E27FC236}">
                <a16:creationId xmlns:a16="http://schemas.microsoft.com/office/drawing/2014/main" id="{6FEC9D45-9F19-937C-682A-119EA321F95E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2771768" y="5625200"/>
            <a:ext cx="3462250" cy="726532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29" name="Connector: Curved 57">
            <a:extLst>
              <a:ext uri="{FF2B5EF4-FFF2-40B4-BE49-F238E27FC236}">
                <a16:creationId xmlns:a16="http://schemas.microsoft.com/office/drawing/2014/main" id="{DAD455F3-B7C4-748E-B7C5-943285CB910D}"/>
              </a:ext>
            </a:extLst>
          </p:cNvPr>
          <p:cNvCxnSpPr>
            <a:cxnSpLocks/>
            <a:stCxn id="17" idx="0"/>
            <a:endCxn id="26" idx="2"/>
          </p:cNvCxnSpPr>
          <p:nvPr/>
        </p:nvCxnSpPr>
        <p:spPr>
          <a:xfrm rot="16200000" flipV="1">
            <a:off x="7230485" y="1103683"/>
            <a:ext cx="462511" cy="662488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5" name="Connector: Curved 57">
            <a:extLst>
              <a:ext uri="{FF2B5EF4-FFF2-40B4-BE49-F238E27FC236}">
                <a16:creationId xmlns:a16="http://schemas.microsoft.com/office/drawing/2014/main" id="{EB3060DF-4DE8-E295-FBBE-7151DF0D7955}"/>
              </a:ext>
            </a:extLst>
          </p:cNvPr>
          <p:cNvCxnSpPr>
            <a:cxnSpLocks/>
            <a:stCxn id="28" idx="0"/>
            <a:endCxn id="26" idx="2"/>
          </p:cNvCxnSpPr>
          <p:nvPr/>
        </p:nvCxnSpPr>
        <p:spPr>
          <a:xfrm rot="5400000" flipH="1" flipV="1">
            <a:off x="5016064" y="-430196"/>
            <a:ext cx="480565" cy="374830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819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5DDE20-CCCD-A105-9B0C-BF976E2C2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A2EFA98-FA38-DF68-9A86-661050761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846" y="1160175"/>
            <a:ext cx="3403349" cy="540423"/>
          </a:xfrm>
          <a:effectLst/>
        </p:spPr>
        <p:txBody>
          <a:bodyPr>
            <a:noAutofit/>
          </a:bodyPr>
          <a:lstStyle/>
          <a:p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Firewall basic</a:t>
            </a:r>
            <a:br>
              <a:rPr lang="en-AU" sz="2800" b="1" dirty="0">
                <a:solidFill>
                  <a:schemeClr val="accent2"/>
                </a:solidFill>
              </a:rPr>
            </a:br>
            <a:endParaRPr lang="en-AU" sz="2800" b="1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C6053-7DCB-05A2-BD5A-76DBC9BC0764}"/>
              </a:ext>
            </a:extLst>
          </p:cNvPr>
          <p:cNvSpPr txBox="1"/>
          <p:nvPr/>
        </p:nvSpPr>
        <p:spPr>
          <a:xfrm>
            <a:off x="1136846" y="1972659"/>
            <a:ext cx="51289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Acts as gatekeeper and traditionally inspect the 5-tuple: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58F610-DFE0-7082-9829-BF20C66F3275}"/>
              </a:ext>
            </a:extLst>
          </p:cNvPr>
          <p:cNvSpPr txBox="1"/>
          <p:nvPr/>
        </p:nvSpPr>
        <p:spPr>
          <a:xfrm>
            <a:off x="1136846" y="2532192"/>
            <a:ext cx="3872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/>
              <a:t>Source IP address/port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EE813C-0471-384F-3354-A5E44E05E218}"/>
              </a:ext>
            </a:extLst>
          </p:cNvPr>
          <p:cNvSpPr txBox="1"/>
          <p:nvPr/>
        </p:nvSpPr>
        <p:spPr>
          <a:xfrm>
            <a:off x="1136846" y="2839969"/>
            <a:ext cx="3872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/>
              <a:t>Destination IP address/port number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E3800-07C2-4ED8-9D44-54A4BE639CCD}"/>
              </a:ext>
            </a:extLst>
          </p:cNvPr>
          <p:cNvSpPr txBox="1"/>
          <p:nvPr/>
        </p:nvSpPr>
        <p:spPr>
          <a:xfrm>
            <a:off x="1136846" y="3186170"/>
            <a:ext cx="3347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/>
              <a:t>Protocol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DB5E5F-2384-C0DC-CF28-D5F3B11B5620}"/>
              </a:ext>
            </a:extLst>
          </p:cNvPr>
          <p:cNvSpPr txBox="1"/>
          <p:nvPr/>
        </p:nvSpPr>
        <p:spPr>
          <a:xfrm>
            <a:off x="1136846" y="3556366"/>
            <a:ext cx="6822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/>
              <a:t>Filter can filter on outgoing and incoming traffic of a network zone.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28E60-C7F8-53A5-83BE-E4F25DC7D49A}"/>
              </a:ext>
            </a:extLst>
          </p:cNvPr>
          <p:cNvSpPr txBox="1"/>
          <p:nvPr/>
        </p:nvSpPr>
        <p:spPr>
          <a:xfrm>
            <a:off x="1128989" y="3968942"/>
            <a:ext cx="7657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/>
              <a:t>Default deny policy – if no firewall rule exists., the communication is rejected</a:t>
            </a:r>
          </a:p>
        </p:txBody>
      </p:sp>
    </p:spTree>
    <p:extLst>
      <p:ext uri="{BB962C8B-B14F-4D97-AF65-F5344CB8AC3E}">
        <p14:creationId xmlns:p14="http://schemas.microsoft.com/office/powerpoint/2010/main" val="2038485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183546"/>
            <a:ext cx="2350407" cy="166748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463675" y="2409164"/>
            <a:ext cx="9031514" cy="2031999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Mail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Linkedin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Web Chat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Phone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736241" y="1830644"/>
            <a:ext cx="31126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600" b="1" i="1" dirty="0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600" dirty="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1463675" y="1757364"/>
            <a:ext cx="17956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3200" b="1" dirty="0">
                <a:solidFill>
                  <a:srgbClr val="00B0F0"/>
                </a:solidFill>
              </a:rPr>
              <a:t>Contact</a:t>
            </a:r>
            <a:endParaRPr lang="en-AU" altLang="en-US" sz="3200" dirty="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1" y="4259716"/>
            <a:ext cx="1992314" cy="2509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8358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28335</TotalTime>
  <Words>364</Words>
  <Application>Microsoft Macintosh PowerPoint</Application>
  <PresentationFormat>Widescreen</PresentationFormat>
  <Paragraphs>110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 Black</vt:lpstr>
      <vt:lpstr>Calibri</vt:lpstr>
      <vt:lpstr>Century Gothic</vt:lpstr>
      <vt:lpstr>Wingdings 3</vt:lpstr>
      <vt:lpstr>幼圆</vt:lpstr>
      <vt:lpstr>Wisp</vt:lpstr>
      <vt:lpstr>Funny Gorilla诙猩猩-IT培训</vt:lpstr>
      <vt:lpstr>Learning Objectives   </vt:lpstr>
      <vt:lpstr>Web Application Architecture</vt:lpstr>
      <vt:lpstr>PowerPoint Presentation</vt:lpstr>
      <vt:lpstr>Some concepts</vt:lpstr>
      <vt:lpstr>How 3 tiers work</vt:lpstr>
      <vt:lpstr>Web Tier</vt:lpstr>
      <vt:lpstr>Web Tier</vt:lpstr>
      <vt:lpstr>Business Tier</vt:lpstr>
      <vt:lpstr>Business application</vt:lpstr>
      <vt:lpstr>Interface/API – a channel to provide service</vt:lpstr>
      <vt:lpstr>Data access Tier - database</vt:lpstr>
      <vt:lpstr>Microservice architecture </vt:lpstr>
      <vt:lpstr>Some concepts</vt:lpstr>
      <vt:lpstr>Event driven architecture </vt:lpstr>
      <vt:lpstr>Web application demo </vt:lpstr>
      <vt:lpstr>Network protected </vt:lpstr>
      <vt:lpstr>Real World Applications </vt:lpstr>
      <vt:lpstr>Firewall basic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991</cp:revision>
  <dcterms:created xsi:type="dcterms:W3CDTF">2020-08-03T09:43:10Z</dcterms:created>
  <dcterms:modified xsi:type="dcterms:W3CDTF">2025-06-23T09:43:00Z</dcterms:modified>
</cp:coreProperties>
</file>