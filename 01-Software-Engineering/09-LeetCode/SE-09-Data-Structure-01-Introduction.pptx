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315" r:id="rId2"/>
    <p:sldId id="309" r:id="rId3"/>
    <p:sldId id="358" r:id="rId4"/>
    <p:sldId id="383" r:id="rId5"/>
    <p:sldId id="377" r:id="rId6"/>
    <p:sldId id="389" r:id="rId7"/>
    <p:sldId id="362" r:id="rId8"/>
    <p:sldId id="363" r:id="rId9"/>
    <p:sldId id="393" r:id="rId10"/>
    <p:sldId id="387" r:id="rId11"/>
    <p:sldId id="379" r:id="rId12"/>
    <p:sldId id="386" r:id="rId13"/>
    <p:sldId id="359" r:id="rId14"/>
    <p:sldId id="390" r:id="rId15"/>
    <p:sldId id="391" r:id="rId16"/>
    <p:sldId id="374" r:id="rId17"/>
    <p:sldId id="392" r:id="rId18"/>
    <p:sldId id="360" r:id="rId19"/>
    <p:sldId id="35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15"/>
          </p14:sldIdLst>
        </p14:section>
        <p14:section name="Untitled Section" id="{96B2A4F6-E483-46D3-B718-858E0B0CB8CB}">
          <p14:sldIdLst>
            <p14:sldId id="309"/>
            <p14:sldId id="358"/>
            <p14:sldId id="383"/>
            <p14:sldId id="377"/>
            <p14:sldId id="389"/>
            <p14:sldId id="362"/>
            <p14:sldId id="363"/>
            <p14:sldId id="393"/>
            <p14:sldId id="387"/>
            <p14:sldId id="379"/>
            <p14:sldId id="386"/>
            <p14:sldId id="359"/>
            <p14:sldId id="390"/>
            <p14:sldId id="391"/>
            <p14:sldId id="374"/>
            <p14:sldId id="392"/>
            <p14:sldId id="360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AB31F4-A213-4ED4-ADCA-3AAC589D421A}" v="1" dt="2024-01-17T23:15:32.0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05"/>
    <p:restoredTop sz="93485" autoAdjust="0"/>
  </p:normalViewPr>
  <p:slideViewPr>
    <p:cSldViewPr snapToGrid="0">
      <p:cViewPr>
        <p:scale>
          <a:sx n="167" d="100"/>
          <a:sy n="167" d="100"/>
        </p:scale>
        <p:origin x="104" y="-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5316EDB-BD30-4FB8-8903-7FFCC74F1587}"/>
    <pc:docChg chg="undo custSel addSld delSld modSld sldOrd modSection">
      <pc:chgData name="Songqing Gu" userId="c4d8cb49210192e2" providerId="LiveId" clId="{C5316EDB-BD30-4FB8-8903-7FFCC74F1587}" dt="2023-06-14T22:27:59.990" v="706" actId="1076"/>
      <pc:docMkLst>
        <pc:docMk/>
      </pc:docMkLst>
      <pc:sldChg chg="modSp del mod">
        <pc:chgData name="Songqing Gu" userId="c4d8cb49210192e2" providerId="LiveId" clId="{C5316EDB-BD30-4FB8-8903-7FFCC74F1587}" dt="2023-06-14T20:50:23.989" v="556" actId="2696"/>
        <pc:sldMkLst>
          <pc:docMk/>
          <pc:sldMk cId="3813058601" sldId="256"/>
        </pc:sldMkLst>
        <pc:spChg chg="mod">
          <ac:chgData name="Songqing Gu" userId="c4d8cb49210192e2" providerId="LiveId" clId="{C5316EDB-BD30-4FB8-8903-7FFCC74F1587}" dt="2023-06-14T20:43:30.199" v="547" actId="14861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4T22:02:43.147" v="702" actId="2696"/>
        <pc:sldMkLst>
          <pc:docMk/>
          <pc:sldMk cId="3113703618" sldId="261"/>
        </pc:sldMkLst>
      </pc:sldChg>
      <pc:sldChg chg="del">
        <pc:chgData name="Songqing Gu" userId="c4d8cb49210192e2" providerId="LiveId" clId="{C5316EDB-BD30-4FB8-8903-7FFCC74F1587}" dt="2023-06-14T21:36:27.982" v="639" actId="47"/>
        <pc:sldMkLst>
          <pc:docMk/>
          <pc:sldMk cId="243240403" sldId="264"/>
        </pc:sldMkLst>
      </pc:sldChg>
      <pc:sldChg chg="del">
        <pc:chgData name="Songqing Gu" userId="c4d8cb49210192e2" providerId="LiveId" clId="{C5316EDB-BD30-4FB8-8903-7FFCC74F1587}" dt="2023-06-12T07:04:35.688" v="416" actId="2696"/>
        <pc:sldMkLst>
          <pc:docMk/>
          <pc:sldMk cId="3644665972" sldId="291"/>
        </pc:sldMkLst>
      </pc:sldChg>
      <pc:sldChg chg="modSp del mod">
        <pc:chgData name="Songqing Gu" userId="c4d8cb49210192e2" providerId="LiveId" clId="{C5316EDB-BD30-4FB8-8903-7FFCC74F1587}" dt="2023-06-12T07:04:44.797" v="417" actId="47"/>
        <pc:sldMkLst>
          <pc:docMk/>
          <pc:sldMk cId="1408025446" sldId="294"/>
        </pc:sldMkLst>
        <pc:spChg chg="mod">
          <ac:chgData name="Songqing Gu" userId="c4d8cb49210192e2" providerId="LiveId" clId="{C5316EDB-BD30-4FB8-8903-7FFCC74F1587}" dt="2023-06-12T04:25:24.195" v="54" actId="113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661429300" sldId="300"/>
        </pc:sldMkLst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200091612" sldId="302"/>
        </pc:sldMkLst>
      </pc:sldChg>
      <pc:sldChg chg="addSp delSp modSp mod">
        <pc:chgData name="Songqing Gu" userId="c4d8cb49210192e2" providerId="LiveId" clId="{C5316EDB-BD30-4FB8-8903-7FFCC74F1587}" dt="2023-06-14T20:54:15.612" v="580" actId="20577"/>
        <pc:sldMkLst>
          <pc:docMk/>
          <pc:sldMk cId="1863554075" sldId="306"/>
        </pc:sldMkLst>
        <pc:spChg chg="mod">
          <ac:chgData name="Songqing Gu" userId="c4d8cb49210192e2" providerId="LiveId" clId="{C5316EDB-BD30-4FB8-8903-7FFCC74F1587}" dt="2023-06-14T20:53:16.319" v="571" actId="1076"/>
          <ac:spMkLst>
            <pc:docMk/>
            <pc:sldMk cId="1863554075" sldId="306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0:53:25.283" v="573" actId="14100"/>
          <ac:spMkLst>
            <pc:docMk/>
            <pc:sldMk cId="1863554075" sldId="306"/>
            <ac:spMk id="3" creationId="{D5C4367E-022B-D0B9-CF96-667F629ABF6E}"/>
          </ac:spMkLst>
        </pc:spChg>
        <pc:spChg chg="add mod">
          <ac:chgData name="Songqing Gu" userId="c4d8cb49210192e2" providerId="LiveId" clId="{C5316EDB-BD30-4FB8-8903-7FFCC74F1587}" dt="2023-06-14T20:54:15.612" v="580" actId="20577"/>
          <ac:spMkLst>
            <pc:docMk/>
            <pc:sldMk cId="1863554075" sldId="306"/>
            <ac:spMk id="4" creationId="{3F5C1854-DFD9-7C34-F2A5-1327D0A8C735}"/>
          </ac:spMkLst>
        </pc:spChg>
        <pc:spChg chg="add mod">
          <ac:chgData name="Songqing Gu" userId="c4d8cb49210192e2" providerId="LiveId" clId="{C5316EDB-BD30-4FB8-8903-7FFCC74F1587}" dt="2023-06-14T20:54:10.507" v="578" actId="20577"/>
          <ac:spMkLst>
            <pc:docMk/>
            <pc:sldMk cId="1863554075" sldId="306"/>
            <ac:spMk id="7" creationId="{16E20924-00A0-AEDA-E526-530990937474}"/>
          </ac:spMkLst>
        </pc:spChg>
        <pc:picChg chg="del mod">
          <ac:chgData name="Songqing Gu" userId="c4d8cb49210192e2" providerId="LiveId" clId="{C5316EDB-BD30-4FB8-8903-7FFCC74F1587}" dt="2023-06-12T04:28:36.649" v="91" actId="478"/>
          <ac:picMkLst>
            <pc:docMk/>
            <pc:sldMk cId="1863554075" sldId="306"/>
            <ac:picMk id="5" creationId="{00000000-0000-0000-0000-000000000000}"/>
          </ac:picMkLst>
        </pc:picChg>
        <pc:picChg chg="del">
          <ac:chgData name="Songqing Gu" userId="c4d8cb49210192e2" providerId="LiveId" clId="{C5316EDB-BD30-4FB8-8903-7FFCC74F1587}" dt="2023-06-12T04:28:39.622" v="92" actId="478"/>
          <ac:picMkLst>
            <pc:docMk/>
            <pc:sldMk cId="1863554075" sldId="306"/>
            <ac:picMk id="6" creationId="{00000000-0000-0000-0000-000000000000}"/>
          </ac:picMkLst>
        </pc:picChg>
      </pc:sldChg>
      <pc:sldChg chg="addSp delSp modSp mod ord">
        <pc:chgData name="Songqing Gu" userId="c4d8cb49210192e2" providerId="LiveId" clId="{C5316EDB-BD30-4FB8-8903-7FFCC74F1587}" dt="2023-06-14T20:51:07.896" v="563" actId="1076"/>
        <pc:sldMkLst>
          <pc:docMk/>
          <pc:sldMk cId="3867710257" sldId="307"/>
        </pc:sldMkLst>
        <pc:spChg chg="mod">
          <ac:chgData name="Songqing Gu" userId="c4d8cb49210192e2" providerId="LiveId" clId="{C5316EDB-BD30-4FB8-8903-7FFCC74F1587}" dt="2023-06-14T20:51:03.943" v="562" actId="108"/>
          <ac:spMkLst>
            <pc:docMk/>
            <pc:sldMk cId="3867710257" sldId="307"/>
            <ac:spMk id="2" creationId="{00000000-0000-0000-0000-000000000000}"/>
          </ac:spMkLst>
        </pc:spChg>
        <pc:picChg chg="add del">
          <ac:chgData name="Songqing Gu" userId="c4d8cb49210192e2" providerId="LiveId" clId="{C5316EDB-BD30-4FB8-8903-7FFCC74F1587}" dt="2023-06-12T04:27:12.238" v="56" actId="478"/>
          <ac:picMkLst>
            <pc:docMk/>
            <pc:sldMk cId="3867710257" sldId="307"/>
            <ac:picMk id="4" creationId="{2B9A79A9-A5DA-9F2E-EC62-CE8F5FF7D727}"/>
          </ac:picMkLst>
        </pc:picChg>
        <pc:picChg chg="del">
          <ac:chgData name="Songqing Gu" userId="c4d8cb49210192e2" providerId="LiveId" clId="{C5316EDB-BD30-4FB8-8903-7FFCC74F1587}" dt="2023-06-12T04:22:22.530" v="47" actId="478"/>
          <ac:picMkLst>
            <pc:docMk/>
            <pc:sldMk cId="3867710257" sldId="307"/>
            <ac:picMk id="6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0:51:07.896" v="563" actId="1076"/>
          <ac:picMkLst>
            <pc:docMk/>
            <pc:sldMk cId="3867710257" sldId="307"/>
            <ac:picMk id="7" creationId="{5A08F465-67FD-29DF-4C76-8B553682DE7D}"/>
          </ac:picMkLst>
        </pc:picChg>
      </pc:sldChg>
      <pc:sldChg chg="addSp delSp modSp mod">
        <pc:chgData name="Songqing Gu" userId="c4d8cb49210192e2" providerId="LiveId" clId="{C5316EDB-BD30-4FB8-8903-7FFCC74F1587}" dt="2023-06-14T20:51:37.081" v="567" actId="14861"/>
        <pc:sldMkLst>
          <pc:docMk/>
          <pc:sldMk cId="3692078226" sldId="308"/>
        </pc:sldMkLst>
        <pc:spChg chg="mod">
          <ac:chgData name="Songqing Gu" userId="c4d8cb49210192e2" providerId="LiveId" clId="{C5316EDB-BD30-4FB8-8903-7FFCC74F1587}" dt="2023-06-14T20:51:37.081" v="567" actId="14861"/>
          <ac:spMkLst>
            <pc:docMk/>
            <pc:sldMk cId="3692078226" sldId="308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5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6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7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8" creationId="{00000000-0000-0000-0000-000000000000}"/>
          </ac:spMkLst>
        </pc:spChg>
        <pc:picChg chg="add mod">
          <ac:chgData name="Songqing Gu" userId="c4d8cb49210192e2" providerId="LiveId" clId="{C5316EDB-BD30-4FB8-8903-7FFCC74F1587}" dt="2023-06-12T04:21:51.819" v="3" actId="1076"/>
          <ac:picMkLst>
            <pc:docMk/>
            <pc:sldMk cId="3692078226" sldId="308"/>
            <ac:picMk id="4" creationId="{CF68EFBE-431E-F35F-46C2-67152E163E7F}"/>
          </ac:picMkLst>
        </pc:picChg>
      </pc:sldChg>
      <pc:sldChg chg="addSp delSp modSp mod ord">
        <pc:chgData name="Songqing Gu" userId="c4d8cb49210192e2" providerId="LiveId" clId="{C5316EDB-BD30-4FB8-8903-7FFCC74F1587}" dt="2023-06-14T22:27:59.990" v="706" actId="1076"/>
        <pc:sldMkLst>
          <pc:docMk/>
          <pc:sldMk cId="594483226" sldId="309"/>
        </pc:sldMkLst>
        <pc:spChg chg="mod">
          <ac:chgData name="Songqing Gu" userId="c4d8cb49210192e2" providerId="LiveId" clId="{C5316EDB-BD30-4FB8-8903-7FFCC74F1587}" dt="2023-06-13T08:40:49.201" v="529" actId="14100"/>
          <ac:spMkLst>
            <pc:docMk/>
            <pc:sldMk cId="594483226" sldId="309"/>
            <ac:spMk id="2" creationId="{00000000-0000-0000-0000-000000000000}"/>
          </ac:spMkLst>
        </pc:spChg>
        <pc:graphicFrameChg chg="add del mod modGraphic">
          <ac:chgData name="Songqing Gu" userId="c4d8cb49210192e2" providerId="LiveId" clId="{C5316EDB-BD30-4FB8-8903-7FFCC74F1587}" dt="2023-06-12T07:54:57.839" v="504" actId="478"/>
          <ac:graphicFrameMkLst>
            <pc:docMk/>
            <pc:sldMk cId="594483226" sldId="309"/>
            <ac:graphicFrameMk id="3" creationId="{DA7B9FC7-359B-A1B3-E6E3-98A36143E5CF}"/>
          </ac:graphicFrameMkLst>
        </pc:graphicFrameChg>
        <pc:picChg chg="del mod">
          <ac:chgData name="Songqing Gu" userId="c4d8cb49210192e2" providerId="LiveId" clId="{C5316EDB-BD30-4FB8-8903-7FFCC74F1587}" dt="2023-06-12T04:28:28.474" v="89" actId="478"/>
          <ac:picMkLst>
            <pc:docMk/>
            <pc:sldMk cId="594483226" sldId="309"/>
            <ac:picMk id="5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2:27:59.990" v="706" actId="1076"/>
          <ac:picMkLst>
            <pc:docMk/>
            <pc:sldMk cId="594483226" sldId="309"/>
            <ac:picMk id="1026" creationId="{4730BB9A-24AF-3A0C-2C86-A5A88A1BAC65}"/>
          </ac:picMkLst>
        </pc:picChg>
      </pc:sldChg>
      <pc:sldChg chg="addSp modSp add mod">
        <pc:chgData name="Songqing Gu" userId="c4d8cb49210192e2" providerId="LiveId" clId="{C5316EDB-BD30-4FB8-8903-7FFCC74F1587}" dt="2023-06-12T07:10:16.110" v="476" actId="14100"/>
        <pc:sldMkLst>
          <pc:docMk/>
          <pc:sldMk cId="1392177035" sldId="310"/>
        </pc:sldMkLst>
        <pc:spChg chg="mod">
          <ac:chgData name="Songqing Gu" userId="c4d8cb49210192e2" providerId="LiveId" clId="{C5316EDB-BD30-4FB8-8903-7FFCC74F1587}" dt="2023-06-12T07:09:01.835" v="421" actId="1076"/>
          <ac:spMkLst>
            <pc:docMk/>
            <pc:sldMk cId="1392177035" sldId="310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7:09:51.731" v="470" actId="1076"/>
          <ac:spMkLst>
            <pc:docMk/>
            <pc:sldMk cId="1392177035" sldId="310"/>
            <ac:spMk id="3" creationId="{5CAE18FA-3E6F-C901-5ECF-82B69AF539A9}"/>
          </ac:spMkLst>
        </pc:spChg>
        <pc:spChg chg="add mod">
          <ac:chgData name="Songqing Gu" userId="c4d8cb49210192e2" providerId="LiveId" clId="{C5316EDB-BD30-4FB8-8903-7FFCC74F1587}" dt="2023-06-12T07:09:29.313" v="457" actId="20577"/>
          <ac:spMkLst>
            <pc:docMk/>
            <pc:sldMk cId="1392177035" sldId="310"/>
            <ac:spMk id="4" creationId="{F53F1584-07D9-964F-3AFA-2965642BB3ED}"/>
          </ac:spMkLst>
        </pc:spChg>
        <pc:spChg chg="add mod">
          <ac:chgData name="Songqing Gu" userId="c4d8cb49210192e2" providerId="LiveId" clId="{C5316EDB-BD30-4FB8-8903-7FFCC74F1587}" dt="2023-06-12T07:09:44.027" v="469" actId="20577"/>
          <ac:spMkLst>
            <pc:docMk/>
            <pc:sldMk cId="1392177035" sldId="310"/>
            <ac:spMk id="5" creationId="{B09CA00B-1C23-8B1D-3372-B97B5962589F}"/>
          </ac:spMkLst>
        </pc:spChg>
        <pc:cxnChg chg="add mod">
          <ac:chgData name="Songqing Gu" userId="c4d8cb49210192e2" providerId="LiveId" clId="{C5316EDB-BD30-4FB8-8903-7FFCC74F1587}" dt="2023-06-12T07:10:09.041" v="473" actId="14100"/>
          <ac:cxnSpMkLst>
            <pc:docMk/>
            <pc:sldMk cId="1392177035" sldId="310"/>
            <ac:cxnSpMk id="6" creationId="{ACC646AF-CFF1-4C3C-DFB0-8FE1F4EB0B9E}"/>
          </ac:cxnSpMkLst>
        </pc:cxnChg>
        <pc:cxnChg chg="add mod">
          <ac:chgData name="Songqing Gu" userId="c4d8cb49210192e2" providerId="LiveId" clId="{C5316EDB-BD30-4FB8-8903-7FFCC74F1587}" dt="2023-06-12T07:10:16.110" v="476" actId="14100"/>
          <ac:cxnSpMkLst>
            <pc:docMk/>
            <pc:sldMk cId="1392177035" sldId="310"/>
            <ac:cxnSpMk id="9" creationId="{8FD0F24E-F820-8F8F-537C-797CBD29495E}"/>
          </ac:cxnSpMkLst>
        </pc:cxnChg>
      </pc:sldChg>
      <pc:sldChg chg="delSp del mod">
        <pc:chgData name="Songqing Gu" userId="c4d8cb49210192e2" providerId="LiveId" clId="{C5316EDB-BD30-4FB8-8903-7FFCC74F1587}" dt="2023-06-12T04:31:31.393" v="162" actId="47"/>
        <pc:sldMkLst>
          <pc:docMk/>
          <pc:sldMk cId="1651801851" sldId="310"/>
        </pc:sldMkLst>
        <pc:picChg chg="del">
          <ac:chgData name="Songqing Gu" userId="c4d8cb49210192e2" providerId="LiveId" clId="{C5316EDB-BD30-4FB8-8903-7FFCC74F1587}" dt="2023-06-12T04:28:43.898" v="93" actId="478"/>
          <ac:picMkLst>
            <pc:docMk/>
            <pc:sldMk cId="1651801851" sldId="310"/>
            <ac:picMk id="4" creationId="{00000000-0000-0000-0000-000000000000}"/>
          </ac:picMkLst>
        </pc:picChg>
      </pc:sldChg>
      <pc:sldChg chg="add del setBg">
        <pc:chgData name="Songqing Gu" userId="c4d8cb49210192e2" providerId="LiveId" clId="{C5316EDB-BD30-4FB8-8903-7FFCC74F1587}" dt="2023-06-12T06:56:46.713" v="290" actId="47"/>
        <pc:sldMkLst>
          <pc:docMk/>
          <pc:sldMk cId="2867122606" sldId="311"/>
        </pc:sldMkLst>
      </pc:sldChg>
      <pc:sldChg chg="addSp modSp add mod">
        <pc:chgData name="Songqing Gu" userId="c4d8cb49210192e2" providerId="LiveId" clId="{C5316EDB-BD30-4FB8-8903-7FFCC74F1587}" dt="2023-06-12T06:59:28.208" v="333" actId="14100"/>
        <pc:sldMkLst>
          <pc:docMk/>
          <pc:sldMk cId="3914066411" sldId="311"/>
        </pc:sldMkLst>
        <pc:spChg chg="mod">
          <ac:chgData name="Songqing Gu" userId="c4d8cb49210192e2" providerId="LiveId" clId="{C5316EDB-BD30-4FB8-8903-7FFCC74F1587}" dt="2023-06-12T06:57:31.742" v="297" actId="20577"/>
          <ac:spMkLst>
            <pc:docMk/>
            <pc:sldMk cId="3914066411" sldId="311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6:58:48.285" v="323" actId="1076"/>
          <ac:spMkLst>
            <pc:docMk/>
            <pc:sldMk cId="3914066411" sldId="311"/>
            <ac:spMk id="3" creationId="{655E1610-8A2E-EBB3-CD3C-DB0C0FC974B5}"/>
          </ac:spMkLst>
        </pc:spChg>
        <pc:spChg chg="add mod">
          <ac:chgData name="Songqing Gu" userId="c4d8cb49210192e2" providerId="LiveId" clId="{C5316EDB-BD30-4FB8-8903-7FFCC74F1587}" dt="2023-06-12T06:58:26.545" v="316" actId="1076"/>
          <ac:spMkLst>
            <pc:docMk/>
            <pc:sldMk cId="3914066411" sldId="311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2T06:58:32.337" v="318" actId="1076"/>
          <ac:spMkLst>
            <pc:docMk/>
            <pc:sldMk cId="3914066411" sldId="311"/>
            <ac:spMk id="5" creationId="{D24F5B75-CFC6-9658-6C2E-4B44BA589818}"/>
          </ac:spMkLst>
        </pc:spChg>
        <pc:spChg chg="add mod">
          <ac:chgData name="Songqing Gu" userId="c4d8cb49210192e2" providerId="LiveId" clId="{C5316EDB-BD30-4FB8-8903-7FFCC74F1587}" dt="2023-06-12T06:58:39.732" v="320" actId="1076"/>
          <ac:spMkLst>
            <pc:docMk/>
            <pc:sldMk cId="3914066411" sldId="311"/>
            <ac:spMk id="6" creationId="{E206FC33-8685-3E88-14A5-F477EB7F25DA}"/>
          </ac:spMkLst>
        </pc:spChg>
        <pc:spChg chg="add mod">
          <ac:chgData name="Songqing Gu" userId="c4d8cb49210192e2" providerId="LiveId" clId="{C5316EDB-BD30-4FB8-8903-7FFCC74F1587}" dt="2023-06-12T06:58:45.037" v="322" actId="1076"/>
          <ac:spMkLst>
            <pc:docMk/>
            <pc:sldMk cId="3914066411" sldId="311"/>
            <ac:spMk id="7" creationId="{1DE38B5A-9844-A006-B4D4-BA358D9C34EE}"/>
          </ac:spMkLst>
        </pc:spChg>
        <pc:cxnChg chg="add">
          <ac:chgData name="Songqing Gu" userId="c4d8cb49210192e2" providerId="LiveId" clId="{C5316EDB-BD30-4FB8-8903-7FFCC74F1587}" dt="2023-06-12T06:59:04.222" v="324" actId="11529"/>
          <ac:cxnSpMkLst>
            <pc:docMk/>
            <pc:sldMk cId="3914066411" sldId="311"/>
            <ac:cxnSpMk id="9" creationId="{EBAF9D38-D256-ABC4-1662-D1C1E56C1A5F}"/>
          </ac:cxnSpMkLst>
        </pc:cxnChg>
        <pc:cxnChg chg="add mod">
          <ac:chgData name="Songqing Gu" userId="c4d8cb49210192e2" providerId="LiveId" clId="{C5316EDB-BD30-4FB8-8903-7FFCC74F1587}" dt="2023-06-12T06:59:12.729" v="327" actId="14100"/>
          <ac:cxnSpMkLst>
            <pc:docMk/>
            <pc:sldMk cId="3914066411" sldId="311"/>
            <ac:cxnSpMk id="10" creationId="{7670EE8D-32AB-AF81-DC8D-4283288A70EC}"/>
          </ac:cxnSpMkLst>
        </pc:cxnChg>
        <pc:cxnChg chg="add mod">
          <ac:chgData name="Songqing Gu" userId="c4d8cb49210192e2" providerId="LiveId" clId="{C5316EDB-BD30-4FB8-8903-7FFCC74F1587}" dt="2023-06-12T06:59:19.080" v="330" actId="14100"/>
          <ac:cxnSpMkLst>
            <pc:docMk/>
            <pc:sldMk cId="3914066411" sldId="311"/>
            <ac:cxnSpMk id="13" creationId="{A3285B1E-AF94-D971-B7C4-0F6CE54BB9D6}"/>
          </ac:cxnSpMkLst>
        </pc:cxnChg>
        <pc:cxnChg chg="add mod">
          <ac:chgData name="Songqing Gu" userId="c4d8cb49210192e2" providerId="LiveId" clId="{C5316EDB-BD30-4FB8-8903-7FFCC74F1587}" dt="2023-06-12T06:59:28.208" v="333" actId="14100"/>
          <ac:cxnSpMkLst>
            <pc:docMk/>
            <pc:sldMk cId="3914066411" sldId="311"/>
            <ac:cxnSpMk id="16" creationId="{6A86B593-CFAD-0C95-3CC7-01FB7F3B3E72}"/>
          </ac:cxnSpMkLst>
        </pc:cxnChg>
      </pc:sldChg>
      <pc:sldChg chg="modSp add del mod ord">
        <pc:chgData name="Songqing Gu" userId="c4d8cb49210192e2" providerId="LiveId" clId="{C5316EDB-BD30-4FB8-8903-7FFCC74F1587}" dt="2023-06-12T07:04:28.485" v="415" actId="2696"/>
        <pc:sldMkLst>
          <pc:docMk/>
          <pc:sldMk cId="3923240061" sldId="312"/>
        </pc:sldMkLst>
        <pc:spChg chg="mod">
          <ac:chgData name="Songqing Gu" userId="c4d8cb49210192e2" providerId="LiveId" clId="{C5316EDB-BD30-4FB8-8903-7FFCC74F1587}" dt="2023-06-12T07:00:11.341" v="339" actId="1076"/>
          <ac:spMkLst>
            <pc:docMk/>
            <pc:sldMk cId="3923240061" sldId="312"/>
            <ac:spMk id="2" creationId="{00000000-0000-0000-0000-000000000000}"/>
          </ac:spMkLst>
        </pc:spChg>
      </pc:sldChg>
      <pc:sldChg chg="addSp modSp add mod">
        <pc:chgData name="Songqing Gu" userId="c4d8cb49210192e2" providerId="LiveId" clId="{C5316EDB-BD30-4FB8-8903-7FFCC74F1587}" dt="2023-06-13T08:37:55.466" v="511" actId="14100"/>
        <pc:sldMkLst>
          <pc:docMk/>
          <pc:sldMk cId="33693646" sldId="313"/>
        </pc:sldMkLst>
        <pc:spChg chg="mod">
          <ac:chgData name="Songqing Gu" userId="c4d8cb49210192e2" providerId="LiveId" clId="{C5316EDB-BD30-4FB8-8903-7FFCC74F1587}" dt="2023-06-12T07:01:35.359" v="342" actId="1076"/>
          <ac:spMkLst>
            <pc:docMk/>
            <pc:sldMk cId="33693646" sldId="313"/>
            <ac:spMk id="2" creationId="{00000000-0000-0000-0000-000000000000}"/>
          </ac:spMkLst>
        </pc:spChg>
        <pc:spChg chg="mod">
          <ac:chgData name="Songqing Gu" userId="c4d8cb49210192e2" providerId="LiveId" clId="{C5316EDB-BD30-4FB8-8903-7FFCC74F1587}" dt="2023-06-12T07:02:03.794" v="358" actId="14100"/>
          <ac:spMkLst>
            <pc:docMk/>
            <pc:sldMk cId="33693646" sldId="313"/>
            <ac:spMk id="3" creationId="{655E1610-8A2E-EBB3-CD3C-DB0C0FC974B5}"/>
          </ac:spMkLst>
        </pc:spChg>
        <pc:spChg chg="mod">
          <ac:chgData name="Songqing Gu" userId="c4d8cb49210192e2" providerId="LiveId" clId="{C5316EDB-BD30-4FB8-8903-7FFCC74F1587}" dt="2023-06-12T07:49:22.480" v="482" actId="20577"/>
          <ac:spMkLst>
            <pc:docMk/>
            <pc:sldMk cId="33693646" sldId="313"/>
            <ac:spMk id="4" creationId="{23285273-10C5-D4D3-6B4E-D337038A42B4}"/>
          </ac:spMkLst>
        </pc:spChg>
        <pc:spChg chg="mod">
          <ac:chgData name="Songqing Gu" userId="c4d8cb49210192e2" providerId="LiveId" clId="{C5316EDB-BD30-4FB8-8903-7FFCC74F1587}" dt="2023-06-13T08:37:40.793" v="507" actId="1076"/>
          <ac:spMkLst>
            <pc:docMk/>
            <pc:sldMk cId="33693646" sldId="313"/>
            <ac:spMk id="5" creationId="{D24F5B75-CFC6-9658-6C2E-4B44BA589818}"/>
          </ac:spMkLst>
        </pc:spChg>
        <pc:spChg chg="mod">
          <ac:chgData name="Songqing Gu" userId="c4d8cb49210192e2" providerId="LiveId" clId="{C5316EDB-BD30-4FB8-8903-7FFCC74F1587}" dt="2023-06-12T07:02:38.633" v="392" actId="1076"/>
          <ac:spMkLst>
            <pc:docMk/>
            <pc:sldMk cId="33693646" sldId="313"/>
            <ac:spMk id="6" creationId="{E206FC33-8685-3E88-14A5-F477EB7F25DA}"/>
          </ac:spMkLst>
        </pc:spChg>
        <pc:spChg chg="mod">
          <ac:chgData name="Songqing Gu" userId="c4d8cb49210192e2" providerId="LiveId" clId="{C5316EDB-BD30-4FB8-8903-7FFCC74F1587}" dt="2023-06-12T07:49:25.739" v="483" actId="1076"/>
          <ac:spMkLst>
            <pc:docMk/>
            <pc:sldMk cId="33693646" sldId="313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3T08:37:42.984" v="508" actId="1076"/>
          <ac:spMkLst>
            <pc:docMk/>
            <pc:sldMk cId="33693646" sldId="313"/>
            <ac:spMk id="15" creationId="{9237497C-CBE4-11DF-0F06-4D221A039C03}"/>
          </ac:spMkLst>
        </pc:spChg>
        <pc:cxnChg chg="mod">
          <ac:chgData name="Songqing Gu" userId="c4d8cb49210192e2" providerId="LiveId" clId="{C5316EDB-BD30-4FB8-8903-7FFCC74F1587}" dt="2023-06-12T07:49:19.266" v="477" actId="1076"/>
          <ac:cxnSpMkLst>
            <pc:docMk/>
            <pc:sldMk cId="33693646" sldId="313"/>
            <ac:cxnSpMk id="9" creationId="{EBAF9D38-D256-ABC4-1662-D1C1E56C1A5F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0" creationId="{7670EE8D-32AB-AF81-DC8D-4283288A70EC}"/>
          </ac:cxnSpMkLst>
        </pc:cxnChg>
        <pc:cxnChg chg="mod">
          <ac:chgData name="Songqing Gu" userId="c4d8cb49210192e2" providerId="LiveId" clId="{C5316EDB-BD30-4FB8-8903-7FFCC74F1587}" dt="2023-06-12T07:02:38.633" v="392" actId="1076"/>
          <ac:cxnSpMkLst>
            <pc:docMk/>
            <pc:sldMk cId="33693646" sldId="313"/>
            <ac:cxnSpMk id="13" creationId="{A3285B1E-AF94-D971-B7C4-0F6CE54BB9D6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3T08:37:55.466" v="511" actId="14100"/>
          <ac:cxnSpMkLst>
            <pc:docMk/>
            <pc:sldMk cId="33693646" sldId="313"/>
            <ac:cxnSpMk id="19" creationId="{AF51772E-2C8E-E107-9364-0C53DE00FBE7}"/>
          </ac:cxnSpMkLst>
        </pc:cxnChg>
        <pc:cxnChg chg="add">
          <ac:chgData name="Songqing Gu" userId="c4d8cb49210192e2" providerId="LiveId" clId="{C5316EDB-BD30-4FB8-8903-7FFCC74F1587}" dt="2023-06-12T07:49:38.481" v="484" actId="11529"/>
          <ac:cxnSpMkLst>
            <pc:docMk/>
            <pc:sldMk cId="33693646" sldId="313"/>
            <ac:cxnSpMk id="63" creationId="{0ABB328C-5F5B-EB9E-64CD-97C29C696069}"/>
          </ac:cxnSpMkLst>
        </pc:cxnChg>
      </pc:sldChg>
      <pc:sldChg chg="addSp delSp modSp add mod">
        <pc:chgData name="Songqing Gu" userId="c4d8cb49210192e2" providerId="LiveId" clId="{C5316EDB-BD30-4FB8-8903-7FFCC74F1587}" dt="2023-06-14T21:11:13.604" v="590" actId="20577"/>
        <pc:sldMkLst>
          <pc:docMk/>
          <pc:sldMk cId="2241566633" sldId="314"/>
        </pc:sldMkLst>
        <pc:spChg chg="mod">
          <ac:chgData name="Songqing Gu" userId="c4d8cb49210192e2" providerId="LiveId" clId="{C5316EDB-BD30-4FB8-8903-7FFCC74F1587}" dt="2023-06-14T21:11:13.604" v="590" actId="20577"/>
          <ac:spMkLst>
            <pc:docMk/>
            <pc:sldMk cId="2241566633" sldId="314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4T21:08:12.282" v="589" actId="1076"/>
          <ac:spMkLst>
            <pc:docMk/>
            <pc:sldMk cId="2241566633" sldId="314"/>
            <ac:spMk id="4" creationId="{E9429D20-15E4-3B60-E0C7-36E5B3E056BE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7" creationId="{1DE38B5A-9844-A006-B4D4-BA358D9C34EE}"/>
          </ac:spMkLst>
        </pc:sp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6" creationId="{6A86B593-CFAD-0C95-3CC7-01FB7F3B3E72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63" creationId="{0ABB328C-5F5B-EB9E-64CD-97C29C696069}"/>
          </ac:cxnSpMkLst>
        </pc:cxnChg>
      </pc:sldChg>
      <pc:sldChg chg="delSp modSp mod setBg">
        <pc:chgData name="Songqing Gu" userId="c4d8cb49210192e2" providerId="LiveId" clId="{C5316EDB-BD30-4FB8-8903-7FFCC74F1587}" dt="2023-06-14T20:50:48.258" v="560" actId="1076"/>
        <pc:sldMkLst>
          <pc:docMk/>
          <pc:sldMk cId="0" sldId="315"/>
        </pc:sldMkLst>
        <pc:spChg chg="mod">
          <ac:chgData name="Songqing Gu" userId="c4d8cb49210192e2" providerId="LiveId" clId="{C5316EDB-BD30-4FB8-8903-7FFCC74F1587}" dt="2023-06-14T20:50:39.465" v="558" actId="255"/>
          <ac:spMkLst>
            <pc:docMk/>
            <pc:sldMk cId="0" sldId="315"/>
            <ac:spMk id="19458" creationId="{FF3C3155-BE05-3D15-A695-7118E49059CC}"/>
          </ac:spMkLst>
        </pc:spChg>
        <pc:spChg chg="mod">
          <ac:chgData name="Songqing Gu" userId="c4d8cb49210192e2" providerId="LiveId" clId="{C5316EDB-BD30-4FB8-8903-7FFCC74F1587}" dt="2023-06-14T20:50:47.331" v="559" actId="1076"/>
          <ac:spMkLst>
            <pc:docMk/>
            <pc:sldMk cId="0" sldId="315"/>
            <ac:spMk id="19460" creationId="{41661543-D78A-4FBA-2E67-946431F46A5A}"/>
          </ac:spMkLst>
        </pc:spChg>
        <pc:spChg chg="mod">
          <ac:chgData name="Songqing Gu" userId="c4d8cb49210192e2" providerId="LiveId" clId="{C5316EDB-BD30-4FB8-8903-7FFCC74F1587}" dt="2023-06-14T20:50:48.258" v="560" actId="1076"/>
          <ac:spMkLst>
            <pc:docMk/>
            <pc:sldMk cId="0" sldId="315"/>
            <ac:spMk id="19461" creationId="{BA125DD6-C908-C8F4-DA0B-A83FE53416C6}"/>
          </ac:spMkLst>
        </pc:spChg>
        <pc:spChg chg="del">
          <ac:chgData name="Songqing Gu" userId="c4d8cb49210192e2" providerId="LiveId" clId="{C5316EDB-BD30-4FB8-8903-7FFCC74F1587}" dt="2023-06-14T20:50:32.234" v="557" actId="478"/>
          <ac:spMkLst>
            <pc:docMk/>
            <pc:sldMk cId="0" sldId="315"/>
            <ac:spMk id="19462" creationId="{90BE3C38-E121-D2DD-5219-809F87EC0E60}"/>
          </ac:spMkLst>
        </pc:spChg>
        <pc:picChg chg="mod">
          <ac:chgData name="Songqing Gu" userId="c4d8cb49210192e2" providerId="LiveId" clId="{C5316EDB-BD30-4FB8-8903-7FFCC74F1587}" dt="2023-06-14T20:50:47.331" v="559" actId="1076"/>
          <ac:picMkLst>
            <pc:docMk/>
            <pc:sldMk cId="0" sldId="315"/>
            <ac:picMk id="5" creationId="{08D0BC50-00BC-D05B-F5C4-CC84939275A1}"/>
          </ac:picMkLst>
        </pc:picChg>
      </pc:sldChg>
      <pc:sldChg chg="setBg">
        <pc:chgData name="Songqing Gu" userId="c4d8cb49210192e2" providerId="LiveId" clId="{C5316EDB-BD30-4FB8-8903-7FFCC74F1587}" dt="2023-06-14T21:36:11.900" v="638"/>
        <pc:sldMkLst>
          <pc:docMk/>
          <pc:sldMk cId="0" sldId="356"/>
        </pc:sldMkLst>
      </pc:sldChg>
      <pc:sldChg chg="addSp delSp modSp add mod">
        <pc:chgData name="Songqing Gu" userId="c4d8cb49210192e2" providerId="LiveId" clId="{C5316EDB-BD30-4FB8-8903-7FFCC74F1587}" dt="2023-06-14T22:06:20.430" v="704" actId="1076"/>
        <pc:sldMkLst>
          <pc:docMk/>
          <pc:sldMk cId="3976250974" sldId="357"/>
        </pc:sldMkLst>
        <pc:spChg chg="del mod">
          <ac:chgData name="Songqing Gu" userId="c4d8cb49210192e2" providerId="LiveId" clId="{C5316EDB-BD30-4FB8-8903-7FFCC74F1587}" dt="2023-06-14T21:07:44.449" v="583" actId="478"/>
          <ac:spMkLst>
            <pc:docMk/>
            <pc:sldMk cId="3976250974" sldId="357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1:11:51.089" v="608" actId="14100"/>
          <ac:spMkLst>
            <pc:docMk/>
            <pc:sldMk cId="3976250974" sldId="357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14T21:11:58.394" v="610" actId="478"/>
          <ac:spMkLst>
            <pc:docMk/>
            <pc:sldMk cId="3976250974" sldId="357"/>
            <ac:spMk id="6" creationId="{9BF379F3-8AFC-78FE-87F0-810F5737F47F}"/>
          </ac:spMkLst>
        </pc:spChg>
        <pc:spChg chg="add del">
          <ac:chgData name="Songqing Gu" userId="c4d8cb49210192e2" providerId="LiveId" clId="{C5316EDB-BD30-4FB8-8903-7FFCC74F1587}" dt="2023-06-14T21:24:26.510" v="637" actId="22"/>
          <ac:spMkLst>
            <pc:docMk/>
            <pc:sldMk cId="3976250974" sldId="357"/>
            <ac:spMk id="8" creationId="{1D60242F-5845-ECD9-D97A-C9F2032FC74D}"/>
          </ac:spMkLst>
        </pc:spChg>
        <pc:spChg chg="add mod">
          <ac:chgData name="Songqing Gu" userId="c4d8cb49210192e2" providerId="LiveId" clId="{C5316EDB-BD30-4FB8-8903-7FFCC74F1587}" dt="2023-06-14T21:58:04.982" v="666" actId="14100"/>
          <ac:spMkLst>
            <pc:docMk/>
            <pc:sldMk cId="3976250974" sldId="357"/>
            <ac:spMk id="10" creationId="{D992A101-7D44-3C71-DDD3-DCBC98CC21EC}"/>
          </ac:spMkLst>
        </pc:spChg>
        <pc:spChg chg="add mod">
          <ac:chgData name="Songqing Gu" userId="c4d8cb49210192e2" providerId="LiveId" clId="{C5316EDB-BD30-4FB8-8903-7FFCC74F1587}" dt="2023-06-14T21:57:58.151" v="665" actId="14100"/>
          <ac:spMkLst>
            <pc:docMk/>
            <pc:sldMk cId="3976250974" sldId="357"/>
            <ac:spMk id="12" creationId="{77A40E97-FFCA-7163-BE22-133F76D9A68D}"/>
          </ac:spMkLst>
        </pc:spChg>
        <pc:spChg chg="add mod">
          <ac:chgData name="Songqing Gu" userId="c4d8cb49210192e2" providerId="LiveId" clId="{C5316EDB-BD30-4FB8-8903-7FFCC74F1587}" dt="2023-06-14T21:59:15" v="677" actId="113"/>
          <ac:spMkLst>
            <pc:docMk/>
            <pc:sldMk cId="3976250974" sldId="357"/>
            <ac:spMk id="14" creationId="{2FAA7FC1-884A-7E3B-4A69-B6F5D98BD90B}"/>
          </ac:spMkLst>
        </pc:spChg>
        <pc:spChg chg="add mod">
          <ac:chgData name="Songqing Gu" userId="c4d8cb49210192e2" providerId="LiveId" clId="{C5316EDB-BD30-4FB8-8903-7FFCC74F1587}" dt="2023-06-14T21:58:46.908" v="672" actId="1076"/>
          <ac:spMkLst>
            <pc:docMk/>
            <pc:sldMk cId="3976250974" sldId="357"/>
            <ac:spMk id="16" creationId="{8369AE2B-D3C9-F58E-E9F5-300B66FEB11E}"/>
          </ac:spMkLst>
        </pc:spChg>
        <pc:spChg chg="add mod">
          <ac:chgData name="Songqing Gu" userId="c4d8cb49210192e2" providerId="LiveId" clId="{C5316EDB-BD30-4FB8-8903-7FFCC74F1587}" dt="2023-06-14T21:59:06.383" v="675" actId="1076"/>
          <ac:spMkLst>
            <pc:docMk/>
            <pc:sldMk cId="3976250974" sldId="357"/>
            <ac:spMk id="18" creationId="{7F216404-C976-0206-06F1-1EA6ADC0DEE7}"/>
          </ac:spMkLst>
        </pc:spChg>
        <pc:spChg chg="add mod">
          <ac:chgData name="Songqing Gu" userId="c4d8cb49210192e2" providerId="LiveId" clId="{C5316EDB-BD30-4FB8-8903-7FFCC74F1587}" dt="2023-06-14T21:59:35.832" v="680" actId="1076"/>
          <ac:spMkLst>
            <pc:docMk/>
            <pc:sldMk cId="3976250974" sldId="357"/>
            <ac:spMk id="20" creationId="{EB72B539-44CF-4C99-D9CB-CD69C5218530}"/>
          </ac:spMkLst>
        </pc:spChg>
        <pc:spChg chg="add mod">
          <ac:chgData name="Songqing Gu" userId="c4d8cb49210192e2" providerId="LiveId" clId="{C5316EDB-BD30-4FB8-8903-7FFCC74F1587}" dt="2023-06-14T22:00:05.650" v="683" actId="1076"/>
          <ac:spMkLst>
            <pc:docMk/>
            <pc:sldMk cId="3976250974" sldId="357"/>
            <ac:spMk id="22" creationId="{BD42BF0C-64C2-5E4F-DDC6-72604C91D731}"/>
          </ac:spMkLst>
        </pc:spChg>
        <pc:spChg chg="add mod">
          <ac:chgData name="Songqing Gu" userId="c4d8cb49210192e2" providerId="LiveId" clId="{C5316EDB-BD30-4FB8-8903-7FFCC74F1587}" dt="2023-06-14T22:00:26.829" v="686" actId="1076"/>
          <ac:spMkLst>
            <pc:docMk/>
            <pc:sldMk cId="3976250974" sldId="357"/>
            <ac:spMk id="24" creationId="{CAAD82A2-747D-42A6-7F32-372769CD4770}"/>
          </ac:spMkLst>
        </pc:spChg>
        <pc:spChg chg="add mod">
          <ac:chgData name="Songqing Gu" userId="c4d8cb49210192e2" providerId="LiveId" clId="{C5316EDB-BD30-4FB8-8903-7FFCC74F1587}" dt="2023-06-14T22:00:53.422" v="698" actId="14100"/>
          <ac:spMkLst>
            <pc:docMk/>
            <pc:sldMk cId="3976250974" sldId="357"/>
            <ac:spMk id="26" creationId="{6047319B-D1FE-1E4D-E892-1C22EB7707B1}"/>
          </ac:spMkLst>
        </pc:spChg>
        <pc:spChg chg="add mod">
          <ac:chgData name="Songqing Gu" userId="c4d8cb49210192e2" providerId="LiveId" clId="{C5316EDB-BD30-4FB8-8903-7FFCC74F1587}" dt="2023-06-14T22:01:27.431" v="701" actId="14100"/>
          <ac:spMkLst>
            <pc:docMk/>
            <pc:sldMk cId="3976250974" sldId="357"/>
            <ac:spMk id="28" creationId="{79302F32-8E75-8E9B-492B-A7F5B0066905}"/>
          </ac:spMkLst>
        </pc:spChg>
        <pc:spChg chg="add mod">
          <ac:chgData name="Songqing Gu" userId="c4d8cb49210192e2" providerId="LiveId" clId="{C5316EDB-BD30-4FB8-8903-7FFCC74F1587}" dt="2023-06-14T22:06:20.430" v="704" actId="1076"/>
          <ac:spMkLst>
            <pc:docMk/>
            <pc:sldMk cId="3976250974" sldId="357"/>
            <ac:spMk id="30" creationId="{2BF92A3E-3E86-247A-566A-9486A6E69F36}"/>
          </ac:spMkLst>
        </pc:spChg>
      </pc:sldChg>
      <pc:sldChg chg="addSp modSp add mod ord">
        <pc:chgData name="Songqing Gu" userId="c4d8cb49210192e2" providerId="LiveId" clId="{C5316EDB-BD30-4FB8-8903-7FFCC74F1587}" dt="2023-06-14T21:19:17.449" v="635" actId="14100"/>
        <pc:sldMkLst>
          <pc:docMk/>
          <pc:sldMk cId="3957866147" sldId="358"/>
        </pc:sldMkLst>
        <pc:spChg chg="add mod">
          <ac:chgData name="Songqing Gu" userId="c4d8cb49210192e2" providerId="LiveId" clId="{C5316EDB-BD30-4FB8-8903-7FFCC74F1587}" dt="2023-06-14T21:18:44.904" v="632" actId="1076"/>
          <ac:spMkLst>
            <pc:docMk/>
            <pc:sldMk cId="3957866147" sldId="358"/>
            <ac:spMk id="3" creationId="{2E87CD09-7600-9F5D-9854-C0482544E600}"/>
          </ac:spMkLst>
        </pc:spChg>
        <pc:spChg chg="mod">
          <ac:chgData name="Songqing Gu" userId="c4d8cb49210192e2" providerId="LiveId" clId="{C5316EDB-BD30-4FB8-8903-7FFCC74F1587}" dt="2023-06-14T21:16:58.128" v="620" actId="20577"/>
          <ac:spMkLst>
            <pc:docMk/>
            <pc:sldMk cId="3957866147" sldId="358"/>
            <ac:spMk id="4" creationId="{A5334BB3-AFE5-56C3-3DAD-23292EC4C00B}"/>
          </ac:spMkLst>
        </pc:spChg>
        <pc:spChg chg="add mod">
          <ac:chgData name="Songqing Gu" userId="c4d8cb49210192e2" providerId="LiveId" clId="{C5316EDB-BD30-4FB8-8903-7FFCC74F1587}" dt="2023-06-14T21:19:17.449" v="635" actId="14100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C5316EDB-BD30-4FB8-8903-7FFCC74F1587}" dt="2023-06-14T21:17:59.308" v="626" actId="1076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modSp add mod ord">
        <pc:chgData name="Songqing Gu" userId="c4d8cb49210192e2" providerId="LiveId" clId="{C5316EDB-BD30-4FB8-8903-7FFCC74F1587}" dt="2023-06-14T21:37:01.277" v="660" actId="1076"/>
        <pc:sldMkLst>
          <pc:docMk/>
          <pc:sldMk cId="3910698975" sldId="359"/>
        </pc:sldMkLst>
        <pc:spChg chg="add mod">
          <ac:chgData name="Songqing Gu" userId="c4d8cb49210192e2" providerId="LiveId" clId="{C5316EDB-BD30-4FB8-8903-7FFCC74F1587}" dt="2023-06-14T21:37:01.277" v="660" actId="1076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14T21:36:56.662" v="658" actId="14100"/>
          <ac:spMkLst>
            <pc:docMk/>
            <pc:sldMk cId="3910698975" sldId="359"/>
            <ac:spMk id="4" creationId="{A5334BB3-AFE5-56C3-3DAD-23292EC4C00B}"/>
          </ac:spMkLst>
        </pc:spChg>
      </pc:sldChg>
    </pc:docChg>
  </pc:docChgLst>
  <pc:docChgLst>
    <pc:chgData name="Songqing Gu" userId="c4d8cb49210192e2" providerId="LiveId" clId="{FFAB31F4-A213-4ED4-ADCA-3AAC589D421A}"/>
    <pc:docChg chg="custSel addSld modSld modSection">
      <pc:chgData name="Songqing Gu" userId="c4d8cb49210192e2" providerId="LiveId" clId="{FFAB31F4-A213-4ED4-ADCA-3AAC589D421A}" dt="2024-01-18T00:00:32.735" v="35" actId="1076"/>
      <pc:docMkLst>
        <pc:docMk/>
      </pc:docMkLst>
      <pc:sldChg chg="addSp delSp modSp add mod">
        <pc:chgData name="Songqing Gu" userId="c4d8cb49210192e2" providerId="LiveId" clId="{FFAB31F4-A213-4ED4-ADCA-3AAC589D421A}" dt="2024-01-18T00:00:10.152" v="29" actId="1076"/>
        <pc:sldMkLst>
          <pc:docMk/>
          <pc:sldMk cId="1493468922" sldId="380"/>
        </pc:sldMkLst>
        <pc:spChg chg="mod">
          <ac:chgData name="Songqing Gu" userId="c4d8cb49210192e2" providerId="LiveId" clId="{FFAB31F4-A213-4ED4-ADCA-3AAC589D421A}" dt="2024-01-17T23:14:25.645" v="10" actId="20577"/>
          <ac:spMkLst>
            <pc:docMk/>
            <pc:sldMk cId="1493468922" sldId="380"/>
            <ac:spMk id="4" creationId="{A5334BB3-AFE5-56C3-3DAD-23292EC4C00B}"/>
          </ac:spMkLst>
        </pc:spChg>
        <pc:spChg chg="add del mod">
          <ac:chgData name="Songqing Gu" userId="c4d8cb49210192e2" providerId="LiveId" clId="{FFAB31F4-A213-4ED4-ADCA-3AAC589D421A}" dt="2024-01-17T23:14:19.343" v="2" actId="478"/>
          <ac:spMkLst>
            <pc:docMk/>
            <pc:sldMk cId="1493468922" sldId="380"/>
            <ac:spMk id="5" creationId="{38CD707D-078B-975B-2F96-DFB7EEC1C66F}"/>
          </ac:spMkLst>
        </pc:spChg>
        <pc:picChg chg="del">
          <ac:chgData name="Songqing Gu" userId="c4d8cb49210192e2" providerId="LiveId" clId="{FFAB31F4-A213-4ED4-ADCA-3AAC589D421A}" dt="2024-01-17T23:14:16.552" v="1" actId="478"/>
          <ac:picMkLst>
            <pc:docMk/>
            <pc:sldMk cId="1493468922" sldId="380"/>
            <ac:picMk id="2" creationId="{5A066B74-12BF-4191-B35C-1F21C0198773}"/>
          </ac:picMkLst>
        </pc:picChg>
        <pc:picChg chg="add mod">
          <ac:chgData name="Songqing Gu" userId="c4d8cb49210192e2" providerId="LiveId" clId="{FFAB31F4-A213-4ED4-ADCA-3AAC589D421A}" dt="2024-01-18T00:00:10.152" v="29" actId="1076"/>
          <ac:picMkLst>
            <pc:docMk/>
            <pc:sldMk cId="1493468922" sldId="380"/>
            <ac:picMk id="3" creationId="{5C9B8EF0-4AFB-4752-801E-B4F24F1891F3}"/>
          </ac:picMkLst>
        </pc:picChg>
        <pc:picChg chg="add del mod">
          <ac:chgData name="Songqing Gu" userId="c4d8cb49210192e2" providerId="LiveId" clId="{FFAB31F4-A213-4ED4-ADCA-3AAC589D421A}" dt="2024-01-17T23:47:23.280" v="24" actId="478"/>
          <ac:picMkLst>
            <pc:docMk/>
            <pc:sldMk cId="1493468922" sldId="380"/>
            <ac:picMk id="7" creationId="{AA7E3180-F331-4525-DD85-874B23D819FD}"/>
          </ac:picMkLst>
        </pc:picChg>
      </pc:sldChg>
      <pc:sldChg chg="addSp delSp modSp add mod">
        <pc:chgData name="Songqing Gu" userId="c4d8cb49210192e2" providerId="LiveId" clId="{FFAB31F4-A213-4ED4-ADCA-3AAC589D421A}" dt="2024-01-18T00:00:25.381" v="33" actId="1076"/>
        <pc:sldMkLst>
          <pc:docMk/>
          <pc:sldMk cId="2348397049" sldId="381"/>
        </pc:sldMkLst>
        <pc:picChg chg="add mod">
          <ac:chgData name="Songqing Gu" userId="c4d8cb49210192e2" providerId="LiveId" clId="{FFAB31F4-A213-4ED4-ADCA-3AAC589D421A}" dt="2024-01-18T00:00:25.381" v="33" actId="1076"/>
          <ac:picMkLst>
            <pc:docMk/>
            <pc:sldMk cId="2348397049" sldId="381"/>
            <ac:picMk id="3" creationId="{49EDEB91-1F8B-B53B-7412-C9826D0AF7DE}"/>
          </ac:picMkLst>
        </pc:picChg>
        <pc:picChg chg="del">
          <ac:chgData name="Songqing Gu" userId="c4d8cb49210192e2" providerId="LiveId" clId="{FFAB31F4-A213-4ED4-ADCA-3AAC589D421A}" dt="2024-01-17T23:46:52.702" v="16" actId="478"/>
          <ac:picMkLst>
            <pc:docMk/>
            <pc:sldMk cId="2348397049" sldId="381"/>
            <ac:picMk id="7" creationId="{AA7E3180-F331-4525-DD85-874B23D819FD}"/>
          </ac:picMkLst>
        </pc:picChg>
      </pc:sldChg>
      <pc:sldChg chg="modSp add mod">
        <pc:chgData name="Songqing Gu" userId="c4d8cb49210192e2" providerId="LiveId" clId="{FFAB31F4-A213-4ED4-ADCA-3AAC589D421A}" dt="2024-01-18T00:00:32.735" v="35" actId="1076"/>
        <pc:sldMkLst>
          <pc:docMk/>
          <pc:sldMk cId="1248235868" sldId="382"/>
        </pc:sldMkLst>
        <pc:picChg chg="mod">
          <ac:chgData name="Songqing Gu" userId="c4d8cb49210192e2" providerId="LiveId" clId="{FFAB31F4-A213-4ED4-ADCA-3AAC589D421A}" dt="2024-01-18T00:00:32.735" v="35" actId="1076"/>
          <ac:picMkLst>
            <pc:docMk/>
            <pc:sldMk cId="1248235868" sldId="382"/>
            <ac:picMk id="7" creationId="{AA7E3180-F331-4525-DD85-874B23D819FD}"/>
          </ac:picMkLst>
        </pc:picChg>
      </pc:sldChg>
    </pc:docChg>
  </pc:docChgLst>
  <pc:docChgLst>
    <pc:chgData name="Songqing Gu" userId="c4d8cb49210192e2" providerId="LiveId" clId="{F0C8A796-1A1A-47FE-BA19-2A431212A2DA}"/>
    <pc:docChg chg="delSld modSection">
      <pc:chgData name="Songqing Gu" userId="c4d8cb49210192e2" providerId="LiveId" clId="{F0C8A796-1A1A-47FE-BA19-2A431212A2DA}" dt="2023-06-11T18:08:14.700" v="0" actId="47"/>
      <pc:docMkLst>
        <pc:docMk/>
      </pc:docMkLst>
      <pc:sldChg chg="del">
        <pc:chgData name="Songqing Gu" userId="c4d8cb49210192e2" providerId="LiveId" clId="{F0C8A796-1A1A-47FE-BA19-2A431212A2DA}" dt="2023-06-11T18:08:14.700" v="0" actId="47"/>
        <pc:sldMkLst>
          <pc:docMk/>
          <pc:sldMk cId="2216314799" sldId="27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789354427" sldId="28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431625991" sldId="28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86819680" sldId="28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030084157" sldId="29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638558092" sldId="29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799275039" sldId="29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243758571" sldId="297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44837690" sldId="29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342963659" sldId="299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939562636" sldId="301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4051393773" sldId="30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304226109" sldId="30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676350792" sldId="305"/>
        </pc:sldMkLst>
      </pc:sldChg>
    </pc:docChg>
  </pc:docChgLst>
  <pc:docChgLst>
    <pc:chgData name="Songqing Gu" userId="c4d8cb49210192e2" providerId="LiveId" clId="{0238BFDE-1411-43C8-8054-F0BE9467BA84}"/>
    <pc:docChg chg="undo custSel addSld delSld modSld sldOrd modSection">
      <pc:chgData name="Songqing Gu" userId="c4d8cb49210192e2" providerId="LiveId" clId="{0238BFDE-1411-43C8-8054-F0BE9467BA84}" dt="2023-06-28T14:09:19.202" v="974" actId="207"/>
      <pc:docMkLst>
        <pc:docMk/>
      </pc:docMkLst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1863554075" sldId="306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867710257" sldId="307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692078226" sldId="308"/>
        </pc:sldMkLst>
      </pc:sldChg>
      <pc:sldChg chg="addSp delSp modSp mod ord">
        <pc:chgData name="Songqing Gu" userId="c4d8cb49210192e2" providerId="LiveId" clId="{0238BFDE-1411-43C8-8054-F0BE9467BA84}" dt="2023-06-28T14:09:19.202" v="974" actId="207"/>
        <pc:sldMkLst>
          <pc:docMk/>
          <pc:sldMk cId="594483226" sldId="309"/>
        </pc:sldMkLst>
        <pc:spChg chg="mod ord">
          <ac:chgData name="Songqing Gu" userId="c4d8cb49210192e2" providerId="LiveId" clId="{0238BFDE-1411-43C8-8054-F0BE9467BA84}" dt="2023-06-28T13:41:05.456" v="803" actId="1076"/>
          <ac:spMkLst>
            <pc:docMk/>
            <pc:sldMk cId="594483226" sldId="309"/>
            <ac:spMk id="2" creationId="{00000000-0000-0000-0000-000000000000}"/>
          </ac:spMkLst>
        </pc:spChg>
        <pc:spChg chg="add del mod">
          <ac:chgData name="Songqing Gu" userId="c4d8cb49210192e2" providerId="LiveId" clId="{0238BFDE-1411-43C8-8054-F0BE9467BA84}" dt="2023-06-28T13:39:55.758" v="789" actId="478"/>
          <ac:spMkLst>
            <pc:docMk/>
            <pc:sldMk cId="594483226" sldId="309"/>
            <ac:spMk id="5" creationId="{C938B962-DB42-64D2-B87D-883FB728F9BB}"/>
          </ac:spMkLst>
        </pc:spChg>
        <pc:spChg chg="add mod">
          <ac:chgData name="Songqing Gu" userId="c4d8cb49210192e2" providerId="LiveId" clId="{0238BFDE-1411-43C8-8054-F0BE9467BA84}" dt="2023-06-28T14:09:19.202" v="974" actId="207"/>
          <ac:spMkLst>
            <pc:docMk/>
            <pc:sldMk cId="594483226" sldId="309"/>
            <ac:spMk id="6" creationId="{051131AC-00E3-244C-BC00-3C39E9FD3795}"/>
          </ac:spMkLst>
        </pc:spChg>
        <pc:picChg chg="add del mod">
          <ac:chgData name="Songqing Gu" userId="c4d8cb49210192e2" providerId="LiveId" clId="{0238BFDE-1411-43C8-8054-F0BE9467BA84}" dt="2023-06-28T13:39:53.276" v="788" actId="478"/>
          <ac:picMkLst>
            <pc:docMk/>
            <pc:sldMk cId="594483226" sldId="309"/>
            <ac:picMk id="3" creationId="{EACEE7FF-3A27-9A20-8A41-813776427862}"/>
          </ac:picMkLst>
        </pc:picChg>
        <pc:picChg chg="del">
          <ac:chgData name="Songqing Gu" userId="c4d8cb49210192e2" providerId="LiveId" clId="{0238BFDE-1411-43C8-8054-F0BE9467BA84}" dt="2023-06-27T15:25:49.751" v="428" actId="478"/>
          <ac:picMkLst>
            <pc:docMk/>
            <pc:sldMk cId="594483226" sldId="309"/>
            <ac:picMk id="1026" creationId="{4730BB9A-24AF-3A0C-2C86-A5A88A1BAC65}"/>
          </ac:picMkLst>
        </pc:picChg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1392177035" sldId="310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914066411" sldId="311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3693646" sldId="313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2241566633" sldId="314"/>
        </pc:sldMkLst>
      </pc:sldChg>
      <pc:sldChg chg="del">
        <pc:chgData name="Songqing Gu" userId="c4d8cb49210192e2" providerId="LiveId" clId="{0238BFDE-1411-43C8-8054-F0BE9467BA84}" dt="2023-06-27T16:33:27.341" v="404" actId="47"/>
        <pc:sldMkLst>
          <pc:docMk/>
          <pc:sldMk cId="3976250974" sldId="357"/>
        </pc:sldMkLst>
      </pc:sldChg>
      <pc:sldChg chg="addSp delSp modSp mod">
        <pc:chgData name="Songqing Gu" userId="c4d8cb49210192e2" providerId="LiveId" clId="{0238BFDE-1411-43C8-8054-F0BE9467BA84}" dt="2023-06-27T16:36:25.308" v="421" actId="20577"/>
        <pc:sldMkLst>
          <pc:docMk/>
          <pc:sldMk cId="3957866147" sldId="358"/>
        </pc:sldMkLst>
        <pc:spChg chg="add mod">
          <ac:chgData name="Songqing Gu" userId="c4d8cb49210192e2" providerId="LiveId" clId="{0238BFDE-1411-43C8-8054-F0BE9467BA84}" dt="2023-06-27T08:24:04.602" v="343" actId="255"/>
          <ac:spMkLst>
            <pc:docMk/>
            <pc:sldMk cId="3957866147" sldId="358"/>
            <ac:spMk id="2" creationId="{E41822F2-39DD-D500-3FA8-AC00639157D6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3" creationId="{2E87CD09-7600-9F5D-9854-C0482544E600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4" creationId="{A5334BB3-AFE5-56C3-3DAD-23292EC4C00B}"/>
          </ac:spMkLst>
        </pc:spChg>
        <pc:spChg chg="del">
          <ac:chgData name="Songqing Gu" userId="c4d8cb49210192e2" providerId="LiveId" clId="{0238BFDE-1411-43C8-8054-F0BE9467BA84}" dt="2023-06-27T08:23:31.532" v="326" actId="478"/>
          <ac:spMkLst>
            <pc:docMk/>
            <pc:sldMk cId="3957866147" sldId="358"/>
            <ac:spMk id="6" creationId="{BB7916EF-073C-615F-6D1D-CB4A505DDBFE}"/>
          </ac:spMkLst>
        </pc:spChg>
        <pc:spChg chg="add mod">
          <ac:chgData name="Songqing Gu" userId="c4d8cb49210192e2" providerId="LiveId" clId="{0238BFDE-1411-43C8-8054-F0BE9467BA84}" dt="2023-06-27T16:36:25.308" v="421" actId="20577"/>
          <ac:spMkLst>
            <pc:docMk/>
            <pc:sldMk cId="3957866147" sldId="358"/>
            <ac:spMk id="7" creationId="{49841D98-0B32-8C61-50A3-5B8CE74F8E74}"/>
          </ac:spMkLst>
        </pc:spChg>
        <pc:spChg chg="add del mod">
          <ac:chgData name="Songqing Gu" userId="c4d8cb49210192e2" providerId="LiveId" clId="{0238BFDE-1411-43C8-8054-F0BE9467BA84}" dt="2023-06-27T08:27:56.027" v="372" actId="478"/>
          <ac:spMkLst>
            <pc:docMk/>
            <pc:sldMk cId="3957866147" sldId="358"/>
            <ac:spMk id="8" creationId="{DEC1C499-0198-C0C8-FD98-2F2BB3CA56B3}"/>
          </ac:spMkLst>
        </pc:spChg>
        <pc:picChg chg="del">
          <ac:chgData name="Songqing Gu" userId="c4d8cb49210192e2" providerId="LiveId" clId="{0238BFDE-1411-43C8-8054-F0BE9467BA84}" dt="2023-06-27T08:23:31.532" v="326" actId="478"/>
          <ac:picMkLst>
            <pc:docMk/>
            <pc:sldMk cId="3957866147" sldId="358"/>
            <ac:picMk id="1026" creationId="{9A5D7404-46DF-2C74-EEF0-39205A8C8AED}"/>
          </ac:picMkLst>
        </pc:picChg>
        <pc:picChg chg="add mod">
          <ac:chgData name="Songqing Gu" userId="c4d8cb49210192e2" providerId="LiveId" clId="{0238BFDE-1411-43C8-8054-F0BE9467BA84}" dt="2023-06-27T16:35:22.975" v="416" actId="1076"/>
          <ac:picMkLst>
            <pc:docMk/>
            <pc:sldMk cId="3957866147" sldId="358"/>
            <ac:picMk id="1027" creationId="{480A2389-6048-4F4B-55F0-B229F4369BE0}"/>
          </ac:picMkLst>
        </pc:picChg>
      </pc:sldChg>
      <pc:sldChg chg="addSp delSp modSp mod">
        <pc:chgData name="Songqing Gu" userId="c4d8cb49210192e2" providerId="LiveId" clId="{0238BFDE-1411-43C8-8054-F0BE9467BA84}" dt="2023-06-27T09:15:01.379" v="403" actId="207"/>
        <pc:sldMkLst>
          <pc:docMk/>
          <pc:sldMk cId="3910698975" sldId="359"/>
        </pc:sldMkLst>
        <pc:spChg chg="add mod">
          <ac:chgData name="Songqing Gu" userId="c4d8cb49210192e2" providerId="LiveId" clId="{0238BFDE-1411-43C8-8054-F0BE9467BA84}" dt="2023-06-27T09:15:01.379" v="403" actId="207"/>
          <ac:spMkLst>
            <pc:docMk/>
            <pc:sldMk cId="3910698975" sldId="359"/>
            <ac:spMk id="2" creationId="{A01826DF-D9BD-65D7-CA27-ED19FE4F17E3}"/>
          </ac:spMkLst>
        </pc:spChg>
        <pc:spChg chg="del">
          <ac:chgData name="Songqing Gu" userId="c4d8cb49210192e2" providerId="LiveId" clId="{0238BFDE-1411-43C8-8054-F0BE9467BA84}" dt="2023-06-27T08:15:13.966" v="1" actId="478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0238BFDE-1411-43C8-8054-F0BE9467BA84}" dt="2023-06-27T08:15:27.818" v="33" actId="27636"/>
          <ac:spMkLst>
            <pc:docMk/>
            <pc:sldMk cId="3910698975" sldId="359"/>
            <ac:spMk id="4" creationId="{A5334BB3-AFE5-56C3-3DAD-23292EC4C00B}"/>
          </ac:spMkLst>
        </pc:spChg>
      </pc:sldChg>
      <pc:sldChg chg="addSp delSp modSp add mod">
        <pc:chgData name="Songqing Gu" userId="c4d8cb49210192e2" providerId="LiveId" clId="{0238BFDE-1411-43C8-8054-F0BE9467BA84}" dt="2023-06-27T16:34:35.401" v="409" actId="14100"/>
        <pc:sldMkLst>
          <pc:docMk/>
          <pc:sldMk cId="3769187772" sldId="360"/>
        </pc:sldMkLst>
        <pc:spChg chg="add del">
          <ac:chgData name="Songqing Gu" userId="c4d8cb49210192e2" providerId="LiveId" clId="{0238BFDE-1411-43C8-8054-F0BE9467BA84}" dt="2023-06-27T16:33:39.909" v="406" actId="478"/>
          <ac:spMkLst>
            <pc:docMk/>
            <pc:sldMk cId="3769187772" sldId="360"/>
            <ac:spMk id="5" creationId="{07CBEE76-3036-C565-F502-6E242CE0D557}"/>
          </ac:spMkLst>
        </pc:spChg>
        <pc:spChg chg="add mod">
          <ac:chgData name="Songqing Gu" userId="c4d8cb49210192e2" providerId="LiveId" clId="{0238BFDE-1411-43C8-8054-F0BE9467BA84}" dt="2023-06-27T16:34:35.401" v="409" actId="14100"/>
          <ac:spMkLst>
            <pc:docMk/>
            <pc:sldMk cId="3769187772" sldId="360"/>
            <ac:spMk id="7" creationId="{1C11A151-83FD-D820-0857-278BB2F9D29E}"/>
          </ac:spMkLst>
        </pc:spChg>
      </pc:sldChg>
      <pc:sldChg chg="add del ord">
        <pc:chgData name="Songqing Gu" userId="c4d8cb49210192e2" providerId="LiveId" clId="{0238BFDE-1411-43C8-8054-F0BE9467BA84}" dt="2023-06-28T14:08:31.337" v="904" actId="2696"/>
        <pc:sldMkLst>
          <pc:docMk/>
          <pc:sldMk cId="3941851084" sldId="361"/>
        </pc:sldMkLst>
      </pc:sldChg>
      <pc:sldChg chg="addSp delSp modSp add mod">
        <pc:chgData name="Songqing Gu" userId="c4d8cb49210192e2" providerId="LiveId" clId="{0238BFDE-1411-43C8-8054-F0BE9467BA84}" dt="2023-06-28T13:52:49.708" v="890" actId="14100"/>
        <pc:sldMkLst>
          <pc:docMk/>
          <pc:sldMk cId="4276129793" sldId="362"/>
        </pc:sldMkLst>
        <pc:spChg chg="mod">
          <ac:chgData name="Songqing Gu" userId="c4d8cb49210192e2" providerId="LiveId" clId="{0238BFDE-1411-43C8-8054-F0BE9467BA84}" dt="2023-06-28T13:52:49.708" v="890" actId="14100"/>
          <ac:spMkLst>
            <pc:docMk/>
            <pc:sldMk cId="4276129793" sldId="362"/>
            <ac:spMk id="2" creationId="{E41822F2-39DD-D500-3FA8-AC00639157D6}"/>
          </ac:spMkLst>
        </pc:spChg>
        <pc:spChg chg="add mod ord">
          <ac:chgData name="Songqing Gu" userId="c4d8cb49210192e2" providerId="LiveId" clId="{0238BFDE-1411-43C8-8054-F0BE9467BA84}" dt="2023-06-28T13:33:32.367" v="723" actId="14100"/>
          <ac:spMkLst>
            <pc:docMk/>
            <pc:sldMk cId="4276129793" sldId="362"/>
            <ac:spMk id="4" creationId="{29CF7E95-AFE1-74E1-D072-E986A9F380B1}"/>
          </ac:spMkLst>
        </pc:spChg>
        <pc:spChg chg="mod">
          <ac:chgData name="Songqing Gu" userId="c4d8cb49210192e2" providerId="LiveId" clId="{0238BFDE-1411-43C8-8054-F0BE9467BA84}" dt="2023-06-27T16:37:08.066" v="426" actId="14100"/>
          <ac:spMkLst>
            <pc:docMk/>
            <pc:sldMk cId="4276129793" sldId="362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33:01.076" v="713" actId="1076"/>
          <ac:picMkLst>
            <pc:docMk/>
            <pc:sldMk cId="4276129793" sldId="362"/>
            <ac:picMk id="3" creationId="{9EBB5E8C-A99B-600B-36FE-522808BD2FDD}"/>
          </ac:picMkLst>
        </pc:picChg>
        <pc:picChg chg="add del mod">
          <ac:chgData name="Songqing Gu" userId="c4d8cb49210192e2" providerId="LiveId" clId="{0238BFDE-1411-43C8-8054-F0BE9467BA84}" dt="2023-06-28T13:32:47.688" v="709" actId="478"/>
          <ac:picMkLst>
            <pc:docMk/>
            <pc:sldMk cId="4276129793" sldId="362"/>
            <ac:picMk id="2050" creationId="{A62C83CA-4C50-672C-ECD9-20FF34BE3450}"/>
          </ac:picMkLst>
        </pc:picChg>
      </pc:sldChg>
      <pc:sldChg chg="addSp delSp modSp add mod">
        <pc:chgData name="Songqing Gu" userId="c4d8cb49210192e2" providerId="LiveId" clId="{0238BFDE-1411-43C8-8054-F0BE9467BA84}" dt="2023-06-28T13:49:27.554" v="883" actId="1076"/>
        <pc:sldMkLst>
          <pc:docMk/>
          <pc:sldMk cId="422478183" sldId="363"/>
        </pc:sldMkLst>
        <pc:spChg chg="mod">
          <ac:chgData name="Songqing Gu" userId="c4d8cb49210192e2" providerId="LiveId" clId="{0238BFDE-1411-43C8-8054-F0BE9467BA84}" dt="2023-06-27T08:25:21.222" v="360" actId="20577"/>
          <ac:spMkLst>
            <pc:docMk/>
            <pc:sldMk cId="422478183" sldId="363"/>
            <ac:spMk id="2" creationId="{E41822F2-39DD-D500-3FA8-AC00639157D6}"/>
          </ac:spMkLst>
        </pc:spChg>
        <pc:spChg chg="add del">
          <ac:chgData name="Songqing Gu" userId="c4d8cb49210192e2" providerId="LiveId" clId="{0238BFDE-1411-43C8-8054-F0BE9467BA84}" dt="2023-06-27T08:58:05.727" v="389" actId="22"/>
          <ac:spMkLst>
            <pc:docMk/>
            <pc:sldMk cId="422478183" sldId="363"/>
            <ac:spMk id="4" creationId="{FBDA3742-5067-954C-B8DA-36C0B98FDC7B}"/>
          </ac:spMkLst>
        </pc:spChg>
        <pc:spChg chg="mod">
          <ac:chgData name="Songqing Gu" userId="c4d8cb49210192e2" providerId="LiveId" clId="{0238BFDE-1411-43C8-8054-F0BE9467BA84}" dt="2023-06-28T13:49:19.669" v="882" actId="1076"/>
          <ac:spMkLst>
            <pc:docMk/>
            <pc:sldMk cId="422478183" sldId="363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49:27.554" v="883" actId="1076"/>
          <ac:picMkLst>
            <pc:docMk/>
            <pc:sldMk cId="422478183" sldId="363"/>
            <ac:picMk id="3" creationId="{467D8C89-2C78-786B-16B0-686B327A7C65}"/>
          </ac:picMkLst>
        </pc:picChg>
        <pc:picChg chg="add del mod">
          <ac:chgData name="Songqing Gu" userId="c4d8cb49210192e2" providerId="LiveId" clId="{0238BFDE-1411-43C8-8054-F0BE9467BA84}" dt="2023-06-28T13:48:56.756" v="873" actId="478"/>
          <ac:picMkLst>
            <pc:docMk/>
            <pc:sldMk cId="422478183" sldId="363"/>
            <ac:picMk id="4098" creationId="{159E0121-6F60-C1B7-2AD2-54E869234088}"/>
          </ac:picMkLst>
        </pc:picChg>
      </pc:sldChg>
      <pc:sldChg chg="addSp delSp modSp add mod">
        <pc:chgData name="Songqing Gu" userId="c4d8cb49210192e2" providerId="LiveId" clId="{0238BFDE-1411-43C8-8054-F0BE9467BA84}" dt="2023-06-28T13:31:38.124" v="708" actId="1076"/>
        <pc:sldMkLst>
          <pc:docMk/>
          <pc:sldMk cId="3371967051" sldId="364"/>
        </pc:sldMkLst>
        <pc:spChg chg="mod">
          <ac:chgData name="Songqing Gu" userId="c4d8cb49210192e2" providerId="LiveId" clId="{0238BFDE-1411-43C8-8054-F0BE9467BA84}" dt="2023-06-27T08:26:12.088" v="368" actId="20577"/>
          <ac:spMkLst>
            <pc:docMk/>
            <pc:sldMk cId="3371967051" sldId="364"/>
            <ac:spMk id="2" creationId="{E41822F2-39DD-D500-3FA8-AC00639157D6}"/>
          </ac:spMkLst>
        </pc:spChg>
        <pc:spChg chg="add mod ord">
          <ac:chgData name="Songqing Gu" userId="c4d8cb49210192e2" providerId="LiveId" clId="{0238BFDE-1411-43C8-8054-F0BE9467BA84}" dt="2023-06-28T13:31:38.124" v="708" actId="1076"/>
          <ac:spMkLst>
            <pc:docMk/>
            <pc:sldMk cId="3371967051" sldId="364"/>
            <ac:spMk id="4" creationId="{3AF5EA2A-1E6A-20BB-56A9-E9A862E7CA90}"/>
          </ac:spMkLst>
        </pc:spChg>
        <pc:spChg chg="mod">
          <ac:chgData name="Songqing Gu" userId="c4d8cb49210192e2" providerId="LiveId" clId="{0238BFDE-1411-43C8-8054-F0BE9467BA84}" dt="2023-06-28T13:31:04.307" v="700" actId="20578"/>
          <ac:spMkLst>
            <pc:docMk/>
            <pc:sldMk cId="3371967051" sldId="364"/>
            <ac:spMk id="7" creationId="{49841D98-0B32-8C61-50A3-5B8CE74F8E74}"/>
          </ac:spMkLst>
        </pc:spChg>
        <pc:picChg chg="add mod ord">
          <ac:chgData name="Songqing Gu" userId="c4d8cb49210192e2" providerId="LiveId" clId="{0238BFDE-1411-43C8-8054-F0BE9467BA84}" dt="2023-06-28T13:31:20.235" v="705" actId="1076"/>
          <ac:picMkLst>
            <pc:docMk/>
            <pc:sldMk cId="3371967051" sldId="364"/>
            <ac:picMk id="3" creationId="{9B7B83D8-972F-8486-3213-2E7B299B2FD2}"/>
          </ac:picMkLst>
        </pc:picChg>
        <pc:picChg chg="add del mod">
          <ac:chgData name="Songqing Gu" userId="c4d8cb49210192e2" providerId="LiveId" clId="{0238BFDE-1411-43C8-8054-F0BE9467BA84}" dt="2023-06-28T13:24:21.294" v="483" actId="478"/>
          <ac:picMkLst>
            <pc:docMk/>
            <pc:sldMk cId="3371967051" sldId="364"/>
            <ac:picMk id="3074" creationId="{B9DFF278-3260-6C63-B2A1-A1A54B9A888F}"/>
          </ac:picMkLst>
        </pc:picChg>
      </pc:sldChg>
      <pc:sldChg chg="modSp add del mod">
        <pc:chgData name="Songqing Gu" userId="c4d8cb49210192e2" providerId="LiveId" clId="{0238BFDE-1411-43C8-8054-F0BE9467BA84}" dt="2023-06-28T13:39:12.659" v="786" actId="2696"/>
        <pc:sldMkLst>
          <pc:docMk/>
          <pc:sldMk cId="94679325" sldId="365"/>
        </pc:sldMkLst>
        <pc:spChg chg="mod">
          <ac:chgData name="Songqing Gu" userId="c4d8cb49210192e2" providerId="LiveId" clId="{0238BFDE-1411-43C8-8054-F0BE9467BA84}" dt="2023-06-28T13:20:34.389" v="471" actId="1076"/>
          <ac:spMkLst>
            <pc:docMk/>
            <pc:sldMk cId="94679325" sldId="365"/>
            <ac:spMk id="2" creationId="{00000000-0000-0000-0000-000000000000}"/>
          </ac:spMkLst>
        </pc:spChg>
        <pc:picChg chg="mod">
          <ac:chgData name="Songqing Gu" userId="c4d8cb49210192e2" providerId="LiveId" clId="{0238BFDE-1411-43C8-8054-F0BE9467BA84}" dt="2023-06-28T13:21:10.839" v="474" actId="1076"/>
          <ac:picMkLst>
            <pc:docMk/>
            <pc:sldMk cId="94679325" sldId="365"/>
            <ac:picMk id="1026" creationId="{4730BB9A-24AF-3A0C-2C86-A5A88A1BAC65}"/>
          </ac:picMkLst>
        </pc:picChg>
      </pc:sldChg>
      <pc:sldChg chg="addSp delSp modSp add mod">
        <pc:chgData name="Songqing Gu" userId="c4d8cb49210192e2" providerId="LiveId" clId="{0238BFDE-1411-43C8-8054-F0BE9467BA84}" dt="2023-06-27T15:31:24.174" v="451" actId="166"/>
        <pc:sldMkLst>
          <pc:docMk/>
          <pc:sldMk cId="1717140285" sldId="366"/>
        </pc:sldMkLst>
        <pc:spChg chg="del">
          <ac:chgData name="Songqing Gu" userId="c4d8cb49210192e2" providerId="LiveId" clId="{0238BFDE-1411-43C8-8054-F0BE9467BA84}" dt="2023-06-27T15:31:05.036" v="446" actId="478"/>
          <ac:spMkLst>
            <pc:docMk/>
            <pc:sldMk cId="1717140285" sldId="366"/>
            <ac:spMk id="3" creationId="{3C33A44D-A4EF-BD8B-622D-C49C637E6F29}"/>
          </ac:spMkLst>
        </pc:spChg>
        <pc:spChg chg="ord">
          <ac:chgData name="Songqing Gu" userId="c4d8cb49210192e2" providerId="LiveId" clId="{0238BFDE-1411-43C8-8054-F0BE9467BA84}" dt="2023-06-27T15:31:24.174" v="451" actId="166"/>
          <ac:spMkLst>
            <pc:docMk/>
            <pc:sldMk cId="1717140285" sldId="366"/>
            <ac:spMk id="4" creationId="{A5334BB3-AFE5-56C3-3DAD-23292EC4C00B}"/>
          </ac:spMkLst>
        </pc:spChg>
        <pc:spChg chg="del">
          <ac:chgData name="Songqing Gu" userId="c4d8cb49210192e2" providerId="LiveId" clId="{0238BFDE-1411-43C8-8054-F0BE9467BA84}" dt="2023-06-27T15:31:06.534" v="447" actId="478"/>
          <ac:spMkLst>
            <pc:docMk/>
            <pc:sldMk cId="1717140285" sldId="366"/>
            <ac:spMk id="7" creationId="{1C11A151-83FD-D820-0857-278BB2F9D29E}"/>
          </ac:spMkLst>
        </pc:spChg>
        <pc:picChg chg="add mod">
          <ac:chgData name="Songqing Gu" userId="c4d8cb49210192e2" providerId="LiveId" clId="{0238BFDE-1411-43C8-8054-F0BE9467BA84}" dt="2023-06-27T15:31:17.435" v="450" actId="14100"/>
          <ac:picMkLst>
            <pc:docMk/>
            <pc:sldMk cId="1717140285" sldId="366"/>
            <ac:picMk id="2" creationId="{5A066B74-12BF-4191-B35C-1F21C0198773}"/>
          </ac:picMkLst>
        </pc:picChg>
      </pc:sldChg>
      <pc:sldChg chg="addSp delSp modSp add mod">
        <pc:chgData name="Songqing Gu" userId="c4d8cb49210192e2" providerId="LiveId" clId="{0238BFDE-1411-43C8-8054-F0BE9467BA84}" dt="2023-06-27T15:32:14.511" v="459" actId="1076"/>
        <pc:sldMkLst>
          <pc:docMk/>
          <pc:sldMk cId="1172440794" sldId="367"/>
        </pc:sldMkLst>
        <pc:spChg chg="del">
          <ac:chgData name="Songqing Gu" userId="c4d8cb49210192e2" providerId="LiveId" clId="{0238BFDE-1411-43C8-8054-F0BE9467BA84}" dt="2023-06-27T15:32:06.791" v="455" actId="478"/>
          <ac:spMkLst>
            <pc:docMk/>
            <pc:sldMk cId="1172440794" sldId="367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7T15:32:09.200" v="456" actId="478"/>
          <ac:spMkLst>
            <pc:docMk/>
            <pc:sldMk cId="1172440794" sldId="367"/>
            <ac:spMk id="4" creationId="{2141E45D-8CE6-7C88-4466-728003FCEB94}"/>
          </ac:spMkLst>
        </pc:spChg>
        <pc:spChg chg="del">
          <ac:chgData name="Songqing Gu" userId="c4d8cb49210192e2" providerId="LiveId" clId="{0238BFDE-1411-43C8-8054-F0BE9467BA84}" dt="2023-06-27T15:32:03.511" v="454" actId="478"/>
          <ac:spMkLst>
            <pc:docMk/>
            <pc:sldMk cId="1172440794" sldId="367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7T15:32:14.511" v="459" actId="1076"/>
          <ac:picMkLst>
            <pc:docMk/>
            <pc:sldMk cId="1172440794" sldId="367"/>
            <ac:picMk id="5" creationId="{3AA00187-2DA2-F4E7-17C2-F13EC15622C4}"/>
          </ac:picMkLst>
        </pc:picChg>
        <pc:picChg chg="del">
          <ac:chgData name="Songqing Gu" userId="c4d8cb49210192e2" providerId="LiveId" clId="{0238BFDE-1411-43C8-8054-F0BE9467BA84}" dt="2023-06-27T15:32:01.190" v="453" actId="478"/>
          <ac:picMkLst>
            <pc:docMk/>
            <pc:sldMk cId="1172440794" sldId="367"/>
            <ac:picMk id="1027" creationId="{480A2389-6048-4F4B-55F0-B229F4369BE0}"/>
          </ac:picMkLst>
        </pc:picChg>
      </pc:sldChg>
      <pc:sldChg chg="addSp delSp modSp add mod ord">
        <pc:chgData name="Songqing Gu" userId="c4d8cb49210192e2" providerId="LiveId" clId="{0238BFDE-1411-43C8-8054-F0BE9467BA84}" dt="2023-06-28T13:34:22.574" v="729" actId="14100"/>
        <pc:sldMkLst>
          <pc:docMk/>
          <pc:sldMk cId="4032019230" sldId="368"/>
        </pc:sldMkLst>
        <pc:spChg chg="del">
          <ac:chgData name="Songqing Gu" userId="c4d8cb49210192e2" providerId="LiveId" clId="{0238BFDE-1411-43C8-8054-F0BE9467BA84}" dt="2023-06-27T15:34:10.402" v="468" actId="478"/>
          <ac:spMkLst>
            <pc:docMk/>
            <pc:sldMk cId="4032019230" sldId="368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7T15:34:12.923" v="469" actId="478"/>
          <ac:spMkLst>
            <pc:docMk/>
            <pc:sldMk cId="4032019230" sldId="368"/>
            <ac:spMk id="5" creationId="{34B72B76-07F2-A271-2C9A-6311E1E12230}"/>
          </ac:spMkLst>
        </pc:spChg>
        <pc:spChg chg="del">
          <ac:chgData name="Songqing Gu" userId="c4d8cb49210192e2" providerId="LiveId" clId="{0238BFDE-1411-43C8-8054-F0BE9467BA84}" dt="2023-06-27T15:34:01.762" v="466" actId="478"/>
          <ac:spMkLst>
            <pc:docMk/>
            <pc:sldMk cId="4032019230" sldId="368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3:34:22.574" v="729" actId="14100"/>
          <ac:picMkLst>
            <pc:docMk/>
            <pc:sldMk cId="4032019230" sldId="368"/>
            <ac:picMk id="2" creationId="{C2F6E0A0-0C9F-439E-3A45-7BB859B1A49B}"/>
          </ac:picMkLst>
        </pc:picChg>
        <pc:picChg chg="add del mod">
          <ac:chgData name="Songqing Gu" userId="c4d8cb49210192e2" providerId="LiveId" clId="{0238BFDE-1411-43C8-8054-F0BE9467BA84}" dt="2023-06-28T13:34:13.148" v="724" actId="478"/>
          <ac:picMkLst>
            <pc:docMk/>
            <pc:sldMk cId="4032019230" sldId="368"/>
            <ac:picMk id="3" creationId="{9F009BA4-FB0D-7645-E28E-D602DA3E753E}"/>
          </ac:picMkLst>
        </pc:picChg>
        <pc:picChg chg="del">
          <ac:chgData name="Songqing Gu" userId="c4d8cb49210192e2" providerId="LiveId" clId="{0238BFDE-1411-43C8-8054-F0BE9467BA84}" dt="2023-06-27T15:33:54.339" v="461" actId="478"/>
          <ac:picMkLst>
            <pc:docMk/>
            <pc:sldMk cId="4032019230" sldId="368"/>
            <ac:picMk id="1027" creationId="{480A2389-6048-4F4B-55F0-B229F4369BE0}"/>
          </ac:picMkLst>
        </pc:picChg>
      </pc:sldChg>
      <pc:sldChg chg="addSp delSp modSp add mod">
        <pc:chgData name="Songqing Gu" userId="c4d8cb49210192e2" providerId="LiveId" clId="{0238BFDE-1411-43C8-8054-F0BE9467BA84}" dt="2023-06-28T13:28:23.398" v="529" actId="108"/>
        <pc:sldMkLst>
          <pc:docMk/>
          <pc:sldMk cId="86888917" sldId="369"/>
        </pc:sldMkLst>
        <pc:spChg chg="mod">
          <ac:chgData name="Songqing Gu" userId="c4d8cb49210192e2" providerId="LiveId" clId="{0238BFDE-1411-43C8-8054-F0BE9467BA84}" dt="2023-06-28T13:28:23.398" v="529" actId="108"/>
          <ac:spMkLst>
            <pc:docMk/>
            <pc:sldMk cId="86888917" sldId="369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5:23.775" v="494" actId="478"/>
          <ac:spMkLst>
            <pc:docMk/>
            <pc:sldMk cId="86888917" sldId="369"/>
            <ac:spMk id="5" creationId="{EAA5F8F3-AE57-F9C4-9766-A95B0B241714}"/>
          </ac:spMkLst>
        </pc:spChg>
        <pc:spChg chg="del">
          <ac:chgData name="Songqing Gu" userId="c4d8cb49210192e2" providerId="LiveId" clId="{0238BFDE-1411-43C8-8054-F0BE9467BA84}" dt="2023-06-28T13:25:28.524" v="497" actId="478"/>
          <ac:spMkLst>
            <pc:docMk/>
            <pc:sldMk cId="86888917" sldId="369"/>
            <ac:spMk id="7" creationId="{49841D98-0B32-8C61-50A3-5B8CE74F8E74}"/>
          </ac:spMkLst>
        </pc:spChg>
        <pc:picChg chg="del">
          <ac:chgData name="Songqing Gu" userId="c4d8cb49210192e2" providerId="LiveId" clId="{0238BFDE-1411-43C8-8054-F0BE9467BA84}" dt="2023-06-28T13:25:21.341" v="493" actId="478"/>
          <ac:picMkLst>
            <pc:docMk/>
            <pc:sldMk cId="86888917" sldId="369"/>
            <ac:picMk id="3" creationId="{9B7B83D8-972F-8486-3213-2E7B299B2FD2}"/>
          </ac:picMkLst>
        </pc:picChg>
        <pc:picChg chg="add mod">
          <ac:chgData name="Songqing Gu" userId="c4d8cb49210192e2" providerId="LiveId" clId="{0238BFDE-1411-43C8-8054-F0BE9467BA84}" dt="2023-06-28T13:25:48.180" v="506" actId="14100"/>
          <ac:picMkLst>
            <pc:docMk/>
            <pc:sldMk cId="86888917" sldId="369"/>
            <ac:picMk id="6" creationId="{51327533-A6B9-75B5-58EB-B08EE2EDA376}"/>
          </ac:picMkLst>
        </pc:picChg>
      </pc:sldChg>
      <pc:sldChg chg="addSp delSp modSp add mod">
        <pc:chgData name="Songqing Gu" userId="c4d8cb49210192e2" providerId="LiveId" clId="{0238BFDE-1411-43C8-8054-F0BE9467BA84}" dt="2023-06-28T13:28:14.146" v="528" actId="1076"/>
        <pc:sldMkLst>
          <pc:docMk/>
          <pc:sldMk cId="1562601000" sldId="370"/>
        </pc:sldMkLst>
        <pc:spChg chg="mod">
          <ac:chgData name="Songqing Gu" userId="c4d8cb49210192e2" providerId="LiveId" clId="{0238BFDE-1411-43C8-8054-F0BE9467BA84}" dt="2023-06-28T13:28:11.561" v="527" actId="1076"/>
          <ac:spMkLst>
            <pc:docMk/>
            <pc:sldMk cId="1562601000" sldId="370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7:31.896" v="509" actId="478"/>
          <ac:spMkLst>
            <pc:docMk/>
            <pc:sldMk cId="1562601000" sldId="370"/>
            <ac:spMk id="4" creationId="{B8CFFBD5-0EC4-109F-71B2-6469AEC88606}"/>
          </ac:spMkLst>
        </pc:spChg>
        <pc:picChg chg="add mod">
          <ac:chgData name="Songqing Gu" userId="c4d8cb49210192e2" providerId="LiveId" clId="{0238BFDE-1411-43C8-8054-F0BE9467BA84}" dt="2023-06-28T13:28:14.146" v="528" actId="1076"/>
          <ac:picMkLst>
            <pc:docMk/>
            <pc:sldMk cId="1562601000" sldId="370"/>
            <ac:picMk id="5" creationId="{10AB5D53-E148-AF69-54E9-AD7E55C7D1E9}"/>
          </ac:picMkLst>
        </pc:picChg>
        <pc:picChg chg="del">
          <ac:chgData name="Songqing Gu" userId="c4d8cb49210192e2" providerId="LiveId" clId="{0238BFDE-1411-43C8-8054-F0BE9467BA84}" dt="2023-06-28T13:27:28.874" v="508" actId="478"/>
          <ac:picMkLst>
            <pc:docMk/>
            <pc:sldMk cId="1562601000" sldId="370"/>
            <ac:picMk id="6" creationId="{51327533-A6B9-75B5-58EB-B08EE2EDA376}"/>
          </ac:picMkLst>
        </pc:picChg>
      </pc:sldChg>
      <pc:sldChg chg="addSp delSp modSp add mod">
        <pc:chgData name="Songqing Gu" userId="c4d8cb49210192e2" providerId="LiveId" clId="{0238BFDE-1411-43C8-8054-F0BE9467BA84}" dt="2023-06-28T13:29:03.585" v="550" actId="1076"/>
        <pc:sldMkLst>
          <pc:docMk/>
          <pc:sldMk cId="772618885" sldId="371"/>
        </pc:sldMkLst>
        <pc:spChg chg="mod">
          <ac:chgData name="Songqing Gu" userId="c4d8cb49210192e2" providerId="LiveId" clId="{0238BFDE-1411-43C8-8054-F0BE9467BA84}" dt="2023-06-28T13:29:00.516" v="549" actId="20577"/>
          <ac:spMkLst>
            <pc:docMk/>
            <pc:sldMk cId="772618885" sldId="371"/>
            <ac:spMk id="2" creationId="{E41822F2-39DD-D500-3FA8-AC00639157D6}"/>
          </ac:spMkLst>
        </pc:spChg>
        <pc:spChg chg="add del mod">
          <ac:chgData name="Songqing Gu" userId="c4d8cb49210192e2" providerId="LiveId" clId="{0238BFDE-1411-43C8-8054-F0BE9467BA84}" dt="2023-06-28T13:28:48.951" v="533" actId="478"/>
          <ac:spMkLst>
            <pc:docMk/>
            <pc:sldMk cId="772618885" sldId="371"/>
            <ac:spMk id="4" creationId="{222391AA-653F-4152-1E45-85DE88D56E92}"/>
          </ac:spMkLst>
        </pc:spChg>
        <pc:picChg chg="del">
          <ac:chgData name="Songqing Gu" userId="c4d8cb49210192e2" providerId="LiveId" clId="{0238BFDE-1411-43C8-8054-F0BE9467BA84}" dt="2023-06-28T13:28:44.464" v="531" actId="478"/>
          <ac:picMkLst>
            <pc:docMk/>
            <pc:sldMk cId="772618885" sldId="371"/>
            <ac:picMk id="5" creationId="{10AB5D53-E148-AF69-54E9-AD7E55C7D1E9}"/>
          </ac:picMkLst>
        </pc:picChg>
        <pc:picChg chg="add mod">
          <ac:chgData name="Songqing Gu" userId="c4d8cb49210192e2" providerId="LiveId" clId="{0238BFDE-1411-43C8-8054-F0BE9467BA84}" dt="2023-06-28T13:29:03.585" v="550" actId="1076"/>
          <ac:picMkLst>
            <pc:docMk/>
            <pc:sldMk cId="772618885" sldId="371"/>
            <ac:picMk id="6" creationId="{BA42F2BB-0F8C-5578-785D-1684C7AF051F}"/>
          </ac:picMkLst>
        </pc:picChg>
      </pc:sldChg>
      <pc:sldChg chg="addSp delSp modSp add mod">
        <pc:chgData name="Songqing Gu" userId="c4d8cb49210192e2" providerId="LiveId" clId="{0238BFDE-1411-43C8-8054-F0BE9467BA84}" dt="2023-06-28T13:38:23.105" v="783" actId="1076"/>
        <pc:sldMkLst>
          <pc:docMk/>
          <pc:sldMk cId="3421924434" sldId="372"/>
        </pc:sldMkLst>
        <pc:spChg chg="add del mod">
          <ac:chgData name="Songqing Gu" userId="c4d8cb49210192e2" providerId="LiveId" clId="{0238BFDE-1411-43C8-8054-F0BE9467BA84}" dt="2023-06-28T13:34:56.397" v="732" actId="478"/>
          <ac:spMkLst>
            <pc:docMk/>
            <pc:sldMk cId="3421924434" sldId="372"/>
            <ac:spMk id="4" creationId="{FCAC35BC-4B93-CD8C-A822-60C14F172649}"/>
          </ac:spMkLst>
        </pc:spChg>
        <pc:spChg chg="add mod">
          <ac:chgData name="Songqing Gu" userId="c4d8cb49210192e2" providerId="LiveId" clId="{0238BFDE-1411-43C8-8054-F0BE9467BA84}" dt="2023-06-28T13:38:20.667" v="781" actId="1076"/>
          <ac:spMkLst>
            <pc:docMk/>
            <pc:sldMk cId="3421924434" sldId="372"/>
            <ac:spMk id="6" creationId="{605F415A-BB90-B25E-1E0F-27BEC1723790}"/>
          </ac:spMkLst>
        </pc:spChg>
        <pc:picChg chg="del">
          <ac:chgData name="Songqing Gu" userId="c4d8cb49210192e2" providerId="LiveId" clId="{0238BFDE-1411-43C8-8054-F0BE9467BA84}" dt="2023-06-28T13:34:53.718" v="731" actId="478"/>
          <ac:picMkLst>
            <pc:docMk/>
            <pc:sldMk cId="3421924434" sldId="372"/>
            <ac:picMk id="2" creationId="{C2F6E0A0-0C9F-439E-3A45-7BB859B1A49B}"/>
          </ac:picMkLst>
        </pc:picChg>
        <pc:picChg chg="add mod">
          <ac:chgData name="Songqing Gu" userId="c4d8cb49210192e2" providerId="LiveId" clId="{0238BFDE-1411-43C8-8054-F0BE9467BA84}" dt="2023-06-28T13:38:23.105" v="783" actId="1076"/>
          <ac:picMkLst>
            <pc:docMk/>
            <pc:sldMk cId="3421924434" sldId="372"/>
            <ac:picMk id="5" creationId="{95139AF2-D202-10DA-9471-057478891DEA}"/>
          </ac:picMkLst>
        </pc:picChg>
      </pc:sldChg>
      <pc:sldChg chg="addSp delSp modSp add mod">
        <pc:chgData name="Songqing Gu" userId="c4d8cb49210192e2" providerId="LiveId" clId="{0238BFDE-1411-43C8-8054-F0BE9467BA84}" dt="2023-06-28T13:38:12.262" v="780" actId="1076"/>
        <pc:sldMkLst>
          <pc:docMk/>
          <pc:sldMk cId="700840302" sldId="373"/>
        </pc:sldMkLst>
        <pc:spChg chg="add del mod">
          <ac:chgData name="Songqing Gu" userId="c4d8cb49210192e2" providerId="LiveId" clId="{0238BFDE-1411-43C8-8054-F0BE9467BA84}" dt="2023-06-28T13:36:17.873" v="746" actId="478"/>
          <ac:spMkLst>
            <pc:docMk/>
            <pc:sldMk cId="700840302" sldId="373"/>
            <ac:spMk id="3" creationId="{1472EFF3-CD62-60A2-7078-05AA17FC890E}"/>
          </ac:spMkLst>
        </pc:spChg>
        <pc:spChg chg="mod">
          <ac:chgData name="Songqing Gu" userId="c4d8cb49210192e2" providerId="LiveId" clId="{0238BFDE-1411-43C8-8054-F0BE9467BA84}" dt="2023-06-28T13:38:09.068" v="779" actId="1076"/>
          <ac:spMkLst>
            <pc:docMk/>
            <pc:sldMk cId="700840302" sldId="373"/>
            <ac:spMk id="6" creationId="{605F415A-BB90-B25E-1E0F-27BEC1723790}"/>
          </ac:spMkLst>
        </pc:spChg>
        <pc:picChg chg="add mod">
          <ac:chgData name="Songqing Gu" userId="c4d8cb49210192e2" providerId="LiveId" clId="{0238BFDE-1411-43C8-8054-F0BE9467BA84}" dt="2023-06-28T13:38:12.262" v="780" actId="1076"/>
          <ac:picMkLst>
            <pc:docMk/>
            <pc:sldMk cId="700840302" sldId="373"/>
            <ac:picMk id="4" creationId="{81515761-8B01-E40B-21CB-A54A4B0FA842}"/>
          </ac:picMkLst>
        </pc:picChg>
        <pc:picChg chg="del">
          <ac:chgData name="Songqing Gu" userId="c4d8cb49210192e2" providerId="LiveId" clId="{0238BFDE-1411-43C8-8054-F0BE9467BA84}" dt="2023-06-28T13:36:14.520" v="745" actId="478"/>
          <ac:picMkLst>
            <pc:docMk/>
            <pc:sldMk cId="700840302" sldId="373"/>
            <ac:picMk id="5" creationId="{95139AF2-D202-10DA-9471-057478891DEA}"/>
          </ac:picMkLst>
        </pc:picChg>
      </pc:sldChg>
      <pc:sldChg chg="addSp delSp modSp add mod">
        <pc:chgData name="Songqing Gu" userId="c4d8cb49210192e2" providerId="LiveId" clId="{0238BFDE-1411-43C8-8054-F0BE9467BA84}" dt="2023-06-28T13:38:38.090" v="785" actId="1076"/>
        <pc:sldMkLst>
          <pc:docMk/>
          <pc:sldMk cId="838616273" sldId="374"/>
        </pc:sldMkLst>
        <pc:spChg chg="add del mod">
          <ac:chgData name="Songqing Gu" userId="c4d8cb49210192e2" providerId="LiveId" clId="{0238BFDE-1411-43C8-8054-F0BE9467BA84}" dt="2023-06-28T13:37:38.338" v="758" actId="478"/>
          <ac:spMkLst>
            <pc:docMk/>
            <pc:sldMk cId="838616273" sldId="374"/>
            <ac:spMk id="3" creationId="{0CE9A690-BEC0-0DF8-C65E-AA3AA7E66ED7}"/>
          </ac:spMkLst>
        </pc:spChg>
        <pc:spChg chg="mod">
          <ac:chgData name="Songqing Gu" userId="c4d8cb49210192e2" providerId="LiveId" clId="{0238BFDE-1411-43C8-8054-F0BE9467BA84}" dt="2023-06-28T13:37:52.339" v="776" actId="20577"/>
          <ac:spMkLst>
            <pc:docMk/>
            <pc:sldMk cId="838616273" sldId="374"/>
            <ac:spMk id="6" creationId="{605F415A-BB90-B25E-1E0F-27BEC1723790}"/>
          </ac:spMkLst>
        </pc:spChg>
        <pc:picChg chg="del">
          <ac:chgData name="Songqing Gu" userId="c4d8cb49210192e2" providerId="LiveId" clId="{0238BFDE-1411-43C8-8054-F0BE9467BA84}" dt="2023-06-28T13:37:35.234" v="757" actId="478"/>
          <ac:picMkLst>
            <pc:docMk/>
            <pc:sldMk cId="838616273" sldId="374"/>
            <ac:picMk id="4" creationId="{81515761-8B01-E40B-21CB-A54A4B0FA842}"/>
          </ac:picMkLst>
        </pc:picChg>
        <pc:picChg chg="add mod">
          <ac:chgData name="Songqing Gu" userId="c4d8cb49210192e2" providerId="LiveId" clId="{0238BFDE-1411-43C8-8054-F0BE9467BA84}" dt="2023-06-28T13:38:38.090" v="785" actId="1076"/>
          <ac:picMkLst>
            <pc:docMk/>
            <pc:sldMk cId="838616273" sldId="374"/>
            <ac:picMk id="5" creationId="{41E7E763-DDB2-8A7C-C5CC-DCE967495893}"/>
          </ac:picMkLst>
        </pc:picChg>
      </pc:sldChg>
      <pc:sldChg chg="addSp delSp modSp add mod">
        <pc:chgData name="Songqing Gu" userId="c4d8cb49210192e2" providerId="LiveId" clId="{0238BFDE-1411-43C8-8054-F0BE9467BA84}" dt="2023-06-28T13:40:09.717" v="792" actId="1076"/>
        <pc:sldMkLst>
          <pc:docMk/>
          <pc:sldMk cId="806982148" sldId="375"/>
        </pc:sldMkLst>
        <pc:spChg chg="del">
          <ac:chgData name="Songqing Gu" userId="c4d8cb49210192e2" providerId="LiveId" clId="{0238BFDE-1411-43C8-8054-F0BE9467BA84}" dt="2023-06-28T13:40:05.339" v="790" actId="478"/>
          <ac:spMkLst>
            <pc:docMk/>
            <pc:sldMk cId="806982148" sldId="375"/>
            <ac:spMk id="2" creationId="{00000000-0000-0000-0000-000000000000}"/>
          </ac:spMkLst>
        </pc:spChg>
        <pc:spChg chg="add del mod">
          <ac:chgData name="Songqing Gu" userId="c4d8cb49210192e2" providerId="LiveId" clId="{0238BFDE-1411-43C8-8054-F0BE9467BA84}" dt="2023-06-28T13:40:07.774" v="791" actId="478"/>
          <ac:spMkLst>
            <pc:docMk/>
            <pc:sldMk cId="806982148" sldId="375"/>
            <ac:spMk id="5" creationId="{B86439E0-A238-67A8-DFAA-C67C748E0EDE}"/>
          </ac:spMkLst>
        </pc:spChg>
        <pc:picChg chg="mod">
          <ac:chgData name="Songqing Gu" userId="c4d8cb49210192e2" providerId="LiveId" clId="{0238BFDE-1411-43C8-8054-F0BE9467BA84}" dt="2023-06-28T13:40:09.717" v="792" actId="1076"/>
          <ac:picMkLst>
            <pc:docMk/>
            <pc:sldMk cId="806982148" sldId="375"/>
            <ac:picMk id="3" creationId="{EACEE7FF-3A27-9A20-8A41-813776427862}"/>
          </ac:picMkLst>
        </pc:picChg>
      </pc:sldChg>
      <pc:sldChg chg="addSp delSp modSp add mod">
        <pc:chgData name="Songqing Gu" userId="c4d8cb49210192e2" providerId="LiveId" clId="{0238BFDE-1411-43C8-8054-F0BE9467BA84}" dt="2023-06-28T13:43:41.863" v="835" actId="1076"/>
        <pc:sldMkLst>
          <pc:docMk/>
          <pc:sldMk cId="301909171" sldId="376"/>
        </pc:sldMkLst>
        <pc:spChg chg="add del mod">
          <ac:chgData name="Songqing Gu" userId="c4d8cb49210192e2" providerId="LiveId" clId="{0238BFDE-1411-43C8-8054-F0BE9467BA84}" dt="2023-06-28T13:42:52.231" v="822" actId="478"/>
          <ac:spMkLst>
            <pc:docMk/>
            <pc:sldMk cId="301909171" sldId="376"/>
            <ac:spMk id="3" creationId="{A8BE21D5-13C9-FA1F-EF6D-9D5687B184E2}"/>
          </ac:spMkLst>
        </pc:spChg>
        <pc:spChg chg="add mod">
          <ac:chgData name="Songqing Gu" userId="c4d8cb49210192e2" providerId="LiveId" clId="{0238BFDE-1411-43C8-8054-F0BE9467BA84}" dt="2023-06-28T13:43:41.863" v="835" actId="1076"/>
          <ac:spMkLst>
            <pc:docMk/>
            <pc:sldMk cId="301909171" sldId="376"/>
            <ac:spMk id="6" creationId="{B5630AFA-C107-937A-A995-C5CC44DEC09E}"/>
          </ac:spMkLst>
        </pc:spChg>
        <pc:picChg chg="add mod">
          <ac:chgData name="Songqing Gu" userId="c4d8cb49210192e2" providerId="LiveId" clId="{0238BFDE-1411-43C8-8054-F0BE9467BA84}" dt="2023-06-28T13:43:15.156" v="825" actId="1076"/>
          <ac:picMkLst>
            <pc:docMk/>
            <pc:sldMk cId="301909171" sldId="376"/>
            <ac:picMk id="4" creationId="{26B0AA6C-4541-4209-B5C1-B99FC1F6A51E}"/>
          </ac:picMkLst>
        </pc:picChg>
        <pc:picChg chg="del">
          <ac:chgData name="Songqing Gu" userId="c4d8cb49210192e2" providerId="LiveId" clId="{0238BFDE-1411-43C8-8054-F0BE9467BA84}" dt="2023-06-28T13:42:49.742" v="821" actId="478"/>
          <ac:picMkLst>
            <pc:docMk/>
            <pc:sldMk cId="301909171" sldId="376"/>
            <ac:picMk id="5" creationId="{3AA00187-2DA2-F4E7-17C2-F13EC15622C4}"/>
          </ac:picMkLst>
        </pc:picChg>
      </pc:sldChg>
      <pc:sldChg chg="addSp delSp modSp add mod">
        <pc:chgData name="Songqing Gu" userId="c4d8cb49210192e2" providerId="LiveId" clId="{0238BFDE-1411-43C8-8054-F0BE9467BA84}" dt="2023-06-28T13:45:12.588" v="861" actId="1076"/>
        <pc:sldMkLst>
          <pc:docMk/>
          <pc:sldMk cId="3399944294" sldId="377"/>
        </pc:sldMkLst>
        <pc:spChg chg="add del mod">
          <ac:chgData name="Songqing Gu" userId="c4d8cb49210192e2" providerId="LiveId" clId="{0238BFDE-1411-43C8-8054-F0BE9467BA84}" dt="2023-06-28T13:44:39.935" v="838" actId="478"/>
          <ac:spMkLst>
            <pc:docMk/>
            <pc:sldMk cId="3399944294" sldId="377"/>
            <ac:spMk id="3" creationId="{DBE89298-428F-E4CF-5464-EE32A3D4F66A}"/>
          </ac:spMkLst>
        </pc:spChg>
        <pc:spChg chg="mod">
          <ac:chgData name="Songqing Gu" userId="c4d8cb49210192e2" providerId="LiveId" clId="{0238BFDE-1411-43C8-8054-F0BE9467BA84}" dt="2023-06-28T13:45:04.482" v="860" actId="1076"/>
          <ac:spMkLst>
            <pc:docMk/>
            <pc:sldMk cId="3399944294" sldId="377"/>
            <ac:spMk id="6" creationId="{B5630AFA-C107-937A-A995-C5CC44DEC09E}"/>
          </ac:spMkLst>
        </pc:spChg>
        <pc:picChg chg="del">
          <ac:chgData name="Songqing Gu" userId="c4d8cb49210192e2" providerId="LiveId" clId="{0238BFDE-1411-43C8-8054-F0BE9467BA84}" dt="2023-06-28T13:44:36.086" v="837" actId="478"/>
          <ac:picMkLst>
            <pc:docMk/>
            <pc:sldMk cId="3399944294" sldId="377"/>
            <ac:picMk id="4" creationId="{26B0AA6C-4541-4209-B5C1-B99FC1F6A51E}"/>
          </ac:picMkLst>
        </pc:picChg>
        <pc:picChg chg="add mod">
          <ac:chgData name="Songqing Gu" userId="c4d8cb49210192e2" providerId="LiveId" clId="{0238BFDE-1411-43C8-8054-F0BE9467BA84}" dt="2023-06-28T13:45:12.588" v="861" actId="1076"/>
          <ac:picMkLst>
            <pc:docMk/>
            <pc:sldMk cId="3399944294" sldId="377"/>
            <ac:picMk id="5" creationId="{A19E4E46-454A-D4D9-E3E6-2B808DC96FB2}"/>
          </ac:picMkLst>
        </pc:picChg>
      </pc:sldChg>
      <pc:sldChg chg="addSp delSp modSp add mod">
        <pc:chgData name="Songqing Gu" userId="c4d8cb49210192e2" providerId="LiveId" clId="{0238BFDE-1411-43C8-8054-F0BE9467BA84}" dt="2023-06-28T13:45:48.515" v="870" actId="1076"/>
        <pc:sldMkLst>
          <pc:docMk/>
          <pc:sldMk cId="2035706884" sldId="378"/>
        </pc:sldMkLst>
        <pc:spChg chg="add del mod">
          <ac:chgData name="Songqing Gu" userId="c4d8cb49210192e2" providerId="LiveId" clId="{0238BFDE-1411-43C8-8054-F0BE9467BA84}" dt="2023-06-28T13:45:44.687" v="868" actId="478"/>
          <ac:spMkLst>
            <pc:docMk/>
            <pc:sldMk cId="2035706884" sldId="378"/>
            <ac:spMk id="4" creationId="{7264E7D5-A404-E8CE-019B-218F06ED7743}"/>
          </ac:spMkLst>
        </pc:spChg>
        <pc:spChg chg="del mod">
          <ac:chgData name="Songqing Gu" userId="c4d8cb49210192e2" providerId="LiveId" clId="{0238BFDE-1411-43C8-8054-F0BE9467BA84}" dt="2023-06-28T13:45:42.180" v="867" actId="478"/>
          <ac:spMkLst>
            <pc:docMk/>
            <pc:sldMk cId="2035706884" sldId="378"/>
            <ac:spMk id="6" creationId="{B5630AFA-C107-937A-A995-C5CC44DEC09E}"/>
          </ac:spMkLst>
        </pc:spChg>
        <pc:picChg chg="add mod">
          <ac:chgData name="Songqing Gu" userId="c4d8cb49210192e2" providerId="LiveId" clId="{0238BFDE-1411-43C8-8054-F0BE9467BA84}" dt="2023-06-28T13:45:48.515" v="870" actId="1076"/>
          <ac:picMkLst>
            <pc:docMk/>
            <pc:sldMk cId="2035706884" sldId="378"/>
            <ac:picMk id="2" creationId="{A16B349A-5EC7-7D1E-2937-1EB898BF6390}"/>
          </ac:picMkLst>
        </pc:picChg>
        <pc:picChg chg="del">
          <ac:chgData name="Songqing Gu" userId="c4d8cb49210192e2" providerId="LiveId" clId="{0238BFDE-1411-43C8-8054-F0BE9467BA84}" dt="2023-06-28T13:45:36.270" v="863" actId="478"/>
          <ac:picMkLst>
            <pc:docMk/>
            <pc:sldMk cId="2035706884" sldId="378"/>
            <ac:picMk id="5" creationId="{A19E4E46-454A-D4D9-E3E6-2B808DC96FB2}"/>
          </ac:picMkLst>
        </pc:picChg>
      </pc:sldChg>
      <pc:sldChg chg="addSp delSp modSp add mod">
        <pc:chgData name="Songqing Gu" userId="c4d8cb49210192e2" providerId="LiveId" clId="{0238BFDE-1411-43C8-8054-F0BE9467BA84}" dt="2023-06-28T14:07:59.559" v="903" actId="207"/>
        <pc:sldMkLst>
          <pc:docMk/>
          <pc:sldMk cId="2114954926" sldId="379"/>
        </pc:sldMkLst>
        <pc:spChg chg="mod">
          <ac:chgData name="Songqing Gu" userId="c4d8cb49210192e2" providerId="LiveId" clId="{0238BFDE-1411-43C8-8054-F0BE9467BA84}" dt="2023-06-28T14:07:59.559" v="903" actId="207"/>
          <ac:spMkLst>
            <pc:docMk/>
            <pc:sldMk cId="2114954926" sldId="379"/>
            <ac:spMk id="2" creationId="{E41822F2-39DD-D500-3FA8-AC00639157D6}"/>
          </ac:spMkLst>
        </pc:spChg>
        <pc:spChg chg="del">
          <ac:chgData name="Songqing Gu" userId="c4d8cb49210192e2" providerId="LiveId" clId="{0238BFDE-1411-43C8-8054-F0BE9467BA84}" dt="2023-06-28T13:50:25.885" v="884" actId="478"/>
          <ac:spMkLst>
            <pc:docMk/>
            <pc:sldMk cId="2114954926" sldId="379"/>
            <ac:spMk id="7" creationId="{49841D98-0B32-8C61-50A3-5B8CE74F8E74}"/>
          </ac:spMkLst>
        </pc:spChg>
        <pc:picChg chg="add mod">
          <ac:chgData name="Songqing Gu" userId="c4d8cb49210192e2" providerId="LiveId" clId="{0238BFDE-1411-43C8-8054-F0BE9467BA84}" dt="2023-06-28T14:07:36.614" v="895" actId="1076"/>
          <ac:picMkLst>
            <pc:docMk/>
            <pc:sldMk cId="2114954926" sldId="379"/>
            <ac:picMk id="3" creationId="{CF874603-C71C-8754-6650-EEED40FA51CD}"/>
          </ac:picMkLst>
        </pc:picChg>
        <pc:picChg chg="del">
          <ac:chgData name="Songqing Gu" userId="c4d8cb49210192e2" providerId="LiveId" clId="{0238BFDE-1411-43C8-8054-F0BE9467BA84}" dt="2023-06-28T13:48:43.449" v="872" actId="478"/>
          <ac:picMkLst>
            <pc:docMk/>
            <pc:sldMk cId="2114954926" sldId="379"/>
            <ac:picMk id="4098" creationId="{159E0121-6F60-C1B7-2AD2-54E86923408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7/8/2025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1982030-3161-DFD7-F70C-2B8B2D315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536F26F0-3F5A-48BE-9743-B2FE463D83DB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7CBA346-94A8-43A2-D214-92D82DAF0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013D407-CF8A-909A-AADF-52D32E6E3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7/8/2025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3C3155-BE05-3D15-A695-7118E4905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376" y="2980073"/>
            <a:ext cx="6591300" cy="1069975"/>
          </a:xfrm>
        </p:spPr>
        <p:txBody>
          <a:bodyPr anchor="ctr">
            <a:normAutofit fontScale="90000"/>
          </a:bodyPr>
          <a:lstStyle/>
          <a:p>
            <a:pPr algn="ctr" eaLnBrk="1" hangingPunct="1"/>
            <a:r>
              <a:rPr lang="en-US" altLang="en-US" sz="4000" b="1" dirty="0">
                <a:solidFill>
                  <a:srgbClr val="0070C0"/>
                </a:solidFill>
              </a:rPr>
              <a:t>Introduction to </a:t>
            </a:r>
            <a:br>
              <a:rPr lang="en-US" altLang="en-US" sz="4000" b="1" dirty="0">
                <a:solidFill>
                  <a:srgbClr val="0070C0"/>
                </a:solidFill>
              </a:rPr>
            </a:br>
            <a:r>
              <a:rPr lang="en-US" altLang="en-US" sz="4000" b="1" dirty="0">
                <a:solidFill>
                  <a:schemeClr val="accent2"/>
                </a:solidFill>
              </a:rPr>
              <a:t>Data Structure &amp; Algorism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0BC50-00BC-D05B-F5C4-CC849392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810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41661543-D78A-4FBA-2E67-946431F46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139" y="1714501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BA125DD6-C908-C8F4-DA0B-A83FE53416C6}"/>
              </a:ext>
            </a:extLst>
          </p:cNvPr>
          <p:cNvSpPr txBox="1">
            <a:spLocks/>
          </p:cNvSpPr>
          <p:nvPr/>
        </p:nvSpPr>
        <p:spPr bwMode="auto">
          <a:xfrm>
            <a:off x="4143898" y="6226758"/>
            <a:ext cx="322509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801" y="2552153"/>
            <a:ext cx="4459170" cy="591097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Data Structure</a:t>
            </a:r>
            <a:br>
              <a:rPr lang="en-AU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1131AC-00E3-244C-BC00-3C39E9FD3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1338" y="3429000"/>
            <a:ext cx="9895115" cy="2158093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altLang="en-US" sz="1600" b="1" i="1" dirty="0">
                <a:solidFill>
                  <a:srgbClr val="C00000"/>
                </a:solidFill>
              </a:rPr>
              <a:t>List</a:t>
            </a:r>
            <a:r>
              <a:rPr lang="en-AU" altLang="en-US" sz="1600" dirty="0"/>
              <a:t> </a:t>
            </a:r>
            <a:r>
              <a:rPr lang="en-US" altLang="en-US" sz="1600" dirty="0"/>
              <a:t>interface allows null and duplicate values and retains the order of insertion of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b="1" i="1" dirty="0">
                <a:solidFill>
                  <a:srgbClr val="C00000"/>
                </a:solidFill>
              </a:rPr>
              <a:t>Set</a:t>
            </a:r>
            <a:r>
              <a:rPr lang="en-US" altLang="en-US" sz="1600" dirty="0"/>
              <a:t> doesn’t allow addition of duplicate objects.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C00000"/>
                </a:solidFill>
              </a:rPr>
              <a:t>Tuple </a:t>
            </a:r>
            <a:r>
              <a:rPr lang="en-US" altLang="en-US" sz="1600" dirty="0"/>
              <a:t>a list of immutable of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rgbClr val="C00000"/>
                </a:solidFill>
              </a:rPr>
              <a:t>Queue</a:t>
            </a:r>
            <a:r>
              <a:rPr lang="en-US" altLang="en-US" sz="1600" dirty="0"/>
              <a:t> is a linear collection that supports FIFO.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b="1" i="1" dirty="0">
                <a:solidFill>
                  <a:srgbClr val="C00000"/>
                </a:solidFill>
              </a:rPr>
              <a:t>Stack </a:t>
            </a:r>
            <a:r>
              <a:rPr lang="en-US" altLang="en-US" sz="1600" dirty="0"/>
              <a:t>is a linear collection that supports FIILO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b="1" i="1" dirty="0">
                <a:solidFill>
                  <a:srgbClr val="C00000"/>
                </a:solidFill>
              </a:rPr>
              <a:t>Dictionary </a:t>
            </a:r>
            <a:r>
              <a:rPr lang="en-US" altLang="en-US" sz="1600" dirty="0">
                <a:solidFill>
                  <a:schemeClr val="tx1"/>
                </a:solidFill>
              </a:rPr>
              <a:t>interface allows to store key/value pairs</a:t>
            </a:r>
            <a:r>
              <a:rPr lang="en-US" altLang="en-US" sz="1600" dirty="0"/>
              <a:t> </a:t>
            </a:r>
            <a:endParaRPr lang="en-AU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9448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184" y="2995906"/>
            <a:ext cx="2961596" cy="563723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41D98-0B32-8C61-50A3-5B8CE74F8E74}"/>
              </a:ext>
            </a:extLst>
          </p:cNvPr>
          <p:cNvSpPr txBox="1"/>
          <p:nvPr/>
        </p:nvSpPr>
        <p:spPr>
          <a:xfrm>
            <a:off x="1732868" y="3828084"/>
            <a:ext cx="6570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an ordered collection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allows us to add and remove elements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57866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661" y="1103080"/>
            <a:ext cx="1614403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List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67541D-134D-19BE-8B4D-14CCF78F9C78}"/>
              </a:ext>
            </a:extLst>
          </p:cNvPr>
          <p:cNvSpPr/>
          <p:nvPr/>
        </p:nvSpPr>
        <p:spPr>
          <a:xfrm>
            <a:off x="5882366" y="1249136"/>
            <a:ext cx="971550" cy="2694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‘a’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5FD021-8ADF-A7D4-7DFA-9672D581FCF8}"/>
              </a:ext>
            </a:extLst>
          </p:cNvPr>
          <p:cNvSpPr/>
          <p:nvPr/>
        </p:nvSpPr>
        <p:spPr>
          <a:xfrm>
            <a:off x="6853916" y="1249136"/>
            <a:ext cx="971550" cy="2694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‘b’</a:t>
            </a:r>
            <a:r>
              <a:rPr lang="en-US" dirty="0"/>
              <a:t>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AF4DB5-F6C8-3CAB-FC73-DC8A69217C3F}"/>
              </a:ext>
            </a:extLst>
          </p:cNvPr>
          <p:cNvSpPr/>
          <p:nvPr/>
        </p:nvSpPr>
        <p:spPr>
          <a:xfrm>
            <a:off x="7825466" y="1249135"/>
            <a:ext cx="971550" cy="2694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‘c’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6C3932-E466-FBC6-20EE-92D12CD097F1}"/>
              </a:ext>
            </a:extLst>
          </p:cNvPr>
          <p:cNvSpPr txBox="1"/>
          <p:nvPr/>
        </p:nvSpPr>
        <p:spPr>
          <a:xfrm>
            <a:off x="1022661" y="1942270"/>
            <a:ext cx="60987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01. index - starts from 0</a:t>
            </a:r>
          </a:p>
          <a:p>
            <a:r>
              <a:rPr lang="en-US" dirty="0"/>
              <a:t> 02. can contain any data types</a:t>
            </a:r>
          </a:p>
          <a:p>
            <a:r>
              <a:rPr lang="en-US" dirty="0"/>
              <a:t> 03. </a:t>
            </a:r>
            <a:r>
              <a:rPr lang="en-US" dirty="0">
                <a:highlight>
                  <a:srgbClr val="FFFF00"/>
                </a:highlight>
              </a:rPr>
              <a:t>mutable - append, update, delete</a:t>
            </a:r>
          </a:p>
          <a:p>
            <a:r>
              <a:rPr lang="en-US" dirty="0"/>
              <a:t> 04. concatenation</a:t>
            </a:r>
          </a:p>
          <a:p>
            <a:r>
              <a:rPr lang="en-US" dirty="0"/>
              <a:t> 05. nesting</a:t>
            </a:r>
          </a:p>
          <a:p>
            <a:r>
              <a:rPr lang="en-US" dirty="0"/>
              <a:t> 06. slicing</a:t>
            </a:r>
          </a:p>
          <a:p>
            <a:r>
              <a:rPr lang="en-US" dirty="0"/>
              <a:t> 07. sorting</a:t>
            </a:r>
          </a:p>
          <a:p>
            <a:r>
              <a:rPr lang="en-US" dirty="0"/>
              <a:t> 08. native methods</a:t>
            </a:r>
          </a:p>
        </p:txBody>
      </p:sp>
    </p:spTree>
    <p:extLst>
      <p:ext uri="{BB962C8B-B14F-4D97-AF65-F5344CB8AC3E}">
        <p14:creationId xmlns:p14="http://schemas.microsoft.com/office/powerpoint/2010/main" val="232550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5630AFA-C107-937A-A995-C5CC44DEC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1317" y="620486"/>
            <a:ext cx="3933597" cy="9144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List example</a:t>
            </a:r>
            <a:endParaRPr lang="en-US" altLang="en-US" sz="1600" b="1" dirty="0">
              <a:solidFill>
                <a:srgbClr val="002060"/>
              </a:solidFill>
            </a:endParaRPr>
          </a:p>
        </p:txBody>
      </p:sp>
      <p:pic>
        <p:nvPicPr>
          <p:cNvPr id="4" name="Picture 3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9615BCC3-C05F-DC3F-11F6-0CB927BBA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84" y="1671833"/>
            <a:ext cx="8637815" cy="472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4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C3DAB-5F59-1411-F912-7C107846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A3A2297E-D79F-1D86-B8E3-C908DA7314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1317" y="620486"/>
            <a:ext cx="4902426" cy="58782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chemeClr val="accent2"/>
                </a:solidFill>
              </a:rPr>
              <a:t>List Memory Diagram</a:t>
            </a:r>
            <a:endParaRPr lang="en-US" altLang="en-US" sz="2800" b="1" dirty="0">
              <a:solidFill>
                <a:srgbClr val="002060"/>
              </a:solidFill>
            </a:endParaRPr>
          </a:p>
        </p:txBody>
      </p:sp>
      <p:pic>
        <p:nvPicPr>
          <p:cNvPr id="7" name="Picture 6" descr="A diagram of a number&#10;&#10;Description automatically generated">
            <a:extLst>
              <a:ext uri="{FF2B5EF4-FFF2-40B4-BE49-F238E27FC236}">
                <a16:creationId xmlns:a16="http://schemas.microsoft.com/office/drawing/2014/main" id="{09DFD68C-0BBB-719C-6538-198ABDAC4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41" y="1779815"/>
            <a:ext cx="10973027" cy="480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734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369" y="1239526"/>
            <a:ext cx="1543646" cy="564782"/>
          </a:xfrm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Set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AEF0BE-BBA5-C6C4-B96E-ADB417263C7D}"/>
              </a:ext>
            </a:extLst>
          </p:cNvPr>
          <p:cNvSpPr txBox="1"/>
          <p:nvPr/>
        </p:nvSpPr>
        <p:spPr>
          <a:xfrm>
            <a:off x="1155246" y="2167235"/>
            <a:ext cx="6098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01. non-ordered                                </a:t>
            </a:r>
          </a:p>
          <a:p>
            <a:r>
              <a:rPr lang="en-US" dirty="0"/>
              <a:t> 02. unique                                     </a:t>
            </a:r>
          </a:p>
          <a:p>
            <a:r>
              <a:rPr lang="en-US" dirty="0"/>
              <a:t> 03. immutable </a:t>
            </a:r>
          </a:p>
        </p:txBody>
      </p:sp>
    </p:spTree>
    <p:extLst>
      <p:ext uri="{BB962C8B-B14F-4D97-AF65-F5344CB8AC3E}">
        <p14:creationId xmlns:p14="http://schemas.microsoft.com/office/powerpoint/2010/main" val="4276129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8E89F70-C0AE-BBAA-FA36-13A835DEE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369" y="1239526"/>
            <a:ext cx="1543646" cy="564782"/>
          </a:xfrm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Tuple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00D8D-2523-39E3-9635-C3DED85D0238}"/>
              </a:ext>
            </a:extLst>
          </p:cNvPr>
          <p:cNvSpPr txBox="1"/>
          <p:nvPr/>
        </p:nvSpPr>
        <p:spPr>
          <a:xfrm>
            <a:off x="1343025" y="2228671"/>
            <a:ext cx="6098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01. index - starts from 0</a:t>
            </a:r>
          </a:p>
          <a:p>
            <a:r>
              <a:rPr lang="en-US" dirty="0"/>
              <a:t> 02. slicing</a:t>
            </a:r>
          </a:p>
          <a:p>
            <a:r>
              <a:rPr lang="en-US" dirty="0"/>
              <a:t> 03. immutable                                   </a:t>
            </a:r>
          </a:p>
          <a:p>
            <a:r>
              <a:rPr lang="en-US" dirty="0"/>
              <a:t> 04. convert to List</a:t>
            </a:r>
          </a:p>
        </p:txBody>
      </p:sp>
    </p:spTree>
    <p:extLst>
      <p:ext uri="{BB962C8B-B14F-4D97-AF65-F5344CB8AC3E}">
        <p14:creationId xmlns:p14="http://schemas.microsoft.com/office/powerpoint/2010/main" val="422478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9FD97-C631-0287-B464-6FC459B8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CF20-14A4-CA3F-033C-86E54A787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211" y="3143701"/>
            <a:ext cx="4863789" cy="570597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bg1"/>
                </a:solidFill>
                <a:latin typeface="+mn-lt"/>
              </a:rPr>
              <a:t>Queue &amp; Stack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89E4E-19A7-5D7C-AF2B-3DED824F1A68}"/>
              </a:ext>
            </a:extLst>
          </p:cNvPr>
          <p:cNvSpPr txBox="1"/>
          <p:nvPr/>
        </p:nvSpPr>
        <p:spPr>
          <a:xfrm>
            <a:off x="1232211" y="4031238"/>
            <a:ext cx="6670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</a:rPr>
              <a:t>Queue - First In, First Out</a:t>
            </a:r>
            <a:r>
              <a:rPr lang="en-US" sz="2400" b="0" i="0" dirty="0">
                <a:effectLst/>
              </a:rPr>
              <a:t> manner </a:t>
            </a:r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73B4D-382E-549C-D734-9D9FDB43DC57}"/>
              </a:ext>
            </a:extLst>
          </p:cNvPr>
          <p:cNvSpPr txBox="1"/>
          <p:nvPr/>
        </p:nvSpPr>
        <p:spPr>
          <a:xfrm>
            <a:off x="1232211" y="4492903"/>
            <a:ext cx="5405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</a:rPr>
              <a:t>Stack - First In, </a:t>
            </a:r>
            <a:r>
              <a:rPr lang="en-US" sz="2400" b="1" dirty="0"/>
              <a:t>Last</a:t>
            </a:r>
            <a:r>
              <a:rPr lang="en-US" sz="2400" b="1" i="0" dirty="0">
                <a:effectLst/>
              </a:rPr>
              <a:t> Out</a:t>
            </a:r>
            <a:r>
              <a:rPr lang="en-US" sz="2400" b="0" i="0" dirty="0">
                <a:effectLst/>
              </a:rPr>
              <a:t> manner 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55531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740" y="686702"/>
            <a:ext cx="4055524" cy="646331"/>
          </a:xfrm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Real life examples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0ECF1C-986A-A4D3-096F-D5D9F5193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903" y="1794933"/>
            <a:ext cx="9542308" cy="335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44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4863789" cy="646331"/>
          </a:xfrm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chemeClr val="accent2"/>
                </a:solidFill>
              </a:rPr>
              <a:t>Queue Methods </a:t>
            </a:r>
          </a:p>
        </p:txBody>
      </p:sp>
    </p:spTree>
    <p:extLst>
      <p:ext uri="{BB962C8B-B14F-4D97-AF65-F5344CB8AC3E}">
        <p14:creationId xmlns:p14="http://schemas.microsoft.com/office/powerpoint/2010/main" val="2114954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984EB5-9DC1-4473-FA24-D3E116ED7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294" y="1467067"/>
            <a:ext cx="6639513" cy="5160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1822F2-39DD-D500-3FA8-AC006391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3059481" cy="505283"/>
          </a:xfrm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Stack Methods </a:t>
            </a:r>
          </a:p>
        </p:txBody>
      </p:sp>
    </p:spTree>
    <p:extLst>
      <p:ext uri="{BB962C8B-B14F-4D97-AF65-F5344CB8AC3E}">
        <p14:creationId xmlns:p14="http://schemas.microsoft.com/office/powerpoint/2010/main" val="202459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269" y="3005360"/>
            <a:ext cx="4678731" cy="586925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Hands-on </a:t>
            </a:r>
            <a:r>
              <a:rPr lang="en-AU" sz="2800" b="1" dirty="0">
                <a:solidFill>
                  <a:schemeClr val="accent2"/>
                </a:solidFill>
              </a:rPr>
              <a:t>Coding</a:t>
            </a:r>
          </a:p>
        </p:txBody>
      </p:sp>
    </p:spTree>
    <p:extLst>
      <p:ext uri="{BB962C8B-B14F-4D97-AF65-F5344CB8AC3E}">
        <p14:creationId xmlns:p14="http://schemas.microsoft.com/office/powerpoint/2010/main" val="3910698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BEC1E-B653-FC32-37C4-C845D03A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C798-BF0A-5210-E2CD-54C6E2C07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211" y="3143701"/>
            <a:ext cx="4863789" cy="570597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bg1"/>
                </a:solidFill>
                <a:latin typeface="+mn-lt"/>
              </a:rPr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4072519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5B08C-4031-2CCB-C57E-17964F4B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7D5F36-1D30-E655-0408-97C76860B719}"/>
              </a:ext>
            </a:extLst>
          </p:cNvPr>
          <p:cNvSpPr txBox="1"/>
          <p:nvPr/>
        </p:nvSpPr>
        <p:spPr>
          <a:xfrm>
            <a:off x="1310367" y="1342642"/>
            <a:ext cx="9874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600" b="0" i="0" dirty="0">
                <a:solidFill>
                  <a:srgbClr val="222222"/>
                </a:solidFill>
                <a:effectLst/>
              </a:rPr>
              <a:t> every node has two different fields:</a:t>
            </a:r>
          </a:p>
          <a:p>
            <a:pPr algn="l">
              <a:buFont typeface="+mj-lt"/>
              <a:buAutoNum type="arabicPeriod"/>
            </a:pPr>
            <a:r>
              <a:rPr lang="en-AU" sz="1600" b="1" i="0" dirty="0">
                <a:solidFill>
                  <a:srgbClr val="222222"/>
                </a:solidFill>
                <a:effectLst/>
              </a:rPr>
              <a:t>Data</a:t>
            </a:r>
            <a:r>
              <a:rPr lang="en-AU" sz="1600" b="0" i="0" dirty="0">
                <a:solidFill>
                  <a:srgbClr val="222222"/>
                </a:solidFill>
                <a:effectLst/>
              </a:rPr>
              <a:t> contains the value to be stored in the node.</a:t>
            </a:r>
          </a:p>
          <a:p>
            <a:pPr algn="l">
              <a:buFont typeface="+mj-lt"/>
              <a:buAutoNum type="arabicPeriod"/>
            </a:pPr>
            <a:r>
              <a:rPr lang="en-AU" sz="1600" b="1" i="0" dirty="0">
                <a:solidFill>
                  <a:srgbClr val="222222"/>
                </a:solidFill>
                <a:effectLst/>
              </a:rPr>
              <a:t>Next</a:t>
            </a:r>
            <a:r>
              <a:rPr lang="en-AU" sz="1600" b="0" i="0" dirty="0">
                <a:solidFill>
                  <a:srgbClr val="222222"/>
                </a:solidFill>
                <a:effectLst/>
              </a:rPr>
              <a:t> contains a reference to the next node on the list.</a:t>
            </a:r>
          </a:p>
        </p:txBody>
      </p:sp>
      <p:pic>
        <p:nvPicPr>
          <p:cNvPr id="8" name="Picture 7" descr="A close-up of a number&#10;&#10;Description automatically generated">
            <a:extLst>
              <a:ext uri="{FF2B5EF4-FFF2-40B4-BE49-F238E27FC236}">
                <a16:creationId xmlns:a16="http://schemas.microsoft.com/office/drawing/2014/main" id="{5CDF6E4F-17C0-1CB5-EC64-E715A2B11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793" y="2596243"/>
            <a:ext cx="2390631" cy="1273402"/>
          </a:xfrm>
          <a:prstGeom prst="rect">
            <a:avLst/>
          </a:prstGeom>
        </p:spPr>
      </p:pic>
      <p:pic>
        <p:nvPicPr>
          <p:cNvPr id="12" name="Picture 11" descr="A diagram of a number and a number&#10;&#10;Description automatically generated with medium confidence">
            <a:extLst>
              <a:ext uri="{FF2B5EF4-FFF2-40B4-BE49-F238E27FC236}">
                <a16:creationId xmlns:a16="http://schemas.microsoft.com/office/drawing/2014/main" id="{2FD00754-BC15-35C1-1A94-64796D073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793" y="4362745"/>
            <a:ext cx="5744547" cy="17205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5CD5801-75A6-D22F-87ED-317F7965E460}"/>
              </a:ext>
            </a:extLst>
          </p:cNvPr>
          <p:cNvSpPr/>
          <p:nvPr/>
        </p:nvSpPr>
        <p:spPr>
          <a:xfrm>
            <a:off x="1060174" y="4976190"/>
            <a:ext cx="649356" cy="899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A2E0CF7-8592-552F-D6C2-922C8E05F6B6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709530" y="5420139"/>
            <a:ext cx="1000540" cy="5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464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05F415A-BB90-B25E-1E0F-27BEC172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126" y="3209467"/>
            <a:ext cx="5342760" cy="646331"/>
          </a:xfrm>
          <a:solidFill>
            <a:srgbClr val="0070C0"/>
          </a:solidFill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Binary Search Tree</a:t>
            </a:r>
            <a:endParaRPr lang="en-AU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616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5A3FB-27DA-3A24-848D-2B294DAE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F93F1A-CECF-B810-9585-32197E863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40" y="678538"/>
            <a:ext cx="7804020" cy="646331"/>
          </a:xfrm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Binary Search Tree </a:t>
            </a:r>
            <a:r>
              <a:rPr lang="en-AU" sz="3200" b="1">
                <a:solidFill>
                  <a:schemeClr val="accent2"/>
                </a:solidFill>
              </a:rPr>
              <a:t>-&gt; balanced</a:t>
            </a:r>
            <a:endParaRPr lang="en-AU" sz="4000" b="1" dirty="0">
              <a:solidFill>
                <a:srgbClr val="0070C0"/>
              </a:solidFill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7EBD8675-E714-7EFB-1AF9-A2279F466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131" y="1933584"/>
            <a:ext cx="8339737" cy="3599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6039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3A44D-A4EF-BD8B-622D-C49C637E6F29}"/>
              </a:ext>
            </a:extLst>
          </p:cNvPr>
          <p:cNvSpPr txBox="1"/>
          <p:nvPr/>
        </p:nvSpPr>
        <p:spPr>
          <a:xfrm>
            <a:off x="1221326" y="1970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https://www.callicoder.com/java-arraylist/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1A151-83FD-D820-0857-278BB2F9D29E}"/>
              </a:ext>
            </a:extLst>
          </p:cNvPr>
          <p:cNvSpPr txBox="1"/>
          <p:nvPr/>
        </p:nvSpPr>
        <p:spPr>
          <a:xfrm>
            <a:off x="1221326" y="2605092"/>
            <a:ext cx="9511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https://www.programiz.com/java-programming/collections</a:t>
            </a:r>
          </a:p>
        </p:txBody>
      </p:sp>
    </p:spTree>
    <p:extLst>
      <p:ext uri="{BB962C8B-B14F-4D97-AF65-F5344CB8AC3E}">
        <p14:creationId xmlns:p14="http://schemas.microsoft.com/office/powerpoint/2010/main" val="3769187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CA7FD-724B-FACD-003E-9FF0D265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87C7E0-7B7B-78C1-595C-55DED96B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BBC8-6EC2-732D-451E-3944464D5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6325" name="Rectangle 6">
            <a:extLst>
              <a:ext uri="{FF2B5EF4-FFF2-40B4-BE49-F238E27FC236}">
                <a16:creationId xmlns:a16="http://schemas.microsoft.com/office/drawing/2014/main" id="{6703071F-D5FB-0E93-8CD0-58B070E7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56326" name="Picture 7">
            <a:extLst>
              <a:ext uri="{FF2B5EF4-FFF2-40B4-BE49-F238E27FC236}">
                <a16:creationId xmlns:a16="http://schemas.microsoft.com/office/drawing/2014/main" id="{2FBCF47E-9ED9-607D-87F5-502DDB23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18902</TotalTime>
  <Words>319</Words>
  <Application>Microsoft Macintosh PowerPoint</Application>
  <PresentationFormat>Widescreen</PresentationFormat>
  <Paragraphs>60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Century Gothic</vt:lpstr>
      <vt:lpstr>Wingdings 3</vt:lpstr>
      <vt:lpstr>幼圆</vt:lpstr>
      <vt:lpstr>Wisp</vt:lpstr>
      <vt:lpstr>Introduction to  Data Structure &amp; Algorism</vt:lpstr>
      <vt:lpstr>Data Structure </vt:lpstr>
      <vt:lpstr>List</vt:lpstr>
      <vt:lpstr>List</vt:lpstr>
      <vt:lpstr>List example</vt:lpstr>
      <vt:lpstr>List Memory Diagram</vt:lpstr>
      <vt:lpstr>Set </vt:lpstr>
      <vt:lpstr>Tuple </vt:lpstr>
      <vt:lpstr>Queue &amp; Stack </vt:lpstr>
      <vt:lpstr>Real life examples </vt:lpstr>
      <vt:lpstr>Queue Methods </vt:lpstr>
      <vt:lpstr>Stack Methods </vt:lpstr>
      <vt:lpstr>Hands-on Coding</vt:lpstr>
      <vt:lpstr>Linked List</vt:lpstr>
      <vt:lpstr>PowerPoint Presentation</vt:lpstr>
      <vt:lpstr>Binary Search Tree</vt:lpstr>
      <vt:lpstr>Binary Search Tree -&gt; balanced</vt:lpstr>
      <vt:lpstr>Reference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728</cp:revision>
  <dcterms:created xsi:type="dcterms:W3CDTF">2020-08-03T09:43:10Z</dcterms:created>
  <dcterms:modified xsi:type="dcterms:W3CDTF">2025-08-07T10:13:47Z</dcterms:modified>
</cp:coreProperties>
</file>