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15" r:id="rId2"/>
    <p:sldId id="314" r:id="rId3"/>
    <p:sldId id="357" r:id="rId4"/>
    <p:sldId id="362" r:id="rId5"/>
    <p:sldId id="358" r:id="rId6"/>
    <p:sldId id="359" r:id="rId7"/>
    <p:sldId id="361" r:id="rId8"/>
    <p:sldId id="286" r:id="rId9"/>
    <p:sldId id="305" r:id="rId10"/>
    <p:sldId id="306" r:id="rId11"/>
    <p:sldId id="309" r:id="rId12"/>
    <p:sldId id="318" r:id="rId13"/>
    <p:sldId id="360" r:id="rId14"/>
    <p:sldId id="35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14"/>
            <p14:sldId id="357"/>
            <p14:sldId id="362"/>
            <p14:sldId id="358"/>
            <p14:sldId id="359"/>
            <p14:sldId id="361"/>
            <p14:sldId id="286"/>
            <p14:sldId id="305"/>
            <p14:sldId id="306"/>
            <p14:sldId id="309"/>
            <p14:sldId id="318"/>
            <p14:sldId id="360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186DAF-774D-4155-9C50-5FC95687A3F5}" v="37" dt="2023-06-29T12:45:53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74186DAF-774D-4155-9C50-5FC95687A3F5}"/>
    <pc:docChg chg="undo custSel addSld delSld modSld sldOrd modSection">
      <pc:chgData name="Songqing Gu" userId="c4d8cb49210192e2" providerId="LiveId" clId="{74186DAF-774D-4155-9C50-5FC95687A3F5}" dt="2023-06-29T13:00:47.609" v="251" actId="47"/>
      <pc:docMkLst>
        <pc:docMk/>
      </pc:docMkLst>
      <pc:sldChg chg="addSp delSp modSp add mod setBg">
        <pc:chgData name="Songqing Gu" userId="c4d8cb49210192e2" providerId="LiveId" clId="{74186DAF-774D-4155-9C50-5FC95687A3F5}" dt="2023-06-29T12:38:56.870" v="184" actId="12"/>
        <pc:sldMkLst>
          <pc:docMk/>
          <pc:sldMk cId="0" sldId="286"/>
        </pc:sldMkLst>
        <pc:spChg chg="add del mod">
          <ac:chgData name="Songqing Gu" userId="c4d8cb49210192e2" providerId="LiveId" clId="{74186DAF-774D-4155-9C50-5FC95687A3F5}" dt="2023-06-29T12:38:17.585" v="175" actId="478"/>
          <ac:spMkLst>
            <pc:docMk/>
            <pc:sldMk cId="0" sldId="286"/>
            <ac:spMk id="3" creationId="{4E850EED-C90F-FF49-7239-A06EE3479E9E}"/>
          </ac:spMkLst>
        </pc:spChg>
        <pc:spChg chg="del mod">
          <ac:chgData name="Songqing Gu" userId="c4d8cb49210192e2" providerId="LiveId" clId="{74186DAF-774D-4155-9C50-5FC95687A3F5}" dt="2023-06-29T12:38:13.461" v="174" actId="478"/>
          <ac:spMkLst>
            <pc:docMk/>
            <pc:sldMk cId="0" sldId="286"/>
            <ac:spMk id="27649" creationId="{43040625-82E5-D670-373F-935A8B1CCF1E}"/>
          </ac:spMkLst>
        </pc:spChg>
        <pc:spChg chg="mod">
          <ac:chgData name="Songqing Gu" userId="c4d8cb49210192e2" providerId="LiveId" clId="{74186DAF-774D-4155-9C50-5FC95687A3F5}" dt="2023-06-29T12:38:56.870" v="184" actId="12"/>
          <ac:spMkLst>
            <pc:docMk/>
            <pc:sldMk cId="0" sldId="286"/>
            <ac:spMk id="27650" creationId="{9374B1D0-6436-A071-4D77-58F899031A87}"/>
          </ac:spMkLst>
        </pc:spChg>
        <pc:picChg chg="mod">
          <ac:chgData name="Songqing Gu" userId="c4d8cb49210192e2" providerId="LiveId" clId="{74186DAF-774D-4155-9C50-5FC95687A3F5}" dt="2023-06-29T12:38:33.776" v="179" actId="1076"/>
          <ac:picMkLst>
            <pc:docMk/>
            <pc:sldMk cId="0" sldId="286"/>
            <ac:picMk id="27652" creationId="{DF56081C-1649-C658-B5DC-E1D1C379B145}"/>
          </ac:picMkLst>
        </pc:picChg>
      </pc:sldChg>
      <pc:sldChg chg="modSp add mod setBg">
        <pc:chgData name="Songqing Gu" userId="c4d8cb49210192e2" providerId="LiveId" clId="{74186DAF-774D-4155-9C50-5FC95687A3F5}" dt="2023-06-29T12:41:55.865" v="210" actId="108"/>
        <pc:sldMkLst>
          <pc:docMk/>
          <pc:sldMk cId="0" sldId="305"/>
        </pc:sldMkLst>
        <pc:spChg chg="mod">
          <ac:chgData name="Songqing Gu" userId="c4d8cb49210192e2" providerId="LiveId" clId="{74186DAF-774D-4155-9C50-5FC95687A3F5}" dt="2023-06-29T12:40:24.750" v="193" actId="1076"/>
          <ac:spMkLst>
            <pc:docMk/>
            <pc:sldMk cId="0" sldId="305"/>
            <ac:spMk id="28673" creationId="{909F733A-B9A1-57BE-FC46-9BBC59E65B68}"/>
          </ac:spMkLst>
        </pc:spChg>
        <pc:spChg chg="mod">
          <ac:chgData name="Songqing Gu" userId="c4d8cb49210192e2" providerId="LiveId" clId="{74186DAF-774D-4155-9C50-5FC95687A3F5}" dt="2023-06-29T12:41:55.865" v="210" actId="108"/>
          <ac:spMkLst>
            <pc:docMk/>
            <pc:sldMk cId="0" sldId="305"/>
            <ac:spMk id="28675" creationId="{B01970F5-BCB8-E804-2553-71BB547F9133}"/>
          </ac:spMkLst>
        </pc:spChg>
      </pc:sldChg>
      <pc:sldChg chg="delSp modSp add mod setBg">
        <pc:chgData name="Songqing Gu" userId="c4d8cb49210192e2" providerId="LiveId" clId="{74186DAF-774D-4155-9C50-5FC95687A3F5}" dt="2023-06-29T12:43:42.225" v="228" actId="108"/>
        <pc:sldMkLst>
          <pc:docMk/>
          <pc:sldMk cId="0" sldId="306"/>
        </pc:sldMkLst>
        <pc:spChg chg="del">
          <ac:chgData name="Songqing Gu" userId="c4d8cb49210192e2" providerId="LiveId" clId="{74186DAF-774D-4155-9C50-5FC95687A3F5}" dt="2023-06-29T12:42:24.008" v="211" actId="478"/>
          <ac:spMkLst>
            <pc:docMk/>
            <pc:sldMk cId="0" sldId="306"/>
            <ac:spMk id="5" creationId="{6BA0F63C-559D-E5E3-09ED-1E5DBB00BEAA}"/>
          </ac:spMkLst>
        </pc:spChg>
        <pc:spChg chg="mod">
          <ac:chgData name="Songqing Gu" userId="c4d8cb49210192e2" providerId="LiveId" clId="{74186DAF-774D-4155-9C50-5FC95687A3F5}" dt="2023-06-29T12:43:03.667" v="220" actId="14100"/>
          <ac:spMkLst>
            <pc:docMk/>
            <pc:sldMk cId="0" sldId="306"/>
            <ac:spMk id="29697" creationId="{C548424B-B718-F7EF-0B3A-1001587C43A8}"/>
          </ac:spMkLst>
        </pc:spChg>
        <pc:spChg chg="mod">
          <ac:chgData name="Songqing Gu" userId="c4d8cb49210192e2" providerId="LiveId" clId="{74186DAF-774D-4155-9C50-5FC95687A3F5}" dt="2023-06-29T12:43:42.225" v="228" actId="108"/>
          <ac:spMkLst>
            <pc:docMk/>
            <pc:sldMk cId="0" sldId="306"/>
            <ac:spMk id="29698" creationId="{1BA0537D-E0C4-6FA2-3084-2E2260946EBB}"/>
          </ac:spMkLst>
        </pc:spChg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1863554075" sldId="306"/>
        </pc:sldMkLst>
      </pc:sldChg>
      <pc:sldChg chg="del">
        <pc:chgData name="Songqing Gu" userId="c4d8cb49210192e2" providerId="LiveId" clId="{74186DAF-774D-4155-9C50-5FC95687A3F5}" dt="2023-06-21T08:11:11.160" v="25" actId="2696"/>
        <pc:sldMkLst>
          <pc:docMk/>
          <pc:sldMk cId="3867710257" sldId="307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3692078226" sldId="308"/>
        </pc:sldMkLst>
      </pc:sldChg>
      <pc:sldChg chg="delSp modSp add mod setBg">
        <pc:chgData name="Songqing Gu" userId="c4d8cb49210192e2" providerId="LiveId" clId="{74186DAF-774D-4155-9C50-5FC95687A3F5}" dt="2023-06-29T12:44:29.533" v="239" actId="14100"/>
        <pc:sldMkLst>
          <pc:docMk/>
          <pc:sldMk cId="0" sldId="309"/>
        </pc:sldMkLst>
        <pc:spChg chg="del">
          <ac:chgData name="Songqing Gu" userId="c4d8cb49210192e2" providerId="LiveId" clId="{74186DAF-774D-4155-9C50-5FC95687A3F5}" dt="2023-06-29T12:43:51.701" v="229" actId="478"/>
          <ac:spMkLst>
            <pc:docMk/>
            <pc:sldMk cId="0" sldId="309"/>
            <ac:spMk id="5" creationId="{6FDBCAB5-776C-B0E7-F086-30B7CA7A1BBE}"/>
          </ac:spMkLst>
        </pc:spChg>
        <pc:spChg chg="mod">
          <ac:chgData name="Songqing Gu" userId="c4d8cb49210192e2" providerId="LiveId" clId="{74186DAF-774D-4155-9C50-5FC95687A3F5}" dt="2023-06-29T12:44:13.138" v="235" actId="1076"/>
          <ac:spMkLst>
            <pc:docMk/>
            <pc:sldMk cId="0" sldId="309"/>
            <ac:spMk id="30721" creationId="{17DF6A15-C52C-48FC-3FF6-210E34C8D419}"/>
          </ac:spMkLst>
        </pc:spChg>
        <pc:spChg chg="mod">
          <ac:chgData name="Songqing Gu" userId="c4d8cb49210192e2" providerId="LiveId" clId="{74186DAF-774D-4155-9C50-5FC95687A3F5}" dt="2023-06-29T12:44:29.533" v="239" actId="14100"/>
          <ac:spMkLst>
            <pc:docMk/>
            <pc:sldMk cId="0" sldId="309"/>
            <ac:spMk id="30722" creationId="{4B49E391-C595-6388-23D5-F73D4851535E}"/>
          </ac:spMkLst>
        </pc:spChg>
      </pc:sldChg>
      <pc:sldChg chg="del">
        <pc:chgData name="Songqing Gu" userId="c4d8cb49210192e2" providerId="LiveId" clId="{74186DAF-774D-4155-9C50-5FC95687A3F5}" dt="2023-06-21T08:11:19.664" v="26" actId="47"/>
        <pc:sldMkLst>
          <pc:docMk/>
          <pc:sldMk cId="594483226" sldId="309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1392177035" sldId="310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3914066411" sldId="311"/>
        </pc:sldMkLst>
      </pc:sldChg>
      <pc:sldChg chg="del">
        <pc:chgData name="Songqing Gu" userId="c4d8cb49210192e2" providerId="LiveId" clId="{74186DAF-774D-4155-9C50-5FC95687A3F5}" dt="2023-06-21T08:11:05.693" v="24" actId="47"/>
        <pc:sldMkLst>
          <pc:docMk/>
          <pc:sldMk cId="33693646" sldId="313"/>
        </pc:sldMkLst>
      </pc:sldChg>
      <pc:sldChg chg="addSp delSp modSp mod">
        <pc:chgData name="Songqing Gu" userId="c4d8cb49210192e2" providerId="LiveId" clId="{74186DAF-774D-4155-9C50-5FC95687A3F5}" dt="2023-06-29T12:30:19.113" v="129" actId="20577"/>
        <pc:sldMkLst>
          <pc:docMk/>
          <pc:sldMk cId="2241566633" sldId="314"/>
        </pc:sldMkLst>
        <pc:spChg chg="add mod">
          <ac:chgData name="Songqing Gu" userId="c4d8cb49210192e2" providerId="LiveId" clId="{74186DAF-774D-4155-9C50-5FC95687A3F5}" dt="2023-06-29T12:28:56.954" v="78" actId="14100"/>
          <ac:spMkLst>
            <pc:docMk/>
            <pc:sldMk cId="2241566633" sldId="314"/>
            <ac:spMk id="3" creationId="{1453FB31-D260-4E51-65FD-CF6BB1F6F93F}"/>
          </ac:spMkLst>
        </pc:spChg>
        <pc:spChg chg="del mod">
          <ac:chgData name="Songqing Gu" userId="c4d8cb49210192e2" providerId="LiveId" clId="{74186DAF-774D-4155-9C50-5FC95687A3F5}" dt="2023-06-29T12:28:41.810" v="74" actId="478"/>
          <ac:spMkLst>
            <pc:docMk/>
            <pc:sldMk cId="2241566633" sldId="314"/>
            <ac:spMk id="4" creationId="{E9429D20-15E4-3B60-E0C7-36E5B3E056BE}"/>
          </ac:spMkLst>
        </pc:spChg>
        <pc:spChg chg="add mod">
          <ac:chgData name="Songqing Gu" userId="c4d8cb49210192e2" providerId="LiveId" clId="{74186DAF-774D-4155-9C50-5FC95687A3F5}" dt="2023-06-29T12:30:19.113" v="129" actId="20577"/>
          <ac:spMkLst>
            <pc:docMk/>
            <pc:sldMk cId="2241566633" sldId="314"/>
            <ac:spMk id="5" creationId="{99D2A61D-F844-EFCA-E195-2BACC6B24629}"/>
          </ac:spMkLst>
        </pc:spChg>
      </pc:sldChg>
      <pc:sldChg chg="modSp mod setBg">
        <pc:chgData name="Songqing Gu" userId="c4d8cb49210192e2" providerId="LiveId" clId="{74186DAF-774D-4155-9C50-5FC95687A3F5}" dt="2023-06-29T12:32:34.146" v="136" actId="20577"/>
        <pc:sldMkLst>
          <pc:docMk/>
          <pc:sldMk cId="0" sldId="315"/>
        </pc:sldMkLst>
        <pc:spChg chg="mod">
          <ac:chgData name="Songqing Gu" userId="c4d8cb49210192e2" providerId="LiveId" clId="{74186DAF-774D-4155-9C50-5FC95687A3F5}" dt="2023-06-29T12:32:34.146" v="136" actId="20577"/>
          <ac:spMkLst>
            <pc:docMk/>
            <pc:sldMk cId="0" sldId="315"/>
            <ac:spMk id="19458" creationId="{FF3C3155-BE05-3D15-A695-7118E49059CC}"/>
          </ac:spMkLst>
        </pc:spChg>
      </pc:sldChg>
      <pc:sldChg chg="add del setBg">
        <pc:chgData name="Songqing Gu" userId="c4d8cb49210192e2" providerId="LiveId" clId="{74186DAF-774D-4155-9C50-5FC95687A3F5}" dt="2023-06-29T13:00:47.609" v="251" actId="47"/>
        <pc:sldMkLst>
          <pc:docMk/>
          <pc:sldMk cId="0" sldId="317"/>
        </pc:sldMkLst>
      </pc:sldChg>
      <pc:sldChg chg="delSp modSp add mod setBg">
        <pc:chgData name="Songqing Gu" userId="c4d8cb49210192e2" providerId="LiveId" clId="{74186DAF-774D-4155-9C50-5FC95687A3F5}" dt="2023-06-29T12:45:36.162" v="249" actId="27636"/>
        <pc:sldMkLst>
          <pc:docMk/>
          <pc:sldMk cId="0" sldId="318"/>
        </pc:sldMkLst>
        <pc:spChg chg="del">
          <ac:chgData name="Songqing Gu" userId="c4d8cb49210192e2" providerId="LiveId" clId="{74186DAF-774D-4155-9C50-5FC95687A3F5}" dt="2023-06-29T12:45:18.549" v="245" actId="478"/>
          <ac:spMkLst>
            <pc:docMk/>
            <pc:sldMk cId="0" sldId="318"/>
            <ac:spMk id="5" creationId="{1BE13C20-3906-3379-47BD-1633CB939F4C}"/>
          </ac:spMkLst>
        </pc:spChg>
        <pc:spChg chg="mod">
          <ac:chgData name="Songqing Gu" userId="c4d8cb49210192e2" providerId="LiveId" clId="{74186DAF-774D-4155-9C50-5FC95687A3F5}" dt="2023-06-29T12:45:09.659" v="242" actId="1076"/>
          <ac:spMkLst>
            <pc:docMk/>
            <pc:sldMk cId="0" sldId="318"/>
            <ac:spMk id="31745" creationId="{FAD06263-55E1-878E-17B9-B4F019BEDC8A}"/>
          </ac:spMkLst>
        </pc:spChg>
        <pc:spChg chg="mod">
          <ac:chgData name="Songqing Gu" userId="c4d8cb49210192e2" providerId="LiveId" clId="{74186DAF-774D-4155-9C50-5FC95687A3F5}" dt="2023-06-29T12:45:36.162" v="249" actId="27636"/>
          <ac:spMkLst>
            <pc:docMk/>
            <pc:sldMk cId="0" sldId="318"/>
            <ac:spMk id="31746" creationId="{26536A46-9B06-C8A4-2E14-0B25B90C4CB2}"/>
          </ac:spMkLst>
        </pc:spChg>
      </pc:sldChg>
      <pc:sldChg chg="modSp mod setBg">
        <pc:chgData name="Songqing Gu" userId="c4d8cb49210192e2" providerId="LiveId" clId="{74186DAF-774D-4155-9C50-5FC95687A3F5}" dt="2023-06-29T12:37:29.116" v="171" actId="1076"/>
        <pc:sldMkLst>
          <pc:docMk/>
          <pc:sldMk cId="0" sldId="356"/>
        </pc:sldMkLst>
        <pc:spChg chg="mod">
          <ac:chgData name="Songqing Gu" userId="c4d8cb49210192e2" providerId="LiveId" clId="{74186DAF-774D-4155-9C50-5FC95687A3F5}" dt="2023-06-29T12:37:20.060" v="170" actId="14100"/>
          <ac:spMkLst>
            <pc:docMk/>
            <pc:sldMk cId="0" sldId="356"/>
            <ac:spMk id="5" creationId="{DC87C7E0-7B7B-78C1-595C-55DED96BEF46}"/>
          </ac:spMkLst>
        </pc:spChg>
        <pc:spChg chg="mod">
          <ac:chgData name="Songqing Gu" userId="c4d8cb49210192e2" providerId="LiveId" clId="{74186DAF-774D-4155-9C50-5FC95687A3F5}" dt="2023-06-29T12:37:29.116" v="171" actId="1076"/>
          <ac:spMkLst>
            <pc:docMk/>
            <pc:sldMk cId="0" sldId="356"/>
            <ac:spMk id="56325" creationId="{6703071F-D5FB-0E93-8CD0-58B070E7161F}"/>
          </ac:spMkLst>
        </pc:spChg>
      </pc:sldChg>
      <pc:sldChg chg="delSp modSp mod">
        <pc:chgData name="Songqing Gu" userId="c4d8cb49210192e2" providerId="LiveId" clId="{74186DAF-774D-4155-9C50-5FC95687A3F5}" dt="2023-06-29T12:21:46.505" v="37" actId="1076"/>
        <pc:sldMkLst>
          <pc:docMk/>
          <pc:sldMk cId="3976250974" sldId="357"/>
        </pc:sldMkLst>
        <pc:spChg chg="mod">
          <ac:chgData name="Songqing Gu" userId="c4d8cb49210192e2" providerId="LiveId" clId="{74186DAF-774D-4155-9C50-5FC95687A3F5}" dt="2023-06-29T12:21:46.505" v="37" actId="1076"/>
          <ac:spMkLst>
            <pc:docMk/>
            <pc:sldMk cId="3976250974" sldId="357"/>
            <ac:spMk id="4" creationId="{A5334BB3-AFE5-56C3-3DAD-23292EC4C00B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0" creationId="{D992A101-7D44-3C71-DDD3-DCBC98CC21EC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2" creationId="{77A40E97-FFCA-7163-BE22-133F76D9A68D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4" creationId="{2FAA7FC1-884A-7E3B-4A69-B6F5D98BD90B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6" creationId="{8369AE2B-D3C9-F58E-E9F5-300B66FEB11E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18" creationId="{7F216404-C976-0206-06F1-1EA6ADC0DEE7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0" creationId="{EB72B539-44CF-4C99-D9CB-CD69C5218530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2" creationId="{BD42BF0C-64C2-5E4F-DDC6-72604C91D731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4" creationId="{CAAD82A2-747D-42A6-7F32-372769CD4770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6" creationId="{6047319B-D1FE-1E4D-E892-1C22EB7707B1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28" creationId="{79302F32-8E75-8E9B-492B-A7F5B0066905}"/>
          </ac:spMkLst>
        </pc:spChg>
        <pc:spChg chg="del">
          <ac:chgData name="Songqing Gu" userId="c4d8cb49210192e2" providerId="LiveId" clId="{74186DAF-774D-4155-9C50-5FC95687A3F5}" dt="2023-06-29T12:21:37.764" v="35" actId="478"/>
          <ac:spMkLst>
            <pc:docMk/>
            <pc:sldMk cId="3976250974" sldId="357"/>
            <ac:spMk id="30" creationId="{2BF92A3E-3E86-247A-566A-9486A6E69F36}"/>
          </ac:spMkLst>
        </pc:spChg>
      </pc:sldChg>
      <pc:sldChg chg="addSp delSp modSp mod">
        <pc:chgData name="Songqing Gu" userId="c4d8cb49210192e2" providerId="LiveId" clId="{74186DAF-774D-4155-9C50-5FC95687A3F5}" dt="2023-06-29T12:21:05.867" v="34" actId="1076"/>
        <pc:sldMkLst>
          <pc:docMk/>
          <pc:sldMk cId="3957866147" sldId="358"/>
        </pc:sldMkLst>
        <pc:spChg chg="del">
          <ac:chgData name="Songqing Gu" userId="c4d8cb49210192e2" providerId="LiveId" clId="{74186DAF-774D-4155-9C50-5FC95687A3F5}" dt="2023-06-21T08:11:30.109" v="28" actId="478"/>
          <ac:spMkLst>
            <pc:docMk/>
            <pc:sldMk cId="3957866147" sldId="358"/>
            <ac:spMk id="3" creationId="{2E87CD09-7600-9F5D-9854-C0482544E600}"/>
          </ac:spMkLst>
        </pc:spChg>
        <pc:spChg chg="del">
          <ac:chgData name="Songqing Gu" userId="c4d8cb49210192e2" providerId="LiveId" clId="{74186DAF-774D-4155-9C50-5FC95687A3F5}" dt="2023-06-21T08:11:30.109" v="28" actId="478"/>
          <ac:spMkLst>
            <pc:docMk/>
            <pc:sldMk cId="3957866147" sldId="358"/>
            <ac:spMk id="4" creationId="{A5334BB3-AFE5-56C3-3DAD-23292EC4C00B}"/>
          </ac:spMkLst>
        </pc:spChg>
        <pc:spChg chg="add del mod">
          <ac:chgData name="Songqing Gu" userId="c4d8cb49210192e2" providerId="LiveId" clId="{74186DAF-774D-4155-9C50-5FC95687A3F5}" dt="2023-06-29T12:20:55.486" v="31" actId="478"/>
          <ac:spMkLst>
            <pc:docMk/>
            <pc:sldMk cId="3957866147" sldId="358"/>
            <ac:spMk id="5" creationId="{71002C6E-A53E-1E9B-61F9-40CF289A9D0C}"/>
          </ac:spMkLst>
        </pc:spChg>
        <pc:spChg chg="del">
          <ac:chgData name="Songqing Gu" userId="c4d8cb49210192e2" providerId="LiveId" clId="{74186DAF-774D-4155-9C50-5FC95687A3F5}" dt="2023-06-21T08:11:30.109" v="28" actId="478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74186DAF-774D-4155-9C50-5FC95687A3F5}" dt="2023-06-29T12:21:05.867" v="34" actId="1076"/>
          <ac:picMkLst>
            <pc:docMk/>
            <pc:sldMk cId="3957866147" sldId="358"/>
            <ac:picMk id="1026" creationId="{924457D9-837C-DDCC-26F6-CD909B2523F2}"/>
          </ac:picMkLst>
        </pc:picChg>
        <pc:picChg chg="del">
          <ac:chgData name="Songqing Gu" userId="c4d8cb49210192e2" providerId="LiveId" clId="{74186DAF-774D-4155-9C50-5FC95687A3F5}" dt="2023-06-21T08:11:25.026" v="27" actId="478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delSp modSp mod">
        <pc:chgData name="Songqing Gu" userId="c4d8cb49210192e2" providerId="LiveId" clId="{74186DAF-774D-4155-9C50-5FC95687A3F5}" dt="2023-06-29T12:23:51.720" v="44" actId="1076"/>
        <pc:sldMkLst>
          <pc:docMk/>
          <pc:sldMk cId="3910698975" sldId="359"/>
        </pc:sldMkLst>
        <pc:spChg chg="del">
          <ac:chgData name="Songqing Gu" userId="c4d8cb49210192e2" providerId="LiveId" clId="{74186DAF-774D-4155-9C50-5FC95687A3F5}" dt="2023-06-29T12:23:36.241" v="39" actId="478"/>
          <ac:spMkLst>
            <pc:docMk/>
            <pc:sldMk cId="3910698975" sldId="359"/>
            <ac:spMk id="3" creationId="{3C33A44D-A4EF-BD8B-622D-C49C637E6F29}"/>
          </ac:spMkLst>
        </pc:spChg>
        <pc:spChg chg="del">
          <ac:chgData name="Songqing Gu" userId="c4d8cb49210192e2" providerId="LiveId" clId="{74186DAF-774D-4155-9C50-5FC95687A3F5}" dt="2023-06-29T12:23:36.241" v="39" actId="478"/>
          <ac:spMkLst>
            <pc:docMk/>
            <pc:sldMk cId="3910698975" sldId="359"/>
            <ac:spMk id="4" creationId="{A5334BB3-AFE5-56C3-3DAD-23292EC4C00B}"/>
          </ac:spMkLst>
        </pc:spChg>
        <pc:spChg chg="add del mod">
          <ac:chgData name="Songqing Gu" userId="c4d8cb49210192e2" providerId="LiveId" clId="{74186DAF-774D-4155-9C50-5FC95687A3F5}" dt="2023-06-29T12:23:38.847" v="40" actId="478"/>
          <ac:spMkLst>
            <pc:docMk/>
            <pc:sldMk cId="3910698975" sldId="359"/>
            <ac:spMk id="5" creationId="{1C385095-2053-053A-17A7-7F41B4D36CCD}"/>
          </ac:spMkLst>
        </pc:spChg>
        <pc:picChg chg="add mod">
          <ac:chgData name="Songqing Gu" userId="c4d8cb49210192e2" providerId="LiveId" clId="{74186DAF-774D-4155-9C50-5FC95687A3F5}" dt="2023-06-29T12:23:51.720" v="44" actId="1076"/>
          <ac:picMkLst>
            <pc:docMk/>
            <pc:sldMk cId="3910698975" sldId="359"/>
            <ac:picMk id="2050" creationId="{408A9634-436E-77D7-B839-575C8DAD4417}"/>
          </ac:picMkLst>
        </pc:picChg>
      </pc:sldChg>
      <pc:sldChg chg="addSp modSp add mod">
        <pc:chgData name="Songqing Gu" userId="c4d8cb49210192e2" providerId="LiveId" clId="{74186DAF-774D-4155-9C50-5FC95687A3F5}" dt="2023-06-29T12:33:19.648" v="139" actId="1076"/>
        <pc:sldMkLst>
          <pc:docMk/>
          <pc:sldMk cId="1838920314" sldId="360"/>
        </pc:sldMkLst>
        <pc:spChg chg="add mod">
          <ac:chgData name="Songqing Gu" userId="c4d8cb49210192e2" providerId="LiveId" clId="{74186DAF-774D-4155-9C50-5FC95687A3F5}" dt="2023-06-29T12:33:19.648" v="139" actId="1076"/>
          <ac:spMkLst>
            <pc:docMk/>
            <pc:sldMk cId="1838920314" sldId="360"/>
            <ac:spMk id="5" creationId="{9064280C-AC92-0A6F-4F5D-34721562E50F}"/>
          </ac:spMkLst>
        </pc:spChg>
      </pc:sldChg>
      <pc:sldChg chg="delSp modSp add mod ord">
        <pc:chgData name="Songqing Gu" userId="c4d8cb49210192e2" providerId="LiveId" clId="{74186DAF-774D-4155-9C50-5FC95687A3F5}" dt="2023-06-29T12:34:14.880" v="150" actId="1076"/>
        <pc:sldMkLst>
          <pc:docMk/>
          <pc:sldMk cId="92507561" sldId="361"/>
        </pc:sldMkLst>
        <pc:spChg chg="del">
          <ac:chgData name="Songqing Gu" userId="c4d8cb49210192e2" providerId="LiveId" clId="{74186DAF-774D-4155-9C50-5FC95687A3F5}" dt="2023-06-29T12:33:38.193" v="142" actId="478"/>
          <ac:spMkLst>
            <pc:docMk/>
            <pc:sldMk cId="92507561" sldId="361"/>
            <ac:spMk id="3" creationId="{3C33A44D-A4EF-BD8B-622D-C49C637E6F29}"/>
          </ac:spMkLst>
        </pc:spChg>
        <pc:spChg chg="mod">
          <ac:chgData name="Songqing Gu" userId="c4d8cb49210192e2" providerId="LiveId" clId="{74186DAF-774D-4155-9C50-5FC95687A3F5}" dt="2023-06-29T12:34:14.880" v="150" actId="1076"/>
          <ac:spMkLst>
            <pc:docMk/>
            <pc:sldMk cId="92507561" sldId="361"/>
            <ac:spMk id="4" creationId="{A5334BB3-AFE5-56C3-3DAD-23292EC4C00B}"/>
          </ac:spMkLst>
        </pc:spChg>
      </pc:sldChg>
      <pc:sldChg chg="delSp add del setBg">
        <pc:chgData name="Songqing Gu" userId="c4d8cb49210192e2" providerId="LiveId" clId="{74186DAF-774D-4155-9C50-5FC95687A3F5}" dt="2023-06-29T13:00:47.609" v="251" actId="47"/>
        <pc:sldMkLst>
          <pc:docMk/>
          <pc:sldMk cId="4118895826" sldId="362"/>
        </pc:sldMkLst>
        <pc:spChg chg="del">
          <ac:chgData name="Songqing Gu" userId="c4d8cb49210192e2" providerId="LiveId" clId="{74186DAF-774D-4155-9C50-5FC95687A3F5}" dt="2023-06-29T12:45:53.367" v="250" actId="478"/>
          <ac:spMkLst>
            <pc:docMk/>
            <pc:sldMk cId="4118895826" sldId="362"/>
            <ac:spMk id="32772" creationId="{6D27BB6A-4A14-DDB7-D708-1EB01527FA47}"/>
          </ac:spMkLst>
        </pc:spChg>
      </pc:sldChg>
      <pc:sldChg chg="add del setBg">
        <pc:chgData name="Songqing Gu" userId="c4d8cb49210192e2" providerId="LiveId" clId="{74186DAF-774D-4155-9C50-5FC95687A3F5}" dt="2023-06-29T13:00:47.609" v="251" actId="47"/>
        <pc:sldMkLst>
          <pc:docMk/>
          <pc:sldMk cId="0" sldId="363"/>
        </pc:sldMkLst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24/04/2024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9081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24/04/2024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2286001"/>
            <a:ext cx="6591300" cy="106997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String &amp; Array</a:t>
            </a:r>
            <a:endParaRPr lang="en-US" altLang="en-US" sz="40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296" y="903510"/>
            <a:ext cx="5515131" cy="696690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String</a:t>
            </a: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453FB31-D260-4E51-65FD-CF6BB1F6F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667" y="1872342"/>
            <a:ext cx="10250418" cy="2405744"/>
          </a:xfrm>
        </p:spPr>
        <p:txBody>
          <a:bodyPr>
            <a:no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a data type, store a sequence of characters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immutable, a </a:t>
            </a:r>
            <a:r>
              <a:rPr lang="en-US" altLang="en-US" sz="2400" b="1" dirty="0">
                <a:latin typeface="Courier New" panose="02070309020205020404" pitchFamily="49" charset="0"/>
              </a:rPr>
              <a:t>String</a:t>
            </a:r>
            <a:r>
              <a:rPr lang="en-US" altLang="en-US" sz="2400" dirty="0"/>
              <a:t> can not be changed.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If you attempt to do so, Java will create a new object that contains the modified character sequence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D2A61D-F844-EFCA-E195-2BACC6B24629}"/>
              </a:ext>
            </a:extLst>
          </p:cNvPr>
          <p:cNvSpPr txBox="1">
            <a:spLocks noChangeArrowheads="1"/>
          </p:cNvSpPr>
          <p:nvPr/>
        </p:nvSpPr>
        <p:spPr>
          <a:xfrm>
            <a:off x="1266667" y="4256315"/>
            <a:ext cx="10446362" cy="220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latin typeface="Courier New" panose="02070309020205020404" pitchFamily="49" charset="0"/>
              </a:rPr>
              <a:t>String</a:t>
            </a:r>
            <a:r>
              <a:rPr lang="en-US" altLang="en-US" sz="2400" dirty="0"/>
              <a:t> uses up lots of memory, for it is immutable.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String Pool, a part of JVM to store literal, for reuse string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2400" dirty="0"/>
          </a:p>
          <a:p>
            <a:pPr marL="0" indent="0">
              <a:buNone/>
              <a:defRPr/>
            </a:pPr>
            <a:r>
              <a:rPr lang="en-US" altLang="en-US" sz="2400" dirty="0"/>
              <a:t>String name = “FunnyGorilla”;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String name = new String (“FunnyGorilla”);</a:t>
            </a:r>
          </a:p>
          <a:p>
            <a:pPr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156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4125" y="2583538"/>
            <a:ext cx="3230932" cy="845462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397625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84C82-8701-21B0-5919-64C544DE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95" y="2852057"/>
            <a:ext cx="11628361" cy="295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9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ing API">
            <a:extLst>
              <a:ext uri="{FF2B5EF4-FFF2-40B4-BE49-F238E27FC236}">
                <a16:creationId xmlns:a16="http://schemas.microsoft.com/office/drawing/2014/main" id="{924457D9-837C-DDCC-26F6-CD909B252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588" y="157843"/>
            <a:ext cx="7385050" cy="654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86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ring operations">
            <a:extLst>
              <a:ext uri="{FF2B5EF4-FFF2-40B4-BE49-F238E27FC236}">
                <a16:creationId xmlns:a16="http://schemas.microsoft.com/office/drawing/2014/main" id="{408A9634-436E-77D7-B839-575C8DAD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564" y="553529"/>
            <a:ext cx="8314871" cy="559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69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34" y="2420252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9250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9374B1D0-6436-A071-4D77-58F89903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417" y="1152907"/>
            <a:ext cx="10041165" cy="49530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Array, an area of memory on the heap with space  for a </a:t>
            </a:r>
            <a:r>
              <a:rPr lang="en-US" altLang="en-US" i="1" dirty="0">
                <a:solidFill>
                  <a:srgbClr val="C00000"/>
                </a:solidFill>
              </a:rPr>
              <a:t>designated/fixed</a:t>
            </a:r>
            <a:r>
              <a:rPr lang="en-US" altLang="en-US" dirty="0"/>
              <a:t> number of elements.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In Java, an array is also an object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The elements are indexes and are referenced using the form </a:t>
            </a:r>
            <a:r>
              <a:rPr lang="en-US" altLang="en-US" b="1" dirty="0">
                <a:latin typeface="Courier New" panose="02070309020205020404" pitchFamily="49" charset="0"/>
              </a:rPr>
              <a:t>var[index]</a:t>
            </a:r>
          </a:p>
          <a:p>
            <a:pPr eaLnBrk="1" hangingPunct="1"/>
            <a:endParaRPr lang="en-US" altLang="en-US" b="1" dirty="0">
              <a:latin typeface="Courier New" panose="02070309020205020404" pitchFamily="49" charset="0"/>
            </a:endParaRPr>
          </a:p>
          <a:p>
            <a:pPr eaLnBrk="1" hangingPunct="1"/>
            <a:endParaRPr lang="en-US" altLang="en-US" b="1" dirty="0">
              <a:latin typeface="Courier New" panose="02070309020205020404" pitchFamily="49" charset="0"/>
            </a:endParaRPr>
          </a:p>
          <a:p>
            <a:pPr eaLnBrk="1" hangingPunct="1"/>
            <a:endParaRPr lang="en-US" altLang="en-US" b="1" dirty="0">
              <a:latin typeface="Courier New" panose="02070309020205020404" pitchFamily="49" charset="0"/>
            </a:endParaRPr>
          </a:p>
          <a:p>
            <a:pPr eaLnBrk="1" hangingPunct="1"/>
            <a:endParaRPr lang="en-US" altLang="en-US" b="1" dirty="0">
              <a:latin typeface="Courier New" panose="02070309020205020404" pitchFamily="49" charset="0"/>
            </a:endParaRPr>
          </a:p>
          <a:p>
            <a:pPr eaLnBrk="1" hangingPunct="1"/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ourier New" panose="02070309020205020404" pitchFamily="49" charset="0"/>
              </a:rPr>
              <a:t>String: </a:t>
            </a:r>
            <a:r>
              <a:rPr lang="en-US" altLang="en-US" dirty="0"/>
              <a:t>implemented as an array of chars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ourier New" panose="02070309020205020404" pitchFamily="49" charset="0"/>
              </a:rPr>
              <a:t>StringBuilder: </a:t>
            </a:r>
            <a:r>
              <a:rPr lang="en-US" altLang="en-US" dirty="0"/>
              <a:t>implemented as an array of chars, replaced with new bigger array. </a:t>
            </a:r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33FF0DA2-693B-9A1D-1AF1-8979779D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EACD63-FEEF-4732-BEE1-CEDE2693F2DD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solidFill>
                <a:srgbClr val="FEFFFF"/>
              </a:solidFill>
            </a:endParaRPr>
          </a:p>
        </p:txBody>
      </p:sp>
      <p:pic>
        <p:nvPicPr>
          <p:cNvPr id="27652" name="Picture 1">
            <a:extLst>
              <a:ext uri="{FF2B5EF4-FFF2-40B4-BE49-F238E27FC236}">
                <a16:creationId xmlns:a16="http://schemas.microsoft.com/office/drawing/2014/main" id="{DF56081C-1649-C658-B5DC-E1D1C379B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544" y="2699657"/>
            <a:ext cx="1089025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09F733A-B9A1-57BE-FC46-9BBC59E6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915" y="733354"/>
            <a:ext cx="6589712" cy="6715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Create an array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B01970F5-BCB8-E804-2553-71BB547F91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9915" y="1759475"/>
            <a:ext cx="8654143" cy="4652211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Create an array</a:t>
            </a:r>
            <a:r>
              <a:rPr lang="en-US" altLang="en-US" sz="2400" b="1" dirty="0">
                <a:latin typeface="Courier New" panose="02070309020205020404" pitchFamily="49" charset="0"/>
              </a:rPr>
              <a:t>: </a:t>
            </a:r>
          </a:p>
          <a:p>
            <a:pPr marL="0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Int[] </a:t>
            </a:r>
            <a:r>
              <a:rPr lang="en-US" altLang="en-US" dirty="0" err="1">
                <a:latin typeface="Courier New" panose="02070309020205020404" pitchFamily="49" charset="0"/>
              </a:rPr>
              <a:t>myInt</a:t>
            </a:r>
            <a:r>
              <a:rPr lang="en-US" altLang="en-US" dirty="0">
                <a:latin typeface="Courier New" panose="02070309020205020404" pitchFamily="49" charset="0"/>
              </a:rPr>
              <a:t> = new int[3];    // empty array</a:t>
            </a:r>
          </a:p>
          <a:p>
            <a:pPr marL="0" indent="0">
              <a:buNone/>
              <a:defRPr/>
            </a:pPr>
            <a:endParaRPr lang="en-US" altLang="en-US" dirty="0">
              <a:latin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Initialize array: </a:t>
            </a:r>
          </a:p>
          <a:p>
            <a:pPr marL="0" indent="0">
              <a:buNone/>
              <a:defRPr/>
            </a:pPr>
            <a:r>
              <a:rPr lang="en-US" altLang="en-US" dirty="0" err="1">
                <a:latin typeface="Courier New" panose="02070309020205020404" pitchFamily="49" charset="0"/>
              </a:rPr>
              <a:t>myInt</a:t>
            </a:r>
            <a:r>
              <a:rPr lang="en-US" altLang="en-US" dirty="0">
                <a:latin typeface="Courier New" panose="02070309020205020404" pitchFamily="49" charset="0"/>
              </a:rPr>
              <a:t>[0]=44; </a:t>
            </a:r>
            <a:r>
              <a:rPr lang="en-US" altLang="en-US" dirty="0" err="1">
                <a:latin typeface="Courier New" panose="02070309020205020404" pitchFamily="49" charset="0"/>
              </a:rPr>
              <a:t>myInt</a:t>
            </a:r>
            <a:r>
              <a:rPr lang="en-US" altLang="en-US" dirty="0">
                <a:latin typeface="Courier New" panose="02070309020205020404" pitchFamily="49" charset="0"/>
              </a:rPr>
              <a:t>[1]=45; </a:t>
            </a:r>
            <a:r>
              <a:rPr lang="en-US" altLang="en-US" dirty="0" err="1">
                <a:latin typeface="Courier New" panose="02070309020205020404" pitchFamily="49" charset="0"/>
              </a:rPr>
              <a:t>myInt</a:t>
            </a:r>
            <a:r>
              <a:rPr lang="en-US" altLang="en-US" dirty="0">
                <a:latin typeface="Courier New" panose="02070309020205020404" pitchFamily="49" charset="0"/>
              </a:rPr>
              <a:t>[2]=46;</a:t>
            </a:r>
          </a:p>
          <a:p>
            <a:pPr marL="0" indent="0">
              <a:buNone/>
              <a:defRPr/>
            </a:pPr>
            <a:endParaRPr lang="en-US" altLang="en-US" dirty="0">
              <a:latin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Create &amp; initialize an array:</a:t>
            </a:r>
          </a:p>
          <a:p>
            <a:pPr marL="0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Int[] </a:t>
            </a:r>
            <a:r>
              <a:rPr lang="en-US" altLang="en-US" dirty="0" err="1">
                <a:latin typeface="Courier New" panose="02070309020205020404" pitchFamily="49" charset="0"/>
              </a:rPr>
              <a:t>myInt</a:t>
            </a:r>
            <a:r>
              <a:rPr lang="en-US" altLang="en-US" dirty="0">
                <a:latin typeface="Courier New" panose="02070309020205020404" pitchFamily="49" charset="0"/>
              </a:rPr>
              <a:t> = new int[] {44, 45, 46};</a:t>
            </a:r>
          </a:p>
          <a:p>
            <a:pPr marL="0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Int[] </a:t>
            </a:r>
            <a:r>
              <a:rPr lang="en-US" altLang="en-US" dirty="0" err="1">
                <a:latin typeface="Courier New" panose="02070309020205020404" pitchFamily="49" charset="0"/>
              </a:rPr>
              <a:t>myInt</a:t>
            </a:r>
            <a:r>
              <a:rPr lang="en-US" altLang="en-US" dirty="0">
                <a:latin typeface="Courier New" panose="02070309020205020404" pitchFamily="49" charset="0"/>
              </a:rPr>
              <a:t> = {44, 45, 46}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  <a:defRPr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String[] </a:t>
            </a:r>
            <a:r>
              <a:rPr lang="en-US" altLang="en-US" dirty="0" err="1">
                <a:latin typeface="Courier New" panose="02070309020205020404" pitchFamily="49" charset="0"/>
              </a:rPr>
              <a:t>myStrs</a:t>
            </a:r>
            <a:r>
              <a:rPr lang="en-US" altLang="en-US" dirty="0">
                <a:latin typeface="Courier New" panose="02070309020205020404" pitchFamily="49" charset="0"/>
              </a:rPr>
              <a:t> = {“How are you?”};</a:t>
            </a:r>
          </a:p>
          <a:p>
            <a:pPr eaLnBrk="1" hangingPunct="1">
              <a:buFontTx/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Object[] </a:t>
            </a:r>
            <a:r>
              <a:rPr lang="en-US" altLang="en-US" dirty="0" err="1">
                <a:latin typeface="Courier New" panose="02070309020205020404" pitchFamily="49" charset="0"/>
              </a:rPr>
              <a:t>objs</a:t>
            </a:r>
            <a:r>
              <a:rPr lang="en-US" altLang="en-US" dirty="0">
                <a:latin typeface="Courier New" panose="02070309020205020404" pitchFamily="49" charset="0"/>
              </a:rPr>
              <a:t> = </a:t>
            </a:r>
            <a:r>
              <a:rPr lang="en-US" altLang="en-US" dirty="0" err="1">
                <a:latin typeface="Courier New" panose="02070309020205020404" pitchFamily="49" charset="0"/>
              </a:rPr>
              <a:t>myStrs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  <a:defRPr/>
            </a:pPr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8DD209-65DE-87A4-00F3-70FA5C9C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F1FEFB-EB98-4A12-BCC8-0DCFCB83A655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548424B-B718-F7EF-0B3A-1001587C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23888"/>
            <a:ext cx="8839200" cy="8674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Arial Black" panose="020B0A04020102020204" pitchFamily="34" charset="0"/>
              </a:rPr>
              <a:t>Using Array – </a:t>
            </a:r>
            <a:r>
              <a:rPr lang="en-US" altLang="en-US" b="1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java.util.Array</a:t>
            </a:r>
            <a:endParaRPr lang="en-US" altLang="en-US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1BA0537D-E0C4-6FA2-3084-2E2260946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927" y="1770061"/>
            <a:ext cx="8267701" cy="4957309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Sorting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Int[] numbers = {6,9,1};</a:t>
            </a:r>
          </a:p>
          <a:p>
            <a:pPr eaLnBrk="1" hangingPunct="1"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Array.sort</a:t>
            </a:r>
            <a:r>
              <a:rPr lang="en-US" altLang="en-US" sz="2000" dirty="0">
                <a:latin typeface="Courier New" panose="02070309020205020404" pitchFamily="49" charset="0"/>
              </a:rPr>
              <a:t>(numbers); =&gt; {1,6,9}</a:t>
            </a:r>
          </a:p>
          <a:p>
            <a:pPr eaLnBrk="1" hangingPunct="1">
              <a:buFontTx/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Searching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Int[] numbers = {2,4,6,8}</a:t>
            </a:r>
          </a:p>
          <a:p>
            <a:pPr eaLnBrk="1" hangingPunct="1"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Array.search</a:t>
            </a:r>
            <a:r>
              <a:rPr lang="en-US" altLang="en-US" sz="2000" dirty="0">
                <a:latin typeface="Courier New" panose="02070309020205020404" pitchFamily="49" charset="0"/>
              </a:rPr>
              <a:t>(numbers, 2); //0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Array.search</a:t>
            </a:r>
            <a:r>
              <a:rPr lang="en-US" altLang="en-US" sz="2000" dirty="0">
                <a:latin typeface="Courier New" panose="02070309020205020404" pitchFamily="49" charset="0"/>
              </a:rPr>
              <a:t>(numbers, 4); //1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Varargs</a:t>
            </a:r>
            <a:endParaRPr lang="en-US" altLang="en-US" sz="24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String[] </a:t>
            </a:r>
            <a:r>
              <a:rPr lang="en-US" altLang="en-US" sz="2000" dirty="0" err="1">
                <a:latin typeface="Courier New" panose="02070309020205020404" pitchFamily="49" charset="0"/>
              </a:rPr>
              <a:t>args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String </a:t>
            </a:r>
            <a:r>
              <a:rPr lang="en-US" altLang="en-US" sz="2000" dirty="0" err="1">
                <a:latin typeface="Courier New" panose="02070309020205020404" pitchFamily="49" charset="0"/>
              </a:rPr>
              <a:t>args</a:t>
            </a:r>
            <a:r>
              <a:rPr lang="en-US" altLang="en-US" sz="2000" dirty="0">
                <a:latin typeface="Courier New" panose="02070309020205020404" pitchFamily="49" charset="0"/>
              </a:rPr>
              <a:t> []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String… </a:t>
            </a:r>
            <a:r>
              <a:rPr lang="en-US" altLang="en-US" sz="2000" dirty="0" err="1">
                <a:latin typeface="Courier New" panose="02070309020205020404" pitchFamily="49" charset="0"/>
              </a:rPr>
              <a:t>args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CFA62989-15BF-E7B6-76F4-693DF887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FE7F04-1EE7-48F4-A68C-7D8CDE0BB743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17DF6A15-C52C-48FC-3FF6-210E34C8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951" y="970344"/>
            <a:ext cx="6589712" cy="7477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Arial Black" panose="020B0A04020102020204" pitchFamily="34" charset="0"/>
              </a:rPr>
              <a:t>ArrayList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4B49E391-C595-6388-23D5-F73D4851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65" y="2068285"/>
            <a:ext cx="9606792" cy="2677885"/>
          </a:xfrm>
        </p:spPr>
        <p:txBody>
          <a:bodyPr>
            <a:noAutofit/>
          </a:bodyPr>
          <a:lstStyle/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ArrayList overcomes shortcoming of Array.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It can change the size at runtime as needed.</a:t>
            </a:r>
          </a:p>
          <a:p>
            <a:pPr marL="0" lvl="1">
              <a:spcBef>
                <a:spcPct val="0"/>
              </a:spcBef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ArrayList list1 = new ArrayList();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ArrayList list2 = new ArrayList(12);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ArrayList list3 = new ArrayList(list2);</a:t>
            </a: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9AEF8F2D-91AE-43BC-1F26-E0E63A32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25C518-6EF9-41C3-9294-9FFB584174B2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FAD06263-55E1-878E-17B9-B4F019BE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579" y="787782"/>
            <a:ext cx="6589712" cy="747712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Arial Black" panose="020B0A04020102020204" pitchFamily="34" charset="0"/>
              </a:rPr>
              <a:t>Using ArrayList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26536A46-9B06-C8A4-2E14-0B25B90C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008" y="1883228"/>
            <a:ext cx="6591300" cy="3145971"/>
          </a:xfrm>
        </p:spPr>
        <p:txBody>
          <a:bodyPr>
            <a:normAutofit/>
          </a:bodyPr>
          <a:lstStyle/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add() 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Remove()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Set()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Clear()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 err="1">
                <a:latin typeface="Courier New" panose="02070309020205020404" pitchFamily="49" charset="0"/>
              </a:rPr>
              <a:t>isEmpty</a:t>
            </a:r>
            <a:r>
              <a:rPr lang="en-US" altLang="en-US" sz="2400" dirty="0">
                <a:latin typeface="Courier New" panose="02070309020205020404" pitchFamily="49" charset="0"/>
              </a:rPr>
              <a:t>()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Size()</a:t>
            </a:r>
          </a:p>
          <a:p>
            <a:pPr marL="0" lvl="1">
              <a:spcBef>
                <a:spcPct val="0"/>
              </a:spcBef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Contains()</a:t>
            </a:r>
          </a:p>
          <a:p>
            <a:pPr marL="0" lvl="1">
              <a:spcBef>
                <a:spcPct val="0"/>
              </a:spcBef>
              <a:buNone/>
            </a:pP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44E9838E-C77B-55E6-C52B-A7231C5F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CD16F-3096-4A62-9EB4-411AF41A1371}" type="slidenum">
              <a:rPr lang="en-US" altLang="en-US">
                <a:solidFill>
                  <a:srgbClr val="FE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4280C-AC92-0A6F-4F5D-34721562E50F}"/>
              </a:ext>
            </a:extLst>
          </p:cNvPr>
          <p:cNvSpPr txBox="1"/>
          <p:nvPr/>
        </p:nvSpPr>
        <p:spPr>
          <a:xfrm>
            <a:off x="1221326" y="25585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https://introcs.cs.princeton.edu/java/31datatype/</a:t>
            </a:r>
          </a:p>
        </p:txBody>
      </p:sp>
    </p:spTree>
    <p:extLst>
      <p:ext uri="{BB962C8B-B14F-4D97-AF65-F5344CB8AC3E}">
        <p14:creationId xmlns:p14="http://schemas.microsoft.com/office/powerpoint/2010/main" val="183892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29" y="3073401"/>
            <a:ext cx="8186057" cy="195579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sz="2000" dirty="0"/>
          </a:p>
          <a:p>
            <a:pPr marL="0" indent="0">
              <a:buNone/>
              <a:defRPr/>
            </a:pP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9" y="2480356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 dirty="0">
                <a:solidFill>
                  <a:srgbClr val="00B0F0"/>
                </a:solidFill>
              </a:rPr>
              <a:t>Contact</a:t>
            </a:r>
            <a:endParaRPr lang="en-AU" altLang="en-US" sz="2700" dirty="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14877</TotalTime>
  <Words>438</Words>
  <Application>Microsoft Office PowerPoint</Application>
  <PresentationFormat>Widescreen</PresentationFormat>
  <Paragraphs>81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幼圆</vt:lpstr>
      <vt:lpstr>Arial</vt:lpstr>
      <vt:lpstr>Arial Black</vt:lpstr>
      <vt:lpstr>Calibri</vt:lpstr>
      <vt:lpstr>Century Gothic</vt:lpstr>
      <vt:lpstr>Courier New</vt:lpstr>
      <vt:lpstr>Wingdings 3</vt:lpstr>
      <vt:lpstr>Wisp</vt:lpstr>
      <vt:lpstr>String &amp; Array</vt:lpstr>
      <vt:lpstr>String </vt:lpstr>
      <vt:lpstr>Operations</vt:lpstr>
      <vt:lpstr>PowerPoint Presentation</vt:lpstr>
      <vt:lpstr>PowerPoint Presentation</vt:lpstr>
      <vt:lpstr>PowerPoint Presentation</vt:lpstr>
      <vt:lpstr>Array</vt:lpstr>
      <vt:lpstr>PowerPoint Presentation</vt:lpstr>
      <vt:lpstr>Create an array</vt:lpstr>
      <vt:lpstr>Using Array – java.util.Array</vt:lpstr>
      <vt:lpstr>ArrayList</vt:lpstr>
      <vt:lpstr>Using ArrayList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685</cp:revision>
  <dcterms:created xsi:type="dcterms:W3CDTF">2020-08-03T09:43:10Z</dcterms:created>
  <dcterms:modified xsi:type="dcterms:W3CDTF">2024-04-24T11:30:27Z</dcterms:modified>
</cp:coreProperties>
</file>