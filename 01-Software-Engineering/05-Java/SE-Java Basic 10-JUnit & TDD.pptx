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306" r:id="rId3"/>
    <p:sldId id="308" r:id="rId4"/>
    <p:sldId id="311" r:id="rId5"/>
    <p:sldId id="310" r:id="rId6"/>
    <p:sldId id="294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</p14:sldIdLst>
        </p14:section>
        <p14:section name="Untitled Section" id="{96B2A4F6-E483-46D3-B718-858E0B0CB8CB}">
          <p14:sldIdLst>
            <p14:sldId id="306"/>
            <p14:sldId id="308"/>
            <p14:sldId id="311"/>
            <p14:sldId id="310"/>
            <p14:sldId id="294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EA8"/>
    <a:srgbClr val="C9E8FF"/>
    <a:srgbClr val="2E8488"/>
    <a:srgbClr val="74B2FC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023" autoAdjust="0"/>
  </p:normalViewPr>
  <p:slideViewPr>
    <p:cSldViewPr snapToGrid="0">
      <p:cViewPr varScale="1">
        <p:scale>
          <a:sx n="58" d="100"/>
          <a:sy n="58" d="100"/>
        </p:scale>
        <p:origin x="9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CD7421EC-922E-44B1-9EF4-090A2C8A8A8B}"/>
    <pc:docChg chg="custSel delSld modSld modSection">
      <pc:chgData name="Songqing Gu" userId="c4d8cb49210192e2" providerId="LiveId" clId="{CD7421EC-922E-44B1-9EF4-090A2C8A8A8B}" dt="2023-07-11T07:56:49.801" v="66" actId="47"/>
      <pc:docMkLst>
        <pc:docMk/>
      </pc:docMkLst>
      <pc:sldChg chg="modSp mod">
        <pc:chgData name="Songqing Gu" userId="c4d8cb49210192e2" providerId="LiveId" clId="{CD7421EC-922E-44B1-9EF4-090A2C8A8A8B}" dt="2023-07-11T07:56:12.956" v="64" actId="1076"/>
        <pc:sldMkLst>
          <pc:docMk/>
          <pc:sldMk cId="3813058601" sldId="256"/>
        </pc:sldMkLst>
        <pc:spChg chg="mod">
          <ac:chgData name="Songqing Gu" userId="c4d8cb49210192e2" providerId="LiveId" clId="{CD7421EC-922E-44B1-9EF4-090A2C8A8A8B}" dt="2023-07-11T07:56:12.956" v="64" actId="1076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3113703618" sldId="261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789354427" sldId="285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3644665972" sldId="291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1030084157" sldId="293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3638558092" sldId="295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1243758571" sldId="297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3342963659" sldId="299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661429300" sldId="300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1939562636" sldId="301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200091612" sldId="302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4051393773" sldId="303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2304226109" sldId="304"/>
        </pc:sldMkLst>
      </pc:sldChg>
      <pc:sldChg chg="modSp mod">
        <pc:chgData name="Songqing Gu" userId="c4d8cb49210192e2" providerId="LiveId" clId="{CD7421EC-922E-44B1-9EF4-090A2C8A8A8B}" dt="2023-07-11T07:55:30.905" v="15" actId="14100"/>
        <pc:sldMkLst>
          <pc:docMk/>
          <pc:sldMk cId="3692078226" sldId="308"/>
        </pc:sldMkLst>
        <pc:spChg chg="mod">
          <ac:chgData name="Songqing Gu" userId="c4d8cb49210192e2" providerId="LiveId" clId="{CD7421EC-922E-44B1-9EF4-090A2C8A8A8B}" dt="2023-07-11T07:55:30.905" v="15" actId="14100"/>
          <ac:spMkLst>
            <pc:docMk/>
            <pc:sldMk cId="3692078226" sldId="308"/>
            <ac:spMk id="2" creationId="{00000000-0000-0000-0000-000000000000}"/>
          </ac:spMkLst>
        </pc:spChg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1733468992" sldId="311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478337687" sldId="313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1897699973" sldId="314"/>
        </pc:sldMkLst>
      </pc:sldChg>
      <pc:sldChg chg="del">
        <pc:chgData name="Songqing Gu" userId="c4d8cb49210192e2" providerId="LiveId" clId="{CD7421EC-922E-44B1-9EF4-090A2C8A8A8B}" dt="2023-07-11T07:56:49.801" v="66" actId="47"/>
        <pc:sldMkLst>
          <pc:docMk/>
          <pc:sldMk cId="834037825" sldId="315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2991223764" sldId="317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4180587722" sldId="318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2428458669" sldId="319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3330490350" sldId="320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1152462360" sldId="321"/>
        </pc:sldMkLst>
      </pc:sldChg>
    </pc:docChg>
  </pc:docChgLst>
  <pc:docChgLst>
    <pc:chgData name="Songqing Gu" userId="c4d8cb49210192e2" providerId="LiveId" clId="{C191A271-5AB5-4229-AE14-FA6CEE75A23B}"/>
    <pc:docChg chg="custSel modSld">
      <pc:chgData name="Songqing Gu" userId="c4d8cb49210192e2" providerId="LiveId" clId="{C191A271-5AB5-4229-AE14-FA6CEE75A23B}" dt="2023-05-13T08:21:06.980" v="176" actId="167"/>
      <pc:docMkLst>
        <pc:docMk/>
      </pc:docMkLst>
      <pc:sldChg chg="modSp mod">
        <pc:chgData name="Songqing Gu" userId="c4d8cb49210192e2" providerId="LiveId" clId="{C191A271-5AB5-4229-AE14-FA6CEE75A23B}" dt="2023-04-29T07:00:02.742" v="2" actId="207"/>
        <pc:sldMkLst>
          <pc:docMk/>
          <pc:sldMk cId="3813058601" sldId="256"/>
        </pc:sldMkLst>
        <pc:spChg chg="mod">
          <ac:chgData name="Songqing Gu" userId="c4d8cb49210192e2" providerId="LiveId" clId="{C191A271-5AB5-4229-AE14-FA6CEE75A23B}" dt="2023-04-29T07:00:02.742" v="2" actId="207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C191A271-5AB5-4229-AE14-FA6CEE75A23B}" dt="2023-05-13T08:21:06.980" v="176" actId="167"/>
        <pc:sldMkLst>
          <pc:docMk/>
          <pc:sldMk cId="3799275039" sldId="296"/>
        </pc:sldMkLst>
        <pc:spChg chg="add mod">
          <ac:chgData name="Songqing Gu" userId="c4d8cb49210192e2" providerId="LiveId" clId="{C191A271-5AB5-4229-AE14-FA6CEE75A23B}" dt="2023-05-13T08:19:05.805" v="169" actId="1076"/>
          <ac:spMkLst>
            <pc:docMk/>
            <pc:sldMk cId="3799275039" sldId="296"/>
            <ac:spMk id="7" creationId="{85296C8B-FF76-31C5-6FB1-0A3FA8AB756D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8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6:46.258" v="109" actId="1076"/>
          <ac:spMkLst>
            <pc:docMk/>
            <pc:sldMk cId="3799275039" sldId="296"/>
            <ac:spMk id="12" creationId="{3D20E5C2-0A9E-E3C2-C36A-F19C77806FEF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13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7:13.820" v="147" actId="14100"/>
          <ac:spMkLst>
            <pc:docMk/>
            <pc:sldMk cId="3799275039" sldId="296"/>
            <ac:spMk id="15" creationId="{3545561A-5DBF-ABB7-C16C-E7EE929E1C12}"/>
          </ac:spMkLst>
        </pc:spChg>
        <pc:spChg chg="add mod">
          <ac:chgData name="Songqing Gu" userId="c4d8cb49210192e2" providerId="LiveId" clId="{C191A271-5AB5-4229-AE14-FA6CEE75A23B}" dt="2023-05-13T08:17:39.067" v="167" actId="20577"/>
          <ac:spMkLst>
            <pc:docMk/>
            <pc:sldMk cId="3799275039" sldId="296"/>
            <ac:spMk id="16" creationId="{62186DF2-A70A-D807-963F-3DB3A3063EEA}"/>
          </ac:spMkLst>
        </pc:spChg>
        <pc:spChg chg="add mod ord">
          <ac:chgData name="Songqing Gu" userId="c4d8cb49210192e2" providerId="LiveId" clId="{C191A271-5AB5-4229-AE14-FA6CEE75A23B}" dt="2023-05-13T08:21:06.980" v="176" actId="167"/>
          <ac:spMkLst>
            <pc:docMk/>
            <pc:sldMk cId="3799275039" sldId="296"/>
            <ac:spMk id="17" creationId="{0758F2B4-9475-B877-FBE9-1244D308D3A1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22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24.745" v="84" actId="1076"/>
          <ac:spMkLst>
            <pc:docMk/>
            <pc:sldMk cId="3799275039" sldId="296"/>
            <ac:spMk id="35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3:02.411" v="31" actId="1076"/>
          <ac:spMkLst>
            <pc:docMk/>
            <pc:sldMk cId="3799275039" sldId="296"/>
            <ac:spMk id="38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39" creationId="{00000000-0000-0000-0000-000000000000}"/>
          </ac:spMkLst>
        </pc:spChg>
        <pc:grpChg chg="add 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" creationId="{5E451EEC-27F1-1564-7E56-C440B27B2E17}"/>
          </ac:grpSpMkLst>
        </pc:grpChg>
        <pc:grpChg chg="add mod">
          <ac:chgData name="Songqing Gu" userId="c4d8cb49210192e2" providerId="LiveId" clId="{C191A271-5AB5-4229-AE14-FA6CEE75A23B}" dt="2023-05-13T08:16:20.776" v="83" actId="1076"/>
          <ac:grpSpMkLst>
            <pc:docMk/>
            <pc:sldMk cId="3799275039" sldId="296"/>
            <ac:grpSpMk id="9" creationId="{82078F98-2687-4230-9182-4196B73855CD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29" creationId="{00000000-0000-0000-0000-000000000000}"/>
          </ac:grpSpMkLst>
        </pc:grpChg>
        <pc:grpChg chg="del mod">
          <ac:chgData name="Songqing Gu" userId="c4d8cb49210192e2" providerId="LiveId" clId="{C191A271-5AB5-4229-AE14-FA6CEE75A23B}" dt="2023-05-13T08:13:07.047" v="32" actId="478"/>
          <ac:grpSpMkLst>
            <pc:docMk/>
            <pc:sldMk cId="3799275039" sldId="296"/>
            <ac:grpSpMk id="40" creationId="{00000000-0000-0000-0000-000000000000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3" creationId="{00000000-0000-0000-0000-000000000000}"/>
          </ac:grpSpMkLst>
        </pc:grpChg>
        <pc:picChg chg="add mod">
          <ac:chgData name="Songqing Gu" userId="c4d8cb49210192e2" providerId="LiveId" clId="{C191A271-5AB5-4229-AE14-FA6CEE75A23B}" dt="2023-05-13T08:16:32.724" v="107" actId="1037"/>
          <ac:picMkLst>
            <pc:docMk/>
            <pc:sldMk cId="3799275039" sldId="296"/>
            <ac:picMk id="3" creationId="{5E76813F-CE22-FF38-2F53-0E7A201C42D8}"/>
          </ac:picMkLst>
        </pc:picChg>
        <pc:picChg chg="mod">
          <ac:chgData name="Songqing Gu" userId="c4d8cb49210192e2" providerId="LiveId" clId="{C191A271-5AB5-4229-AE14-FA6CEE75A23B}" dt="2023-05-13T08:18:57.577" v="168" actId="1076"/>
          <ac:picMkLst>
            <pc:docMk/>
            <pc:sldMk cId="3799275039" sldId="296"/>
            <ac:picMk id="1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20:44.059" v="170" actId="1076"/>
          <ac:picMkLst>
            <pc:docMk/>
            <pc:sldMk cId="3799275039" sldId="296"/>
            <ac:picMk id="3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12:02.079" v="28" actId="1076"/>
          <ac:picMkLst>
            <pc:docMk/>
            <pc:sldMk cId="3799275039" sldId="296"/>
            <ac:picMk id="36" creationId="{00000000-0000-0000-0000-000000000000}"/>
          </ac:picMkLst>
        </pc:pic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5" creationId="{C8911E22-2030-DA9F-19AE-BE7475346AFC}"/>
          </ac:cxnSpMkLst>
        </pc:cxn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6" creationId="{C277053D-2B2D-4F59-F646-9FFA1D16BDD5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0" creationId="{7782FC9C-FAC3-10FA-3CEB-648A7A5098ED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1" creationId="{47E809AA-24F8-DF3D-14CA-0A7F831FBEF8}"/>
          </ac:cxnSpMkLst>
        </pc:cxnChg>
      </pc:sldChg>
    </pc:docChg>
  </pc:docChgLst>
  <pc:docChgLst>
    <pc:chgData name="Songqing Gu" userId="c4d8cb49210192e2" providerId="LiveId" clId="{796E7849-F5CA-4B7A-9C27-36D5AC9FFF20}"/>
    <pc:docChg chg="custSel delSld modSld sldOrd modSection">
      <pc:chgData name="Songqing Gu" userId="c4d8cb49210192e2" providerId="LiveId" clId="{796E7849-F5CA-4B7A-9C27-36D5AC9FFF20}" dt="2023-05-14T04:06:41.024" v="60" actId="14861"/>
      <pc:docMkLst>
        <pc:docMk/>
      </pc:docMkLst>
      <pc:sldChg chg="addSp delSp modSp mod">
        <pc:chgData name="Songqing Gu" userId="c4d8cb49210192e2" providerId="LiveId" clId="{796E7849-F5CA-4B7A-9C27-36D5AC9FFF20}" dt="2023-05-14T03:52:37.402" v="41" actId="14100"/>
        <pc:sldMkLst>
          <pc:docMk/>
          <pc:sldMk cId="3813058601" sldId="256"/>
        </pc:sldMkLst>
        <pc:spChg chg="del">
          <ac:chgData name="Songqing Gu" userId="c4d8cb49210192e2" providerId="LiveId" clId="{796E7849-F5CA-4B7A-9C27-36D5AC9FFF20}" dt="2023-05-14T03:51:52.907" v="7" actId="478"/>
          <ac:spMkLst>
            <pc:docMk/>
            <pc:sldMk cId="3813058601" sldId="256"/>
            <ac:spMk id="2" creationId="{00000000-0000-0000-0000-000000000000}"/>
          </ac:spMkLst>
        </pc:spChg>
        <pc:spChg chg="mod">
          <ac:chgData name="Songqing Gu" userId="c4d8cb49210192e2" providerId="LiveId" clId="{796E7849-F5CA-4B7A-9C27-36D5AC9FFF20}" dt="2023-05-14T03:52:37.402" v="41" actId="14100"/>
          <ac:spMkLst>
            <pc:docMk/>
            <pc:sldMk cId="3813058601" sldId="256"/>
            <ac:spMk id="3" creationId="{00000000-0000-0000-0000-000000000000}"/>
          </ac:spMkLst>
        </pc:spChg>
        <pc:spChg chg="add mod">
          <ac:chgData name="Songqing Gu" userId="c4d8cb49210192e2" providerId="LiveId" clId="{796E7849-F5CA-4B7A-9C27-36D5AC9FFF20}" dt="2023-05-14T03:52:02.584" v="9" actId="1076"/>
          <ac:spMkLst>
            <pc:docMk/>
            <pc:sldMk cId="3813058601" sldId="256"/>
            <ac:spMk id="6" creationId="{1D77B68A-8DED-BBD0-BF44-7BAC8083FA2E}"/>
          </ac:spMkLst>
        </pc:spChg>
        <pc:spChg chg="add del mod">
          <ac:chgData name="Songqing Gu" userId="c4d8cb49210192e2" providerId="LiveId" clId="{796E7849-F5CA-4B7A-9C27-36D5AC9FFF20}" dt="2023-05-14T03:51:56.286" v="8" actId="478"/>
          <ac:spMkLst>
            <pc:docMk/>
            <pc:sldMk cId="3813058601" sldId="256"/>
            <ac:spMk id="8" creationId="{24EFDD78-1A9A-843C-ECBA-24757CDEF1F5}"/>
          </ac:spMkLst>
        </pc:spChg>
      </pc:sldChg>
      <pc:sldChg chg="addSp delSp modSp mod">
        <pc:chgData name="Songqing Gu" userId="c4d8cb49210192e2" providerId="LiveId" clId="{796E7849-F5CA-4B7A-9C27-36D5AC9FFF20}" dt="2023-05-14T04:06:41.024" v="60" actId="14861"/>
        <pc:sldMkLst>
          <pc:docMk/>
          <pc:sldMk cId="3113703618" sldId="261"/>
        </pc:sldMkLst>
        <pc:spChg chg="mod">
          <ac:chgData name="Songqing Gu" userId="c4d8cb49210192e2" providerId="LiveId" clId="{796E7849-F5CA-4B7A-9C27-36D5AC9FFF20}" dt="2023-05-14T04:06:41.024" v="60" actId="14861"/>
          <ac:spMkLst>
            <pc:docMk/>
            <pc:sldMk cId="3113703618" sldId="261"/>
            <ac:spMk id="2" creationId="{00000000-0000-0000-0000-000000000000}"/>
          </ac:spMkLst>
        </pc:spChg>
        <pc:spChg chg="del">
          <ac:chgData name="Songqing Gu" userId="c4d8cb49210192e2" providerId="LiveId" clId="{796E7849-F5CA-4B7A-9C27-36D5AC9FFF20}" dt="2023-05-14T04:04:40.151" v="45" actId="478"/>
          <ac:spMkLst>
            <pc:docMk/>
            <pc:sldMk cId="3113703618" sldId="261"/>
            <ac:spMk id="4" creationId="{00000000-0000-0000-0000-000000000000}"/>
          </ac:spMkLst>
        </pc:spChg>
        <pc:spChg chg="add mod">
          <ac:chgData name="Songqing Gu" userId="c4d8cb49210192e2" providerId="LiveId" clId="{796E7849-F5CA-4B7A-9C27-36D5AC9FFF20}" dt="2023-05-14T04:06:14.981" v="55" actId="1076"/>
          <ac:spMkLst>
            <pc:docMk/>
            <pc:sldMk cId="3113703618" sldId="261"/>
            <ac:spMk id="5" creationId="{82660039-8874-9C50-C553-ECE294B27A2E}"/>
          </ac:spMkLst>
        </pc:spChg>
      </pc:sldChg>
      <pc:sldChg chg="del">
        <pc:chgData name="Songqing Gu" userId="c4d8cb49210192e2" providerId="LiveId" clId="{796E7849-F5CA-4B7A-9C27-36D5AC9FFF20}" dt="2023-05-14T03:57:25.428" v="42" actId="47"/>
        <pc:sldMkLst>
          <pc:docMk/>
          <pc:sldMk cId="2216314799" sldId="274"/>
        </pc:sldMkLst>
      </pc:sldChg>
      <pc:sldChg chg="del">
        <pc:chgData name="Songqing Gu" userId="c4d8cb49210192e2" providerId="LiveId" clId="{796E7849-F5CA-4B7A-9C27-36D5AC9FFF20}" dt="2023-05-14T03:57:25.428" v="42" actId="47"/>
        <pc:sldMkLst>
          <pc:docMk/>
          <pc:sldMk cId="2686819680" sldId="288"/>
        </pc:sldMkLst>
      </pc:sldChg>
      <pc:sldChg chg="del">
        <pc:chgData name="Songqing Gu" userId="c4d8cb49210192e2" providerId="LiveId" clId="{796E7849-F5CA-4B7A-9C27-36D5AC9FFF20}" dt="2023-05-14T03:57:25.428" v="42" actId="47"/>
        <pc:sldMkLst>
          <pc:docMk/>
          <pc:sldMk cId="3799275039" sldId="296"/>
        </pc:sldMkLst>
      </pc:sldChg>
      <pc:sldChg chg="del">
        <pc:chgData name="Songqing Gu" userId="c4d8cb49210192e2" providerId="LiveId" clId="{796E7849-F5CA-4B7A-9C27-36D5AC9FFF20}" dt="2023-05-14T03:57:25.428" v="42" actId="47"/>
        <pc:sldMkLst>
          <pc:docMk/>
          <pc:sldMk cId="2644837690" sldId="298"/>
        </pc:sldMkLst>
      </pc:sldChg>
      <pc:sldChg chg="modSp mod ord">
        <pc:chgData name="Songqing Gu" userId="c4d8cb49210192e2" providerId="LiveId" clId="{796E7849-F5CA-4B7A-9C27-36D5AC9FFF20}" dt="2023-05-14T04:05:54.749" v="52" actId="14861"/>
        <pc:sldMkLst>
          <pc:docMk/>
          <pc:sldMk cId="2115522147" sldId="322"/>
        </pc:sldMkLst>
        <pc:spChg chg="mod">
          <ac:chgData name="Songqing Gu" userId="c4d8cb49210192e2" providerId="LiveId" clId="{796E7849-F5CA-4B7A-9C27-36D5AC9FFF20}" dt="2023-05-14T04:05:54.749" v="52" actId="14861"/>
          <ac:spMkLst>
            <pc:docMk/>
            <pc:sldMk cId="2115522147" sldId="322"/>
            <ac:spMk id="3" creationId="{00000000-0000-0000-0000-000000000000}"/>
          </ac:spMkLst>
        </pc:spChg>
      </pc:sldChg>
    </pc:docChg>
  </pc:docChgLst>
  <pc:docChgLst>
    <pc:chgData name="Songqing" userId="c4d8cb49210192e2" providerId="LiveId" clId="{097B142E-C6A6-47DE-B0D9-738B43242677}"/>
    <pc:docChg chg="modSld">
      <pc:chgData name="Songqing" userId="c4d8cb49210192e2" providerId="LiveId" clId="{097B142E-C6A6-47DE-B0D9-738B43242677}" dt="2023-03-22T04:23:16.089" v="21" actId="1038"/>
      <pc:docMkLst>
        <pc:docMk/>
      </pc:docMkLst>
      <pc:sldChg chg="modSp mod">
        <pc:chgData name="Songqing" userId="c4d8cb49210192e2" providerId="LiveId" clId="{097B142E-C6A6-47DE-B0D9-738B43242677}" dt="2023-03-22T04:23:16.089" v="21" actId="1038"/>
        <pc:sldMkLst>
          <pc:docMk/>
          <pc:sldMk cId="2644837690" sldId="298"/>
        </pc:sldMkLst>
        <pc:spChg chg="mod">
          <ac:chgData name="Songqing" userId="c4d8cb49210192e2" providerId="LiveId" clId="{097B142E-C6A6-47DE-B0D9-738B43242677}" dt="2023-03-22T04:23:01.530" v="1" actId="1076"/>
          <ac:spMkLst>
            <pc:docMk/>
            <pc:sldMk cId="2644837690" sldId="298"/>
            <ac:spMk id="3" creationId="{00000000-0000-0000-0000-000000000000}"/>
          </ac:spMkLst>
        </pc:spChg>
        <pc:spChg chg="mod">
          <ac:chgData name="Songqing" userId="c4d8cb49210192e2" providerId="LiveId" clId="{097B142E-C6A6-47DE-B0D9-738B43242677}" dt="2023-03-22T04:23:16.089" v="21" actId="1038"/>
          <ac:spMkLst>
            <pc:docMk/>
            <pc:sldMk cId="2644837690" sldId="298"/>
            <ac:spMk id="4" creationId="{00000000-0000-0000-0000-000000000000}"/>
          </ac:spMkLst>
        </pc:spChg>
        <pc:spChg chg="mod">
          <ac:chgData name="Songqing" userId="c4d8cb49210192e2" providerId="LiveId" clId="{097B142E-C6A6-47DE-B0D9-738B43242677}" dt="2023-03-22T04:22:24.710" v="0" actId="1076"/>
          <ac:spMkLst>
            <pc:docMk/>
            <pc:sldMk cId="2644837690" sldId="298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15/06/2024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8151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15/06/2024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15/06/2024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15/06/2024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15/06/2024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15/06/2024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ambdatest.com/blog/selenium-webdriver-tutorial-with-examples/" TargetMode="External"/><Relationship Id="rId3" Type="http://schemas.openxmlformats.org/officeDocument/2006/relationships/hyperlink" Target="https://www.vogella.com/tutorials/Eclipse/article.html" TargetMode="External"/><Relationship Id="rId7" Type="http://schemas.openxmlformats.org/officeDocument/2006/relationships/hyperlink" Target="https://www.tutorialspoint.com/selenium/selenium_webdriver.ht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rowserstack.com/guide/selenium-with-java-for-automated-test" TargetMode="External"/><Relationship Id="rId5" Type="http://schemas.openxmlformats.org/officeDocument/2006/relationships/hyperlink" Target="https://www.selenium.dev/documentation/webdriver/getting_started/" TargetMode="External"/><Relationship Id="rId4" Type="http://schemas.openxmlformats.org/officeDocument/2006/relationships/hyperlink" Target="https://www.guru99.com/xpath-selenium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t.linkedin.com/in/songqing-gu-2ba9034b/de" TargetMode="External"/><Relationship Id="rId2" Type="http://schemas.openxmlformats.org/officeDocument/2006/relationships/hyperlink" Target="http://www.funnygorilla.com.a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96340" y="2410339"/>
            <a:ext cx="6167998" cy="762519"/>
          </a:xfrm>
          <a:effectLst/>
        </p:spPr>
        <p:txBody>
          <a:bodyPr>
            <a:noAutofit/>
          </a:bodyPr>
          <a:lstStyle/>
          <a:p>
            <a:r>
              <a:rPr lang="en-AU" sz="6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Junit &amp; TDD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77B68A-8DED-BBD0-BF44-7BAC8083FA2E}"/>
              </a:ext>
            </a:extLst>
          </p:cNvPr>
          <p:cNvSpPr txBox="1">
            <a:spLocks/>
          </p:cNvSpPr>
          <p:nvPr/>
        </p:nvSpPr>
        <p:spPr>
          <a:xfrm>
            <a:off x="3934691" y="6248747"/>
            <a:ext cx="4322618" cy="4473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3788" y="590515"/>
            <a:ext cx="2102800" cy="973879"/>
          </a:xfrm>
          <a:effectLst/>
        </p:spPr>
        <p:txBody>
          <a:bodyPr>
            <a:noAutofit/>
          </a:bodyPr>
          <a:lstStyle/>
          <a:p>
            <a:r>
              <a:rPr lang="en-AU" sz="4400" b="1" dirty="0">
                <a:solidFill>
                  <a:srgbClr val="0070C0"/>
                </a:solidFill>
              </a:rPr>
              <a:t>Junit 5</a:t>
            </a:r>
            <a:br>
              <a:rPr lang="en-AU" sz="4400" b="1" dirty="0">
                <a:solidFill>
                  <a:srgbClr val="0070C0"/>
                </a:solidFill>
              </a:rPr>
            </a:br>
            <a:endParaRPr lang="en-AU" sz="4400" b="1" dirty="0">
              <a:solidFill>
                <a:srgbClr val="0070C0"/>
              </a:solidFill>
            </a:endParaRPr>
          </a:p>
        </p:txBody>
      </p:sp>
      <p:pic>
        <p:nvPicPr>
          <p:cNvPr id="6" name="Picture 5" descr="hosw 020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772" y="381196"/>
            <a:ext cx="4088592" cy="61903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355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377" y="602866"/>
            <a:ext cx="8892972" cy="983563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Execution – TDD </a:t>
            </a:r>
            <a:r>
              <a:rPr lang="en-AU" b="1" dirty="0">
                <a:solidFill>
                  <a:schemeClr val="accent2"/>
                </a:solidFill>
              </a:rPr>
              <a:t>Junit framework</a:t>
            </a:r>
            <a:endParaRPr lang="en-AU" sz="2200" b="1" dirty="0">
              <a:solidFill>
                <a:schemeClr val="accent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23412" y="2406869"/>
            <a:ext cx="2567710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tx1"/>
                </a:solidFill>
              </a:rPr>
              <a:t>Junit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3411" y="3148542"/>
            <a:ext cx="2567710" cy="332509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Junit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3410" y="3824645"/>
            <a:ext cx="3463639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tx1"/>
                </a:solidFill>
              </a:rPr>
              <a:t>Junit 5 with Selenium-Jupiter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3411" y="4500748"/>
            <a:ext cx="2567710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 err="1">
                <a:solidFill>
                  <a:schemeClr val="tx1"/>
                </a:solidFill>
              </a:rPr>
              <a:t>TestNG</a:t>
            </a:r>
            <a:endParaRPr lang="en-AU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81447" y="2991530"/>
            <a:ext cx="179185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Run as </a:t>
            </a:r>
          </a:p>
          <a:p>
            <a:r>
              <a:rPr lang="en-AU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Junit Test Cases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cxnSp>
        <p:nvCxnSpPr>
          <p:cNvPr id="4" name="Curved Connector 3"/>
          <p:cNvCxnSpPr>
            <a:stCxn id="9" idx="3"/>
            <a:endCxn id="5" idx="1"/>
          </p:cNvCxnSpPr>
          <p:nvPr/>
        </p:nvCxnSpPr>
        <p:spPr>
          <a:xfrm flipV="1">
            <a:off x="3673301" y="2573124"/>
            <a:ext cx="1450111" cy="115707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stCxn id="9" idx="3"/>
            <a:endCxn id="6" idx="1"/>
          </p:cNvCxnSpPr>
          <p:nvPr/>
        </p:nvCxnSpPr>
        <p:spPr>
          <a:xfrm flipV="1">
            <a:off x="3673301" y="3314797"/>
            <a:ext cx="1450110" cy="41539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>
            <a:stCxn id="9" idx="3"/>
            <a:endCxn id="7" idx="1"/>
          </p:cNvCxnSpPr>
          <p:nvPr/>
        </p:nvCxnSpPr>
        <p:spPr>
          <a:xfrm>
            <a:off x="3673301" y="3730194"/>
            <a:ext cx="1450109" cy="26070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9" idx="3"/>
            <a:endCxn id="8" idx="1"/>
          </p:cNvCxnSpPr>
          <p:nvPr/>
        </p:nvCxnSpPr>
        <p:spPr>
          <a:xfrm>
            <a:off x="3673301" y="3730194"/>
            <a:ext cx="1450110" cy="93680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xplosion 1 11"/>
          <p:cNvSpPr/>
          <p:nvPr/>
        </p:nvSpPr>
        <p:spPr>
          <a:xfrm>
            <a:off x="7383284" y="2939140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2078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249" y="381195"/>
            <a:ext cx="153693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Junit 5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" name="Picture 4" descr="hosw 020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01" y="220338"/>
            <a:ext cx="6517534" cy="6531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5860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8256" y="1329434"/>
            <a:ext cx="602621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Put Everything Together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796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961" y="545581"/>
            <a:ext cx="240817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71961" y="1462627"/>
            <a:ext cx="9299948" cy="486977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Maven</a:t>
            </a: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  <a:hlinkClick r:id="rId3"/>
              </a:rPr>
              <a:t>Eclipse</a:t>
            </a:r>
          </a:p>
          <a:p>
            <a:pPr marL="0" indent="0">
              <a:buNone/>
            </a:pPr>
            <a:r>
              <a:rPr lang="en-AU" sz="1600" dirty="0">
                <a:hlinkClick r:id="rId3"/>
              </a:rPr>
              <a:t>https://www.vogella.com/tutorials/Eclipse/article.html</a:t>
            </a:r>
            <a:endParaRPr lang="en-AU" sz="1600" dirty="0"/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Java</a:t>
            </a:r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XPath</a:t>
            </a:r>
          </a:p>
          <a:p>
            <a:pPr marL="0" indent="0">
              <a:buNone/>
            </a:pPr>
            <a:r>
              <a:rPr lang="en-AU" u="sng" dirty="0">
                <a:hlinkClick r:id="rId4"/>
              </a:rPr>
              <a:t>https://www.guru99.com/xpath-selenium.html</a:t>
            </a:r>
            <a:endParaRPr lang="en-AU" u="sng" dirty="0"/>
          </a:p>
          <a:p>
            <a:pPr marL="0" indent="0">
              <a:buNone/>
            </a:pPr>
            <a:endParaRPr lang="en-AU" u="sng" dirty="0"/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Selenium tutorial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5"/>
              </a:rPr>
              <a:t>https://www.selenium.dev/documentation/webdriver/getting_started/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6"/>
              </a:rPr>
              <a:t>https://www.browserstack.com/guide/selenium-with-java-for-automated-test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7"/>
              </a:rPr>
              <a:t>https://www.tutorialspoint.com/selenium/selenium_webdriver.htm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8"/>
              </a:rPr>
              <a:t>https://www.lambdatest.com/blog/selenium-webdriver-tutorial-with-examples/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Code sample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8"/>
              </a:rPr>
              <a:t>https://www.lambdatest.com/blog/selenium-webdriver-tutorial-with-examples/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sz="1200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8025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248" y="863588"/>
            <a:ext cx="2459366" cy="64127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AU" b="1" dirty="0">
                <a:solidFill>
                  <a:srgbClr val="002060"/>
                </a:solidFill>
              </a:rP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7248" y="2041236"/>
            <a:ext cx="7616970" cy="2086769"/>
          </a:xfrm>
        </p:spPr>
        <p:txBody>
          <a:bodyPr/>
          <a:lstStyle/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WebSite</a:t>
            </a:r>
            <a:r>
              <a:rPr lang="en-AU" dirty="0"/>
              <a:t>:  </a:t>
            </a:r>
            <a:r>
              <a:rPr lang="en-AU" dirty="0">
                <a:hlinkClick r:id="rId2"/>
              </a:rPr>
              <a:t>www.funnygorilla.com.au</a:t>
            </a:r>
            <a:endParaRPr lang="en-AU" dirty="0"/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Mail</a:t>
            </a:r>
            <a:r>
              <a:rPr lang="en-AU" dirty="0"/>
              <a:t>: info@funnygorilla.com.au</a:t>
            </a:r>
          </a:p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Linkedin</a:t>
            </a:r>
            <a:r>
              <a:rPr lang="en-AU" dirty="0"/>
              <a:t>:  </a:t>
            </a:r>
            <a:r>
              <a:rPr lang="en-AU" dirty="0">
                <a:hlinkClick r:id="rId3"/>
              </a:rPr>
              <a:t>https://mt.linkedin.com/in/songqing-gu-2ba9034b/de</a:t>
            </a:r>
            <a:endParaRPr lang="en-AU" dirty="0"/>
          </a:p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WebChat</a:t>
            </a:r>
            <a:r>
              <a:rPr lang="en-AU" dirty="0"/>
              <a:t>: Funny Training Gorilla</a:t>
            </a:r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Phone</a:t>
            </a:r>
            <a:r>
              <a:rPr lang="en-AU" dirty="0"/>
              <a:t>: 0420891343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85" y="4128005"/>
            <a:ext cx="2820988" cy="254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04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15884</TotalTime>
  <Words>194</Words>
  <Application>Microsoft Office PowerPoint</Application>
  <PresentationFormat>Widescreen</PresentationFormat>
  <Paragraphs>40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幼圆</vt:lpstr>
      <vt:lpstr>Arial</vt:lpstr>
      <vt:lpstr>Arial Black</vt:lpstr>
      <vt:lpstr>Calibri</vt:lpstr>
      <vt:lpstr>Century Gothic</vt:lpstr>
      <vt:lpstr>Wingdings 3</vt:lpstr>
      <vt:lpstr>Wisp</vt:lpstr>
      <vt:lpstr>PowerPoint Presentation</vt:lpstr>
      <vt:lpstr>Junit 5 </vt:lpstr>
      <vt:lpstr>Execution – TDD Junit framework</vt:lpstr>
      <vt:lpstr>Junit 5 </vt:lpstr>
      <vt:lpstr>Put Everything Together  </vt:lpstr>
      <vt:lpstr>References  </vt:lpstr>
      <vt:lpstr>Contact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757</cp:revision>
  <dcterms:created xsi:type="dcterms:W3CDTF">2020-08-03T09:43:10Z</dcterms:created>
  <dcterms:modified xsi:type="dcterms:W3CDTF">2024-06-14T15:01:56Z</dcterms:modified>
</cp:coreProperties>
</file>