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308" r:id="rId3"/>
    <p:sldId id="327" r:id="rId4"/>
    <p:sldId id="349" r:id="rId5"/>
    <p:sldId id="348" r:id="rId6"/>
    <p:sldId id="350" r:id="rId7"/>
    <p:sldId id="353" r:id="rId8"/>
    <p:sldId id="347" r:id="rId9"/>
    <p:sldId id="354" r:id="rId10"/>
    <p:sldId id="355" r:id="rId11"/>
    <p:sldId id="318" r:id="rId12"/>
    <p:sldId id="30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8"/>
            <p14:sldId id="327"/>
            <p14:sldId id="349"/>
            <p14:sldId id="348"/>
            <p14:sldId id="350"/>
            <p14:sldId id="353"/>
            <p14:sldId id="347"/>
          </p14:sldIdLst>
        </p14:section>
        <p14:section name="Untitled Section" id="{96B2A4F6-E483-46D3-B718-858E0B0CB8CB}">
          <p14:sldIdLst>
            <p14:sldId id="354"/>
            <p14:sldId id="355"/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CEC9BA"/>
    <a:srgbClr val="786F54"/>
    <a:srgbClr val="E19B7F"/>
    <a:srgbClr val="74869C"/>
    <a:srgbClr val="2E01AB"/>
    <a:srgbClr val="8005B1"/>
    <a:srgbClr val="2E8488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0" autoAdjust="0"/>
    <p:restoredTop sz="94683"/>
  </p:normalViewPr>
  <p:slideViewPr>
    <p:cSldViewPr snapToGrid="0">
      <p:cViewPr varScale="1">
        <p:scale>
          <a:sx n="125" d="100"/>
          <a:sy n="125" d="100"/>
        </p:scale>
        <p:origin x="93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93C1CECD-480D-4FA7-AD7C-706386E277C9}"/>
    <pc:docChg chg="undo custSel addSld delSld modSld sldOrd modSection">
      <pc:chgData name="Songqing" userId="c4d8cb49210192e2" providerId="LiveId" clId="{93C1CECD-480D-4FA7-AD7C-706386E277C9}" dt="2023-04-22T17:34:44.951" v="357" actId="20577"/>
      <pc:docMkLst>
        <pc:docMk/>
      </pc:docMkLst>
      <pc:sldChg chg="modSp mod">
        <pc:chgData name="Songqing" userId="c4d8cb49210192e2" providerId="LiveId" clId="{93C1CECD-480D-4FA7-AD7C-706386E277C9}" dt="2023-04-22T14:36:22.769" v="8" actId="20577"/>
        <pc:sldMkLst>
          <pc:docMk/>
          <pc:sldMk cId="3813058601" sldId="256"/>
        </pc:sldMkLst>
        <pc:spChg chg="mod">
          <ac:chgData name="Songqing" userId="c4d8cb49210192e2" providerId="LiveId" clId="{93C1CECD-480D-4FA7-AD7C-706386E277C9}" dt="2023-04-22T14:36:22.769" v="8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247735642" sldId="303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180420246" sldId="304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942506135" sldId="305"/>
        </pc:sldMkLst>
      </pc:sldChg>
      <pc:sldChg chg="modSp mod">
        <pc:chgData name="Songqing" userId="c4d8cb49210192e2" providerId="LiveId" clId="{93C1CECD-480D-4FA7-AD7C-706386E277C9}" dt="2023-04-22T17:33:35.050" v="344" actId="14100"/>
        <pc:sldMkLst>
          <pc:docMk/>
          <pc:sldMk cId="1207033259" sldId="308"/>
        </pc:sldMkLst>
        <pc:spChg chg="mod">
          <ac:chgData name="Songqing" userId="c4d8cb49210192e2" providerId="LiveId" clId="{93C1CECD-480D-4FA7-AD7C-706386E277C9}" dt="2023-04-22T17:33:35.050" v="344" actId="14100"/>
          <ac:spMkLst>
            <pc:docMk/>
            <pc:sldMk cId="1207033259" sldId="308"/>
            <ac:spMk id="2" creationId="{6539024E-1F6A-C2B9-9C0A-0144C1FE2E4E}"/>
          </ac:spMkLst>
        </pc:spChg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1386347104" sldId="309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858780333" sldId="311"/>
        </pc:sldMkLst>
      </pc:sldChg>
      <pc:sldChg chg="del">
        <pc:chgData name="Songqing" userId="c4d8cb49210192e2" providerId="LiveId" clId="{93C1CECD-480D-4FA7-AD7C-706386E277C9}" dt="2023-04-22T19:40:49.206" v="10" actId="47"/>
        <pc:sldMkLst>
          <pc:docMk/>
          <pc:sldMk cId="2398645522" sldId="312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413227472" sldId="317"/>
        </pc:sldMkLst>
      </pc:sldChg>
      <pc:sldChg chg="modSp mod">
        <pc:chgData name="Songqing" userId="c4d8cb49210192e2" providerId="LiveId" clId="{93C1CECD-480D-4FA7-AD7C-706386E277C9}" dt="2023-04-22T19:41:36.962" v="14" actId="1076"/>
        <pc:sldMkLst>
          <pc:docMk/>
          <pc:sldMk cId="2902447746" sldId="325"/>
        </pc:sldMkLst>
        <pc:spChg chg="mod">
          <ac:chgData name="Songqing" userId="c4d8cb49210192e2" providerId="LiveId" clId="{93C1CECD-480D-4FA7-AD7C-706386E277C9}" dt="2023-04-22T19:41:22.334" v="12" actId="1076"/>
          <ac:spMkLst>
            <pc:docMk/>
            <pc:sldMk cId="2902447746" sldId="325"/>
            <ac:spMk id="4" creationId="{A0CE9C82-686A-5084-4B0E-203431BA7E7D}"/>
          </ac:spMkLst>
        </pc:spChg>
        <pc:spChg chg="mod">
          <ac:chgData name="Songqing" userId="c4d8cb49210192e2" providerId="LiveId" clId="{93C1CECD-480D-4FA7-AD7C-706386E277C9}" dt="2023-04-22T19:41:36.962" v="14" actId="1076"/>
          <ac:spMkLst>
            <pc:docMk/>
            <pc:sldMk cId="2902447746" sldId="325"/>
            <ac:spMk id="5" creationId="{887BD748-9D45-EEF1-6772-0C2B9E132AA6}"/>
          </ac:spMkLst>
        </pc:spChg>
        <pc:spChg chg="mod">
          <ac:chgData name="Songqing" userId="c4d8cb49210192e2" providerId="LiveId" clId="{93C1CECD-480D-4FA7-AD7C-706386E277C9}" dt="2023-04-22T19:41:32.189" v="13" actId="1076"/>
          <ac:spMkLst>
            <pc:docMk/>
            <pc:sldMk cId="2902447746" sldId="325"/>
            <ac:spMk id="6" creationId="{23E69DFC-73B1-C5FA-6AD3-65B9B1C06AFE}"/>
          </ac:spMkLst>
        </pc:spChg>
      </pc:sldChg>
      <pc:sldChg chg="modSp mod">
        <pc:chgData name="Songqing" userId="c4d8cb49210192e2" providerId="LiveId" clId="{93C1CECD-480D-4FA7-AD7C-706386E277C9}" dt="2023-04-22T17:31:50.296" v="323" actId="20577"/>
        <pc:sldMkLst>
          <pc:docMk/>
          <pc:sldMk cId="3328123108" sldId="327"/>
        </pc:sldMkLst>
        <pc:spChg chg="mod">
          <ac:chgData name="Songqing" userId="c4d8cb49210192e2" providerId="LiveId" clId="{93C1CECD-480D-4FA7-AD7C-706386E277C9}" dt="2023-04-22T17:31:50.296" v="323" actId="20577"/>
          <ac:spMkLst>
            <pc:docMk/>
            <pc:sldMk cId="3328123108" sldId="327"/>
            <ac:spMk id="2" creationId="{00000000-0000-0000-0000-000000000000}"/>
          </ac:spMkLst>
        </pc:spChg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69005355" sldId="331"/>
        </pc:sldMkLst>
      </pc:sldChg>
      <pc:sldChg chg="del">
        <pc:chgData name="Songqing" userId="c4d8cb49210192e2" providerId="LiveId" clId="{93C1CECD-480D-4FA7-AD7C-706386E277C9}" dt="2023-04-22T14:36:52.739" v="9" actId="47"/>
        <pc:sldMkLst>
          <pc:docMk/>
          <pc:sldMk cId="2173282626" sldId="333"/>
        </pc:sldMkLst>
      </pc:sldChg>
      <pc:sldChg chg="modSp mod ord">
        <pc:chgData name="Songqing" userId="c4d8cb49210192e2" providerId="LiveId" clId="{93C1CECD-480D-4FA7-AD7C-706386E277C9}" dt="2023-04-22T17:34:44.951" v="357" actId="20577"/>
        <pc:sldMkLst>
          <pc:docMk/>
          <pc:sldMk cId="3083099032" sldId="337"/>
        </pc:sldMkLst>
        <pc:spChg chg="mod">
          <ac:chgData name="Songqing" userId="c4d8cb49210192e2" providerId="LiveId" clId="{93C1CECD-480D-4FA7-AD7C-706386E277C9}" dt="2023-04-22T17:34:44.951" v="357" actId="20577"/>
          <ac:spMkLst>
            <pc:docMk/>
            <pc:sldMk cId="3083099032" sldId="337"/>
            <ac:spMk id="2" creationId="{00000000-0000-0000-0000-000000000000}"/>
          </ac:spMkLst>
        </pc:spChg>
      </pc:sldChg>
      <pc:sldChg chg="del">
        <pc:chgData name="Songqing" userId="c4d8cb49210192e2" providerId="LiveId" clId="{93C1CECD-480D-4FA7-AD7C-706386E277C9}" dt="2023-04-22T19:40:49.206" v="10" actId="47"/>
        <pc:sldMkLst>
          <pc:docMk/>
          <pc:sldMk cId="2388337663" sldId="338"/>
        </pc:sldMkLst>
      </pc:sldChg>
      <pc:sldChg chg="del">
        <pc:chgData name="Songqing" userId="c4d8cb49210192e2" providerId="LiveId" clId="{93C1CECD-480D-4FA7-AD7C-706386E277C9}" dt="2023-04-22T19:40:49.206" v="10" actId="47"/>
        <pc:sldMkLst>
          <pc:docMk/>
          <pc:sldMk cId="2580069215" sldId="340"/>
        </pc:sldMkLst>
      </pc:sldChg>
      <pc:sldChg chg="addSp delSp modSp mod">
        <pc:chgData name="Songqing" userId="c4d8cb49210192e2" providerId="LiveId" clId="{93C1CECD-480D-4FA7-AD7C-706386E277C9}" dt="2023-04-22T19:46:54.036" v="66" actId="207"/>
        <pc:sldMkLst>
          <pc:docMk/>
          <pc:sldMk cId="3614543193" sldId="343"/>
        </pc:sldMkLst>
        <pc:spChg chg="del">
          <ac:chgData name="Songqing" userId="c4d8cb49210192e2" providerId="LiveId" clId="{93C1CECD-480D-4FA7-AD7C-706386E277C9}" dt="2023-04-22T19:42:39.803" v="16" actId="478"/>
          <ac:spMkLst>
            <pc:docMk/>
            <pc:sldMk cId="3614543193" sldId="343"/>
            <ac:spMk id="3" creationId="{0D39557E-3D00-FB86-0801-1FB082497C76}"/>
          </ac:spMkLst>
        </pc:spChg>
        <pc:spChg chg="del">
          <ac:chgData name="Songqing" userId="c4d8cb49210192e2" providerId="LiveId" clId="{93C1CECD-480D-4FA7-AD7C-706386E277C9}" dt="2023-04-22T19:42:39.803" v="16" actId="478"/>
          <ac:spMkLst>
            <pc:docMk/>
            <pc:sldMk cId="3614543193" sldId="343"/>
            <ac:spMk id="4" creationId="{EAFD530C-1314-107A-662D-D1071FEAB061}"/>
          </ac:spMkLst>
        </pc:spChg>
        <pc:spChg chg="del">
          <ac:chgData name="Songqing" userId="c4d8cb49210192e2" providerId="LiveId" clId="{93C1CECD-480D-4FA7-AD7C-706386E277C9}" dt="2023-04-22T19:42:39.803" v="16" actId="478"/>
          <ac:spMkLst>
            <pc:docMk/>
            <pc:sldMk cId="3614543193" sldId="343"/>
            <ac:spMk id="5" creationId="{D1957E2B-C95E-F46A-E30B-C42948C4E099}"/>
          </ac:spMkLst>
        </pc:spChg>
        <pc:spChg chg="add mod">
          <ac:chgData name="Songqing" userId="c4d8cb49210192e2" providerId="LiveId" clId="{93C1CECD-480D-4FA7-AD7C-706386E277C9}" dt="2023-04-22T19:46:54.036" v="66" actId="207"/>
          <ac:spMkLst>
            <pc:docMk/>
            <pc:sldMk cId="3614543193" sldId="343"/>
            <ac:spMk id="7" creationId="{E1258E66-8628-FC6F-D1A5-DA81430F83ED}"/>
          </ac:spMkLst>
        </pc:spChg>
        <pc:spChg chg="add mod">
          <ac:chgData name="Songqing" userId="c4d8cb49210192e2" providerId="LiveId" clId="{93C1CECD-480D-4FA7-AD7C-706386E277C9}" dt="2023-04-22T19:46:48.017" v="64" actId="207"/>
          <ac:spMkLst>
            <pc:docMk/>
            <pc:sldMk cId="3614543193" sldId="343"/>
            <ac:spMk id="8" creationId="{1693A789-7E00-2A9C-B497-8C391BA9A0DB}"/>
          </ac:spMkLst>
        </pc:spChg>
        <pc:spChg chg="add mod">
          <ac:chgData name="Songqing" userId="c4d8cb49210192e2" providerId="LiveId" clId="{93C1CECD-480D-4FA7-AD7C-706386E277C9}" dt="2023-04-22T19:46:44.342" v="63" actId="207"/>
          <ac:spMkLst>
            <pc:docMk/>
            <pc:sldMk cId="3614543193" sldId="343"/>
            <ac:spMk id="9" creationId="{B08AEFFB-FA97-CE52-DD87-86E52D377DC0}"/>
          </ac:spMkLst>
        </pc:spChg>
        <pc:spChg chg="del">
          <ac:chgData name="Songqing" userId="c4d8cb49210192e2" providerId="LiveId" clId="{93C1CECD-480D-4FA7-AD7C-706386E277C9}" dt="2023-04-22T19:45:21.997" v="24" actId="478"/>
          <ac:spMkLst>
            <pc:docMk/>
            <pc:sldMk cId="3614543193" sldId="343"/>
            <ac:spMk id="80" creationId="{00000000-0000-0000-0000-000000000000}"/>
          </ac:spMkLst>
        </pc:spChg>
        <pc:picChg chg="add mod">
          <ac:chgData name="Songqing" userId="c4d8cb49210192e2" providerId="LiveId" clId="{93C1CECD-480D-4FA7-AD7C-706386E277C9}" dt="2023-04-22T19:45:50.640" v="32" actId="1076"/>
          <ac:picMkLst>
            <pc:docMk/>
            <pc:sldMk cId="3614543193" sldId="343"/>
            <ac:picMk id="6" creationId="{86FAEA78-2A6B-832D-5333-F7923D1472F1}"/>
          </ac:picMkLst>
        </pc:picChg>
      </pc:sldChg>
      <pc:sldChg chg="addSp delSp modSp add mod">
        <pc:chgData name="Songqing" userId="c4d8cb49210192e2" providerId="LiveId" clId="{93C1CECD-480D-4FA7-AD7C-706386E277C9}" dt="2023-04-22T16:19:54.395" v="252" actId="1076"/>
        <pc:sldMkLst>
          <pc:docMk/>
          <pc:sldMk cId="1335039003" sldId="345"/>
        </pc:sldMkLst>
        <pc:spChg chg="del">
          <ac:chgData name="Songqing" userId="c4d8cb49210192e2" providerId="LiveId" clId="{93C1CECD-480D-4FA7-AD7C-706386E277C9}" dt="2023-04-22T16:19:50.585" v="250" actId="478"/>
          <ac:spMkLst>
            <pc:docMk/>
            <pc:sldMk cId="1335039003" sldId="345"/>
            <ac:spMk id="2" creationId="{00000000-0000-0000-0000-000000000000}"/>
          </ac:spMkLst>
        </pc:spChg>
        <pc:spChg chg="mod">
          <ac:chgData name="Songqing" userId="c4d8cb49210192e2" providerId="LiveId" clId="{93C1CECD-480D-4FA7-AD7C-706386E277C9}" dt="2023-04-22T19:55:37.595" v="248" actId="255"/>
          <ac:spMkLst>
            <pc:docMk/>
            <pc:sldMk cId="1335039003" sldId="345"/>
            <ac:spMk id="3" creationId="{0D39557E-3D00-FB86-0801-1FB082497C76}"/>
          </ac:spMkLst>
        </pc:spChg>
        <pc:spChg chg="mod">
          <ac:chgData name="Songqing" userId="c4d8cb49210192e2" providerId="LiveId" clId="{93C1CECD-480D-4FA7-AD7C-706386E277C9}" dt="2023-04-22T16:19:54.395" v="252" actId="1076"/>
          <ac:spMkLst>
            <pc:docMk/>
            <pc:sldMk cId="1335039003" sldId="345"/>
            <ac:spMk id="4" creationId="{EAFD530C-1314-107A-662D-D1071FEAB061}"/>
          </ac:spMkLst>
        </pc:spChg>
        <pc:spChg chg="mod">
          <ac:chgData name="Songqing" userId="c4d8cb49210192e2" providerId="LiveId" clId="{93C1CECD-480D-4FA7-AD7C-706386E277C9}" dt="2023-04-22T19:55:32.893" v="247" actId="255"/>
          <ac:spMkLst>
            <pc:docMk/>
            <pc:sldMk cId="1335039003" sldId="345"/>
            <ac:spMk id="5" creationId="{D1957E2B-C95E-F46A-E30B-C42948C4E099}"/>
          </ac:spMkLst>
        </pc:spChg>
        <pc:spChg chg="add mod">
          <ac:chgData name="Songqing" userId="c4d8cb49210192e2" providerId="LiveId" clId="{93C1CECD-480D-4FA7-AD7C-706386E277C9}" dt="2023-04-22T19:55:23.624" v="245" actId="255"/>
          <ac:spMkLst>
            <pc:docMk/>
            <pc:sldMk cId="1335039003" sldId="345"/>
            <ac:spMk id="6" creationId="{4C1FC41C-C56C-71F3-F744-9E5E51FE955A}"/>
          </ac:spMkLst>
        </pc:spChg>
        <pc:spChg chg="add del mod">
          <ac:chgData name="Songqing" userId="c4d8cb49210192e2" providerId="LiveId" clId="{93C1CECD-480D-4FA7-AD7C-706386E277C9}" dt="2023-04-22T16:19:53.495" v="251" actId="478"/>
          <ac:spMkLst>
            <pc:docMk/>
            <pc:sldMk cId="1335039003" sldId="345"/>
            <ac:spMk id="8" creationId="{06C4D837-933A-7B4F-0D8E-DCA9BF4A3E76}"/>
          </ac:spMkLst>
        </pc:spChg>
        <pc:spChg chg="del">
          <ac:chgData name="Songqing" userId="c4d8cb49210192e2" providerId="LiveId" clId="{93C1CECD-480D-4FA7-AD7C-706386E277C9}" dt="2023-04-22T19:56:00.109" v="249" actId="478"/>
          <ac:spMkLst>
            <pc:docMk/>
            <pc:sldMk cId="1335039003" sldId="345"/>
            <ac:spMk id="80" creationId="{00000000-0000-0000-0000-000000000000}"/>
          </ac:spMkLst>
        </pc:spChg>
      </pc:sldChg>
      <pc:sldChg chg="add">
        <pc:chgData name="Songqing" userId="c4d8cb49210192e2" providerId="LiveId" clId="{93C1CECD-480D-4FA7-AD7C-706386E277C9}" dt="2023-04-22T19:47:48.450" v="67" actId="2890"/>
        <pc:sldMkLst>
          <pc:docMk/>
          <pc:sldMk cId="2191391383" sldId="346"/>
        </pc:sldMkLst>
      </pc:sldChg>
      <pc:sldChg chg="modSp add mod">
        <pc:chgData name="Songqing" userId="c4d8cb49210192e2" providerId="LiveId" clId="{93C1CECD-480D-4FA7-AD7C-706386E277C9}" dt="2023-04-22T17:33:25.362" v="342" actId="14100"/>
        <pc:sldMkLst>
          <pc:docMk/>
          <pc:sldMk cId="1512227629" sldId="347"/>
        </pc:sldMkLst>
        <pc:spChg chg="mod">
          <ac:chgData name="Songqing" userId="c4d8cb49210192e2" providerId="LiveId" clId="{93C1CECD-480D-4FA7-AD7C-706386E277C9}" dt="2023-04-22T17:33:25.362" v="342" actId="14100"/>
          <ac:spMkLst>
            <pc:docMk/>
            <pc:sldMk cId="1512227629" sldId="347"/>
            <ac:spMk id="2" creationId="{00000000-0000-0000-0000-000000000000}"/>
          </ac:spMkLst>
        </pc:spChg>
      </pc:sldChg>
      <pc:sldChg chg="add">
        <pc:chgData name="Songqing" userId="c4d8cb49210192e2" providerId="LiveId" clId="{93C1CECD-480D-4FA7-AD7C-706386E277C9}" dt="2023-04-22T17:34:33.300" v="345" actId="2890"/>
        <pc:sldMkLst>
          <pc:docMk/>
          <pc:sldMk cId="4243295660" sldId="348"/>
        </pc:sldMkLst>
      </pc:sldChg>
    </pc:docChg>
  </pc:docChgLst>
  <pc:docChgLst>
    <pc:chgData name="Songqing Gu" userId="c4d8cb49210192e2" providerId="LiveId" clId="{93C1CECD-480D-4FA7-AD7C-706386E277C9}"/>
    <pc:docChg chg="modSld">
      <pc:chgData name="Songqing Gu" userId="c4d8cb49210192e2" providerId="LiveId" clId="{93C1CECD-480D-4FA7-AD7C-706386E277C9}" dt="2023-05-25T09:16:57.536" v="18" actId="20577"/>
      <pc:docMkLst>
        <pc:docMk/>
      </pc:docMkLst>
      <pc:sldChg chg="modSp mod">
        <pc:chgData name="Songqing Gu" userId="c4d8cb49210192e2" providerId="LiveId" clId="{93C1CECD-480D-4FA7-AD7C-706386E277C9}" dt="2023-05-25T09:16:57.536" v="18" actId="20577"/>
        <pc:sldMkLst>
          <pc:docMk/>
          <pc:sldMk cId="3373275006" sldId="330"/>
        </pc:sldMkLst>
        <pc:spChg chg="mod">
          <ac:chgData name="Songqing Gu" userId="c4d8cb49210192e2" providerId="LiveId" clId="{93C1CECD-480D-4FA7-AD7C-706386E277C9}" dt="2023-05-25T09:16:57.536" v="18" actId="20577"/>
          <ac:spMkLst>
            <pc:docMk/>
            <pc:sldMk cId="3373275006" sldId="330"/>
            <ac:spMk id="2" creationId="{00000000-0000-0000-0000-000000000000}"/>
          </ac:spMkLst>
        </pc:spChg>
      </pc:sldChg>
    </pc:docChg>
  </pc:docChgLst>
  <pc:docChgLst>
    <pc:chgData name="Songqing Gu" userId="c4d8cb49210192e2" providerId="LiveId" clId="{EAEBE812-C384-473C-8A30-2DD8874E1924}"/>
    <pc:docChg chg="undo custSel addSld delSld modSld sldOrd modSection">
      <pc:chgData name="Songqing Gu" userId="c4d8cb49210192e2" providerId="LiveId" clId="{EAEBE812-C384-473C-8A30-2DD8874E1924}" dt="2023-07-05T07:57:48.376" v="410" actId="1076"/>
      <pc:docMkLst>
        <pc:docMk/>
      </pc:docMkLst>
      <pc:sldChg chg="modSp mod">
        <pc:chgData name="Songqing Gu" userId="c4d8cb49210192e2" providerId="LiveId" clId="{EAEBE812-C384-473C-8A30-2DD8874E1924}" dt="2023-05-27T05:08:13.873" v="25" actId="20577"/>
        <pc:sldMkLst>
          <pc:docMk/>
          <pc:sldMk cId="3813058601" sldId="256"/>
        </pc:sldMkLst>
        <pc:spChg chg="mod">
          <ac:chgData name="Songqing Gu" userId="c4d8cb49210192e2" providerId="LiveId" clId="{EAEBE812-C384-473C-8A30-2DD8874E1924}" dt="2023-05-27T05:08:13.873" v="25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 Gu" userId="c4d8cb49210192e2" providerId="LiveId" clId="{EAEBE812-C384-473C-8A30-2DD8874E1924}" dt="2023-05-27T05:14:19.304" v="233" actId="20577"/>
        <pc:sldMkLst>
          <pc:docMk/>
          <pc:sldMk cId="1207033259" sldId="308"/>
        </pc:sldMkLst>
        <pc:spChg chg="mod">
          <ac:chgData name="Songqing Gu" userId="c4d8cb49210192e2" providerId="LiveId" clId="{EAEBE812-C384-473C-8A30-2DD8874E1924}" dt="2023-05-27T05:14:19.304" v="233" actId="20577"/>
          <ac:spMkLst>
            <pc:docMk/>
            <pc:sldMk cId="1207033259" sldId="308"/>
            <ac:spMk id="2" creationId="{6539024E-1F6A-C2B9-9C0A-0144C1FE2E4E}"/>
          </ac:spMkLst>
        </pc:spChg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2525518975" sldId="315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3858815385" sldId="316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3672308756" sldId="322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3278352769" sldId="323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2902447746" sldId="325"/>
        </pc:sldMkLst>
      </pc:sldChg>
      <pc:sldChg chg="addSp modSp mod">
        <pc:chgData name="Songqing Gu" userId="c4d8cb49210192e2" providerId="LiveId" clId="{EAEBE812-C384-473C-8A30-2DD8874E1924}" dt="2023-05-27T05:12:11.825" v="164" actId="20577"/>
        <pc:sldMkLst>
          <pc:docMk/>
          <pc:sldMk cId="3328123108" sldId="327"/>
        </pc:sldMkLst>
        <pc:spChg chg="mod">
          <ac:chgData name="Songqing Gu" userId="c4d8cb49210192e2" providerId="LiveId" clId="{EAEBE812-C384-473C-8A30-2DD8874E1924}" dt="2023-05-27T05:11:04.972" v="71" actId="20577"/>
          <ac:spMkLst>
            <pc:docMk/>
            <pc:sldMk cId="3328123108" sldId="327"/>
            <ac:spMk id="2" creationId="{00000000-0000-0000-0000-000000000000}"/>
          </ac:spMkLst>
        </pc:spChg>
        <pc:spChg chg="add mod">
          <ac:chgData name="Songqing Gu" userId="c4d8cb49210192e2" providerId="LiveId" clId="{EAEBE812-C384-473C-8A30-2DD8874E1924}" dt="2023-05-27T05:12:11.825" v="164" actId="20577"/>
          <ac:spMkLst>
            <pc:docMk/>
            <pc:sldMk cId="3328123108" sldId="327"/>
            <ac:spMk id="3" creationId="{B7C96819-A56C-D1C3-8094-3C26688D2A44}"/>
          </ac:spMkLst>
        </pc:spChg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3615647746" sldId="328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3373275006" sldId="330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2075869107" sldId="332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2108580856" sldId="334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3083099032" sldId="337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765302659" sldId="339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2812613281" sldId="341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350163550" sldId="342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3614543193" sldId="343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3940857652" sldId="344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1335039003" sldId="345"/>
        </pc:sldMkLst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2191391383" sldId="346"/>
        </pc:sldMkLst>
      </pc:sldChg>
      <pc:sldChg chg="addSp delSp modSp mod ord">
        <pc:chgData name="Songqing Gu" userId="c4d8cb49210192e2" providerId="LiveId" clId="{EAEBE812-C384-473C-8A30-2DD8874E1924}" dt="2023-07-05T07:51:24.642" v="408"/>
        <pc:sldMkLst>
          <pc:docMk/>
          <pc:sldMk cId="1512227629" sldId="347"/>
        </pc:sldMkLst>
        <pc:spChg chg="del mod">
          <ac:chgData name="Songqing Gu" userId="c4d8cb49210192e2" providerId="LiveId" clId="{EAEBE812-C384-473C-8A30-2DD8874E1924}" dt="2023-05-27T05:08:40.764" v="27" actId="478"/>
          <ac:spMkLst>
            <pc:docMk/>
            <pc:sldMk cId="1512227629" sldId="347"/>
            <ac:spMk id="2" creationId="{00000000-0000-0000-0000-000000000000}"/>
          </ac:spMkLst>
        </pc:spChg>
        <pc:spChg chg="add del mod">
          <ac:chgData name="Songqing Gu" userId="c4d8cb49210192e2" providerId="LiveId" clId="{EAEBE812-C384-473C-8A30-2DD8874E1924}" dt="2023-05-27T05:08:43.249" v="28" actId="478"/>
          <ac:spMkLst>
            <pc:docMk/>
            <pc:sldMk cId="1512227629" sldId="347"/>
            <ac:spMk id="4" creationId="{1D17D84E-A052-7197-3F49-C5E4B568F0B9}"/>
          </ac:spMkLst>
        </pc:spChg>
        <pc:picChg chg="add mod">
          <ac:chgData name="Songqing Gu" userId="c4d8cb49210192e2" providerId="LiveId" clId="{EAEBE812-C384-473C-8A30-2DD8874E1924}" dt="2023-07-05T07:49:57.049" v="396" actId="1076"/>
          <ac:picMkLst>
            <pc:docMk/>
            <pc:sldMk cId="1512227629" sldId="347"/>
            <ac:picMk id="5" creationId="{36B946FC-C491-7AB8-821E-63053CDE19E8}"/>
          </ac:picMkLst>
        </pc:picChg>
      </pc:sldChg>
      <pc:sldChg chg="addSp delSp modSp add mod ord">
        <pc:chgData name="Songqing Gu" userId="c4d8cb49210192e2" providerId="LiveId" clId="{EAEBE812-C384-473C-8A30-2DD8874E1924}" dt="2023-05-27T05:33:13.357" v="391" actId="1076"/>
        <pc:sldMkLst>
          <pc:docMk/>
          <pc:sldMk cId="2623131055" sldId="348"/>
        </pc:sldMkLst>
        <pc:spChg chg="mod">
          <ac:chgData name="Songqing Gu" userId="c4d8cb49210192e2" providerId="LiveId" clId="{EAEBE812-C384-473C-8A30-2DD8874E1924}" dt="2023-05-27T05:19:04.320" v="291" actId="20577"/>
          <ac:spMkLst>
            <pc:docMk/>
            <pc:sldMk cId="2623131055" sldId="348"/>
            <ac:spMk id="2" creationId="{00000000-0000-0000-0000-000000000000}"/>
          </ac:spMkLst>
        </pc:spChg>
        <pc:spChg chg="del">
          <ac:chgData name="Songqing Gu" userId="c4d8cb49210192e2" providerId="LiveId" clId="{EAEBE812-C384-473C-8A30-2DD8874E1924}" dt="2023-05-27T05:17:29.295" v="256" actId="478"/>
          <ac:spMkLst>
            <pc:docMk/>
            <pc:sldMk cId="2623131055" sldId="348"/>
            <ac:spMk id="3" creationId="{B7C96819-A56C-D1C3-8094-3C26688D2A44}"/>
          </ac:spMkLst>
        </pc:spChg>
        <pc:picChg chg="add del mod">
          <ac:chgData name="Songqing Gu" userId="c4d8cb49210192e2" providerId="LiveId" clId="{EAEBE812-C384-473C-8A30-2DD8874E1924}" dt="2023-05-27T05:19:08.479" v="292" actId="478"/>
          <ac:picMkLst>
            <pc:docMk/>
            <pc:sldMk cId="2623131055" sldId="348"/>
            <ac:picMk id="5" creationId="{518D730D-C522-536F-1A27-FFAD08928605}"/>
          </ac:picMkLst>
        </pc:picChg>
        <pc:picChg chg="add mod">
          <ac:chgData name="Songqing Gu" userId="c4d8cb49210192e2" providerId="LiveId" clId="{EAEBE812-C384-473C-8A30-2DD8874E1924}" dt="2023-05-27T05:33:13.357" v="391" actId="1076"/>
          <ac:picMkLst>
            <pc:docMk/>
            <pc:sldMk cId="2623131055" sldId="348"/>
            <ac:picMk id="7" creationId="{3ACE3B02-F391-4B7C-F547-32C5B993F794}"/>
          </ac:picMkLst>
        </pc:picChg>
      </pc:sldChg>
      <pc:sldChg chg="del">
        <pc:chgData name="Songqing Gu" userId="c4d8cb49210192e2" providerId="LiveId" clId="{EAEBE812-C384-473C-8A30-2DD8874E1924}" dt="2023-05-27T05:14:42.679" v="234" actId="47"/>
        <pc:sldMkLst>
          <pc:docMk/>
          <pc:sldMk cId="4243295660" sldId="348"/>
        </pc:sldMkLst>
      </pc:sldChg>
      <pc:sldChg chg="modSp add mod ord">
        <pc:chgData name="Songqing Gu" userId="c4d8cb49210192e2" providerId="LiveId" clId="{EAEBE812-C384-473C-8A30-2DD8874E1924}" dt="2023-07-05T07:57:48.376" v="410" actId="1076"/>
        <pc:sldMkLst>
          <pc:docMk/>
          <pc:sldMk cId="1040932698" sldId="349"/>
        </pc:sldMkLst>
        <pc:picChg chg="mod">
          <ac:chgData name="Songqing Gu" userId="c4d8cb49210192e2" providerId="LiveId" clId="{EAEBE812-C384-473C-8A30-2DD8874E1924}" dt="2023-07-05T07:57:48.376" v="410" actId="1076"/>
          <ac:picMkLst>
            <pc:docMk/>
            <pc:sldMk cId="1040932698" sldId="349"/>
            <ac:picMk id="5" creationId="{518D730D-C522-536F-1A27-FFAD08928605}"/>
          </ac:picMkLst>
        </pc:picChg>
      </pc:sldChg>
      <pc:sldChg chg="addSp delSp modSp add mod ord">
        <pc:chgData name="Songqing Gu" userId="c4d8cb49210192e2" providerId="LiveId" clId="{EAEBE812-C384-473C-8A30-2DD8874E1924}" dt="2023-05-27T05:21:18.355" v="349" actId="1076"/>
        <pc:sldMkLst>
          <pc:docMk/>
          <pc:sldMk cId="776370263" sldId="350"/>
        </pc:sldMkLst>
        <pc:spChg chg="mod">
          <ac:chgData name="Songqing Gu" userId="c4d8cb49210192e2" providerId="LiveId" clId="{EAEBE812-C384-473C-8A30-2DD8874E1924}" dt="2023-05-27T05:20:57.793" v="344" actId="20577"/>
          <ac:spMkLst>
            <pc:docMk/>
            <pc:sldMk cId="776370263" sldId="350"/>
            <ac:spMk id="2" creationId="{00000000-0000-0000-0000-000000000000}"/>
          </ac:spMkLst>
        </pc:spChg>
        <pc:picChg chg="add mod">
          <ac:chgData name="Songqing Gu" userId="c4d8cb49210192e2" providerId="LiveId" clId="{EAEBE812-C384-473C-8A30-2DD8874E1924}" dt="2023-05-27T05:21:18.355" v="349" actId="1076"/>
          <ac:picMkLst>
            <pc:docMk/>
            <pc:sldMk cId="776370263" sldId="350"/>
            <ac:picMk id="3" creationId="{E75FA9F0-1CA5-01C5-7A0B-1A55F3E79FD0}"/>
          </ac:picMkLst>
        </pc:picChg>
        <pc:picChg chg="del">
          <ac:chgData name="Songqing Gu" userId="c4d8cb49210192e2" providerId="LiveId" clId="{EAEBE812-C384-473C-8A30-2DD8874E1924}" dt="2023-05-27T05:19:57.808" v="329" actId="478"/>
          <ac:picMkLst>
            <pc:docMk/>
            <pc:sldMk cId="776370263" sldId="350"/>
            <ac:picMk id="5" creationId="{518D730D-C522-536F-1A27-FFAD08928605}"/>
          </ac:picMkLst>
        </pc:picChg>
      </pc:sldChg>
      <pc:sldChg chg="addSp delSp modSp add del mod">
        <pc:chgData name="Songqing Gu" userId="c4d8cb49210192e2" providerId="LiveId" clId="{EAEBE812-C384-473C-8A30-2DD8874E1924}" dt="2023-05-27T05:27:00.063" v="380" actId="2696"/>
        <pc:sldMkLst>
          <pc:docMk/>
          <pc:sldMk cId="426074054" sldId="351"/>
        </pc:sldMkLst>
        <pc:spChg chg="mod">
          <ac:chgData name="Songqing Gu" userId="c4d8cb49210192e2" providerId="LiveId" clId="{EAEBE812-C384-473C-8A30-2DD8874E1924}" dt="2023-05-27T05:21:57.677" v="355" actId="20577"/>
          <ac:spMkLst>
            <pc:docMk/>
            <pc:sldMk cId="426074054" sldId="351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EAEBE812-C384-473C-8A30-2DD8874E1924}" dt="2023-05-27T05:25:31.990" v="362" actId="478"/>
          <ac:graphicFrameMkLst>
            <pc:docMk/>
            <pc:sldMk cId="426074054" sldId="351"/>
            <ac:graphicFrameMk id="3" creationId="{ABD2A761-E9ED-1EB9-9648-E41A8403F7F5}"/>
          </ac:graphicFrameMkLst>
        </pc:graphicFrameChg>
        <pc:picChg chg="add del">
          <ac:chgData name="Songqing Gu" userId="c4d8cb49210192e2" providerId="LiveId" clId="{EAEBE812-C384-473C-8A30-2DD8874E1924}" dt="2023-05-27T05:25:40.542" v="364" actId="478"/>
          <ac:picMkLst>
            <pc:docMk/>
            <pc:sldMk cId="426074054" sldId="351"/>
            <ac:picMk id="5" creationId="{5859B482-CF29-1243-A673-E97532E59DEE}"/>
          </ac:picMkLst>
        </pc:picChg>
        <pc:picChg chg="add mod">
          <ac:chgData name="Songqing Gu" userId="c4d8cb49210192e2" providerId="LiveId" clId="{EAEBE812-C384-473C-8A30-2DD8874E1924}" dt="2023-05-27T05:25:50.922" v="369" actId="1076"/>
          <ac:picMkLst>
            <pc:docMk/>
            <pc:sldMk cId="426074054" sldId="351"/>
            <ac:picMk id="7" creationId="{BF2825C1-C4E5-3882-625F-EE18CAA7B2FC}"/>
          </ac:picMkLst>
        </pc:picChg>
      </pc:sldChg>
      <pc:sldChg chg="add del">
        <pc:chgData name="Songqing Gu" userId="c4d8cb49210192e2" providerId="LiveId" clId="{EAEBE812-C384-473C-8A30-2DD8874E1924}" dt="2023-05-27T05:28:33.036" v="382" actId="2696"/>
        <pc:sldMkLst>
          <pc:docMk/>
          <pc:sldMk cId="2980099058" sldId="352"/>
        </pc:sldMkLst>
      </pc:sldChg>
      <pc:sldChg chg="addSp delSp modSp add mod">
        <pc:chgData name="Songqing Gu" userId="c4d8cb49210192e2" providerId="LiveId" clId="{EAEBE812-C384-473C-8A30-2DD8874E1924}" dt="2023-05-27T05:48:35.226" v="395" actId="20577"/>
        <pc:sldMkLst>
          <pc:docMk/>
          <pc:sldMk cId="3287003557" sldId="353"/>
        </pc:sldMkLst>
        <pc:spChg chg="mod">
          <ac:chgData name="Songqing Gu" userId="c4d8cb49210192e2" providerId="LiveId" clId="{EAEBE812-C384-473C-8A30-2DD8874E1924}" dt="2023-05-27T05:48:35.226" v="395" actId="20577"/>
          <ac:spMkLst>
            <pc:docMk/>
            <pc:sldMk cId="3287003557" sldId="353"/>
            <ac:spMk id="2" creationId="{00000000-0000-0000-0000-000000000000}"/>
          </ac:spMkLst>
        </pc:spChg>
        <pc:spChg chg="add mod">
          <ac:chgData name="Songqing Gu" userId="c4d8cb49210192e2" providerId="LiveId" clId="{EAEBE812-C384-473C-8A30-2DD8874E1924}" dt="2023-05-27T05:29:39.212" v="385" actId="1076"/>
          <ac:spMkLst>
            <pc:docMk/>
            <pc:sldMk cId="3287003557" sldId="353"/>
            <ac:spMk id="9" creationId="{22DE3610-3E9C-35F5-1EC2-C0CBBAD715D1}"/>
          </ac:spMkLst>
        </pc:spChg>
        <pc:picChg chg="add del">
          <ac:chgData name="Songqing Gu" userId="c4d8cb49210192e2" providerId="LiveId" clId="{EAEBE812-C384-473C-8A30-2DD8874E1924}" dt="2023-05-27T05:26:34.185" v="373" actId="478"/>
          <ac:picMkLst>
            <pc:docMk/>
            <pc:sldMk cId="3287003557" sldId="353"/>
            <ac:picMk id="4" creationId="{448939E2-62CD-C2D1-B627-B5A2868C4233}"/>
          </ac:picMkLst>
        </pc:picChg>
        <pc:picChg chg="add mod">
          <ac:chgData name="Songqing Gu" userId="c4d8cb49210192e2" providerId="LiveId" clId="{EAEBE812-C384-473C-8A30-2DD8874E1924}" dt="2023-05-27T05:29:46.205" v="387" actId="1076"/>
          <ac:picMkLst>
            <pc:docMk/>
            <pc:sldMk cId="3287003557" sldId="353"/>
            <ac:picMk id="6" creationId="{0F04FC9B-2D51-F1C3-3B20-888ECF914E40}"/>
          </ac:picMkLst>
        </pc:picChg>
        <pc:picChg chg="del">
          <ac:chgData name="Songqing Gu" userId="c4d8cb49210192e2" providerId="LiveId" clId="{EAEBE812-C384-473C-8A30-2DD8874E1924}" dt="2023-05-27T05:26:30.795" v="371" actId="478"/>
          <ac:picMkLst>
            <pc:docMk/>
            <pc:sldMk cId="3287003557" sldId="353"/>
            <ac:picMk id="7" creationId="{BF2825C1-C4E5-3882-625F-EE18CAA7B2FC}"/>
          </ac:picMkLst>
        </pc:picChg>
      </pc:sldChg>
    </pc:docChg>
  </pc:docChgLst>
  <pc:docChgLst>
    <pc:chgData name="Songqing" userId="c4d8cb49210192e2" providerId="LiveId" clId="{B529D8AB-D8C9-4CD7-9137-C54327175032}"/>
    <pc:docChg chg="modSld">
      <pc:chgData name="Songqing" userId="c4d8cb49210192e2" providerId="LiveId" clId="{B529D8AB-D8C9-4CD7-9137-C54327175032}" dt="2023-08-21T05:11:42.089" v="1" actId="1076"/>
      <pc:docMkLst>
        <pc:docMk/>
      </pc:docMkLst>
      <pc:sldChg chg="addSp modSp mod">
        <pc:chgData name="Songqing" userId="c4d8cb49210192e2" providerId="LiveId" clId="{B529D8AB-D8C9-4CD7-9137-C54327175032}" dt="2023-08-21T05:11:42.089" v="1" actId="1076"/>
        <pc:sldMkLst>
          <pc:docMk/>
          <pc:sldMk cId="3813058601" sldId="256"/>
        </pc:sldMkLst>
        <pc:spChg chg="add mod">
          <ac:chgData name="Songqing" userId="c4d8cb49210192e2" providerId="LiveId" clId="{B529D8AB-D8C9-4CD7-9137-C54327175032}" dt="2023-08-21T05:11:42.089" v="1" actId="1076"/>
          <ac:spMkLst>
            <pc:docMk/>
            <pc:sldMk cId="3813058601" sldId="256"/>
            <ac:spMk id="7" creationId="{42B4BA18-33E0-A368-8DA6-688DDDAA6938}"/>
          </ac:spMkLst>
        </pc:spChg>
      </pc:sldChg>
    </pc:docChg>
  </pc:docChgLst>
  <pc:docChgLst>
    <pc:chgData name="Songqing" userId="c4d8cb49210192e2" providerId="LiveId" clId="{D253B87B-FCD9-46BC-920B-DA31D69B59D7}"/>
    <pc:docChg chg="undo custSel addSld delSld modSld sldOrd modSection">
      <pc:chgData name="Songqing" userId="c4d8cb49210192e2" providerId="LiveId" clId="{D253B87B-FCD9-46BC-920B-DA31D69B59D7}" dt="2023-04-22T13:48:03.035" v="2133" actId="108"/>
      <pc:docMkLst>
        <pc:docMk/>
      </pc:docMkLst>
      <pc:sldChg chg="modSp mod">
        <pc:chgData name="Songqing" userId="c4d8cb49210192e2" providerId="LiveId" clId="{D253B87B-FCD9-46BC-920B-DA31D69B59D7}" dt="2023-03-14T14:13:44.873" v="20"/>
        <pc:sldMkLst>
          <pc:docMk/>
          <pc:sldMk cId="3813058601" sldId="256"/>
        </pc:sldMkLst>
        <pc:spChg chg="mod">
          <ac:chgData name="Songqing" userId="c4d8cb49210192e2" providerId="LiveId" clId="{D253B87B-FCD9-46BC-920B-DA31D69B59D7}" dt="2023-03-14T14:13:44.873" v="20"/>
          <ac:spMkLst>
            <pc:docMk/>
            <pc:sldMk cId="3813058601" sldId="256"/>
            <ac:spMk id="3" creationId="{00000000-0000-0000-0000-000000000000}"/>
          </ac:spMkLst>
        </pc:spChg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3113703618" sldId="261"/>
        </pc:sldMkLst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2556401176" sldId="300"/>
        </pc:sldMkLst>
      </pc:sldChg>
      <pc:sldChg chg="modSp del mod">
        <pc:chgData name="Songqing" userId="c4d8cb49210192e2" providerId="LiveId" clId="{D253B87B-FCD9-46BC-920B-DA31D69B59D7}" dt="2023-04-01T05:10:22.856" v="35" actId="2696"/>
        <pc:sldMkLst>
          <pc:docMk/>
          <pc:sldMk cId="2297835283" sldId="302"/>
        </pc:sldMkLst>
        <pc:spChg chg="mod">
          <ac:chgData name="Songqing" userId="c4d8cb49210192e2" providerId="LiveId" clId="{D253B87B-FCD9-46BC-920B-DA31D69B59D7}" dt="2023-04-01T05:10:02.730" v="34" actId="1076"/>
          <ac:spMkLst>
            <pc:docMk/>
            <pc:sldMk cId="2297835283" sldId="302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D253B87B-FCD9-46BC-920B-DA31D69B59D7}" dt="2023-04-02T00:16:59.980" v="72" actId="20577"/>
        <pc:sldMkLst>
          <pc:docMk/>
          <pc:sldMk cId="2247735642" sldId="303"/>
        </pc:sldMkLst>
        <pc:spChg chg="mod">
          <ac:chgData name="Songqing" userId="c4d8cb49210192e2" providerId="LiveId" clId="{D253B87B-FCD9-46BC-920B-DA31D69B59D7}" dt="2023-04-02T00:16:59.980" v="72" actId="20577"/>
          <ac:spMkLst>
            <pc:docMk/>
            <pc:sldMk cId="2247735642" sldId="30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1T05:14:19.725" v="54" actId="478"/>
          <ac:spMkLst>
            <pc:docMk/>
            <pc:sldMk cId="2247735642" sldId="303"/>
            <ac:spMk id="24" creationId="{00000000-0000-0000-0000-000000000000}"/>
          </ac:spMkLst>
        </pc:spChg>
        <pc:picChg chg="add mod">
          <ac:chgData name="Songqing" userId="c4d8cb49210192e2" providerId="LiveId" clId="{D253B87B-FCD9-46BC-920B-DA31D69B59D7}" dt="2023-04-01T05:13:58.348" v="50" actId="1076"/>
          <ac:picMkLst>
            <pc:docMk/>
            <pc:sldMk cId="2247735642" sldId="303"/>
            <ac:picMk id="5" creationId="{F352B082-6869-DDCA-1DDF-6DDAF735C122}"/>
          </ac:picMkLst>
        </pc:picChg>
        <pc:picChg chg="add mod">
          <ac:chgData name="Songqing" userId="c4d8cb49210192e2" providerId="LiveId" clId="{D253B87B-FCD9-46BC-920B-DA31D69B59D7}" dt="2023-04-01T05:14:05.707" v="52" actId="1076"/>
          <ac:picMkLst>
            <pc:docMk/>
            <pc:sldMk cId="2247735642" sldId="303"/>
            <ac:picMk id="9" creationId="{36C0C6C7-F5B8-6FF4-7219-17EBCD89C16E}"/>
          </ac:picMkLst>
        </pc:picChg>
        <pc:picChg chg="del">
          <ac:chgData name="Songqing" userId="c4d8cb49210192e2" providerId="LiveId" clId="{D253B87B-FCD9-46BC-920B-DA31D69B59D7}" dt="2023-04-01T05:13:42.100" v="43" actId="478"/>
          <ac:picMkLst>
            <pc:docMk/>
            <pc:sldMk cId="2247735642" sldId="303"/>
            <ac:picMk id="26" creationId="{00000000-0000-0000-0000-000000000000}"/>
          </ac:picMkLst>
        </pc:picChg>
        <pc:picChg chg="del">
          <ac:chgData name="Songqing" userId="c4d8cb49210192e2" providerId="LiveId" clId="{D253B87B-FCD9-46BC-920B-DA31D69B59D7}" dt="2023-04-01T05:13:38.491" v="40" actId="478"/>
          <ac:picMkLst>
            <pc:docMk/>
            <pc:sldMk cId="2247735642" sldId="303"/>
            <ac:picMk id="27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08.264" v="53" actId="1076"/>
          <ac:picMkLst>
            <pc:docMk/>
            <pc:sldMk cId="2247735642" sldId="303"/>
            <ac:picMk id="29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26.726" v="55" actId="1076"/>
          <ac:picMkLst>
            <pc:docMk/>
            <pc:sldMk cId="2247735642" sldId="303"/>
            <ac:picMk id="37" creationId="{00000000-0000-0000-0000-000000000000}"/>
          </ac:picMkLst>
        </pc:picChg>
        <pc:picChg chg="add mod">
          <ac:chgData name="Songqing" userId="c4d8cb49210192e2" providerId="LiveId" clId="{D253B87B-FCD9-46BC-920B-DA31D69B59D7}" dt="2023-04-01T05:14:30.145" v="56" actId="1076"/>
          <ac:picMkLst>
            <pc:docMk/>
            <pc:sldMk cId="2247735642" sldId="303"/>
            <ac:picMk id="1026" creationId="{70F56220-2D46-A331-9E1A-14A5B3EE3B05}"/>
          </ac:picMkLst>
        </pc:picChg>
        <pc:cxnChg chg="del mod">
          <ac:chgData name="Songqing" userId="c4d8cb49210192e2" providerId="LiveId" clId="{D253B87B-FCD9-46BC-920B-DA31D69B59D7}" dt="2023-04-01T05:13:39.628" v="41" actId="478"/>
          <ac:cxnSpMkLst>
            <pc:docMk/>
            <pc:sldMk cId="2247735642" sldId="303"/>
            <ac:cxnSpMk id="8" creationId="{00000000-0000-0000-0000-000000000000}"/>
          </ac:cxnSpMkLst>
        </pc:cxnChg>
        <pc:cxnChg chg="del mod">
          <ac:chgData name="Songqing" userId="c4d8cb49210192e2" providerId="LiveId" clId="{D253B87B-FCD9-46BC-920B-DA31D69B59D7}" dt="2023-04-01T05:13:40.658" v="42" actId="478"/>
          <ac:cxnSpMkLst>
            <pc:docMk/>
            <pc:sldMk cId="2247735642" sldId="303"/>
            <ac:cxnSpMk id="33" creationId="{00000000-0000-0000-0000-000000000000}"/>
          </ac:cxnSpMkLst>
        </pc:cxnChg>
        <pc:cxnChg chg="mod">
          <ac:chgData name="Songqing" userId="c4d8cb49210192e2" providerId="LiveId" clId="{D253B87B-FCD9-46BC-920B-DA31D69B59D7}" dt="2023-04-01T05:10:49.914" v="36" actId="14100"/>
          <ac:cxnSpMkLst>
            <pc:docMk/>
            <pc:sldMk cId="2247735642" sldId="303"/>
            <ac:cxnSpMk id="44" creationId="{00000000-0000-0000-0000-000000000000}"/>
          </ac:cxnSpMkLst>
        </pc:cxnChg>
      </pc:sldChg>
      <pc:sldChg chg="addSp modSp">
        <pc:chgData name="Songqing" userId="c4d8cb49210192e2" providerId="LiveId" clId="{D253B87B-FCD9-46BC-920B-DA31D69B59D7}" dt="2023-04-01T05:15:22.802" v="58" actId="1076"/>
        <pc:sldMkLst>
          <pc:docMk/>
          <pc:sldMk cId="942506135" sldId="305"/>
        </pc:sldMkLst>
        <pc:picChg chg="add mod">
          <ac:chgData name="Songqing" userId="c4d8cb49210192e2" providerId="LiveId" clId="{D253B87B-FCD9-46BC-920B-DA31D69B59D7}" dt="2023-04-01T05:15:22.802" v="58" actId="1076"/>
          <ac:picMkLst>
            <pc:docMk/>
            <pc:sldMk cId="942506135" sldId="305"/>
            <ac:picMk id="6" creationId="{BFF8A6D2-538D-A98A-5B80-DCCE40B0E089}"/>
          </ac:picMkLst>
        </pc:pic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956434690" sldId="307"/>
        </pc:sldMkLst>
      </pc:sldChg>
      <pc:sldChg chg="addSp delSp modSp mod">
        <pc:chgData name="Songqing" userId="c4d8cb49210192e2" providerId="LiveId" clId="{D253B87B-FCD9-46BC-920B-DA31D69B59D7}" dt="2023-04-22T13:18:51.102" v="2068" actId="1076"/>
        <pc:sldMkLst>
          <pc:docMk/>
          <pc:sldMk cId="1207033259" sldId="308"/>
        </pc:sldMkLst>
        <pc:spChg chg="add mod">
          <ac:chgData name="Songqing" userId="c4d8cb49210192e2" providerId="LiveId" clId="{D253B87B-FCD9-46BC-920B-DA31D69B59D7}" dt="2023-04-22T13:18:51.102" v="2068" actId="1076"/>
          <ac:spMkLst>
            <pc:docMk/>
            <pc:sldMk cId="1207033259" sldId="308"/>
            <ac:spMk id="2" creationId="{6539024E-1F6A-C2B9-9C0A-0144C1FE2E4E}"/>
          </ac:spMkLst>
        </pc:spChg>
        <pc:spChg chg="add del mod">
          <ac:chgData name="Songqing" userId="c4d8cb49210192e2" providerId="LiveId" clId="{D253B87B-FCD9-46BC-920B-DA31D69B59D7}" dt="2023-04-22T13:13:37.638" v="2019" actId="478"/>
          <ac:spMkLst>
            <pc:docMk/>
            <pc:sldMk cId="1207033259" sldId="308"/>
            <ac:spMk id="3" creationId="{859325B8-EE9C-0CC1-173D-45859788EB1A}"/>
          </ac:spMkLst>
        </pc:spChg>
        <pc:spChg chg="mod">
          <ac:chgData name="Songqing" userId="c4d8cb49210192e2" providerId="LiveId" clId="{D253B87B-FCD9-46BC-920B-DA31D69B59D7}" dt="2023-04-22T13:18:15.591" v="2064" actId="1076"/>
          <ac:spMkLst>
            <pc:docMk/>
            <pc:sldMk cId="1207033259" sldId="308"/>
            <ac:spMk id="21506" creationId="{00000000-0000-0000-0000-000000000000}"/>
          </ac:spMkLst>
        </pc:spChg>
        <pc:spChg chg="del mod">
          <ac:chgData name="Songqing" userId="c4d8cb49210192e2" providerId="LiveId" clId="{D253B87B-FCD9-46BC-920B-DA31D69B59D7}" dt="2023-04-08T19:26:47.519" v="891" actId="478"/>
          <ac:spMkLst>
            <pc:docMk/>
            <pc:sldMk cId="1207033259" sldId="308"/>
            <ac:spMk id="21507" creationId="{00000000-0000-0000-0000-000000000000}"/>
          </ac:spMkLst>
        </pc:spChg>
        <pc:spChg chg="del mod">
          <ac:chgData name="Songqing" userId="c4d8cb49210192e2" providerId="LiveId" clId="{D253B87B-FCD9-46BC-920B-DA31D69B59D7}" dt="2023-04-22T13:18:42.135" v="2067" actId="478"/>
          <ac:spMkLst>
            <pc:docMk/>
            <pc:sldMk cId="1207033259" sldId="308"/>
            <ac:spMk id="21508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1T07:56:38.690" v="61"/>
        <pc:sldMkLst>
          <pc:docMk/>
          <pc:sldMk cId="1386347104" sldId="309"/>
        </pc:sldMkLst>
      </pc:sldChg>
      <pc:sldChg chg="modSp del mod ord">
        <pc:chgData name="Songqing" userId="c4d8cb49210192e2" providerId="LiveId" clId="{D253B87B-FCD9-46BC-920B-DA31D69B59D7}" dt="2023-04-22T13:08:23.927" v="2002" actId="47"/>
        <pc:sldMkLst>
          <pc:docMk/>
          <pc:sldMk cId="627864415" sldId="310"/>
        </pc:sldMkLst>
        <pc:spChg chg="mod">
          <ac:chgData name="Songqing" userId="c4d8cb49210192e2" providerId="LiveId" clId="{D253B87B-FCD9-46BC-920B-DA31D69B59D7}" dt="2023-04-08T17:55:51.294" v="669" actId="20577"/>
          <ac:spMkLst>
            <pc:docMk/>
            <pc:sldMk cId="627864415" sldId="310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8T19:26:37.658" v="890" actId="14100"/>
          <ac:spMkLst>
            <pc:docMk/>
            <pc:sldMk cId="627864415" sldId="310"/>
            <ac:spMk id="6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08T15:49:04.535" v="617" actId="20577"/>
        <pc:sldMkLst>
          <pc:docMk/>
          <pc:sldMk cId="2858780333" sldId="311"/>
        </pc:sldMkLst>
        <pc:spChg chg="mod">
          <ac:chgData name="Songqing" userId="c4d8cb49210192e2" providerId="LiveId" clId="{D253B87B-FCD9-46BC-920B-DA31D69B59D7}" dt="2023-04-08T15:49:04.535" v="617" actId="20577"/>
          <ac:spMkLst>
            <pc:docMk/>
            <pc:sldMk cId="2858780333" sldId="31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4" creationId="{00000000-0000-0000-0000-000000000000}"/>
          </ac:spMkLst>
        </pc:spChg>
        <pc:spChg chg="mod">
          <ac:chgData name="Songqing" userId="c4d8cb49210192e2" providerId="LiveId" clId="{D253B87B-FCD9-46BC-920B-DA31D69B59D7}" dt="2023-04-08T15:05:31.143" v="320" actId="1076"/>
          <ac:spMkLst>
            <pc:docMk/>
            <pc:sldMk cId="2858780333" sldId="311"/>
            <ac:spMk id="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7" creationId="{00000000-0000-0000-0000-000000000000}"/>
          </ac:spMkLst>
        </pc:spChg>
        <pc:spChg chg="del mod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8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9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3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4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2" creationId="{00000000-0000-0000-0000-000000000000}"/>
          </ac:spMkLst>
        </pc:spChg>
        <pc:picChg chg="add mod">
          <ac:chgData name="Songqing" userId="c4d8cb49210192e2" providerId="LiveId" clId="{D253B87B-FCD9-46BC-920B-DA31D69B59D7}" dt="2023-04-02T00:21:21.169" v="92" actId="1076"/>
          <ac:picMkLst>
            <pc:docMk/>
            <pc:sldMk cId="2858780333" sldId="311"/>
            <ac:picMk id="3" creationId="{4252084F-0B2F-B102-4A01-CBF67D8D6E1D}"/>
          </ac:picMkLst>
        </pc:picChg>
        <pc:cxnChg chg="del mod">
          <ac:chgData name="Songqing" userId="c4d8cb49210192e2" providerId="LiveId" clId="{D253B87B-FCD9-46BC-920B-DA31D69B59D7}" dt="2023-04-02T00:21:15.965" v="91" actId="478"/>
          <ac:cxnSpMkLst>
            <pc:docMk/>
            <pc:sldMk cId="2858780333" sldId="311"/>
            <ac:cxnSpMk id="12" creationId="{00000000-0000-0000-0000-000000000000}"/>
          </ac:cxnSpMkLst>
        </pc:cxnChg>
      </pc:sldChg>
      <pc:sldChg chg="addSp modSp mod ord">
        <pc:chgData name="Songqing" userId="c4d8cb49210192e2" providerId="LiveId" clId="{D253B87B-FCD9-46BC-920B-DA31D69B59D7}" dt="2023-04-22T13:48:03.035" v="2133" actId="108"/>
        <pc:sldMkLst>
          <pc:docMk/>
          <pc:sldMk cId="2398645522" sldId="312"/>
        </pc:sldMkLst>
        <pc:spChg chg="add mod">
          <ac:chgData name="Songqing" userId="c4d8cb49210192e2" providerId="LiveId" clId="{D253B87B-FCD9-46BC-920B-DA31D69B59D7}" dt="2023-04-21T19:57:56.870" v="1172" actId="1076"/>
          <ac:spMkLst>
            <pc:docMk/>
            <pc:sldMk cId="2398645522" sldId="312"/>
            <ac:spMk id="3" creationId="{B8D8FD81-6557-1BCD-8860-5248CF024BA1}"/>
          </ac:spMkLst>
        </pc:spChg>
        <pc:spChg chg="add mod">
          <ac:chgData name="Songqing" userId="c4d8cb49210192e2" providerId="LiveId" clId="{D253B87B-FCD9-46BC-920B-DA31D69B59D7}" dt="2023-04-21T19:50:35.665" v="1126" actId="1076"/>
          <ac:spMkLst>
            <pc:docMk/>
            <pc:sldMk cId="2398645522" sldId="312"/>
            <ac:spMk id="5" creationId="{0E3943EE-24E8-6AF6-03DD-E42797DB8381}"/>
          </ac:spMkLst>
        </pc:spChg>
        <pc:spChg chg="add mod">
          <ac:chgData name="Songqing" userId="c4d8cb49210192e2" providerId="LiveId" clId="{D253B87B-FCD9-46BC-920B-DA31D69B59D7}" dt="2023-04-21T19:49:34.620" v="1111" actId="1076"/>
          <ac:spMkLst>
            <pc:docMk/>
            <pc:sldMk cId="2398645522" sldId="312"/>
            <ac:spMk id="7" creationId="{F22CA38A-031F-E342-D3B6-1F264A9A02AD}"/>
          </ac:spMkLst>
        </pc:spChg>
        <pc:spChg chg="add mod">
          <ac:chgData name="Songqing" userId="c4d8cb49210192e2" providerId="LiveId" clId="{D253B87B-FCD9-46BC-920B-DA31D69B59D7}" dt="2023-04-21T19:51:14.806" v="1135" actId="1076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" userId="c4d8cb49210192e2" providerId="LiveId" clId="{D253B87B-FCD9-46BC-920B-DA31D69B59D7}" dt="2023-04-21T19:57:28.168" v="1168" actId="1076"/>
          <ac:spMkLst>
            <pc:docMk/>
            <pc:sldMk cId="2398645522" sldId="312"/>
            <ac:spMk id="23" creationId="{B88D52B7-8BA6-1FE8-CF64-2349AC93704A}"/>
          </ac:spMkLst>
        </pc:spChg>
        <pc:spChg chg="mod">
          <ac:chgData name="Songqing" userId="c4d8cb49210192e2" providerId="LiveId" clId="{D253B87B-FCD9-46BC-920B-DA31D69B59D7}" dt="2023-04-22T13:47:38.028" v="2130" actId="1076"/>
          <ac:spMkLst>
            <pc:docMk/>
            <pc:sldMk cId="2398645522" sldId="312"/>
            <ac:spMk id="35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45.576" v="2131" actId="1076"/>
          <ac:spMkLst>
            <pc:docMk/>
            <pc:sldMk cId="2398645522" sldId="312"/>
            <ac:spMk id="40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29.551" v="2129" actId="14100"/>
          <ac:spMkLst>
            <pc:docMk/>
            <pc:sldMk cId="2398645522" sldId="312"/>
            <ac:spMk id="55" creationId="{00000000-0000-0000-0000-000000000000}"/>
          </ac:spMkLst>
        </pc:spChg>
        <pc:spChg chg="mod">
          <ac:chgData name="Songqing" userId="c4d8cb49210192e2" providerId="LiveId" clId="{D253B87B-FCD9-46BC-920B-DA31D69B59D7}" dt="2023-04-22T13:48:03.035" v="2133" actId="108"/>
          <ac:spMkLst>
            <pc:docMk/>
            <pc:sldMk cId="2398645522" sldId="312"/>
            <ac:spMk id="66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55.175" v="2132" actId="108"/>
          <ac:spMkLst>
            <pc:docMk/>
            <pc:sldMk cId="2398645522" sldId="312"/>
            <ac:spMk id="73" creationId="{00000000-0000-0000-0000-000000000000}"/>
          </ac:spMkLst>
        </pc:spChg>
        <pc:cxnChg chg="add mod">
          <ac:chgData name="Songqing" userId="c4d8cb49210192e2" providerId="LiveId" clId="{D253B87B-FCD9-46BC-920B-DA31D69B59D7}" dt="2023-04-22T13:47:38.028" v="2130" actId="1076"/>
          <ac:cxnSpMkLst>
            <pc:docMk/>
            <pc:sldMk cId="2398645522" sldId="312"/>
            <ac:cxnSpMk id="10" creationId="{86A99A32-9358-86D9-38BC-9217D7DDCA0C}"/>
          </ac:cxnSpMkLst>
        </pc:cxnChg>
        <pc:cxnChg chg="add mod">
          <ac:chgData name="Songqing" userId="c4d8cb49210192e2" providerId="LiveId" clId="{D253B87B-FCD9-46BC-920B-DA31D69B59D7}" dt="2023-04-21T19:50:38.811" v="1127" actId="14100"/>
          <ac:cxnSpMkLst>
            <pc:docMk/>
            <pc:sldMk cId="2398645522" sldId="312"/>
            <ac:cxnSpMk id="11" creationId="{EC0B6F6A-ED35-C4AC-A5D9-CBE250E56391}"/>
          </ac:cxnSpMkLst>
        </pc:cxnChg>
        <pc:cxnChg chg="add mod">
          <ac:chgData name="Songqing" userId="c4d8cb49210192e2" providerId="LiveId" clId="{D253B87B-FCD9-46BC-920B-DA31D69B59D7}" dt="2023-04-21T19:50:54.615" v="1130" actId="14100"/>
          <ac:cxnSpMkLst>
            <pc:docMk/>
            <pc:sldMk cId="2398645522" sldId="312"/>
            <ac:cxnSpMk id="16" creationId="{D2C8B685-C108-F089-329B-E887F3898BC8}"/>
          </ac:cxnSpMkLst>
        </pc:cxnChg>
        <pc:cxnChg chg="add mod">
          <ac:chgData name="Songqing" userId="c4d8cb49210192e2" providerId="LiveId" clId="{D253B87B-FCD9-46BC-920B-DA31D69B59D7}" dt="2023-04-21T19:51:17.412" v="1136" actId="14100"/>
          <ac:cxnSpMkLst>
            <pc:docMk/>
            <pc:sldMk cId="2398645522" sldId="312"/>
            <ac:cxnSpMk id="19" creationId="{0703C5D7-934B-978B-7EBD-A11E9680479A}"/>
          </ac:cxnSpMkLst>
        </pc:cxnChg>
        <pc:cxnChg chg="add mod">
          <ac:chgData name="Songqing" userId="c4d8cb49210192e2" providerId="LiveId" clId="{D253B87B-FCD9-46BC-920B-DA31D69B59D7}" dt="2023-04-21T19:57:38.760" v="1171" actId="14100"/>
          <ac:cxnSpMkLst>
            <pc:docMk/>
            <pc:sldMk cId="2398645522" sldId="312"/>
            <ac:cxnSpMk id="24" creationId="{BE1C6BF6-4737-2D1B-9CFA-E7A7B0C220F1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6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8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29.551" v="2129" actId="14100"/>
          <ac:cxnSpMkLst>
            <pc:docMk/>
            <pc:sldMk cId="2398645522" sldId="312"/>
            <ac:cxnSpMk id="30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9.656" v="1181" actId="1582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405679236" sldId="313"/>
        </pc:sldMkLst>
      </pc:sldChg>
      <pc:sldChg chg="del">
        <pc:chgData name="Songqing" userId="c4d8cb49210192e2" providerId="LiveId" clId="{D253B87B-FCD9-46BC-920B-DA31D69B59D7}" dt="2023-04-02T01:19:48.891" v="197" actId="2696"/>
        <pc:sldMkLst>
          <pc:docMk/>
          <pc:sldMk cId="4023077795" sldId="314"/>
        </pc:sldMkLst>
      </pc:sldChg>
      <pc:sldChg chg="modSp mod">
        <pc:chgData name="Songqing" userId="c4d8cb49210192e2" providerId="LiveId" clId="{D253B87B-FCD9-46BC-920B-DA31D69B59D7}" dt="2023-04-08T17:58:57.111" v="744" actId="20577"/>
        <pc:sldMkLst>
          <pc:docMk/>
          <pc:sldMk cId="2525518975" sldId="315"/>
        </pc:sldMkLst>
        <pc:spChg chg="mod">
          <ac:chgData name="Songqing" userId="c4d8cb49210192e2" providerId="LiveId" clId="{D253B87B-FCD9-46BC-920B-DA31D69B59D7}" dt="2023-04-08T17:58:57.111" v="744" actId="20577"/>
          <ac:spMkLst>
            <pc:docMk/>
            <pc:sldMk cId="2525518975" sldId="315"/>
            <ac:spMk id="2" creationId="{00000000-0000-0000-0000-000000000000}"/>
          </ac:spMkLst>
        </pc:spChg>
      </pc:sldChg>
      <pc:sldChg chg="addSp modSp mod ord">
        <pc:chgData name="Songqing" userId="c4d8cb49210192e2" providerId="LiveId" clId="{D253B87B-FCD9-46BC-920B-DA31D69B59D7}" dt="2023-04-22T13:22:39.157" v="2096" actId="20577"/>
        <pc:sldMkLst>
          <pc:docMk/>
          <pc:sldMk cId="413227472" sldId="317"/>
        </pc:sldMkLst>
        <pc:spChg chg="mod">
          <ac:chgData name="Songqing" userId="c4d8cb49210192e2" providerId="LiveId" clId="{D253B87B-FCD9-46BC-920B-DA31D69B59D7}" dt="2023-04-22T12:27:03.420" v="1627" actId="1076"/>
          <ac:spMkLst>
            <pc:docMk/>
            <pc:sldMk cId="413227472" sldId="317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22:39.157" v="2096" actId="20577"/>
          <ac:spMkLst>
            <pc:docMk/>
            <pc:sldMk cId="413227472" sldId="317"/>
            <ac:spMk id="3" creationId="{AFB455D9-7D2B-F604-2F76-901C3119A43D}"/>
          </ac:spMkLst>
        </pc:spChg>
      </pc:sldChg>
      <pc:sldChg chg="addSp delSp modSp mod">
        <pc:chgData name="Songqing" userId="c4d8cb49210192e2" providerId="LiveId" clId="{D253B87B-FCD9-46BC-920B-DA31D69B59D7}" dt="2023-04-08T17:55:36.107" v="668" actId="478"/>
        <pc:sldMkLst>
          <pc:docMk/>
          <pc:sldMk cId="2924215782" sldId="318"/>
        </pc:sldMkLst>
        <pc:spChg chg="mod">
          <ac:chgData name="Songqing" userId="c4d8cb49210192e2" providerId="LiveId" clId="{D253B87B-FCD9-46BC-920B-DA31D69B59D7}" dt="2023-04-08T15:57:07.973" v="663" actId="1076"/>
          <ac:spMkLst>
            <pc:docMk/>
            <pc:sldMk cId="2924215782" sldId="318"/>
            <ac:spMk id="4" creationId="{00000000-0000-0000-0000-000000000000}"/>
          </ac:spMkLst>
        </pc:spChg>
        <pc:spChg chg="add mod">
          <ac:chgData name="Songqing" userId="c4d8cb49210192e2" providerId="LiveId" clId="{D253B87B-FCD9-46BC-920B-DA31D69B59D7}" dt="2023-04-08T15:57:02.752" v="662" actId="14100"/>
          <ac:spMkLst>
            <pc:docMk/>
            <pc:sldMk cId="2924215782" sldId="318"/>
            <ac:spMk id="5" creationId="{2C1B7393-223D-166D-35CD-F3B8AFF2F5E8}"/>
          </ac:spMkLst>
        </pc:spChg>
        <pc:spChg chg="add del mod">
          <ac:chgData name="Songqing" userId="c4d8cb49210192e2" providerId="LiveId" clId="{D253B87B-FCD9-46BC-920B-DA31D69B59D7}" dt="2023-04-08T17:55:36.107" v="668" actId="478"/>
          <ac:spMkLst>
            <pc:docMk/>
            <pc:sldMk cId="2924215782" sldId="318"/>
            <ac:spMk id="7" creationId="{CDD0BF39-D8B2-C576-99BE-A5481941466D}"/>
          </ac:spMkLst>
        </pc:spChg>
      </pc:sldChg>
      <pc:sldChg chg="del">
        <pc:chgData name="Songqing" userId="c4d8cb49210192e2" providerId="LiveId" clId="{D253B87B-FCD9-46BC-920B-DA31D69B59D7}" dt="2023-04-08T17:57:32.827" v="670" actId="2696"/>
        <pc:sldMkLst>
          <pc:docMk/>
          <pc:sldMk cId="375882777" sldId="320"/>
        </pc:sldMkLst>
      </pc:sldChg>
      <pc:sldChg chg="addSp delSp modSp mod ord">
        <pc:chgData name="Songqing" userId="c4d8cb49210192e2" providerId="LiveId" clId="{D253B87B-FCD9-46BC-920B-DA31D69B59D7}" dt="2023-04-22T13:37:49.341" v="2116" actId="14100"/>
        <pc:sldMkLst>
          <pc:docMk/>
          <pc:sldMk cId="3672308756" sldId="322"/>
        </pc:sldMkLst>
        <pc:spChg chg="mod">
          <ac:chgData name="Songqing" userId="c4d8cb49210192e2" providerId="LiveId" clId="{D253B87B-FCD9-46BC-920B-DA31D69B59D7}" dt="2023-04-22T12:47:31.896" v="1956" actId="14100"/>
          <ac:spMkLst>
            <pc:docMk/>
            <pc:sldMk cId="3672308756" sldId="322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37:16.831" v="2110" actId="255"/>
          <ac:spMkLst>
            <pc:docMk/>
            <pc:sldMk cId="3672308756" sldId="322"/>
            <ac:spMk id="3" creationId="{17D58D55-368D-8F97-0B82-3D4CF27F02E0}"/>
          </ac:spMkLst>
        </pc:spChg>
        <pc:spChg chg="add mod">
          <ac:chgData name="Songqing" userId="c4d8cb49210192e2" providerId="LiveId" clId="{D253B87B-FCD9-46BC-920B-DA31D69B59D7}" dt="2023-04-22T13:37:49.341" v="2116" actId="14100"/>
          <ac:spMkLst>
            <pc:docMk/>
            <pc:sldMk cId="3672308756" sldId="322"/>
            <ac:spMk id="4" creationId="{870B8279-6158-4CA8-53F1-60E42474F6AC}"/>
          </ac:spMkLst>
        </pc:spChg>
        <pc:spChg chg="add del mod">
          <ac:chgData name="Songqing" userId="c4d8cb49210192e2" providerId="LiveId" clId="{D253B87B-FCD9-46BC-920B-DA31D69B59D7}" dt="2023-04-21T20:06:28.903" v="1183" actId="478"/>
          <ac:spMkLst>
            <pc:docMk/>
            <pc:sldMk cId="3672308756" sldId="322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2T12:52:14.320" v="1982" actId="478"/>
          <ac:spMkLst>
            <pc:docMk/>
            <pc:sldMk cId="3672308756" sldId="322"/>
            <ac:spMk id="6" creationId="{6F58E267-720C-508A-01FA-9472864A351C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7" creationId="{04EDC746-B924-ADCD-A1D8-B8D65E28B2D4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8" creationId="{A0371E0D-B194-01E5-DFBD-F2E3ABB562A2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9" creationId="{AAC525E1-8DCC-09C2-7936-63F5FA30DF0E}"/>
          </ac:spMkLst>
        </pc:spChg>
        <pc:spChg chg="add mod">
          <ac:chgData name="Songqing" userId="c4d8cb49210192e2" providerId="LiveId" clId="{D253B87B-FCD9-46BC-920B-DA31D69B59D7}" dt="2023-04-22T13:37:46.481" v="2115" actId="1076"/>
          <ac:spMkLst>
            <pc:docMk/>
            <pc:sldMk cId="3672308756" sldId="322"/>
            <ac:spMk id="13" creationId="{F341FC7A-B4C9-8834-F34D-548FF51B21C1}"/>
          </ac:spMkLst>
        </pc:spChg>
        <pc:cxnChg chg="add mod">
          <ac:chgData name="Songqing" userId="c4d8cb49210192e2" providerId="LiveId" clId="{D253B87B-FCD9-46BC-920B-DA31D69B59D7}" dt="2023-04-22T12:52:34.195" v="1985" actId="1076"/>
          <ac:cxnSpMkLst>
            <pc:docMk/>
            <pc:sldMk cId="3672308756" sldId="322"/>
            <ac:cxnSpMk id="10" creationId="{44EF8AD3-E487-8D9E-5147-5EAE52BC0E04}"/>
          </ac:cxnSpMkLst>
        </pc:cxnChg>
        <pc:cxnChg chg="add mod">
          <ac:chgData name="Songqing" userId="c4d8cb49210192e2" providerId="LiveId" clId="{D253B87B-FCD9-46BC-920B-DA31D69B59D7}" dt="2023-04-22T12:52:57.707" v="1986" actId="14100"/>
          <ac:cxnSpMkLst>
            <pc:docMk/>
            <pc:sldMk cId="3672308756" sldId="322"/>
            <ac:cxnSpMk id="11" creationId="{C87DADED-675C-9F28-DCD5-FEF933547109}"/>
          </ac:cxnSpMkLst>
        </pc:cxnChg>
        <pc:cxnChg chg="add del mod">
          <ac:chgData name="Songqing" userId="c4d8cb49210192e2" providerId="LiveId" clId="{D253B87B-FCD9-46BC-920B-DA31D69B59D7}" dt="2023-04-22T12:47:46.729" v="1957" actId="478"/>
          <ac:cxnSpMkLst>
            <pc:docMk/>
            <pc:sldMk cId="3672308756" sldId="322"/>
            <ac:cxnSpMk id="12" creationId="{F63EA0C6-24F7-0F90-1DCF-53AA8BE5D512}"/>
          </ac:cxnSpMkLst>
        </pc:cxnChg>
      </pc:sldChg>
      <pc:sldChg chg="modSp mod ord">
        <pc:chgData name="Songqing" userId="c4d8cb49210192e2" providerId="LiveId" clId="{D253B87B-FCD9-46BC-920B-DA31D69B59D7}" dt="2023-04-22T11:28:25.061" v="1580" actId="14100"/>
        <pc:sldMkLst>
          <pc:docMk/>
          <pc:sldMk cId="3278352769" sldId="323"/>
        </pc:sldMkLst>
        <pc:spChg chg="mod">
          <ac:chgData name="Songqing" userId="c4d8cb49210192e2" providerId="LiveId" clId="{D253B87B-FCD9-46BC-920B-DA31D69B59D7}" dt="2023-04-22T11:28:25.061" v="1580" actId="14100"/>
          <ac:spMkLst>
            <pc:docMk/>
            <pc:sldMk cId="3278352769" sldId="323"/>
            <ac:spMk id="2" creationId="{00000000-0000-0000-0000-000000000000}"/>
          </ac:spMkLst>
        </pc:sp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726820711" sldId="324"/>
        </pc:sldMkLst>
      </pc:sldChg>
      <pc:sldChg chg="addSp delSp modSp mod ord">
        <pc:chgData name="Songqing" userId="c4d8cb49210192e2" providerId="LiveId" clId="{D253B87B-FCD9-46BC-920B-DA31D69B59D7}" dt="2023-04-22T12:58:32.721" v="2001" actId="1076"/>
        <pc:sldMkLst>
          <pc:docMk/>
          <pc:sldMk cId="2902447746" sldId="325"/>
        </pc:sldMkLst>
        <pc:spChg chg="mod">
          <ac:chgData name="Songqing" userId="c4d8cb49210192e2" providerId="LiveId" clId="{D253B87B-FCD9-46BC-920B-DA31D69B59D7}" dt="2023-04-22T12:58:16.929" v="1998" actId="14100"/>
          <ac:spMkLst>
            <pc:docMk/>
            <pc:sldMk cId="2902447746" sldId="325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58:28.982" v="2000" actId="1076"/>
          <ac:spMkLst>
            <pc:docMk/>
            <pc:sldMk cId="2902447746" sldId="325"/>
            <ac:spMk id="4" creationId="{A0CE9C82-686A-5084-4B0E-203431BA7E7D}"/>
          </ac:spMkLst>
        </pc:spChg>
        <pc:spChg chg="add mod">
          <ac:chgData name="Songqing" userId="c4d8cb49210192e2" providerId="LiveId" clId="{D253B87B-FCD9-46BC-920B-DA31D69B59D7}" dt="2023-04-22T12:58:22.784" v="1999" actId="1076"/>
          <ac:spMkLst>
            <pc:docMk/>
            <pc:sldMk cId="2902447746" sldId="325"/>
            <ac:spMk id="5" creationId="{887BD748-9D45-EEF1-6772-0C2B9E132AA6}"/>
          </ac:spMkLst>
        </pc:spChg>
        <pc:spChg chg="add mod">
          <ac:chgData name="Songqing" userId="c4d8cb49210192e2" providerId="LiveId" clId="{D253B87B-FCD9-46BC-920B-DA31D69B59D7}" dt="2023-04-22T12:58:32.721" v="2001" actId="1076"/>
          <ac:spMkLst>
            <pc:docMk/>
            <pc:sldMk cId="2902447746" sldId="325"/>
            <ac:spMk id="6" creationId="{23E69DFC-73B1-C5FA-6AD3-65B9B1C06AFE}"/>
          </ac:spMkLst>
        </pc:spChg>
        <pc:spChg chg="add del mod">
          <ac:chgData name="Songqing" userId="c4d8cb49210192e2" providerId="LiveId" clId="{D253B87B-FCD9-46BC-920B-DA31D69B59D7}" dt="2023-04-22T12:57:42.409" v="1996" actId="478"/>
          <ac:spMkLst>
            <pc:docMk/>
            <pc:sldMk cId="2902447746" sldId="325"/>
            <ac:spMk id="7" creationId="{D419C859-E6AD-2FC7-AE7D-14A6C906209C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8" creationId="{09EC026B-1365-CB6C-5011-288E2CB6BC94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9" creationId="{14B0957D-9DE9-1537-C8BA-894AA172403F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10" creationId="{54254A6E-2602-2475-C1B8-F1624EF4760A}"/>
          </ac:spMkLst>
        </pc:sp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1" creationId="{503EADA5-9E66-9E2A-2EA7-D31436E9C953}"/>
          </ac:cxnSpMkLst>
        </pc:cxn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2" creationId="{A506EC48-98E8-5C14-0399-EE24AF935F8C}"/>
          </ac:cxnSpMkLst>
        </pc:cxnChg>
      </pc:sldChg>
      <pc:sldChg chg="modSp del mod">
        <pc:chgData name="Songqing" userId="c4d8cb49210192e2" providerId="LiveId" clId="{D253B87B-FCD9-46BC-920B-DA31D69B59D7}" dt="2023-04-06T02:46:15.719" v="283" actId="2696"/>
        <pc:sldMkLst>
          <pc:docMk/>
          <pc:sldMk cId="1963722721" sldId="326"/>
        </pc:sldMkLst>
        <pc:spChg chg="mod">
          <ac:chgData name="Songqing" userId="c4d8cb49210192e2" providerId="LiveId" clId="{D253B87B-FCD9-46BC-920B-DA31D69B59D7}" dt="2023-04-02T01:20:02.360" v="203" actId="14100"/>
          <ac:spMkLst>
            <pc:docMk/>
            <pc:sldMk cId="1963722721" sldId="326"/>
            <ac:spMk id="2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22T13:25:28.158" v="2106" actId="478"/>
        <pc:sldMkLst>
          <pc:docMk/>
          <pc:sldMk cId="3328123108" sldId="327"/>
        </pc:sldMkLst>
        <pc:spChg chg="mod">
          <ac:chgData name="Songqing" userId="c4d8cb49210192e2" providerId="LiveId" clId="{D253B87B-FCD9-46BC-920B-DA31D69B59D7}" dt="2023-04-22T11:23:58.661" v="1528" actId="1076"/>
          <ac:spMkLst>
            <pc:docMk/>
            <pc:sldMk cId="3328123108" sldId="327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22T11:16:45.521" v="1425" actId="478"/>
          <ac:spMkLst>
            <pc:docMk/>
            <pc:sldMk cId="3328123108" sldId="327"/>
            <ac:spMk id="3" creationId="{D332F776-7F90-7DD1-C814-F573542A311C}"/>
          </ac:spMkLst>
        </pc:spChg>
        <pc:spChg chg="add del mod">
          <ac:chgData name="Songqing" userId="c4d8cb49210192e2" providerId="LiveId" clId="{D253B87B-FCD9-46BC-920B-DA31D69B59D7}" dt="2023-04-22T11:16:46.620" v="1426" actId="478"/>
          <ac:spMkLst>
            <pc:docMk/>
            <pc:sldMk cId="3328123108" sldId="327"/>
            <ac:spMk id="4" creationId="{ABE08B85-3881-3C42-5278-6EDCB7E9AEC9}"/>
          </ac:spMkLst>
        </pc:spChg>
        <pc:spChg chg="add del mod">
          <ac:chgData name="Songqing" userId="c4d8cb49210192e2" providerId="LiveId" clId="{D253B87B-FCD9-46BC-920B-DA31D69B59D7}" dt="2023-04-22T11:16:48.647" v="1427" actId="478"/>
          <ac:spMkLst>
            <pc:docMk/>
            <pc:sldMk cId="3328123108" sldId="327"/>
            <ac:spMk id="5" creationId="{5627882B-CBF9-3AB4-C36C-8AB27EB1CE37}"/>
          </ac:spMkLst>
        </pc:spChg>
        <pc:spChg chg="add 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3:25:28.158" v="2106" actId="478"/>
          <ac:spMkLst>
            <pc:docMk/>
            <pc:sldMk cId="3328123108" sldId="327"/>
            <ac:spMk id="80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1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2" creationId="{00000000-0000-0000-0000-000000000000}"/>
          </ac:spMkLst>
        </pc:spChg>
        <pc:cxnChg chg="add del mod">
          <ac:chgData name="Songqing" userId="c4d8cb49210192e2" providerId="LiveId" clId="{D253B87B-FCD9-46BC-920B-DA31D69B59D7}" dt="2023-03-14T14:26:55.238" v="32" actId="478"/>
          <ac:cxnSpMkLst>
            <pc:docMk/>
            <pc:sldMk cId="3328123108" sldId="327"/>
            <ac:cxnSpMk id="6" creationId="{B5CBD535-CDD2-99BA-4367-EE634B08EE27}"/>
          </ac:cxnSpMkLst>
        </pc:cxnChg>
        <pc:cxnChg chg="add del mod ord">
          <ac:chgData name="Songqing" userId="c4d8cb49210192e2" providerId="LiveId" clId="{D253B87B-FCD9-46BC-920B-DA31D69B59D7}" dt="2023-04-22T11:16:41.371" v="1424" actId="478"/>
          <ac:cxnSpMkLst>
            <pc:docMk/>
            <pc:sldMk cId="3328123108" sldId="327"/>
            <ac:cxnSpMk id="9" creationId="{B1370D8B-6555-B9F3-73FB-189BD416DD34}"/>
          </ac:cxnSpMkLst>
        </pc:cxnChg>
      </pc:sldChg>
      <pc:sldChg chg="ord">
        <pc:chgData name="Songqing" userId="c4d8cb49210192e2" providerId="LiveId" clId="{D253B87B-FCD9-46BC-920B-DA31D69B59D7}" dt="2023-04-02T00:27:21.624" v="99"/>
        <pc:sldMkLst>
          <pc:docMk/>
          <pc:sldMk cId="3615647746" sldId="328"/>
        </pc:sldMkLst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125594860" sldId="329"/>
        </pc:sldMkLst>
      </pc:sldChg>
      <pc:sldChg chg="addSp delSp modSp mod">
        <pc:chgData name="Songqing" userId="c4d8cb49210192e2" providerId="LiveId" clId="{D253B87B-FCD9-46BC-920B-DA31D69B59D7}" dt="2023-04-22T11:27:59.484" v="1577" actId="255"/>
        <pc:sldMkLst>
          <pc:docMk/>
          <pc:sldMk cId="3373275006" sldId="330"/>
        </pc:sldMkLst>
        <pc:spChg chg="mod">
          <ac:chgData name="Songqing" userId="c4d8cb49210192e2" providerId="LiveId" clId="{D253B87B-FCD9-46BC-920B-DA31D69B59D7}" dt="2023-04-22T11:27:59.484" v="1577" actId="255"/>
          <ac:spMkLst>
            <pc:docMk/>
            <pc:sldMk cId="3373275006" sldId="330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5:09:55.897" v="385" actId="12"/>
          <ac:spMkLst>
            <pc:docMk/>
            <pc:sldMk cId="3373275006" sldId="330"/>
            <ac:spMk id="3" creationId="{00000000-0000-0000-0000-000000000000}"/>
          </ac:spMkLst>
        </pc:spChg>
        <pc:spChg chg="add mod">
          <ac:chgData name="Songqing" userId="c4d8cb49210192e2" providerId="LiveId" clId="{D253B87B-FCD9-46BC-920B-DA31D69B59D7}" dt="2023-04-08T17:58:23.961" v="720" actId="20577"/>
          <ac:spMkLst>
            <pc:docMk/>
            <pc:sldMk cId="3373275006" sldId="330"/>
            <ac:spMk id="4" creationId="{317170BE-3862-6D30-B833-CD725827E4D6}"/>
          </ac:spMkLst>
        </pc:spChg>
      </pc:sldChg>
      <pc:sldChg chg="addSp delSp modSp add mod ord">
        <pc:chgData name="Songqing" userId="c4d8cb49210192e2" providerId="LiveId" clId="{D253B87B-FCD9-46BC-920B-DA31D69B59D7}" dt="2023-04-22T13:24:20.785" v="2105" actId="1076"/>
        <pc:sldMkLst>
          <pc:docMk/>
          <pc:sldMk cId="69005355" sldId="331"/>
        </pc:sldMkLst>
        <pc:spChg chg="mod">
          <ac:chgData name="Songqing" userId="c4d8cb49210192e2" providerId="LiveId" clId="{D253B87B-FCD9-46BC-920B-DA31D69B59D7}" dt="2023-04-22T13:24:20.785" v="2105" actId="1076"/>
          <ac:spMkLst>
            <pc:docMk/>
            <pc:sldMk cId="69005355" sldId="33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24:18.431" v="2104" actId="1076"/>
          <ac:spMkLst>
            <pc:docMk/>
            <pc:sldMk cId="69005355" sldId="331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6" creationId="{A5EB58B6-5C82-A95D-6595-39FA9D14E826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7" creationId="{DA242A2A-4FA6-14A4-AC4E-D1FA69042B4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8" creationId="{094873D3-1191-401F-34B1-A77B4BE2B83D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9" creationId="{41A7C2CA-0CD3-5C24-EA5A-2E316CBAFC5A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0" creationId="{B8436D58-6B27-116B-410E-32F370CBB7DE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1" creationId="{687AD08E-BBD1-3707-9C51-37AB158A4F88}"/>
          </ac:spMkLst>
        </pc:spChg>
        <pc:picChg chg="del">
          <ac:chgData name="Songqing" userId="c4d8cb49210192e2" providerId="LiveId" clId="{D253B87B-FCD9-46BC-920B-DA31D69B59D7}" dt="2023-04-02T01:12:59.431" v="123" actId="478"/>
          <ac:picMkLst>
            <pc:docMk/>
            <pc:sldMk cId="69005355" sldId="331"/>
            <ac:picMk id="3" creationId="{4252084F-0B2F-B102-4A01-CBF67D8D6E1D}"/>
          </ac:picMkLst>
        </pc:picChg>
        <pc:picChg chg="add del mod">
          <ac:chgData name="Songqing" userId="c4d8cb49210192e2" providerId="LiveId" clId="{D253B87B-FCD9-46BC-920B-DA31D69B59D7}" dt="2023-04-22T13:24:13.863" v="2103" actId="478"/>
          <ac:picMkLst>
            <pc:docMk/>
            <pc:sldMk cId="69005355" sldId="331"/>
            <ac:picMk id="4" creationId="{7DB23E28-9395-336E-9EA7-9B08D0D35F8A}"/>
          </ac:picMkLst>
        </pc:picChg>
      </pc:sldChg>
      <pc:sldChg chg="addSp delSp modSp add mod ord">
        <pc:chgData name="Songqing" userId="c4d8cb49210192e2" providerId="LiveId" clId="{D253B87B-FCD9-46BC-920B-DA31D69B59D7}" dt="2023-04-22T13:10:39.020" v="2005" actId="255"/>
        <pc:sldMkLst>
          <pc:docMk/>
          <pc:sldMk cId="2075869107" sldId="332"/>
        </pc:sldMkLst>
        <pc:spChg chg="mod">
          <ac:chgData name="Songqing" userId="c4d8cb49210192e2" providerId="LiveId" clId="{D253B87B-FCD9-46BC-920B-DA31D69B59D7}" dt="2023-04-22T13:10:39.020" v="2005" actId="255"/>
          <ac:spMkLst>
            <pc:docMk/>
            <pc:sldMk cId="2075869107" sldId="332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6T02:42:37.510" v="274" actId="478"/>
          <ac:spMkLst>
            <pc:docMk/>
            <pc:sldMk cId="2075869107" sldId="332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6T02:42:42.550" v="275" actId="478"/>
          <ac:spMkLst>
            <pc:docMk/>
            <pc:sldMk cId="2075869107" sldId="332"/>
            <ac:spMk id="6" creationId="{260FCD9E-B396-B43F-2E0F-72EBA274C366}"/>
          </ac:spMkLst>
        </pc:spChg>
        <pc:picChg chg="del">
          <ac:chgData name="Songqing" userId="c4d8cb49210192e2" providerId="LiveId" clId="{D253B87B-FCD9-46BC-920B-DA31D69B59D7}" dt="2023-04-06T02:42:44.540" v="276" actId="478"/>
          <ac:picMkLst>
            <pc:docMk/>
            <pc:sldMk cId="2075869107" sldId="332"/>
            <ac:picMk id="3" creationId="{4252084F-0B2F-B102-4A01-CBF67D8D6E1D}"/>
          </ac:picMkLst>
        </pc:picChg>
      </pc:sldChg>
      <pc:sldChg chg="addSp delSp modSp add mod ord">
        <pc:chgData name="Songqing" userId="c4d8cb49210192e2" providerId="LiveId" clId="{D253B87B-FCD9-46BC-920B-DA31D69B59D7}" dt="2023-04-22T13:12:41.541" v="2012" actId="1076"/>
        <pc:sldMkLst>
          <pc:docMk/>
          <pc:sldMk cId="2173282626" sldId="333"/>
        </pc:sldMkLst>
        <pc:spChg chg="mod">
          <ac:chgData name="Songqing" userId="c4d8cb49210192e2" providerId="LiveId" clId="{D253B87B-FCD9-46BC-920B-DA31D69B59D7}" dt="2023-04-22T13:12:41.541" v="2012" actId="1076"/>
          <ac:spMkLst>
            <pc:docMk/>
            <pc:sldMk cId="2173282626" sldId="33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0:33.116" v="619" actId="478"/>
          <ac:spMkLst>
            <pc:docMk/>
            <pc:sldMk cId="2173282626" sldId="333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9:25:35.799" v="861" actId="478"/>
          <ac:spMkLst>
            <pc:docMk/>
            <pc:sldMk cId="2173282626" sldId="333"/>
            <ac:spMk id="6" creationId="{F37795EA-1422-97A6-E75D-D918C0C162CA}"/>
          </ac:spMkLst>
        </pc:spChg>
        <pc:picChg chg="del">
          <ac:chgData name="Songqing" userId="c4d8cb49210192e2" providerId="LiveId" clId="{D253B87B-FCD9-46BC-920B-DA31D69B59D7}" dt="2023-04-22T13:12:27.823" v="2008" actId="478"/>
          <ac:picMkLst>
            <pc:docMk/>
            <pc:sldMk cId="2173282626" sldId="333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1:27:14.129" v="1575" actId="20577"/>
        <pc:sldMkLst>
          <pc:docMk/>
          <pc:sldMk cId="2108580856" sldId="334"/>
        </pc:sldMkLst>
        <pc:spChg chg="mod">
          <ac:chgData name="Songqing" userId="c4d8cb49210192e2" providerId="LiveId" clId="{D253B87B-FCD9-46BC-920B-DA31D69B59D7}" dt="2023-04-22T11:27:14.129" v="1575" actId="20577"/>
          <ac:spMkLst>
            <pc:docMk/>
            <pc:sldMk cId="2108580856" sldId="334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4" creationId="{317170BE-3862-6D30-B833-CD725827E4D6}"/>
          </ac:spMkLst>
        </pc:spChg>
      </pc:sldChg>
      <pc:sldChg chg="delSp modSp add del mod">
        <pc:chgData name="Songqing" userId="c4d8cb49210192e2" providerId="LiveId" clId="{D253B87B-FCD9-46BC-920B-DA31D69B59D7}" dt="2023-04-08T15:53:43.267" v="654" actId="47"/>
        <pc:sldMkLst>
          <pc:docMk/>
          <pc:sldMk cId="52152789" sldId="335"/>
        </pc:sldMkLst>
        <pc:spChg chg="mod">
          <ac:chgData name="Songqing" userId="c4d8cb49210192e2" providerId="LiveId" clId="{D253B87B-FCD9-46BC-920B-DA31D69B59D7}" dt="2023-04-08T15:36:47.831" v="563" actId="5793"/>
          <ac:spMkLst>
            <pc:docMk/>
            <pc:sldMk cId="52152789" sldId="335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4" creationId="{317170BE-3862-6D30-B833-CD725827E4D6}"/>
          </ac:spMkLst>
        </pc:spChg>
      </pc:sldChg>
      <pc:sldChg chg="delSp modSp add del mod ord">
        <pc:chgData name="Songqing" userId="c4d8cb49210192e2" providerId="LiveId" clId="{D253B87B-FCD9-46BC-920B-DA31D69B59D7}" dt="2023-04-21T19:46:38.655" v="1036" actId="2696"/>
        <pc:sldMkLst>
          <pc:docMk/>
          <pc:sldMk cId="1341260443" sldId="336"/>
        </pc:sldMkLst>
        <pc:spChg chg="mod">
          <ac:chgData name="Songqing" userId="c4d8cb49210192e2" providerId="LiveId" clId="{D253B87B-FCD9-46BC-920B-DA31D69B59D7}" dt="2023-04-08T15:51:30.808" v="633" actId="20577"/>
          <ac:spMkLst>
            <pc:docMk/>
            <pc:sldMk cId="1341260443" sldId="336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1:37.786" v="634" actId="478"/>
          <ac:spMkLst>
            <pc:docMk/>
            <pc:sldMk cId="1341260443" sldId="336"/>
            <ac:spMk id="6" creationId="{F37795EA-1422-97A6-E75D-D918C0C162CA}"/>
          </ac:spMkLst>
        </pc:spChg>
        <pc:picChg chg="del mod">
          <ac:chgData name="Songqing" userId="c4d8cb49210192e2" providerId="LiveId" clId="{D253B87B-FCD9-46BC-920B-DA31D69B59D7}" dt="2023-04-16T13:18:17.832" v="1033" actId="478"/>
          <ac:picMkLst>
            <pc:docMk/>
            <pc:sldMk cId="1341260443" sldId="336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3:11:46.730" v="2007" actId="14100"/>
        <pc:sldMkLst>
          <pc:docMk/>
          <pc:sldMk cId="3083099032" sldId="337"/>
        </pc:sldMkLst>
        <pc:spChg chg="mod">
          <ac:chgData name="Songqing" userId="c4d8cb49210192e2" providerId="LiveId" clId="{D253B87B-FCD9-46BC-920B-DA31D69B59D7}" dt="2023-04-22T13:11:46.730" v="2007" actId="14100"/>
          <ac:spMkLst>
            <pc:docMk/>
            <pc:sldMk cId="3083099032" sldId="337"/>
            <ac:spMk id="2" creationId="{00000000-0000-0000-0000-000000000000}"/>
          </ac:spMkLst>
        </pc:spChg>
        <pc:picChg chg="del mod">
          <ac:chgData name="Songqing" userId="c4d8cb49210192e2" providerId="LiveId" clId="{D253B87B-FCD9-46BC-920B-DA31D69B59D7}" dt="2023-04-22T11:28:50.317" v="1584" actId="478"/>
          <ac:picMkLst>
            <pc:docMk/>
            <pc:sldMk cId="3083099032" sldId="337"/>
            <ac:picMk id="4" creationId="{7DB23E28-9395-336E-9EA7-9B08D0D35F8A}"/>
          </ac:picMkLst>
        </pc:picChg>
      </pc:sldChg>
      <pc:sldChg chg="delSp modSp add mod">
        <pc:chgData name="Songqing" userId="c4d8cb49210192e2" providerId="LiveId" clId="{D253B87B-FCD9-46BC-920B-DA31D69B59D7}" dt="2023-04-22T13:23:40.105" v="2097" actId="255"/>
        <pc:sldMkLst>
          <pc:docMk/>
          <pc:sldMk cId="2388337663" sldId="338"/>
        </pc:sldMkLst>
        <pc:spChg chg="mod">
          <ac:chgData name="Songqing" userId="c4d8cb49210192e2" providerId="LiveId" clId="{D253B87B-FCD9-46BC-920B-DA31D69B59D7}" dt="2023-04-22T13:23:40.105" v="2097" actId="255"/>
          <ac:spMkLst>
            <pc:docMk/>
            <pc:sldMk cId="2388337663" sldId="338"/>
            <ac:spMk id="2" creationId="{00000000-0000-0000-0000-000000000000}"/>
          </ac:spMkLst>
        </pc:spChg>
        <pc:picChg chg="del">
          <ac:chgData name="Songqing" userId="c4d8cb49210192e2" providerId="LiveId" clId="{D253B87B-FCD9-46BC-920B-DA31D69B59D7}" dt="2023-04-22T12:43:18.644" v="1812" actId="478"/>
          <ac:picMkLst>
            <pc:docMk/>
            <pc:sldMk cId="2388337663" sldId="338"/>
            <ac:picMk id="4" creationId="{7DB23E28-9395-336E-9EA7-9B08D0D35F8A}"/>
          </ac:picMkLst>
        </pc:picChg>
      </pc:sldChg>
      <pc:sldChg chg="addSp delSp modSp add mod">
        <pc:chgData name="Songqing" userId="c4d8cb49210192e2" providerId="LiveId" clId="{D253B87B-FCD9-46BC-920B-DA31D69B59D7}" dt="2023-04-22T13:38:22.856" v="2117" actId="1076"/>
        <pc:sldMkLst>
          <pc:docMk/>
          <pc:sldMk cId="765302659" sldId="339"/>
        </pc:sldMkLst>
        <pc:spChg chg="del mod">
          <ac:chgData name="Songqing" userId="c4d8cb49210192e2" providerId="LiveId" clId="{D253B87B-FCD9-46BC-920B-DA31D69B59D7}" dt="2023-04-21T20:06:56.061" v="1191" actId="478"/>
          <ac:spMkLst>
            <pc:docMk/>
            <pc:sldMk cId="765302659" sldId="339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06:36.964" v="1185" actId="478"/>
          <ac:spMkLst>
            <pc:docMk/>
            <pc:sldMk cId="765302659" sldId="339"/>
            <ac:spMk id="3" creationId="{17D58D55-368D-8F97-0B82-3D4CF27F02E0}"/>
          </ac:spMkLst>
        </pc:spChg>
        <pc:spChg chg="del">
          <ac:chgData name="Songqing" userId="c4d8cb49210192e2" providerId="LiveId" clId="{D253B87B-FCD9-46BC-920B-DA31D69B59D7}" dt="2023-04-21T20:06:33.560" v="1184" actId="478"/>
          <ac:spMkLst>
            <pc:docMk/>
            <pc:sldMk cId="765302659" sldId="339"/>
            <ac:spMk id="4" creationId="{870B8279-6158-4CA8-53F1-60E42474F6AC}"/>
          </ac:spMkLst>
        </pc:spChg>
        <pc:spChg chg="mod">
          <ac:chgData name="Songqing" userId="c4d8cb49210192e2" providerId="LiveId" clId="{D253B87B-FCD9-46BC-920B-DA31D69B59D7}" dt="2023-04-21T20:07:31.539" v="1198" actId="255"/>
          <ac:spMkLst>
            <pc:docMk/>
            <pc:sldMk cId="765302659" sldId="339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1T20:06:59.385" v="1192" actId="478"/>
          <ac:spMkLst>
            <pc:docMk/>
            <pc:sldMk cId="765302659" sldId="339"/>
            <ac:spMk id="7" creationId="{84DDFE02-D867-9D00-A119-9EF0F162B568}"/>
          </ac:spMkLst>
        </pc:spChg>
        <pc:spChg chg="add mod">
          <ac:chgData name="Songqing" userId="c4d8cb49210192e2" providerId="LiveId" clId="{D253B87B-FCD9-46BC-920B-DA31D69B59D7}" dt="2023-04-22T07:13:47.109" v="1370" actId="14100"/>
          <ac:spMkLst>
            <pc:docMk/>
            <pc:sldMk cId="765302659" sldId="339"/>
            <ac:spMk id="8" creationId="{625E1624-1E21-D720-B2C2-1D8728AA0F33}"/>
          </ac:spMkLst>
        </pc:spChg>
        <pc:spChg chg="add mod">
          <ac:chgData name="Songqing" userId="c4d8cb49210192e2" providerId="LiveId" clId="{D253B87B-FCD9-46BC-920B-DA31D69B59D7}" dt="2023-04-22T13:38:22.856" v="2117" actId="1076"/>
          <ac:spMkLst>
            <pc:docMk/>
            <pc:sldMk cId="765302659" sldId="339"/>
            <ac:spMk id="9" creationId="{66B5D8AA-D7CF-1730-A917-03B73B0D8B80}"/>
          </ac:spMkLst>
        </pc:spChg>
      </pc:sldChg>
      <pc:sldChg chg="addSp delSp modSp add mod">
        <pc:chgData name="Songqing" userId="c4d8cb49210192e2" providerId="LiveId" clId="{D253B87B-FCD9-46BC-920B-DA31D69B59D7}" dt="2023-04-22T06:21:51.385" v="1313" actId="20577"/>
        <pc:sldMkLst>
          <pc:docMk/>
          <pc:sldMk cId="2580069215" sldId="340"/>
        </pc:sldMkLst>
        <pc:spChg chg="del">
          <ac:chgData name="Songqing" userId="c4d8cb49210192e2" providerId="LiveId" clId="{D253B87B-FCD9-46BC-920B-DA31D69B59D7}" dt="2023-04-22T06:19:58.509" v="1285" actId="478"/>
          <ac:spMkLst>
            <pc:docMk/>
            <pc:sldMk cId="2580069215" sldId="340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17:59.935" v="1200" actId="478"/>
          <ac:spMkLst>
            <pc:docMk/>
            <pc:sldMk cId="2580069215" sldId="340"/>
            <ac:spMk id="3" creationId="{B8D8FD81-6557-1BCD-8860-5248CF024BA1}"/>
          </ac:spMkLst>
        </pc:spChg>
        <pc:spChg chg="del">
          <ac:chgData name="Songqing" userId="c4d8cb49210192e2" providerId="LiveId" clId="{D253B87B-FCD9-46BC-920B-DA31D69B59D7}" dt="2023-04-21T20:18:27.575" v="1211" actId="478"/>
          <ac:spMkLst>
            <pc:docMk/>
            <pc:sldMk cId="2580069215" sldId="340"/>
            <ac:spMk id="4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01.163" v="1201" actId="478"/>
          <ac:spMkLst>
            <pc:docMk/>
            <pc:sldMk cId="2580069215" sldId="340"/>
            <ac:spMk id="5" creationId="{0E3943EE-24E8-6AF6-03DD-E42797DB8381}"/>
          </ac:spMkLst>
        </pc:spChg>
        <pc:spChg chg="mod">
          <ac:chgData name="Songqing" userId="c4d8cb49210192e2" providerId="LiveId" clId="{D253B87B-FCD9-46BC-920B-DA31D69B59D7}" dt="2023-04-22T06:21:51.385" v="1313" actId="20577"/>
          <ac:spMkLst>
            <pc:docMk/>
            <pc:sldMk cId="2580069215" sldId="340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17.713" v="1210" actId="478"/>
          <ac:spMkLst>
            <pc:docMk/>
            <pc:sldMk cId="2580069215" sldId="340"/>
            <ac:spMk id="7" creationId="{F22CA38A-031F-E342-D3B6-1F264A9A02AD}"/>
          </ac:spMkLst>
        </pc:spChg>
        <pc:spChg chg="del">
          <ac:chgData name="Songqing" userId="c4d8cb49210192e2" providerId="LiveId" clId="{D253B87B-FCD9-46BC-920B-DA31D69B59D7}" dt="2023-04-21T20:18:13.585" v="1209" actId="478"/>
          <ac:spMkLst>
            <pc:docMk/>
            <pc:sldMk cId="2580069215" sldId="340"/>
            <ac:spMk id="8" creationId="{8E9DC6D3-CB7A-13C2-1800-B29FFF45855A}"/>
          </ac:spMkLst>
        </pc:spChg>
        <pc:spChg chg="add del mod">
          <ac:chgData name="Songqing" userId="c4d8cb49210192e2" providerId="LiveId" clId="{D253B87B-FCD9-46BC-920B-DA31D69B59D7}" dt="2023-04-22T06:20:01.219" v="1286" actId="478"/>
          <ac:spMkLst>
            <pc:docMk/>
            <pc:sldMk cId="2580069215" sldId="340"/>
            <ac:spMk id="12" creationId="{78ACD9E5-55B2-5784-9D13-AC2BF566D7D5}"/>
          </ac:spMkLst>
        </pc:spChg>
        <pc:spChg chg="del mod">
          <ac:chgData name="Songqing" userId="c4d8cb49210192e2" providerId="LiveId" clId="{D253B87B-FCD9-46BC-920B-DA31D69B59D7}" dt="2023-04-21T20:18:08.465" v="1207" actId="478"/>
          <ac:spMkLst>
            <pc:docMk/>
            <pc:sldMk cId="2580069215" sldId="340"/>
            <ac:spMk id="23" creationId="{B88D52B7-8BA6-1FE8-CF64-2349AC93704A}"/>
          </ac:spMkLst>
        </pc:spChg>
        <pc:cxnChg chg="del mod">
          <ac:chgData name="Songqing" userId="c4d8cb49210192e2" providerId="LiveId" clId="{D253B87B-FCD9-46BC-920B-DA31D69B59D7}" dt="2023-04-21T20:18:03.905" v="1204" actId="478"/>
          <ac:cxnSpMkLst>
            <pc:docMk/>
            <pc:sldMk cId="2580069215" sldId="340"/>
            <ac:cxnSpMk id="10" creationId="{86A99A32-9358-86D9-38BC-9217D7DDCA0C}"/>
          </ac:cxnSpMkLst>
        </pc:cxnChg>
        <pc:cxnChg chg="del mod">
          <ac:chgData name="Songqing" userId="c4d8cb49210192e2" providerId="LiveId" clId="{D253B87B-FCD9-46BC-920B-DA31D69B59D7}" dt="2023-04-21T20:18:02.224" v="1202" actId="478"/>
          <ac:cxnSpMkLst>
            <pc:docMk/>
            <pc:sldMk cId="2580069215" sldId="340"/>
            <ac:cxnSpMk id="11" creationId="{EC0B6F6A-ED35-C4AC-A5D9-CBE250E56391}"/>
          </ac:cxnSpMkLst>
        </pc:cxnChg>
        <pc:cxnChg chg="del mod">
          <ac:chgData name="Songqing" userId="c4d8cb49210192e2" providerId="LiveId" clId="{D253B87B-FCD9-46BC-920B-DA31D69B59D7}" dt="2023-04-21T20:18:03.061" v="1203" actId="478"/>
          <ac:cxnSpMkLst>
            <pc:docMk/>
            <pc:sldMk cId="2580069215" sldId="340"/>
            <ac:cxnSpMk id="16" creationId="{D2C8B685-C108-F089-329B-E887F3898BC8}"/>
          </ac:cxnSpMkLst>
        </pc:cxnChg>
        <pc:cxnChg chg="del mod">
          <ac:chgData name="Songqing" userId="c4d8cb49210192e2" providerId="LiveId" clId="{D253B87B-FCD9-46BC-920B-DA31D69B59D7}" dt="2023-04-21T20:18:10.073" v="1208" actId="478"/>
          <ac:cxnSpMkLst>
            <pc:docMk/>
            <pc:sldMk cId="2580069215" sldId="340"/>
            <ac:cxnSpMk id="19" creationId="{0703C5D7-934B-978B-7EBD-A11E9680479A}"/>
          </ac:cxnSpMkLst>
        </pc:cxnChg>
        <pc:cxnChg chg="del mod">
          <ac:chgData name="Songqing" userId="c4d8cb49210192e2" providerId="LiveId" clId="{D253B87B-FCD9-46BC-920B-DA31D69B59D7}" dt="2023-04-21T20:18:06.865" v="1206" actId="478"/>
          <ac:cxnSpMkLst>
            <pc:docMk/>
            <pc:sldMk cId="2580069215" sldId="340"/>
            <ac:cxnSpMk id="24" creationId="{BE1C6BF6-4737-2D1B-9CFA-E7A7B0C220F1}"/>
          </ac:cxnSpMkLst>
        </pc:cxnChg>
      </pc:sldChg>
      <pc:sldChg chg="delSp modSp add mod">
        <pc:chgData name="Songqing" userId="c4d8cb49210192e2" providerId="LiveId" clId="{D253B87B-FCD9-46BC-920B-DA31D69B59D7}" dt="2023-04-22T13:36:53.742" v="2109" actId="1076"/>
        <pc:sldMkLst>
          <pc:docMk/>
          <pc:sldMk cId="2812613281" sldId="341"/>
        </pc:sldMkLst>
        <pc:spChg chg="mod">
          <ac:chgData name="Songqing" userId="c4d8cb49210192e2" providerId="LiveId" clId="{D253B87B-FCD9-46BC-920B-DA31D69B59D7}" dt="2023-04-22T13:36:34.454" v="2107" actId="1076"/>
          <ac:spMkLst>
            <pc:docMk/>
            <pc:sldMk cId="2812613281" sldId="34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3" creationId="{D332F776-7F90-7DD1-C814-F573542A311C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4" creationId="{ABE08B85-3881-3C42-5278-6EDCB7E9AEC9}"/>
          </ac:spMkLst>
        </pc:spChg>
        <pc:spChg chg="del">
          <ac:chgData name="Songqing" userId="c4d8cb49210192e2" providerId="LiveId" clId="{D253B87B-FCD9-46BC-920B-DA31D69B59D7}" dt="2023-04-22T11:34:20.271" v="1596" actId="478"/>
          <ac:spMkLst>
            <pc:docMk/>
            <pc:sldMk cId="2812613281" sldId="341"/>
            <ac:spMk id="5" creationId="{5627882B-CBF9-3AB4-C36C-8AB27EB1CE37}"/>
          </ac:spMkLst>
        </pc:spChg>
        <pc:spChg chg="del">
          <ac:chgData name="Songqing" userId="c4d8cb49210192e2" providerId="LiveId" clId="{D253B87B-FCD9-46BC-920B-DA31D69B59D7}" dt="2023-04-22T11:34:16.672" v="1595" actId="478"/>
          <ac:spMkLst>
            <pc:docMk/>
            <pc:sldMk cId="2812613281" sldId="341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2" creationId="{00000000-0000-0000-0000-000000000000}"/>
          </ac:spMkLst>
        </pc:spChg>
        <pc:cxnChg chg="mod">
          <ac:chgData name="Songqing" userId="c4d8cb49210192e2" providerId="LiveId" clId="{D253B87B-FCD9-46BC-920B-DA31D69B59D7}" dt="2023-04-22T13:36:53.742" v="2109" actId="1076"/>
          <ac:cxnSpMkLst>
            <pc:docMk/>
            <pc:sldMk cId="2812613281" sldId="341"/>
            <ac:cxnSpMk id="9" creationId="{B1370D8B-6555-B9F3-73FB-189BD416DD34}"/>
          </ac:cxnSpMkLst>
        </pc:cxnChg>
      </pc:sldChg>
      <pc:sldChg chg="modSp add mod">
        <pc:chgData name="Songqing" userId="c4d8cb49210192e2" providerId="LiveId" clId="{D253B87B-FCD9-46BC-920B-DA31D69B59D7}" dt="2023-04-22T13:20:56.093" v="2071" actId="255"/>
        <pc:sldMkLst>
          <pc:docMk/>
          <pc:sldMk cId="350163550" sldId="342"/>
        </pc:sldMkLst>
        <pc:spChg chg="mod">
          <ac:chgData name="Songqing" userId="c4d8cb49210192e2" providerId="LiveId" clId="{D253B87B-FCD9-46BC-920B-DA31D69B59D7}" dt="2023-04-22T13:20:56.093" v="2071" actId="255"/>
          <ac:spMkLst>
            <pc:docMk/>
            <pc:sldMk cId="350163550" sldId="342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20:44.657" v="2069" actId="255"/>
          <ac:spMkLst>
            <pc:docMk/>
            <pc:sldMk cId="350163550" sldId="342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20:50.296" v="2070" actId="255"/>
          <ac:spMkLst>
            <pc:docMk/>
            <pc:sldMk cId="350163550" sldId="342"/>
            <ac:spMk id="82" creationId="{00000000-0000-0000-0000-000000000000}"/>
          </ac:spMkLst>
        </pc:spChg>
      </pc:sldChg>
      <pc:sldChg chg="addSp delSp modSp add mod">
        <pc:chgData name="Songqing" userId="c4d8cb49210192e2" providerId="LiveId" clId="{D253B87B-FCD9-46BC-920B-DA31D69B59D7}" dt="2023-04-22T12:25:45.824" v="1626" actId="14100"/>
        <pc:sldMkLst>
          <pc:docMk/>
          <pc:sldMk cId="3614543193" sldId="343"/>
        </pc:sldMkLst>
        <pc:spChg chg="mod">
          <ac:chgData name="Songqing" userId="c4d8cb49210192e2" providerId="LiveId" clId="{D253B87B-FCD9-46BC-920B-DA31D69B59D7}" dt="2023-04-22T11:22:37.657" v="1518" actId="1076"/>
          <ac:spMkLst>
            <pc:docMk/>
            <pc:sldMk cId="3614543193" sldId="343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4:04.917" v="1614" actId="1076"/>
          <ac:spMkLst>
            <pc:docMk/>
            <pc:sldMk cId="3614543193" sldId="343"/>
            <ac:spMk id="3" creationId="{0D39557E-3D00-FB86-0801-1FB082497C76}"/>
          </ac:spMkLst>
        </pc:spChg>
        <pc:spChg chg="add mod">
          <ac:chgData name="Songqing" userId="c4d8cb49210192e2" providerId="LiveId" clId="{D253B87B-FCD9-46BC-920B-DA31D69B59D7}" dt="2023-04-22T12:25:45.824" v="1626" actId="14100"/>
          <ac:spMkLst>
            <pc:docMk/>
            <pc:sldMk cId="3614543193" sldId="343"/>
            <ac:spMk id="4" creationId="{EAFD530C-1314-107A-662D-D1071FEAB061}"/>
          </ac:spMkLst>
        </pc:spChg>
        <pc:spChg chg="add mod">
          <ac:chgData name="Songqing" userId="c4d8cb49210192e2" providerId="LiveId" clId="{D253B87B-FCD9-46BC-920B-DA31D69B59D7}" dt="2023-04-22T12:25:14.894" v="1622" actId="20577"/>
          <ac:spMkLst>
            <pc:docMk/>
            <pc:sldMk cId="3614543193" sldId="343"/>
            <ac:spMk id="5" creationId="{D1957E2B-C95E-F46A-E30B-C42948C4E09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1" creationId="{00000000-0000-0000-0000-000000000000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2" creationId="{00000000-0000-0000-0000-000000000000}"/>
          </ac:spMkLst>
        </pc:spChg>
      </pc:sldChg>
      <pc:sldChg chg="add">
        <pc:chgData name="Songqing" userId="c4d8cb49210192e2" providerId="LiveId" clId="{D253B87B-FCD9-46BC-920B-DA31D69B59D7}" dt="2023-04-22T11:26:14.174" v="1537" actId="2890"/>
        <pc:sldMkLst>
          <pc:docMk/>
          <pc:sldMk cId="3940857652" sldId="344"/>
        </pc:sldMkLst>
      </pc:sldChg>
      <pc:sldChg chg="add del ord">
        <pc:chgData name="Songqing" userId="c4d8cb49210192e2" providerId="LiveId" clId="{D253B87B-FCD9-46BC-920B-DA31D69B59D7}" dt="2023-04-22T11:25:31.311" v="1536" actId="2696"/>
        <pc:sldMkLst>
          <pc:docMk/>
          <pc:sldMk cId="414334271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31/7/2025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31/7/2025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43298" y="2616089"/>
            <a:ext cx="7688994" cy="10206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Maven Introduction</a:t>
            </a: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4BA18-33E0-A368-8DA6-688DDDAA6938}"/>
              </a:ext>
            </a:extLst>
          </p:cNvPr>
          <p:cNvSpPr txBox="1"/>
          <p:nvPr/>
        </p:nvSpPr>
        <p:spPr>
          <a:xfrm>
            <a:off x="2574472" y="4090784"/>
            <a:ext cx="6128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https://www.baeldung.com/maven</a:t>
            </a: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8428" y="835004"/>
            <a:ext cx="73152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9024E-1F6A-C2B9-9C0A-0144C1FE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8" y="1819559"/>
            <a:ext cx="6292357" cy="145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Maven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What maven can do?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Execution process</a:t>
            </a:r>
          </a:p>
        </p:txBody>
      </p:sp>
    </p:spTree>
    <p:extLst>
      <p:ext uri="{BB962C8B-B14F-4D97-AF65-F5344CB8AC3E}">
        <p14:creationId xmlns:p14="http://schemas.microsoft.com/office/powerpoint/2010/main" val="12070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945" y="1175652"/>
            <a:ext cx="798171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rgbClr val="0070C0"/>
                </a:solidFill>
                <a:latin typeface="Arial Black" panose="020B0A04020102020204" pitchFamily="34" charset="0"/>
              </a:rPr>
              <a:t>What maven can do? 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C96819-A56C-D1C3-8094-3C26688D2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048159"/>
            <a:ext cx="6292357" cy="145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Manage dependencies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Define development lifecycle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Define standard folder structure</a:t>
            </a:r>
          </a:p>
        </p:txBody>
      </p:sp>
    </p:spTree>
    <p:extLst>
      <p:ext uri="{BB962C8B-B14F-4D97-AF65-F5344CB8AC3E}">
        <p14:creationId xmlns:p14="http://schemas.microsoft.com/office/powerpoint/2010/main" val="3328123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489" y="729338"/>
            <a:ext cx="798171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rgbClr val="0070C0"/>
                </a:solidFill>
                <a:latin typeface="Arial Black" panose="020B0A04020102020204" pitchFamily="34" charset="0"/>
              </a:rPr>
              <a:t>Standard directory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D730D-C522-536F-1A27-FFAD08928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1" y="1822784"/>
            <a:ext cx="4030490" cy="385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3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489" y="729338"/>
            <a:ext cx="798171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rgbClr val="0070C0"/>
                </a:solidFill>
                <a:latin typeface="Arial Black" panose="020B0A04020102020204" pitchFamily="34" charset="0"/>
              </a:rPr>
              <a:t>Manage dependencies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CE3B02-F391-4B7C-F547-32C5B993F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017" y="1746145"/>
            <a:ext cx="5778154" cy="469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31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489" y="729338"/>
            <a:ext cx="980788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dirty="0">
                <a:solidFill>
                  <a:srgbClr val="0070C0"/>
                </a:solidFill>
                <a:latin typeface="Arial Black" panose="020B0A04020102020204" pitchFamily="34" charset="0"/>
              </a:rPr>
              <a:t>Repositories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3" name="Picture 2" descr="Maven Repository Types and Location.">
            <a:extLst>
              <a:ext uri="{FF2B5EF4-FFF2-40B4-BE49-F238E27FC236}">
                <a16:creationId xmlns:a16="http://schemas.microsoft.com/office/drawing/2014/main" id="{E75FA9F0-1CA5-01C5-7A0B-1A55F3E79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143" y="1948544"/>
            <a:ext cx="7431478" cy="45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E40950-27A8-C8C5-8F1B-63D20EA1AEF6}"/>
              </a:ext>
            </a:extLst>
          </p:cNvPr>
          <p:cNvSpPr txBox="1"/>
          <p:nvPr/>
        </p:nvSpPr>
        <p:spPr>
          <a:xfrm>
            <a:off x="7698541" y="5224082"/>
            <a:ext cx="412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https://repo1.maven.org/maven2/</a:t>
            </a:r>
          </a:p>
        </p:txBody>
      </p:sp>
    </p:spTree>
    <p:extLst>
      <p:ext uri="{BB962C8B-B14F-4D97-AF65-F5344CB8AC3E}">
        <p14:creationId xmlns:p14="http://schemas.microsoft.com/office/powerpoint/2010/main" val="776370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489" y="729338"/>
            <a:ext cx="980788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>
                <a:solidFill>
                  <a:srgbClr val="0070C0"/>
                </a:solidFill>
                <a:latin typeface="Arial Black" panose="020B0A04020102020204" pitchFamily="34" charset="0"/>
              </a:rPr>
              <a:t>Build Lifecycle</a:t>
            </a:r>
            <a:br>
              <a:rPr lang="en-AU" b="1" dirty="0"/>
            </a:b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04FC9B-2D51-F1C3-3B20-888ECF914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34" y="1770018"/>
            <a:ext cx="11057623" cy="44457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DE3610-3E9C-35F5-1EC2-C0CBBAD715D1}"/>
              </a:ext>
            </a:extLst>
          </p:cNvPr>
          <p:cNvSpPr txBox="1"/>
          <p:nvPr/>
        </p:nvSpPr>
        <p:spPr>
          <a:xfrm>
            <a:off x="3048000" y="62157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https://www.youtube.com/watch?v=Yw5KnoH0MSo</a:t>
            </a:r>
          </a:p>
        </p:txBody>
      </p:sp>
    </p:spTree>
    <p:extLst>
      <p:ext uri="{BB962C8B-B14F-4D97-AF65-F5344CB8AC3E}">
        <p14:creationId xmlns:p14="http://schemas.microsoft.com/office/powerpoint/2010/main" val="3287003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verview of Maven core concepts.">
            <a:extLst>
              <a:ext uri="{FF2B5EF4-FFF2-40B4-BE49-F238E27FC236}">
                <a16:creationId xmlns:a16="http://schemas.microsoft.com/office/drawing/2014/main" id="{36B946FC-C491-7AB8-821E-63053CDE1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267" y="636064"/>
            <a:ext cx="7911466" cy="58060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222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F9C6CF-A4C7-9C7C-9376-95A01E5C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3D1E-6E4B-DCE3-F84A-1C6C35D32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545" y="3080655"/>
            <a:ext cx="4284471" cy="696690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Plugin</a:t>
            </a:r>
            <a:br>
              <a:rPr lang="en-AU" sz="3200" b="1" dirty="0">
                <a:solidFill>
                  <a:schemeClr val="bg1"/>
                </a:solidFill>
              </a:rPr>
            </a:br>
            <a:br>
              <a:rPr lang="en-AU" sz="3200" b="1" dirty="0">
                <a:solidFill>
                  <a:schemeClr val="bg1"/>
                </a:solidFill>
              </a:rPr>
            </a:br>
            <a:br>
              <a:rPr lang="en-AU" sz="3200" b="1" dirty="0">
                <a:solidFill>
                  <a:schemeClr val="bg1"/>
                </a:solidFill>
              </a:rPr>
            </a:br>
            <a:endParaRPr lang="en-A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637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ECC874-3BC1-B4D0-7BAE-891E16FA0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EFC5D5-ACDB-AA99-3E25-ADA4812E5124}"/>
              </a:ext>
            </a:extLst>
          </p:cNvPr>
          <p:cNvSpPr txBox="1"/>
          <p:nvPr/>
        </p:nvSpPr>
        <p:spPr>
          <a:xfrm>
            <a:off x="1783080" y="3520440"/>
            <a:ext cx="299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related plugins: </a:t>
            </a:r>
          </a:p>
        </p:txBody>
      </p:sp>
    </p:spTree>
    <p:extLst>
      <p:ext uri="{BB962C8B-B14F-4D97-AF65-F5344CB8AC3E}">
        <p14:creationId xmlns:p14="http://schemas.microsoft.com/office/powerpoint/2010/main" val="1808418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8434" y="2581657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B7393-223D-166D-35CD-F3B8AFF2F5E8}"/>
              </a:ext>
            </a:extLst>
          </p:cNvPr>
          <p:cNvSpPr txBox="1"/>
          <p:nvPr/>
        </p:nvSpPr>
        <p:spPr>
          <a:xfrm>
            <a:off x="1228434" y="2049921"/>
            <a:ext cx="875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https://learning.postman.com/docs/introduction/overview/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23990</TotalTime>
  <Words>173</Words>
  <Application>Microsoft Macintosh PowerPoint</Application>
  <PresentationFormat>Widescreen</PresentationFormat>
  <Paragraphs>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PowerPoint Presentation</vt:lpstr>
      <vt:lpstr>Learning Objectives   </vt:lpstr>
      <vt:lpstr>What maven can do?    </vt:lpstr>
      <vt:lpstr>Standard directory   </vt:lpstr>
      <vt:lpstr>Manage dependencies   </vt:lpstr>
      <vt:lpstr>Repositories   </vt:lpstr>
      <vt:lpstr>Build Lifecycle   </vt:lpstr>
      <vt:lpstr>PowerPoint Presentation</vt:lpstr>
      <vt:lpstr>Plugin   </vt:lpstr>
      <vt:lpstr>PowerPoint Presentation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701</cp:revision>
  <dcterms:created xsi:type="dcterms:W3CDTF">2020-08-03T09:43:10Z</dcterms:created>
  <dcterms:modified xsi:type="dcterms:W3CDTF">2025-07-31T12:33:56Z</dcterms:modified>
</cp:coreProperties>
</file>