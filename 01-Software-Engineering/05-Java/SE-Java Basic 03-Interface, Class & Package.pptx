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15" r:id="rId2"/>
    <p:sldId id="308" r:id="rId3"/>
    <p:sldId id="378" r:id="rId4"/>
    <p:sldId id="376" r:id="rId5"/>
    <p:sldId id="379" r:id="rId6"/>
    <p:sldId id="373" r:id="rId7"/>
    <p:sldId id="374" r:id="rId8"/>
    <p:sldId id="380" r:id="rId9"/>
    <p:sldId id="369" r:id="rId10"/>
    <p:sldId id="377" r:id="rId11"/>
    <p:sldId id="370" r:id="rId12"/>
    <p:sldId id="375" r:id="rId13"/>
    <p:sldId id="364" r:id="rId14"/>
    <p:sldId id="35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15"/>
          </p14:sldIdLst>
        </p14:section>
        <p14:section name="Untitled Section" id="{96B2A4F6-E483-46D3-B718-858E0B0CB8CB}">
          <p14:sldIdLst>
            <p14:sldId id="308"/>
            <p14:sldId id="378"/>
            <p14:sldId id="376"/>
            <p14:sldId id="379"/>
            <p14:sldId id="373"/>
            <p14:sldId id="374"/>
            <p14:sldId id="380"/>
            <p14:sldId id="369"/>
            <p14:sldId id="377"/>
            <p14:sldId id="370"/>
            <p14:sldId id="375"/>
            <p14:sldId id="364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1233DA56-5DBF-493E-89DE-B288BF092786}"/>
    <pc:docChg chg="undo custSel addSld delSld modSld sldOrd modSection">
      <pc:chgData name="Songqing Gu" userId="c4d8cb49210192e2" providerId="LiveId" clId="{1233DA56-5DBF-493E-89DE-B288BF092786}" dt="2023-09-30T10:01:05.236" v="353"/>
      <pc:docMkLst>
        <pc:docMk/>
      </pc:docMkLst>
      <pc:sldChg chg="addSp modSp mod">
        <pc:chgData name="Songqing Gu" userId="c4d8cb49210192e2" providerId="LiveId" clId="{1233DA56-5DBF-493E-89DE-B288BF092786}" dt="2023-09-30T09:41:00.985" v="349" actId="20577"/>
        <pc:sldMkLst>
          <pc:docMk/>
          <pc:sldMk cId="1863554075" sldId="306"/>
        </pc:sldMkLst>
        <pc:spChg chg="mod">
          <ac:chgData name="Songqing Gu" userId="c4d8cb49210192e2" providerId="LiveId" clId="{1233DA56-5DBF-493E-89DE-B288BF092786}" dt="2023-09-16T07:11:27.649" v="0" actId="1076"/>
          <ac:spMkLst>
            <pc:docMk/>
            <pc:sldMk cId="1863554075" sldId="306"/>
            <ac:spMk id="2" creationId="{00000000-0000-0000-0000-000000000000}"/>
          </ac:spMkLst>
        </pc:spChg>
        <pc:spChg chg="mod">
          <ac:chgData name="Songqing Gu" userId="c4d8cb49210192e2" providerId="LiveId" clId="{1233DA56-5DBF-493E-89DE-B288BF092786}" dt="2023-09-16T07:11:34.844" v="1" actId="1076"/>
          <ac:spMkLst>
            <pc:docMk/>
            <pc:sldMk cId="1863554075" sldId="306"/>
            <ac:spMk id="3" creationId="{D5C4367E-022B-D0B9-CF96-667F629ABF6E}"/>
          </ac:spMkLst>
        </pc:spChg>
        <pc:spChg chg="mod">
          <ac:chgData name="Songqing Gu" userId="c4d8cb49210192e2" providerId="LiveId" clId="{1233DA56-5DBF-493E-89DE-B288BF092786}" dt="2023-09-16T07:11:34.844" v="1" actId="1076"/>
          <ac:spMkLst>
            <pc:docMk/>
            <pc:sldMk cId="1863554075" sldId="306"/>
            <ac:spMk id="4" creationId="{3F5C1854-DFD9-7C34-F2A5-1327D0A8C735}"/>
          </ac:spMkLst>
        </pc:spChg>
        <pc:spChg chg="mod">
          <ac:chgData name="Songqing Gu" userId="c4d8cb49210192e2" providerId="LiveId" clId="{1233DA56-5DBF-493E-89DE-B288BF092786}" dt="2023-09-30T09:39:47.122" v="313" actId="14100"/>
          <ac:spMkLst>
            <pc:docMk/>
            <pc:sldMk cId="1863554075" sldId="306"/>
            <ac:spMk id="5" creationId="{B01FD532-5C92-7C37-E441-F2798BD8E0B0}"/>
          </ac:spMkLst>
        </pc:spChg>
        <pc:spChg chg="add mod">
          <ac:chgData name="Songqing Gu" userId="c4d8cb49210192e2" providerId="LiveId" clId="{1233DA56-5DBF-493E-89DE-B288BF092786}" dt="2023-09-30T09:41:00.985" v="349" actId="20577"/>
          <ac:spMkLst>
            <pc:docMk/>
            <pc:sldMk cId="1863554075" sldId="306"/>
            <ac:spMk id="6" creationId="{3D30153F-0BF6-B795-C4FA-19750C7D12AC}"/>
          </ac:spMkLst>
        </pc:spChg>
        <pc:spChg chg="mod">
          <ac:chgData name="Songqing Gu" userId="c4d8cb49210192e2" providerId="LiveId" clId="{1233DA56-5DBF-493E-89DE-B288BF092786}" dt="2023-09-30T09:38:26.874" v="312" actId="14100"/>
          <ac:spMkLst>
            <pc:docMk/>
            <pc:sldMk cId="1863554075" sldId="306"/>
            <ac:spMk id="7" creationId="{16E20924-00A0-AEDA-E526-530990937474}"/>
          </ac:spMkLst>
        </pc:spChg>
      </pc:sldChg>
      <pc:sldChg chg="modSp mod">
        <pc:chgData name="Songqing Gu" userId="c4d8cb49210192e2" providerId="LiveId" clId="{1233DA56-5DBF-493E-89DE-B288BF092786}" dt="2023-09-16T07:14:24.648" v="27" actId="14100"/>
        <pc:sldMkLst>
          <pc:docMk/>
          <pc:sldMk cId="1392177035" sldId="310"/>
        </pc:sldMkLst>
        <pc:spChg chg="mod">
          <ac:chgData name="Songqing Gu" userId="c4d8cb49210192e2" providerId="LiveId" clId="{1233DA56-5DBF-493E-89DE-B288BF092786}" dt="2023-09-16T07:14:01.351" v="23" actId="1076"/>
          <ac:spMkLst>
            <pc:docMk/>
            <pc:sldMk cId="1392177035" sldId="310"/>
            <ac:spMk id="3" creationId="{5CAE18FA-3E6F-C901-5ECF-82B69AF539A9}"/>
          </ac:spMkLst>
        </pc:spChg>
        <pc:spChg chg="mod">
          <ac:chgData name="Songqing Gu" userId="c4d8cb49210192e2" providerId="LiveId" clId="{1233DA56-5DBF-493E-89DE-B288BF092786}" dt="2023-09-16T07:14:06.016" v="24" actId="1076"/>
          <ac:spMkLst>
            <pc:docMk/>
            <pc:sldMk cId="1392177035" sldId="310"/>
            <ac:spMk id="4" creationId="{F53F1584-07D9-964F-3AFA-2965642BB3ED}"/>
          </ac:spMkLst>
        </pc:spChg>
        <pc:spChg chg="mod">
          <ac:chgData name="Songqing Gu" userId="c4d8cb49210192e2" providerId="LiveId" clId="{1233DA56-5DBF-493E-89DE-B288BF092786}" dt="2023-09-16T07:12:55.659" v="6" actId="1076"/>
          <ac:spMkLst>
            <pc:docMk/>
            <pc:sldMk cId="1392177035" sldId="310"/>
            <ac:spMk id="5" creationId="{B09CA00B-1C23-8B1D-3372-B97B5962589F}"/>
          </ac:spMkLst>
        </pc:spChg>
        <pc:spChg chg="mod">
          <ac:chgData name="Songqing Gu" userId="c4d8cb49210192e2" providerId="LiveId" clId="{1233DA56-5DBF-493E-89DE-B288BF092786}" dt="2023-09-16T07:12:28.002" v="2" actId="1076"/>
          <ac:spMkLst>
            <pc:docMk/>
            <pc:sldMk cId="1392177035" sldId="310"/>
            <ac:spMk id="7" creationId="{7DBB45AE-E774-66BA-C72A-B406F50AFAFE}"/>
          </ac:spMkLst>
        </pc:spChg>
        <pc:spChg chg="mod">
          <ac:chgData name="Songqing Gu" userId="c4d8cb49210192e2" providerId="LiveId" clId="{1233DA56-5DBF-493E-89DE-B288BF092786}" dt="2023-09-16T07:14:24.648" v="27" actId="14100"/>
          <ac:spMkLst>
            <pc:docMk/>
            <pc:sldMk cId="1392177035" sldId="310"/>
            <ac:spMk id="15" creationId="{78635525-879C-9471-31FA-BCF78A8BD761}"/>
          </ac:spMkLst>
        </pc:spChg>
        <pc:spChg chg="mod">
          <ac:chgData name="Songqing Gu" userId="c4d8cb49210192e2" providerId="LiveId" clId="{1233DA56-5DBF-493E-89DE-B288BF092786}" dt="2023-09-16T07:12:45.120" v="5" actId="1076"/>
          <ac:spMkLst>
            <pc:docMk/>
            <pc:sldMk cId="1392177035" sldId="310"/>
            <ac:spMk id="24" creationId="{EE0CEDE5-E2D2-2394-2E58-D5C6888585C1}"/>
          </ac:spMkLst>
        </pc:spChg>
        <pc:cxnChg chg="mod">
          <ac:chgData name="Songqing Gu" userId="c4d8cb49210192e2" providerId="LiveId" clId="{1233DA56-5DBF-493E-89DE-B288BF092786}" dt="2023-09-16T07:12:41.249" v="4" actId="1076"/>
          <ac:cxnSpMkLst>
            <pc:docMk/>
            <pc:sldMk cId="1392177035" sldId="310"/>
            <ac:cxnSpMk id="6" creationId="{0708DB11-88AE-6716-EDD7-A431D02F5E8F}"/>
          </ac:cxnSpMkLst>
        </pc:cxnChg>
        <pc:cxnChg chg="mod">
          <ac:chgData name="Songqing Gu" userId="c4d8cb49210192e2" providerId="LiveId" clId="{1233DA56-5DBF-493E-89DE-B288BF092786}" dt="2023-09-16T07:14:01.351" v="23" actId="1076"/>
          <ac:cxnSpMkLst>
            <pc:docMk/>
            <pc:sldMk cId="1392177035" sldId="310"/>
            <ac:cxnSpMk id="13" creationId="{02BF9FA0-8A43-7164-0638-E3A404010AC7}"/>
          </ac:cxnSpMkLst>
        </pc:cxnChg>
        <pc:cxnChg chg="mod">
          <ac:chgData name="Songqing Gu" userId="c4d8cb49210192e2" providerId="LiveId" clId="{1233DA56-5DBF-493E-89DE-B288BF092786}" dt="2023-09-16T07:12:45.120" v="5" actId="1076"/>
          <ac:cxnSpMkLst>
            <pc:docMk/>
            <pc:sldMk cId="1392177035" sldId="310"/>
            <ac:cxnSpMk id="25" creationId="{AF5A228B-5129-E63D-BEF6-77686237321E}"/>
          </ac:cxnSpMkLst>
        </pc:cxnChg>
      </pc:sldChg>
      <pc:sldChg chg="addSp modSp mod ord">
        <pc:chgData name="Songqing Gu" userId="c4d8cb49210192e2" providerId="LiveId" clId="{1233DA56-5DBF-493E-89DE-B288BF092786}" dt="2023-09-23T09:54:26.336" v="243"/>
        <pc:sldMkLst>
          <pc:docMk/>
          <pc:sldMk cId="1684493840" sldId="365"/>
        </pc:sldMkLst>
        <pc:spChg chg="add mod">
          <ac:chgData name="Songqing Gu" userId="c4d8cb49210192e2" providerId="LiveId" clId="{1233DA56-5DBF-493E-89DE-B288BF092786}" dt="2023-09-16T07:24:58.008" v="115" actId="27636"/>
          <ac:spMkLst>
            <pc:docMk/>
            <pc:sldMk cId="1684493840" sldId="365"/>
            <ac:spMk id="2" creationId="{DB6B1B00-0060-3B49-F5ED-3BC9795FF594}"/>
          </ac:spMkLst>
        </pc:spChg>
      </pc:sldChg>
      <pc:sldChg chg="modSp mod">
        <pc:chgData name="Songqing Gu" userId="c4d8cb49210192e2" providerId="LiveId" clId="{1233DA56-5DBF-493E-89DE-B288BF092786}" dt="2023-09-16T07:51:43.694" v="126" actId="207"/>
        <pc:sldMkLst>
          <pc:docMk/>
          <pc:sldMk cId="2839684791" sldId="369"/>
        </pc:sldMkLst>
        <pc:spChg chg="mod">
          <ac:chgData name="Songqing Gu" userId="c4d8cb49210192e2" providerId="LiveId" clId="{1233DA56-5DBF-493E-89DE-B288BF092786}" dt="2023-09-16T07:50:49.510" v="117" actId="207"/>
          <ac:spMkLst>
            <pc:docMk/>
            <pc:sldMk cId="2839684791" sldId="369"/>
            <ac:spMk id="3" creationId="{655E1610-8A2E-EBB3-CD3C-DB0C0FC974B5}"/>
          </ac:spMkLst>
        </pc:spChg>
        <pc:spChg chg="mod">
          <ac:chgData name="Songqing Gu" userId="c4d8cb49210192e2" providerId="LiveId" clId="{1233DA56-5DBF-493E-89DE-B288BF092786}" dt="2023-09-16T07:51:43.694" v="126" actId="207"/>
          <ac:spMkLst>
            <pc:docMk/>
            <pc:sldMk cId="2839684791" sldId="369"/>
            <ac:spMk id="4" creationId="{23285273-10C5-D4D3-6B4E-D337038A42B4}"/>
          </ac:spMkLst>
        </pc:spChg>
        <pc:spChg chg="mod">
          <ac:chgData name="Songqing Gu" userId="c4d8cb49210192e2" providerId="LiveId" clId="{1233DA56-5DBF-493E-89DE-B288BF092786}" dt="2023-09-16T07:51:40.953" v="125" actId="207"/>
          <ac:spMkLst>
            <pc:docMk/>
            <pc:sldMk cId="2839684791" sldId="369"/>
            <ac:spMk id="5" creationId="{D24F5B75-CFC6-9658-6C2E-4B44BA589818}"/>
          </ac:spMkLst>
        </pc:spChg>
        <pc:spChg chg="mod">
          <ac:chgData name="Songqing Gu" userId="c4d8cb49210192e2" providerId="LiveId" clId="{1233DA56-5DBF-493E-89DE-B288BF092786}" dt="2023-09-16T07:50:55.537" v="118" actId="207"/>
          <ac:spMkLst>
            <pc:docMk/>
            <pc:sldMk cId="2839684791" sldId="369"/>
            <ac:spMk id="6" creationId="{E206FC33-8685-3E88-14A5-F477EB7F25DA}"/>
          </ac:spMkLst>
        </pc:spChg>
        <pc:spChg chg="mod">
          <ac:chgData name="Songqing Gu" userId="c4d8cb49210192e2" providerId="LiveId" clId="{1233DA56-5DBF-493E-89DE-B288BF092786}" dt="2023-09-16T07:51:38.545" v="124" actId="207"/>
          <ac:spMkLst>
            <pc:docMk/>
            <pc:sldMk cId="2839684791" sldId="369"/>
            <ac:spMk id="15" creationId="{9237497C-CBE4-11DF-0F06-4D221A039C03}"/>
          </ac:spMkLst>
        </pc:spChg>
      </pc:sldChg>
      <pc:sldChg chg="modSp mod">
        <pc:chgData name="Songqing Gu" userId="c4d8cb49210192e2" providerId="LiveId" clId="{1233DA56-5DBF-493E-89DE-B288BF092786}" dt="2023-09-23T08:33:23.822" v="241" actId="20577"/>
        <pc:sldMkLst>
          <pc:docMk/>
          <pc:sldMk cId="3485369624" sldId="370"/>
        </pc:sldMkLst>
        <pc:spChg chg="mod">
          <ac:chgData name="Songqing Gu" userId="c4d8cb49210192e2" providerId="LiveId" clId="{1233DA56-5DBF-493E-89DE-B288BF092786}" dt="2023-09-16T07:15:18.392" v="44" actId="20577"/>
          <ac:spMkLst>
            <pc:docMk/>
            <pc:sldMk cId="3485369624" sldId="370"/>
            <ac:spMk id="2" creationId="{00000000-0000-0000-0000-000000000000}"/>
          </ac:spMkLst>
        </pc:spChg>
        <pc:spChg chg="mod">
          <ac:chgData name="Songqing Gu" userId="c4d8cb49210192e2" providerId="LiveId" clId="{1233DA56-5DBF-493E-89DE-B288BF092786}" dt="2023-09-16T07:51:18.634" v="123" actId="207"/>
          <ac:spMkLst>
            <pc:docMk/>
            <pc:sldMk cId="3485369624" sldId="370"/>
            <ac:spMk id="3" creationId="{655E1610-8A2E-EBB3-CD3C-DB0C0FC974B5}"/>
          </ac:spMkLst>
        </pc:spChg>
        <pc:spChg chg="mod">
          <ac:chgData name="Songqing Gu" userId="c4d8cb49210192e2" providerId="LiveId" clId="{1233DA56-5DBF-493E-89DE-B288BF092786}" dt="2023-09-23T08:33:12.405" v="239" actId="20577"/>
          <ac:spMkLst>
            <pc:docMk/>
            <pc:sldMk cId="3485369624" sldId="370"/>
            <ac:spMk id="4" creationId="{23285273-10C5-D4D3-6B4E-D337038A42B4}"/>
          </ac:spMkLst>
        </pc:spChg>
        <pc:spChg chg="mod">
          <ac:chgData name="Songqing Gu" userId="c4d8cb49210192e2" providerId="LiveId" clId="{1233DA56-5DBF-493E-89DE-B288BF092786}" dt="2023-09-16T07:51:56.273" v="128" actId="207"/>
          <ac:spMkLst>
            <pc:docMk/>
            <pc:sldMk cId="3485369624" sldId="370"/>
            <ac:spMk id="5" creationId="{D24F5B75-CFC6-9658-6C2E-4B44BA589818}"/>
          </ac:spMkLst>
        </pc:spChg>
        <pc:spChg chg="mod">
          <ac:chgData name="Songqing Gu" userId="c4d8cb49210192e2" providerId="LiveId" clId="{1233DA56-5DBF-493E-89DE-B288BF092786}" dt="2023-09-16T07:51:04.847" v="119" actId="207"/>
          <ac:spMkLst>
            <pc:docMk/>
            <pc:sldMk cId="3485369624" sldId="370"/>
            <ac:spMk id="6" creationId="{E206FC33-8685-3E88-14A5-F477EB7F25DA}"/>
          </ac:spMkLst>
        </pc:spChg>
        <pc:spChg chg="mod">
          <ac:chgData name="Songqing Gu" userId="c4d8cb49210192e2" providerId="LiveId" clId="{1233DA56-5DBF-493E-89DE-B288BF092786}" dt="2023-09-16T07:51:54.307" v="127" actId="207"/>
          <ac:spMkLst>
            <pc:docMk/>
            <pc:sldMk cId="3485369624" sldId="370"/>
            <ac:spMk id="15" creationId="{9237497C-CBE4-11DF-0F06-4D221A039C03}"/>
          </ac:spMkLst>
        </pc:spChg>
        <pc:spChg chg="mod">
          <ac:chgData name="Songqing Gu" userId="c4d8cb49210192e2" providerId="LiveId" clId="{1233DA56-5DBF-493E-89DE-B288BF092786}" dt="2023-09-23T08:33:20.330" v="240" actId="20577"/>
          <ac:spMkLst>
            <pc:docMk/>
            <pc:sldMk cId="3485369624" sldId="370"/>
            <ac:spMk id="38" creationId="{952713A4-BA0C-86F4-935D-2EC6931DE98D}"/>
          </ac:spMkLst>
        </pc:spChg>
        <pc:spChg chg="mod">
          <ac:chgData name="Songqing Gu" userId="c4d8cb49210192e2" providerId="LiveId" clId="{1233DA56-5DBF-493E-89DE-B288BF092786}" dt="2023-09-23T08:33:23.822" v="241" actId="20577"/>
          <ac:spMkLst>
            <pc:docMk/>
            <pc:sldMk cId="3485369624" sldId="370"/>
            <ac:spMk id="43" creationId="{FF15E136-4A4D-3A93-9661-E2989106DDAD}"/>
          </ac:spMkLst>
        </pc:spChg>
        <pc:cxnChg chg="mod">
          <ac:chgData name="Songqing Gu" userId="c4d8cb49210192e2" providerId="LiveId" clId="{1233DA56-5DBF-493E-89DE-B288BF092786}" dt="2023-09-16T07:51:05.904" v="120" actId="1076"/>
          <ac:cxnSpMkLst>
            <pc:docMk/>
            <pc:sldMk cId="3485369624" sldId="370"/>
            <ac:cxnSpMk id="55" creationId="{7E04A065-D53D-4B8C-86DB-711A07A7D108}"/>
          </ac:cxnSpMkLst>
        </pc:cxnChg>
        <pc:cxnChg chg="mod">
          <ac:chgData name="Songqing Gu" userId="c4d8cb49210192e2" providerId="LiveId" clId="{1233DA56-5DBF-493E-89DE-B288BF092786}" dt="2023-09-16T07:51:05.904" v="120" actId="1076"/>
          <ac:cxnSpMkLst>
            <pc:docMk/>
            <pc:sldMk cId="3485369624" sldId="370"/>
            <ac:cxnSpMk id="58" creationId="{7929F242-BBCE-4D08-BAA7-B0BFC643754C}"/>
          </ac:cxnSpMkLst>
        </pc:cxnChg>
      </pc:sldChg>
      <pc:sldChg chg="add del">
        <pc:chgData name="Songqing Gu" userId="c4d8cb49210192e2" providerId="LiveId" clId="{1233DA56-5DBF-493E-89DE-B288BF092786}" dt="2023-09-16T07:26:20.448" v="116" actId="2696"/>
        <pc:sldMkLst>
          <pc:docMk/>
          <pc:sldMk cId="1439790465" sldId="371"/>
        </pc:sldMkLst>
      </pc:sldChg>
      <pc:sldChg chg="addSp delSp modSp add mod">
        <pc:chgData name="Songqing Gu" userId="c4d8cb49210192e2" providerId="LiveId" clId="{1233DA56-5DBF-493E-89DE-B288BF092786}" dt="2023-09-16T07:24:27.469" v="83" actId="1076"/>
        <pc:sldMkLst>
          <pc:docMk/>
          <pc:sldMk cId="386215287" sldId="372"/>
        </pc:sldMkLst>
        <pc:spChg chg="add mod">
          <ac:chgData name="Songqing Gu" userId="c4d8cb49210192e2" providerId="LiveId" clId="{1233DA56-5DBF-493E-89DE-B288BF092786}" dt="2023-09-16T07:24:25.498" v="82" actId="1076"/>
          <ac:spMkLst>
            <pc:docMk/>
            <pc:sldMk cId="386215287" sldId="372"/>
            <ac:spMk id="3" creationId="{D0EAEAF0-D5EF-48CB-D993-19BC27C43752}"/>
          </ac:spMkLst>
        </pc:spChg>
        <pc:spChg chg="del">
          <ac:chgData name="Songqing Gu" userId="c4d8cb49210192e2" providerId="LiveId" clId="{1233DA56-5DBF-493E-89DE-B288BF092786}" dt="2023-09-16T07:23:11.916" v="47" actId="478"/>
          <ac:spMkLst>
            <pc:docMk/>
            <pc:sldMk cId="386215287" sldId="372"/>
            <ac:spMk id="4" creationId="{A5334BB3-AFE5-56C3-3DAD-23292EC4C00B}"/>
          </ac:spMkLst>
        </pc:spChg>
        <pc:picChg chg="add del">
          <ac:chgData name="Songqing Gu" userId="c4d8cb49210192e2" providerId="LiveId" clId="{1233DA56-5DBF-493E-89DE-B288BF092786}" dt="2023-09-16T07:23:16.012" v="49" actId="478"/>
          <ac:picMkLst>
            <pc:docMk/>
            <pc:sldMk cId="386215287" sldId="372"/>
            <ac:picMk id="6" creationId="{9480B509-F8B2-A8CD-74DB-ADBAEC96ECCE}"/>
          </ac:picMkLst>
        </pc:picChg>
        <pc:picChg chg="add mod">
          <ac:chgData name="Songqing Gu" userId="c4d8cb49210192e2" providerId="LiveId" clId="{1233DA56-5DBF-493E-89DE-B288BF092786}" dt="2023-09-16T07:24:27.469" v="83" actId="1076"/>
          <ac:picMkLst>
            <pc:docMk/>
            <pc:sldMk cId="386215287" sldId="372"/>
            <ac:picMk id="8" creationId="{63C8F4DE-D52F-45DE-B0E5-9BE73409A014}"/>
          </ac:picMkLst>
        </pc:picChg>
      </pc:sldChg>
      <pc:sldChg chg="addSp delSp modSp add mod ord">
        <pc:chgData name="Songqing Gu" userId="c4d8cb49210192e2" providerId="LiveId" clId="{1233DA56-5DBF-493E-89DE-B288BF092786}" dt="2023-09-16T07:56:55.954" v="221" actId="20577"/>
        <pc:sldMkLst>
          <pc:docMk/>
          <pc:sldMk cId="1893059221" sldId="373"/>
        </pc:sldMkLst>
        <pc:spChg chg="mod">
          <ac:chgData name="Songqing Gu" userId="c4d8cb49210192e2" providerId="LiveId" clId="{1233DA56-5DBF-493E-89DE-B288BF092786}" dt="2023-09-16T07:56:01.074" v="150" actId="1076"/>
          <ac:spMkLst>
            <pc:docMk/>
            <pc:sldMk cId="1893059221" sldId="373"/>
            <ac:spMk id="4" creationId="{A5334BB3-AFE5-56C3-3DAD-23292EC4C00B}"/>
          </ac:spMkLst>
        </pc:spChg>
        <pc:spChg chg="add mod">
          <ac:chgData name="Songqing Gu" userId="c4d8cb49210192e2" providerId="LiveId" clId="{1233DA56-5DBF-493E-89DE-B288BF092786}" dt="2023-09-16T07:56:39.693" v="190" actId="313"/>
          <ac:spMkLst>
            <pc:docMk/>
            <pc:sldMk cId="1893059221" sldId="373"/>
            <ac:spMk id="5" creationId="{AAFAB87E-DDE6-9F88-DAA8-752EA6CBB0BD}"/>
          </ac:spMkLst>
        </pc:spChg>
        <pc:spChg chg="add mod">
          <ac:chgData name="Songqing Gu" userId="c4d8cb49210192e2" providerId="LiveId" clId="{1233DA56-5DBF-493E-89DE-B288BF092786}" dt="2023-09-16T07:56:55.954" v="221" actId="20577"/>
          <ac:spMkLst>
            <pc:docMk/>
            <pc:sldMk cId="1893059221" sldId="373"/>
            <ac:spMk id="6" creationId="{CDF6FC18-3896-0233-F211-C166862A4839}"/>
          </ac:spMkLst>
        </pc:spChg>
        <pc:picChg chg="add del mod">
          <ac:chgData name="Songqing Gu" userId="c4d8cb49210192e2" providerId="LiveId" clId="{1233DA56-5DBF-493E-89DE-B288BF092786}" dt="2023-09-16T07:55:56.294" v="149" actId="478"/>
          <ac:picMkLst>
            <pc:docMk/>
            <pc:sldMk cId="1893059221" sldId="373"/>
            <ac:picMk id="3" creationId="{1D6A3252-3AFF-931F-A83F-87FB1778240F}"/>
          </ac:picMkLst>
        </pc:picChg>
      </pc:sldChg>
      <pc:sldChg chg="modSp add mod">
        <pc:chgData name="Songqing Gu" userId="c4d8cb49210192e2" providerId="LiveId" clId="{1233DA56-5DBF-493E-89DE-B288BF092786}" dt="2023-09-16T07:57:19.612" v="238" actId="20577"/>
        <pc:sldMkLst>
          <pc:docMk/>
          <pc:sldMk cId="3528622954" sldId="374"/>
        </pc:sldMkLst>
        <pc:spChg chg="mod">
          <ac:chgData name="Songqing Gu" userId="c4d8cb49210192e2" providerId="LiveId" clId="{1233DA56-5DBF-493E-89DE-B288BF092786}" dt="2023-09-16T07:57:19.612" v="238" actId="20577"/>
          <ac:spMkLst>
            <pc:docMk/>
            <pc:sldMk cId="3528622954" sldId="374"/>
            <ac:spMk id="4" creationId="{A5334BB3-AFE5-56C3-3DAD-23292EC4C00B}"/>
          </ac:spMkLst>
        </pc:spChg>
      </pc:sldChg>
      <pc:sldChg chg="delSp modSp add mod ord">
        <pc:chgData name="Songqing Gu" userId="c4d8cb49210192e2" providerId="LiveId" clId="{1233DA56-5DBF-493E-89DE-B288BF092786}" dt="2023-09-24T09:44:30.753" v="288" actId="1076"/>
        <pc:sldMkLst>
          <pc:docMk/>
          <pc:sldMk cId="1105508551" sldId="375"/>
        </pc:sldMkLst>
        <pc:spChg chg="mod">
          <ac:chgData name="Songqing Gu" userId="c4d8cb49210192e2" providerId="LiveId" clId="{1233DA56-5DBF-493E-89DE-B288BF092786}" dt="2023-09-24T09:44:30.753" v="288" actId="1076"/>
          <ac:spMkLst>
            <pc:docMk/>
            <pc:sldMk cId="1105508551" sldId="375"/>
            <ac:spMk id="4" creationId="{A5334BB3-AFE5-56C3-3DAD-23292EC4C00B}"/>
          </ac:spMkLst>
        </pc:spChg>
        <pc:spChg chg="del">
          <ac:chgData name="Songqing Gu" userId="c4d8cb49210192e2" providerId="LiveId" clId="{1233DA56-5DBF-493E-89DE-B288BF092786}" dt="2023-09-24T09:43:41.202" v="247" actId="478"/>
          <ac:spMkLst>
            <pc:docMk/>
            <pc:sldMk cId="1105508551" sldId="375"/>
            <ac:spMk id="5" creationId="{AAFAB87E-DDE6-9F88-DAA8-752EA6CBB0BD}"/>
          </ac:spMkLst>
        </pc:spChg>
        <pc:spChg chg="del">
          <ac:chgData name="Songqing Gu" userId="c4d8cb49210192e2" providerId="LiveId" clId="{1233DA56-5DBF-493E-89DE-B288BF092786}" dt="2023-09-24T09:43:41.202" v="247" actId="478"/>
          <ac:spMkLst>
            <pc:docMk/>
            <pc:sldMk cId="1105508551" sldId="375"/>
            <ac:spMk id="6" creationId="{CDF6FC18-3896-0233-F211-C166862A4839}"/>
          </ac:spMkLst>
        </pc:spChg>
      </pc:sldChg>
      <pc:sldChg chg="modSp add mod ord">
        <pc:chgData name="Songqing Gu" userId="c4d8cb49210192e2" providerId="LiveId" clId="{1233DA56-5DBF-493E-89DE-B288BF092786}" dt="2023-09-30T10:01:05.236" v="353"/>
        <pc:sldMkLst>
          <pc:docMk/>
          <pc:sldMk cId="426085748" sldId="376"/>
        </pc:sldMkLst>
        <pc:spChg chg="mod">
          <ac:chgData name="Songqing Gu" userId="c4d8cb49210192e2" providerId="LiveId" clId="{1233DA56-5DBF-493E-89DE-B288BF092786}" dt="2023-09-30T02:44:06.767" v="311" actId="27636"/>
          <ac:spMkLst>
            <pc:docMk/>
            <pc:sldMk cId="426085748" sldId="376"/>
            <ac:spMk id="4" creationId="{A5334BB3-AFE5-56C3-3DAD-23292EC4C00B}"/>
          </ac:spMkLst>
        </pc:spChg>
      </pc:sldChg>
    </pc:docChg>
  </pc:docChgLst>
  <pc:docChgLst>
    <pc:chgData name="Songqing Gu" userId="c4d8cb49210192e2" providerId="LiveId" clId="{C5316EDB-BD30-4FB8-8903-7FFCC74F1587}"/>
    <pc:docChg chg="undo custSel addSld delSld modSld sldOrd modSection">
      <pc:chgData name="Songqing Gu" userId="c4d8cb49210192e2" providerId="LiveId" clId="{C5316EDB-BD30-4FB8-8903-7FFCC74F1587}" dt="2023-06-29T12:54:57.479" v="1151" actId="2696"/>
      <pc:docMkLst>
        <pc:docMk/>
      </pc:docMkLst>
      <pc:sldChg chg="modSp del mod">
        <pc:chgData name="Songqing Gu" userId="c4d8cb49210192e2" providerId="LiveId" clId="{C5316EDB-BD30-4FB8-8903-7FFCC74F1587}" dt="2023-06-14T20:50:23.989" v="556" actId="2696"/>
        <pc:sldMkLst>
          <pc:docMk/>
          <pc:sldMk cId="3813058601" sldId="256"/>
        </pc:sldMkLst>
        <pc:spChg chg="mod">
          <ac:chgData name="Songqing Gu" userId="c4d8cb49210192e2" providerId="LiveId" clId="{C5316EDB-BD30-4FB8-8903-7FFCC74F1587}" dt="2023-06-14T20:43:30.199" v="547" actId="14861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4T22:02:43.147" v="702" actId="2696"/>
        <pc:sldMkLst>
          <pc:docMk/>
          <pc:sldMk cId="3113703618" sldId="261"/>
        </pc:sldMkLst>
      </pc:sldChg>
      <pc:sldChg chg="del">
        <pc:chgData name="Songqing Gu" userId="c4d8cb49210192e2" providerId="LiveId" clId="{C5316EDB-BD30-4FB8-8903-7FFCC74F1587}" dt="2023-06-14T21:36:27.982" v="639" actId="47"/>
        <pc:sldMkLst>
          <pc:docMk/>
          <pc:sldMk cId="243240403" sldId="264"/>
        </pc:sldMkLst>
      </pc:sldChg>
      <pc:sldChg chg="del">
        <pc:chgData name="Songqing Gu" userId="c4d8cb49210192e2" providerId="LiveId" clId="{C5316EDB-BD30-4FB8-8903-7FFCC74F1587}" dt="2023-06-12T07:04:35.688" v="416" actId="2696"/>
        <pc:sldMkLst>
          <pc:docMk/>
          <pc:sldMk cId="3644665972" sldId="291"/>
        </pc:sldMkLst>
      </pc:sldChg>
      <pc:sldChg chg="modSp del mod">
        <pc:chgData name="Songqing Gu" userId="c4d8cb49210192e2" providerId="LiveId" clId="{C5316EDB-BD30-4FB8-8903-7FFCC74F1587}" dt="2023-06-12T07:04:44.797" v="417" actId="47"/>
        <pc:sldMkLst>
          <pc:docMk/>
          <pc:sldMk cId="1408025446" sldId="294"/>
        </pc:sldMkLst>
        <pc:spChg chg="mod">
          <ac:chgData name="Songqing Gu" userId="c4d8cb49210192e2" providerId="LiveId" clId="{C5316EDB-BD30-4FB8-8903-7FFCC74F1587}" dt="2023-06-12T04:25:24.195" v="54" actId="113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661429300" sldId="300"/>
        </pc:sldMkLst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200091612" sldId="302"/>
        </pc:sldMkLst>
      </pc:sldChg>
      <pc:sldChg chg="addSp delSp modSp mod">
        <pc:chgData name="Songqing Gu" userId="c4d8cb49210192e2" providerId="LiveId" clId="{C5316EDB-BD30-4FB8-8903-7FFCC74F1587}" dt="2023-06-19T03:00:16.509" v="951" actId="1076"/>
        <pc:sldMkLst>
          <pc:docMk/>
          <pc:sldMk cId="1863554075" sldId="306"/>
        </pc:sldMkLst>
        <pc:spChg chg="mod">
          <ac:chgData name="Songqing Gu" userId="c4d8cb49210192e2" providerId="LiveId" clId="{C5316EDB-BD30-4FB8-8903-7FFCC74F1587}" dt="2023-06-14T20:53:16.319" v="571" actId="1076"/>
          <ac:spMkLst>
            <pc:docMk/>
            <pc:sldMk cId="1863554075" sldId="306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0:53:25.283" v="573" actId="14100"/>
          <ac:spMkLst>
            <pc:docMk/>
            <pc:sldMk cId="1863554075" sldId="306"/>
            <ac:spMk id="3" creationId="{D5C4367E-022B-D0B9-CF96-667F629ABF6E}"/>
          </ac:spMkLst>
        </pc:spChg>
        <pc:spChg chg="add mod">
          <ac:chgData name="Songqing Gu" userId="c4d8cb49210192e2" providerId="LiveId" clId="{C5316EDB-BD30-4FB8-8903-7FFCC74F1587}" dt="2023-06-14T20:54:15.612" v="580" actId="20577"/>
          <ac:spMkLst>
            <pc:docMk/>
            <pc:sldMk cId="1863554075" sldId="306"/>
            <ac:spMk id="4" creationId="{3F5C1854-DFD9-7C34-F2A5-1327D0A8C735}"/>
          </ac:spMkLst>
        </pc:spChg>
        <pc:spChg chg="add mod">
          <ac:chgData name="Songqing Gu" userId="c4d8cb49210192e2" providerId="LiveId" clId="{C5316EDB-BD30-4FB8-8903-7FFCC74F1587}" dt="2023-06-19T03:00:16.509" v="951" actId="1076"/>
          <ac:spMkLst>
            <pc:docMk/>
            <pc:sldMk cId="1863554075" sldId="306"/>
            <ac:spMk id="5" creationId="{B01FD532-5C92-7C37-E441-F2798BD8E0B0}"/>
          </ac:spMkLst>
        </pc:spChg>
        <pc:spChg chg="add mod">
          <ac:chgData name="Songqing Gu" userId="c4d8cb49210192e2" providerId="LiveId" clId="{C5316EDB-BD30-4FB8-8903-7FFCC74F1587}" dt="2023-06-14T20:54:10.507" v="578" actId="20577"/>
          <ac:spMkLst>
            <pc:docMk/>
            <pc:sldMk cId="1863554075" sldId="306"/>
            <ac:spMk id="7" creationId="{16E20924-00A0-AEDA-E526-530990937474}"/>
          </ac:spMkLst>
        </pc:spChg>
        <pc:picChg chg="del mod">
          <ac:chgData name="Songqing Gu" userId="c4d8cb49210192e2" providerId="LiveId" clId="{C5316EDB-BD30-4FB8-8903-7FFCC74F1587}" dt="2023-06-12T04:28:36.649" v="91" actId="478"/>
          <ac:picMkLst>
            <pc:docMk/>
            <pc:sldMk cId="1863554075" sldId="306"/>
            <ac:picMk id="5" creationId="{00000000-0000-0000-0000-000000000000}"/>
          </ac:picMkLst>
        </pc:picChg>
        <pc:picChg chg="del">
          <ac:chgData name="Songqing Gu" userId="c4d8cb49210192e2" providerId="LiveId" clId="{C5316EDB-BD30-4FB8-8903-7FFCC74F1587}" dt="2023-06-12T04:28:39.622" v="92" actId="478"/>
          <ac:picMkLst>
            <pc:docMk/>
            <pc:sldMk cId="1863554075" sldId="306"/>
            <ac:picMk id="6" creationId="{00000000-0000-0000-0000-000000000000}"/>
          </ac:picMkLst>
        </pc:picChg>
      </pc:sldChg>
      <pc:sldChg chg="addSp delSp modSp mod ord">
        <pc:chgData name="Songqing Gu" userId="c4d8cb49210192e2" providerId="LiveId" clId="{C5316EDB-BD30-4FB8-8903-7FFCC74F1587}" dt="2023-06-14T20:51:07.896" v="563" actId="1076"/>
        <pc:sldMkLst>
          <pc:docMk/>
          <pc:sldMk cId="3867710257" sldId="307"/>
        </pc:sldMkLst>
        <pc:spChg chg="mod">
          <ac:chgData name="Songqing Gu" userId="c4d8cb49210192e2" providerId="LiveId" clId="{C5316EDB-BD30-4FB8-8903-7FFCC74F1587}" dt="2023-06-14T20:51:03.943" v="562" actId="108"/>
          <ac:spMkLst>
            <pc:docMk/>
            <pc:sldMk cId="3867710257" sldId="307"/>
            <ac:spMk id="2" creationId="{00000000-0000-0000-0000-000000000000}"/>
          </ac:spMkLst>
        </pc:spChg>
        <pc:picChg chg="add del">
          <ac:chgData name="Songqing Gu" userId="c4d8cb49210192e2" providerId="LiveId" clId="{C5316EDB-BD30-4FB8-8903-7FFCC74F1587}" dt="2023-06-12T04:27:12.238" v="56" actId="478"/>
          <ac:picMkLst>
            <pc:docMk/>
            <pc:sldMk cId="3867710257" sldId="307"/>
            <ac:picMk id="4" creationId="{2B9A79A9-A5DA-9F2E-EC62-CE8F5FF7D727}"/>
          </ac:picMkLst>
        </pc:picChg>
        <pc:picChg chg="del">
          <ac:chgData name="Songqing Gu" userId="c4d8cb49210192e2" providerId="LiveId" clId="{C5316EDB-BD30-4FB8-8903-7FFCC74F1587}" dt="2023-06-12T04:22:22.530" v="47" actId="478"/>
          <ac:picMkLst>
            <pc:docMk/>
            <pc:sldMk cId="3867710257" sldId="307"/>
            <ac:picMk id="6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0:51:07.896" v="563" actId="1076"/>
          <ac:picMkLst>
            <pc:docMk/>
            <pc:sldMk cId="3867710257" sldId="307"/>
            <ac:picMk id="7" creationId="{5A08F465-67FD-29DF-4C76-8B553682DE7D}"/>
          </ac:picMkLst>
        </pc:picChg>
      </pc:sldChg>
      <pc:sldChg chg="addSp delSp modSp mod">
        <pc:chgData name="Songqing Gu" userId="c4d8cb49210192e2" providerId="LiveId" clId="{C5316EDB-BD30-4FB8-8903-7FFCC74F1587}" dt="2023-06-14T20:51:37.081" v="567" actId="14861"/>
        <pc:sldMkLst>
          <pc:docMk/>
          <pc:sldMk cId="3692078226" sldId="308"/>
        </pc:sldMkLst>
        <pc:spChg chg="mod">
          <ac:chgData name="Songqing Gu" userId="c4d8cb49210192e2" providerId="LiveId" clId="{C5316EDB-BD30-4FB8-8903-7FFCC74F1587}" dt="2023-06-14T20:51:37.081" v="567" actId="14861"/>
          <ac:spMkLst>
            <pc:docMk/>
            <pc:sldMk cId="3692078226" sldId="308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5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6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7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8" creationId="{00000000-0000-0000-0000-000000000000}"/>
          </ac:spMkLst>
        </pc:spChg>
        <pc:picChg chg="add mod">
          <ac:chgData name="Songqing Gu" userId="c4d8cb49210192e2" providerId="LiveId" clId="{C5316EDB-BD30-4FB8-8903-7FFCC74F1587}" dt="2023-06-12T04:21:51.819" v="3" actId="1076"/>
          <ac:picMkLst>
            <pc:docMk/>
            <pc:sldMk cId="3692078226" sldId="308"/>
            <ac:picMk id="4" creationId="{CF68EFBE-431E-F35F-46C2-67152E163E7F}"/>
          </ac:picMkLst>
        </pc:picChg>
      </pc:sldChg>
      <pc:sldChg chg="addSp delSp modSp del mod ord">
        <pc:chgData name="Songqing Gu" userId="c4d8cb49210192e2" providerId="LiveId" clId="{C5316EDB-BD30-4FB8-8903-7FFCC74F1587}" dt="2023-06-19T00:25:37.395" v="760" actId="47"/>
        <pc:sldMkLst>
          <pc:docMk/>
          <pc:sldMk cId="594483226" sldId="309"/>
        </pc:sldMkLst>
        <pc:spChg chg="mod">
          <ac:chgData name="Songqing Gu" userId="c4d8cb49210192e2" providerId="LiveId" clId="{C5316EDB-BD30-4FB8-8903-7FFCC74F1587}" dt="2023-06-13T08:40:49.201" v="529" actId="14100"/>
          <ac:spMkLst>
            <pc:docMk/>
            <pc:sldMk cId="594483226" sldId="309"/>
            <ac:spMk id="2" creationId="{00000000-0000-0000-0000-000000000000}"/>
          </ac:spMkLst>
        </pc:spChg>
        <pc:graphicFrameChg chg="add del mod modGraphic">
          <ac:chgData name="Songqing Gu" userId="c4d8cb49210192e2" providerId="LiveId" clId="{C5316EDB-BD30-4FB8-8903-7FFCC74F1587}" dt="2023-06-12T07:54:57.839" v="504" actId="478"/>
          <ac:graphicFrameMkLst>
            <pc:docMk/>
            <pc:sldMk cId="594483226" sldId="309"/>
            <ac:graphicFrameMk id="3" creationId="{DA7B9FC7-359B-A1B3-E6E3-98A36143E5CF}"/>
          </ac:graphicFrameMkLst>
        </pc:graphicFrameChg>
        <pc:picChg chg="del mod">
          <ac:chgData name="Songqing Gu" userId="c4d8cb49210192e2" providerId="LiveId" clId="{C5316EDB-BD30-4FB8-8903-7FFCC74F1587}" dt="2023-06-12T04:28:28.474" v="89" actId="478"/>
          <ac:picMkLst>
            <pc:docMk/>
            <pc:sldMk cId="594483226" sldId="309"/>
            <ac:picMk id="5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2:27:59.990" v="706" actId="1076"/>
          <ac:picMkLst>
            <pc:docMk/>
            <pc:sldMk cId="594483226" sldId="309"/>
            <ac:picMk id="1026" creationId="{4730BB9A-24AF-3A0C-2C86-A5A88A1BAC65}"/>
          </ac:picMkLst>
        </pc:picChg>
      </pc:sldChg>
      <pc:sldChg chg="addSp modSp add mod">
        <pc:chgData name="Songqing Gu" userId="c4d8cb49210192e2" providerId="LiveId" clId="{C5316EDB-BD30-4FB8-8903-7FFCC74F1587}" dt="2023-06-19T00:36:01.714" v="802" actId="20577"/>
        <pc:sldMkLst>
          <pc:docMk/>
          <pc:sldMk cId="1392177035" sldId="310"/>
        </pc:sldMkLst>
        <pc:spChg chg="mod">
          <ac:chgData name="Songqing Gu" userId="c4d8cb49210192e2" providerId="LiveId" clId="{C5316EDB-BD30-4FB8-8903-7FFCC74F1587}" dt="2023-06-19T00:24:28.631" v="753" actId="207"/>
          <ac:spMkLst>
            <pc:docMk/>
            <pc:sldMk cId="1392177035" sldId="310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9T00:36:01.714" v="802" actId="20577"/>
          <ac:spMkLst>
            <pc:docMk/>
            <pc:sldMk cId="1392177035" sldId="310"/>
            <ac:spMk id="3" creationId="{5CAE18FA-3E6F-C901-5ECF-82B69AF539A9}"/>
          </ac:spMkLst>
        </pc:spChg>
        <pc:spChg chg="add mod">
          <ac:chgData name="Songqing Gu" userId="c4d8cb49210192e2" providerId="LiveId" clId="{C5316EDB-BD30-4FB8-8903-7FFCC74F1587}" dt="2023-06-19T00:27:06.434" v="768" actId="1076"/>
          <ac:spMkLst>
            <pc:docMk/>
            <pc:sldMk cId="1392177035" sldId="310"/>
            <ac:spMk id="4" creationId="{F53F1584-07D9-964F-3AFA-2965642BB3ED}"/>
          </ac:spMkLst>
        </pc:spChg>
        <pc:spChg chg="add mod">
          <ac:chgData name="Songqing Gu" userId="c4d8cb49210192e2" providerId="LiveId" clId="{C5316EDB-BD30-4FB8-8903-7FFCC74F1587}" dt="2023-06-19T00:27:06.434" v="768" actId="1076"/>
          <ac:spMkLst>
            <pc:docMk/>
            <pc:sldMk cId="1392177035" sldId="310"/>
            <ac:spMk id="5" creationId="{B09CA00B-1C23-8B1D-3372-B97B5962589F}"/>
          </ac:spMkLst>
        </pc:spChg>
        <pc:spChg chg="add mod">
          <ac:chgData name="Songqing Gu" userId="c4d8cb49210192e2" providerId="LiveId" clId="{C5316EDB-BD30-4FB8-8903-7FFCC74F1587}" dt="2023-06-19T00:30:00.733" v="794" actId="14100"/>
          <ac:spMkLst>
            <pc:docMk/>
            <pc:sldMk cId="1392177035" sldId="310"/>
            <ac:spMk id="7" creationId="{7DBB45AE-E774-66BA-C72A-B406F50AFAFE}"/>
          </ac:spMkLst>
        </pc:spChg>
        <pc:spChg chg="add mod">
          <ac:chgData name="Songqing Gu" userId="c4d8cb49210192e2" providerId="LiveId" clId="{C5316EDB-BD30-4FB8-8903-7FFCC74F1587}" dt="2023-06-19T00:27:06.434" v="768" actId="1076"/>
          <ac:spMkLst>
            <pc:docMk/>
            <pc:sldMk cId="1392177035" sldId="310"/>
            <ac:spMk id="15" creationId="{78635525-879C-9471-31FA-BCF78A8BD761}"/>
          </ac:spMkLst>
        </pc:spChg>
        <pc:spChg chg="add mod">
          <ac:chgData name="Songqing Gu" userId="c4d8cb49210192e2" providerId="LiveId" clId="{C5316EDB-BD30-4FB8-8903-7FFCC74F1587}" dt="2023-06-19T00:35:48.937" v="796" actId="20577"/>
          <ac:spMkLst>
            <pc:docMk/>
            <pc:sldMk cId="1392177035" sldId="310"/>
            <ac:spMk id="24" creationId="{EE0CEDE5-E2D2-2394-2E58-D5C6888585C1}"/>
          </ac:spMkLst>
        </pc:spChg>
        <pc:cxnChg chg="add mod">
          <ac:chgData name="Songqing Gu" userId="c4d8cb49210192e2" providerId="LiveId" clId="{C5316EDB-BD30-4FB8-8903-7FFCC74F1587}" dt="2023-06-19T00:35:52.907" v="800" actId="1038"/>
          <ac:cxnSpMkLst>
            <pc:docMk/>
            <pc:sldMk cId="1392177035" sldId="310"/>
            <ac:cxnSpMk id="6" creationId="{ACC646AF-CFF1-4C3C-DFB0-8FE1F4EB0B9E}"/>
          </ac:cxnSpMkLst>
        </pc:cxnChg>
        <pc:cxnChg chg="add mod">
          <ac:chgData name="Songqing Gu" userId="c4d8cb49210192e2" providerId="LiveId" clId="{C5316EDB-BD30-4FB8-8903-7FFCC74F1587}" dt="2023-06-19T00:35:52.907" v="800" actId="1038"/>
          <ac:cxnSpMkLst>
            <pc:docMk/>
            <pc:sldMk cId="1392177035" sldId="310"/>
            <ac:cxnSpMk id="9" creationId="{8FD0F24E-F820-8F8F-537C-797CBD29495E}"/>
          </ac:cxnSpMkLst>
        </pc:cxnChg>
        <pc:cxnChg chg="add mod">
          <ac:chgData name="Songqing Gu" userId="c4d8cb49210192e2" providerId="LiveId" clId="{C5316EDB-BD30-4FB8-8903-7FFCC74F1587}" dt="2023-06-19T00:35:52.907" v="800" actId="1038"/>
          <ac:cxnSpMkLst>
            <pc:docMk/>
            <pc:sldMk cId="1392177035" sldId="310"/>
            <ac:cxnSpMk id="13" creationId="{02BF9FA0-8A43-7164-0638-E3A404010AC7}"/>
          </ac:cxnSpMkLst>
        </pc:cxnChg>
        <pc:cxnChg chg="add mod">
          <ac:chgData name="Songqing Gu" userId="c4d8cb49210192e2" providerId="LiveId" clId="{C5316EDB-BD30-4FB8-8903-7FFCC74F1587}" dt="2023-06-19T00:30:00.733" v="794" actId="14100"/>
          <ac:cxnSpMkLst>
            <pc:docMk/>
            <pc:sldMk cId="1392177035" sldId="310"/>
            <ac:cxnSpMk id="25" creationId="{AF5A228B-5129-E63D-BEF6-77686237321E}"/>
          </ac:cxnSpMkLst>
        </pc:cxnChg>
      </pc:sldChg>
      <pc:sldChg chg="delSp del mod">
        <pc:chgData name="Songqing Gu" userId="c4d8cb49210192e2" providerId="LiveId" clId="{C5316EDB-BD30-4FB8-8903-7FFCC74F1587}" dt="2023-06-12T04:31:31.393" v="162" actId="47"/>
        <pc:sldMkLst>
          <pc:docMk/>
          <pc:sldMk cId="1651801851" sldId="310"/>
        </pc:sldMkLst>
        <pc:picChg chg="del">
          <ac:chgData name="Songqing Gu" userId="c4d8cb49210192e2" providerId="LiveId" clId="{C5316EDB-BD30-4FB8-8903-7FFCC74F1587}" dt="2023-06-12T04:28:43.898" v="93" actId="478"/>
          <ac:picMkLst>
            <pc:docMk/>
            <pc:sldMk cId="1651801851" sldId="310"/>
            <ac:picMk id="4" creationId="{00000000-0000-0000-0000-000000000000}"/>
          </ac:picMkLst>
        </pc:picChg>
      </pc:sldChg>
      <pc:sldChg chg="add del setBg">
        <pc:chgData name="Songqing Gu" userId="c4d8cb49210192e2" providerId="LiveId" clId="{C5316EDB-BD30-4FB8-8903-7FFCC74F1587}" dt="2023-06-12T06:56:46.713" v="290" actId="47"/>
        <pc:sldMkLst>
          <pc:docMk/>
          <pc:sldMk cId="2867122606" sldId="311"/>
        </pc:sldMkLst>
      </pc:sldChg>
      <pc:sldChg chg="addSp delSp modSp add mod modNotesTx">
        <pc:chgData name="Songqing Gu" userId="c4d8cb49210192e2" providerId="LiveId" clId="{C5316EDB-BD30-4FB8-8903-7FFCC74F1587}" dt="2023-06-19T01:04:49.178" v="905" actId="14100"/>
        <pc:sldMkLst>
          <pc:docMk/>
          <pc:sldMk cId="3914066411" sldId="311"/>
        </pc:sldMkLst>
        <pc:spChg chg="mod">
          <ac:chgData name="Songqing Gu" userId="c4d8cb49210192e2" providerId="LiveId" clId="{C5316EDB-BD30-4FB8-8903-7FFCC74F1587}" dt="2023-06-19T00:24:44.903" v="755" actId="1076"/>
          <ac:spMkLst>
            <pc:docMk/>
            <pc:sldMk cId="3914066411" sldId="311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9T01:04:07.215" v="890" actId="14100"/>
          <ac:spMkLst>
            <pc:docMk/>
            <pc:sldMk cId="3914066411" sldId="311"/>
            <ac:spMk id="3" creationId="{655E1610-8A2E-EBB3-CD3C-DB0C0FC974B5}"/>
          </ac:spMkLst>
        </pc:spChg>
        <pc:spChg chg="add del mod">
          <ac:chgData name="Songqing Gu" userId="c4d8cb49210192e2" providerId="LiveId" clId="{C5316EDB-BD30-4FB8-8903-7FFCC74F1587}" dt="2023-06-19T00:56:21.642" v="823" actId="478"/>
          <ac:spMkLst>
            <pc:docMk/>
            <pc:sldMk cId="3914066411" sldId="311"/>
            <ac:spMk id="4" creationId="{23285273-10C5-D4D3-6B4E-D337038A42B4}"/>
          </ac:spMkLst>
        </pc:spChg>
        <pc:spChg chg="add del mod">
          <ac:chgData name="Songqing Gu" userId="c4d8cb49210192e2" providerId="LiveId" clId="{C5316EDB-BD30-4FB8-8903-7FFCC74F1587}" dt="2023-06-19T00:55:58.396" v="809" actId="478"/>
          <ac:spMkLst>
            <pc:docMk/>
            <pc:sldMk cId="3914066411" sldId="311"/>
            <ac:spMk id="5" creationId="{D24F5B75-CFC6-9658-6C2E-4B44BA589818}"/>
          </ac:spMkLst>
        </pc:spChg>
        <pc:spChg chg="add del mod">
          <ac:chgData name="Songqing Gu" userId="c4d8cb49210192e2" providerId="LiveId" clId="{C5316EDB-BD30-4FB8-8903-7FFCC74F1587}" dt="2023-06-19T00:56:54.569" v="839" actId="478"/>
          <ac:spMkLst>
            <pc:docMk/>
            <pc:sldMk cId="3914066411" sldId="311"/>
            <ac:spMk id="6" creationId="{E206FC33-8685-3E88-14A5-F477EB7F25DA}"/>
          </ac:spMkLst>
        </pc:spChg>
        <pc:spChg chg="add del mod">
          <ac:chgData name="Songqing Gu" userId="c4d8cb49210192e2" providerId="LiveId" clId="{C5316EDB-BD30-4FB8-8903-7FFCC74F1587}" dt="2023-06-19T00:55:53.749" v="807" actId="478"/>
          <ac:spMkLst>
            <pc:docMk/>
            <pc:sldMk cId="3914066411" sldId="311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9T01:04:15.498" v="893" actId="1076"/>
          <ac:spMkLst>
            <pc:docMk/>
            <pc:sldMk cId="3914066411" sldId="311"/>
            <ac:spMk id="15" creationId="{DE46CFA4-C48A-F347-CA76-33C39603F129}"/>
          </ac:spMkLst>
        </pc:spChg>
        <pc:spChg chg="add mod">
          <ac:chgData name="Songqing Gu" userId="c4d8cb49210192e2" providerId="LiveId" clId="{C5316EDB-BD30-4FB8-8903-7FFCC74F1587}" dt="2023-06-19T00:58:57.151" v="872" actId="1076"/>
          <ac:spMkLst>
            <pc:docMk/>
            <pc:sldMk cId="3914066411" sldId="311"/>
            <ac:spMk id="19" creationId="{32F74899-2500-64B7-8993-BB51403DC80F}"/>
          </ac:spMkLst>
        </pc:spChg>
        <pc:spChg chg="add mod">
          <ac:chgData name="Songqing Gu" userId="c4d8cb49210192e2" providerId="LiveId" clId="{C5316EDB-BD30-4FB8-8903-7FFCC74F1587}" dt="2023-06-19T00:59:02.334" v="873" actId="1076"/>
          <ac:spMkLst>
            <pc:docMk/>
            <pc:sldMk cId="3914066411" sldId="311"/>
            <ac:spMk id="23" creationId="{31D31A4C-022F-14CC-1953-2270A61B871E}"/>
          </ac:spMkLst>
        </pc:spChg>
        <pc:spChg chg="add mod">
          <ac:chgData name="Songqing Gu" userId="c4d8cb49210192e2" providerId="LiveId" clId="{C5316EDB-BD30-4FB8-8903-7FFCC74F1587}" dt="2023-06-19T01:04:13.058" v="892" actId="1076"/>
          <ac:spMkLst>
            <pc:docMk/>
            <pc:sldMk cId="3914066411" sldId="311"/>
            <ac:spMk id="29" creationId="{900448F6-D14F-FB42-3B7F-DD3698EEF83C}"/>
          </ac:spMkLst>
        </pc:spChg>
        <pc:spChg chg="add del mod">
          <ac:chgData name="Songqing Gu" userId="c4d8cb49210192e2" providerId="LiveId" clId="{C5316EDB-BD30-4FB8-8903-7FFCC74F1587}" dt="2023-06-19T00:59:05.396" v="874" actId="478"/>
          <ac:spMkLst>
            <pc:docMk/>
            <pc:sldMk cId="3914066411" sldId="311"/>
            <ac:spMk id="30" creationId="{638BAE7E-A2F6-3C58-DA94-E55A798C739F}"/>
          </ac:spMkLst>
        </pc:spChg>
        <pc:spChg chg="add mod">
          <ac:chgData name="Songqing Gu" userId="c4d8cb49210192e2" providerId="LiveId" clId="{C5316EDB-BD30-4FB8-8903-7FFCC74F1587}" dt="2023-06-19T00:59:25.257" v="879" actId="20577"/>
          <ac:spMkLst>
            <pc:docMk/>
            <pc:sldMk cId="3914066411" sldId="311"/>
            <ac:spMk id="31" creationId="{0A980281-C72F-2EAB-0EE1-EEA2BA8C042B}"/>
          </ac:spMkLst>
        </pc:spChg>
        <pc:spChg chg="add mod">
          <ac:chgData name="Songqing Gu" userId="c4d8cb49210192e2" providerId="LiveId" clId="{C5316EDB-BD30-4FB8-8903-7FFCC74F1587}" dt="2023-06-19T01:04:49.178" v="905" actId="14100"/>
          <ac:spMkLst>
            <pc:docMk/>
            <pc:sldMk cId="3914066411" sldId="311"/>
            <ac:spMk id="32" creationId="{7527C794-A716-4B4B-F7D0-09EA57C2F90B}"/>
          </ac:spMkLst>
        </pc:spChg>
        <pc:cxnChg chg="add del mod">
          <ac:chgData name="Songqing Gu" userId="c4d8cb49210192e2" providerId="LiveId" clId="{C5316EDB-BD30-4FB8-8903-7FFCC74F1587}" dt="2023-06-19T00:58:48.687" v="869" actId="478"/>
          <ac:cxnSpMkLst>
            <pc:docMk/>
            <pc:sldMk cId="3914066411" sldId="311"/>
            <ac:cxnSpMk id="9" creationId="{EBAF9D38-D256-ABC4-1662-D1C1E56C1A5F}"/>
          </ac:cxnSpMkLst>
        </pc:cxnChg>
        <pc:cxnChg chg="add del mod">
          <ac:chgData name="Songqing Gu" userId="c4d8cb49210192e2" providerId="LiveId" clId="{C5316EDB-BD30-4FB8-8903-7FFCC74F1587}" dt="2023-06-19T00:56:46.291" v="835" actId="478"/>
          <ac:cxnSpMkLst>
            <pc:docMk/>
            <pc:sldMk cId="3914066411" sldId="311"/>
            <ac:cxnSpMk id="10" creationId="{7670EE8D-32AB-AF81-DC8D-4283288A70EC}"/>
          </ac:cxnSpMkLst>
        </pc:cxnChg>
        <pc:cxnChg chg="add del mod">
          <ac:chgData name="Songqing Gu" userId="c4d8cb49210192e2" providerId="LiveId" clId="{C5316EDB-BD30-4FB8-8903-7FFCC74F1587}" dt="2023-06-19T00:58:50.033" v="870" actId="478"/>
          <ac:cxnSpMkLst>
            <pc:docMk/>
            <pc:sldMk cId="3914066411" sldId="311"/>
            <ac:cxnSpMk id="13" creationId="{A3285B1E-AF94-D971-B7C4-0F6CE54BB9D6}"/>
          </ac:cxnSpMkLst>
        </pc:cxnChg>
        <pc:cxnChg chg="add del mod">
          <ac:chgData name="Songqing Gu" userId="c4d8cb49210192e2" providerId="LiveId" clId="{C5316EDB-BD30-4FB8-8903-7FFCC74F1587}" dt="2023-06-19T00:55:55.965" v="808" actId="478"/>
          <ac:cxnSpMkLst>
            <pc:docMk/>
            <pc:sldMk cId="3914066411" sldId="311"/>
            <ac:cxnSpMk id="16" creationId="{6A86B593-CFAD-0C95-3CC7-01FB7F3B3E72}"/>
          </ac:cxnSpMkLst>
        </pc:cxnChg>
      </pc:sldChg>
      <pc:sldChg chg="modSp add del mod ord">
        <pc:chgData name="Songqing Gu" userId="c4d8cb49210192e2" providerId="LiveId" clId="{C5316EDB-BD30-4FB8-8903-7FFCC74F1587}" dt="2023-06-12T07:04:28.485" v="415" actId="2696"/>
        <pc:sldMkLst>
          <pc:docMk/>
          <pc:sldMk cId="3923240061" sldId="312"/>
        </pc:sldMkLst>
        <pc:spChg chg="mod">
          <ac:chgData name="Songqing Gu" userId="c4d8cb49210192e2" providerId="LiveId" clId="{C5316EDB-BD30-4FB8-8903-7FFCC74F1587}" dt="2023-06-12T07:00:11.341" v="339" actId="1076"/>
          <ac:spMkLst>
            <pc:docMk/>
            <pc:sldMk cId="3923240061" sldId="312"/>
            <ac:spMk id="2" creationId="{00000000-0000-0000-0000-000000000000}"/>
          </ac:spMkLst>
        </pc:spChg>
      </pc:sldChg>
      <pc:sldChg chg="addSp delSp modSp add mod modNotesTx">
        <pc:chgData name="Songqing Gu" userId="c4d8cb49210192e2" providerId="LiveId" clId="{C5316EDB-BD30-4FB8-8903-7FFCC74F1587}" dt="2023-06-19T03:12:20.282" v="1050" actId="1076"/>
        <pc:sldMkLst>
          <pc:docMk/>
          <pc:sldMk cId="33693646" sldId="313"/>
        </pc:sldMkLst>
        <pc:spChg chg="mod">
          <ac:chgData name="Songqing Gu" userId="c4d8cb49210192e2" providerId="LiveId" clId="{C5316EDB-BD30-4FB8-8903-7FFCC74F1587}" dt="2023-06-19T00:25:04.876" v="759" actId="20577"/>
          <ac:spMkLst>
            <pc:docMk/>
            <pc:sldMk cId="33693646" sldId="313"/>
            <ac:spMk id="2" creationId="{00000000-0000-0000-0000-000000000000}"/>
          </ac:spMkLst>
        </pc:spChg>
        <pc:spChg chg="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3" creationId="{655E1610-8A2E-EBB3-CD3C-DB0C0FC974B5}"/>
          </ac:spMkLst>
        </pc:spChg>
        <pc:spChg chg="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4" creationId="{23285273-10C5-D4D3-6B4E-D337038A42B4}"/>
          </ac:spMkLst>
        </pc:spChg>
        <pc:spChg chg="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5" creationId="{D24F5B75-CFC6-9658-6C2E-4B44BA589818}"/>
          </ac:spMkLst>
        </pc:spChg>
        <pc:spChg chg="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6" creationId="{E206FC33-8685-3E88-14A5-F477EB7F25DA}"/>
          </ac:spMkLst>
        </pc:spChg>
        <pc:spChg chg="del mod">
          <ac:chgData name="Songqing Gu" userId="c4d8cb49210192e2" providerId="LiveId" clId="{C5316EDB-BD30-4FB8-8903-7FFCC74F1587}" dt="2023-06-19T03:06:19.502" v="1018" actId="478"/>
          <ac:spMkLst>
            <pc:docMk/>
            <pc:sldMk cId="33693646" sldId="313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15" creationId="{9237497C-CBE4-11DF-0F06-4D221A039C03}"/>
          </ac:spMkLst>
        </pc:spChg>
        <pc:cxnChg chg="mod">
          <ac:chgData name="Songqing Gu" userId="c4d8cb49210192e2" providerId="LiveId" clId="{C5316EDB-BD30-4FB8-8903-7FFCC74F1587}" dt="2023-06-19T03:12:20.282" v="1050" actId="1076"/>
          <ac:cxnSpMkLst>
            <pc:docMk/>
            <pc:sldMk cId="33693646" sldId="313"/>
            <ac:cxnSpMk id="9" creationId="{EBAF9D38-D256-ABC4-1662-D1C1E56C1A5F}"/>
          </ac:cxnSpMkLst>
        </pc:cxnChg>
        <pc:cxnChg chg="mod">
          <ac:chgData name="Songqing Gu" userId="c4d8cb49210192e2" providerId="LiveId" clId="{C5316EDB-BD30-4FB8-8903-7FFCC74F1587}" dt="2023-06-19T03:12:20.282" v="1050" actId="1076"/>
          <ac:cxnSpMkLst>
            <pc:docMk/>
            <pc:sldMk cId="33693646" sldId="313"/>
            <ac:cxnSpMk id="10" creationId="{7670EE8D-32AB-AF81-DC8D-4283288A70EC}"/>
          </ac:cxnSpMkLst>
        </pc:cxnChg>
        <pc:cxnChg chg="mod">
          <ac:chgData name="Songqing Gu" userId="c4d8cb49210192e2" providerId="LiveId" clId="{C5316EDB-BD30-4FB8-8903-7FFCC74F1587}" dt="2023-06-19T03:12:20.282" v="1050" actId="1076"/>
          <ac:cxnSpMkLst>
            <pc:docMk/>
            <pc:sldMk cId="33693646" sldId="313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9T03:06:21.392" v="1020" actId="478"/>
          <ac:cxnSpMkLst>
            <pc:docMk/>
            <pc:sldMk cId="33693646" sldId="313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9T03:12:20.282" v="1050" actId="1076"/>
          <ac:cxnSpMkLst>
            <pc:docMk/>
            <pc:sldMk cId="33693646" sldId="313"/>
            <ac:cxnSpMk id="19" creationId="{AF51772E-2C8E-E107-9364-0C53DE00FBE7}"/>
          </ac:cxnSpMkLst>
        </pc:cxnChg>
        <pc:cxnChg chg="add del mod">
          <ac:chgData name="Songqing Gu" userId="c4d8cb49210192e2" providerId="LiveId" clId="{C5316EDB-BD30-4FB8-8903-7FFCC74F1587}" dt="2023-06-19T03:06:20.571" v="1019" actId="478"/>
          <ac:cxnSpMkLst>
            <pc:docMk/>
            <pc:sldMk cId="33693646" sldId="313"/>
            <ac:cxnSpMk id="63" creationId="{0ABB328C-5F5B-EB9E-64CD-97C29C696069}"/>
          </ac:cxnSpMkLst>
        </pc:cxnChg>
      </pc:sldChg>
      <pc:sldChg chg="addSp delSp modSp add del mod">
        <pc:chgData name="Songqing Gu" userId="c4d8cb49210192e2" providerId="LiveId" clId="{C5316EDB-BD30-4FB8-8903-7FFCC74F1587}" dt="2023-06-19T00:25:37.395" v="760" actId="47"/>
        <pc:sldMkLst>
          <pc:docMk/>
          <pc:sldMk cId="2241566633" sldId="314"/>
        </pc:sldMkLst>
        <pc:spChg chg="mod">
          <ac:chgData name="Songqing Gu" userId="c4d8cb49210192e2" providerId="LiveId" clId="{C5316EDB-BD30-4FB8-8903-7FFCC74F1587}" dt="2023-06-14T21:11:13.604" v="590" actId="20577"/>
          <ac:spMkLst>
            <pc:docMk/>
            <pc:sldMk cId="2241566633" sldId="314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4T21:08:12.282" v="589" actId="1076"/>
          <ac:spMkLst>
            <pc:docMk/>
            <pc:sldMk cId="2241566633" sldId="314"/>
            <ac:spMk id="4" creationId="{E9429D20-15E4-3B60-E0C7-36E5B3E056BE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7" creationId="{1DE38B5A-9844-A006-B4D4-BA358D9C34EE}"/>
          </ac:spMkLst>
        </pc:sp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6" creationId="{6A86B593-CFAD-0C95-3CC7-01FB7F3B3E72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63" creationId="{0ABB328C-5F5B-EB9E-64CD-97C29C696069}"/>
          </ac:cxnSpMkLst>
        </pc:cxnChg>
      </pc:sldChg>
      <pc:sldChg chg="delSp modSp mod setBg">
        <pc:chgData name="Songqing Gu" userId="c4d8cb49210192e2" providerId="LiveId" clId="{C5316EDB-BD30-4FB8-8903-7FFCC74F1587}" dt="2023-06-14T20:50:48.258" v="560" actId="1076"/>
        <pc:sldMkLst>
          <pc:docMk/>
          <pc:sldMk cId="0" sldId="315"/>
        </pc:sldMkLst>
        <pc:spChg chg="mod">
          <ac:chgData name="Songqing Gu" userId="c4d8cb49210192e2" providerId="LiveId" clId="{C5316EDB-BD30-4FB8-8903-7FFCC74F1587}" dt="2023-06-14T20:50:39.465" v="558" actId="255"/>
          <ac:spMkLst>
            <pc:docMk/>
            <pc:sldMk cId="0" sldId="315"/>
            <ac:spMk id="19458" creationId="{FF3C3155-BE05-3D15-A695-7118E49059CC}"/>
          </ac:spMkLst>
        </pc:spChg>
        <pc:spChg chg="mod">
          <ac:chgData name="Songqing Gu" userId="c4d8cb49210192e2" providerId="LiveId" clId="{C5316EDB-BD30-4FB8-8903-7FFCC74F1587}" dt="2023-06-14T20:50:47.331" v="559" actId="1076"/>
          <ac:spMkLst>
            <pc:docMk/>
            <pc:sldMk cId="0" sldId="315"/>
            <ac:spMk id="19460" creationId="{41661543-D78A-4FBA-2E67-946431F46A5A}"/>
          </ac:spMkLst>
        </pc:spChg>
        <pc:spChg chg="mod">
          <ac:chgData name="Songqing Gu" userId="c4d8cb49210192e2" providerId="LiveId" clId="{C5316EDB-BD30-4FB8-8903-7FFCC74F1587}" dt="2023-06-14T20:50:48.258" v="560" actId="1076"/>
          <ac:spMkLst>
            <pc:docMk/>
            <pc:sldMk cId="0" sldId="315"/>
            <ac:spMk id="19461" creationId="{BA125DD6-C908-C8F4-DA0B-A83FE53416C6}"/>
          </ac:spMkLst>
        </pc:spChg>
        <pc:spChg chg="del">
          <ac:chgData name="Songqing Gu" userId="c4d8cb49210192e2" providerId="LiveId" clId="{C5316EDB-BD30-4FB8-8903-7FFCC74F1587}" dt="2023-06-14T20:50:32.234" v="557" actId="478"/>
          <ac:spMkLst>
            <pc:docMk/>
            <pc:sldMk cId="0" sldId="315"/>
            <ac:spMk id="19462" creationId="{90BE3C38-E121-D2DD-5219-809F87EC0E60}"/>
          </ac:spMkLst>
        </pc:spChg>
        <pc:picChg chg="mod">
          <ac:chgData name="Songqing Gu" userId="c4d8cb49210192e2" providerId="LiveId" clId="{C5316EDB-BD30-4FB8-8903-7FFCC74F1587}" dt="2023-06-14T20:50:47.331" v="559" actId="1076"/>
          <ac:picMkLst>
            <pc:docMk/>
            <pc:sldMk cId="0" sldId="315"/>
            <ac:picMk id="5" creationId="{08D0BC50-00BC-D05B-F5C4-CC84939275A1}"/>
          </ac:picMkLst>
        </pc:picChg>
      </pc:sldChg>
      <pc:sldChg chg="setBg">
        <pc:chgData name="Songqing Gu" userId="c4d8cb49210192e2" providerId="LiveId" clId="{C5316EDB-BD30-4FB8-8903-7FFCC74F1587}" dt="2023-06-19T00:53:30.906" v="804"/>
        <pc:sldMkLst>
          <pc:docMk/>
          <pc:sldMk cId="0" sldId="356"/>
        </pc:sldMkLst>
      </pc:sldChg>
      <pc:sldChg chg="addSp delSp modSp add del mod">
        <pc:chgData name="Songqing Gu" userId="c4d8cb49210192e2" providerId="LiveId" clId="{C5316EDB-BD30-4FB8-8903-7FFCC74F1587}" dt="2023-06-19T00:25:37.395" v="760" actId="47"/>
        <pc:sldMkLst>
          <pc:docMk/>
          <pc:sldMk cId="3976250974" sldId="357"/>
        </pc:sldMkLst>
        <pc:spChg chg="del mod">
          <ac:chgData name="Songqing Gu" userId="c4d8cb49210192e2" providerId="LiveId" clId="{C5316EDB-BD30-4FB8-8903-7FFCC74F1587}" dt="2023-06-14T21:07:44.449" v="583" actId="478"/>
          <ac:spMkLst>
            <pc:docMk/>
            <pc:sldMk cId="3976250974" sldId="357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1:11:51.089" v="608" actId="14100"/>
          <ac:spMkLst>
            <pc:docMk/>
            <pc:sldMk cId="3976250974" sldId="357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14T21:11:58.394" v="610" actId="478"/>
          <ac:spMkLst>
            <pc:docMk/>
            <pc:sldMk cId="3976250974" sldId="357"/>
            <ac:spMk id="6" creationId="{9BF379F3-8AFC-78FE-87F0-810F5737F47F}"/>
          </ac:spMkLst>
        </pc:spChg>
        <pc:spChg chg="add del">
          <ac:chgData name="Songqing Gu" userId="c4d8cb49210192e2" providerId="LiveId" clId="{C5316EDB-BD30-4FB8-8903-7FFCC74F1587}" dt="2023-06-14T21:24:26.510" v="637" actId="22"/>
          <ac:spMkLst>
            <pc:docMk/>
            <pc:sldMk cId="3976250974" sldId="357"/>
            <ac:spMk id="8" creationId="{1D60242F-5845-ECD9-D97A-C9F2032FC74D}"/>
          </ac:spMkLst>
        </pc:spChg>
        <pc:spChg chg="add mod">
          <ac:chgData name="Songqing Gu" userId="c4d8cb49210192e2" providerId="LiveId" clId="{C5316EDB-BD30-4FB8-8903-7FFCC74F1587}" dt="2023-06-14T21:58:04.982" v="666" actId="14100"/>
          <ac:spMkLst>
            <pc:docMk/>
            <pc:sldMk cId="3976250974" sldId="357"/>
            <ac:spMk id="10" creationId="{D992A101-7D44-3C71-DDD3-DCBC98CC21EC}"/>
          </ac:spMkLst>
        </pc:spChg>
        <pc:spChg chg="add mod">
          <ac:chgData name="Songqing Gu" userId="c4d8cb49210192e2" providerId="LiveId" clId="{C5316EDB-BD30-4FB8-8903-7FFCC74F1587}" dt="2023-06-14T21:57:58.151" v="665" actId="14100"/>
          <ac:spMkLst>
            <pc:docMk/>
            <pc:sldMk cId="3976250974" sldId="357"/>
            <ac:spMk id="12" creationId="{77A40E97-FFCA-7163-BE22-133F76D9A68D}"/>
          </ac:spMkLst>
        </pc:spChg>
        <pc:spChg chg="add mod">
          <ac:chgData name="Songqing Gu" userId="c4d8cb49210192e2" providerId="LiveId" clId="{C5316EDB-BD30-4FB8-8903-7FFCC74F1587}" dt="2023-06-14T21:59:15" v="677" actId="113"/>
          <ac:spMkLst>
            <pc:docMk/>
            <pc:sldMk cId="3976250974" sldId="357"/>
            <ac:spMk id="14" creationId="{2FAA7FC1-884A-7E3B-4A69-B6F5D98BD90B}"/>
          </ac:spMkLst>
        </pc:spChg>
        <pc:spChg chg="add mod">
          <ac:chgData name="Songqing Gu" userId="c4d8cb49210192e2" providerId="LiveId" clId="{C5316EDB-BD30-4FB8-8903-7FFCC74F1587}" dt="2023-06-14T21:58:46.908" v="672" actId="1076"/>
          <ac:spMkLst>
            <pc:docMk/>
            <pc:sldMk cId="3976250974" sldId="357"/>
            <ac:spMk id="16" creationId="{8369AE2B-D3C9-F58E-E9F5-300B66FEB11E}"/>
          </ac:spMkLst>
        </pc:spChg>
        <pc:spChg chg="add mod">
          <ac:chgData name="Songqing Gu" userId="c4d8cb49210192e2" providerId="LiveId" clId="{C5316EDB-BD30-4FB8-8903-7FFCC74F1587}" dt="2023-06-14T21:59:06.383" v="675" actId="1076"/>
          <ac:spMkLst>
            <pc:docMk/>
            <pc:sldMk cId="3976250974" sldId="357"/>
            <ac:spMk id="18" creationId="{7F216404-C976-0206-06F1-1EA6ADC0DEE7}"/>
          </ac:spMkLst>
        </pc:spChg>
        <pc:spChg chg="add mod">
          <ac:chgData name="Songqing Gu" userId="c4d8cb49210192e2" providerId="LiveId" clId="{C5316EDB-BD30-4FB8-8903-7FFCC74F1587}" dt="2023-06-14T21:59:35.832" v="680" actId="1076"/>
          <ac:spMkLst>
            <pc:docMk/>
            <pc:sldMk cId="3976250974" sldId="357"/>
            <ac:spMk id="20" creationId="{EB72B539-44CF-4C99-D9CB-CD69C5218530}"/>
          </ac:spMkLst>
        </pc:spChg>
        <pc:spChg chg="add mod">
          <ac:chgData name="Songqing Gu" userId="c4d8cb49210192e2" providerId="LiveId" clId="{C5316EDB-BD30-4FB8-8903-7FFCC74F1587}" dt="2023-06-14T22:00:05.650" v="683" actId="1076"/>
          <ac:spMkLst>
            <pc:docMk/>
            <pc:sldMk cId="3976250974" sldId="357"/>
            <ac:spMk id="22" creationId="{BD42BF0C-64C2-5E4F-DDC6-72604C91D731}"/>
          </ac:spMkLst>
        </pc:spChg>
        <pc:spChg chg="add mod">
          <ac:chgData name="Songqing Gu" userId="c4d8cb49210192e2" providerId="LiveId" clId="{C5316EDB-BD30-4FB8-8903-7FFCC74F1587}" dt="2023-06-14T22:00:26.829" v="686" actId="1076"/>
          <ac:spMkLst>
            <pc:docMk/>
            <pc:sldMk cId="3976250974" sldId="357"/>
            <ac:spMk id="24" creationId="{CAAD82A2-747D-42A6-7F32-372769CD4770}"/>
          </ac:spMkLst>
        </pc:spChg>
        <pc:spChg chg="add mod">
          <ac:chgData name="Songqing Gu" userId="c4d8cb49210192e2" providerId="LiveId" clId="{C5316EDB-BD30-4FB8-8903-7FFCC74F1587}" dt="2023-06-14T22:00:53.422" v="698" actId="14100"/>
          <ac:spMkLst>
            <pc:docMk/>
            <pc:sldMk cId="3976250974" sldId="357"/>
            <ac:spMk id="26" creationId="{6047319B-D1FE-1E4D-E892-1C22EB7707B1}"/>
          </ac:spMkLst>
        </pc:spChg>
        <pc:spChg chg="add mod">
          <ac:chgData name="Songqing Gu" userId="c4d8cb49210192e2" providerId="LiveId" clId="{C5316EDB-BD30-4FB8-8903-7FFCC74F1587}" dt="2023-06-14T22:01:27.431" v="701" actId="14100"/>
          <ac:spMkLst>
            <pc:docMk/>
            <pc:sldMk cId="3976250974" sldId="357"/>
            <ac:spMk id="28" creationId="{79302F32-8E75-8E9B-492B-A7F5B0066905}"/>
          </ac:spMkLst>
        </pc:spChg>
        <pc:spChg chg="add mod">
          <ac:chgData name="Songqing Gu" userId="c4d8cb49210192e2" providerId="LiveId" clId="{C5316EDB-BD30-4FB8-8903-7FFCC74F1587}" dt="2023-06-14T22:06:20.430" v="704" actId="1076"/>
          <ac:spMkLst>
            <pc:docMk/>
            <pc:sldMk cId="3976250974" sldId="357"/>
            <ac:spMk id="30" creationId="{2BF92A3E-3E86-247A-566A-9486A6E69F36}"/>
          </ac:spMkLst>
        </pc:spChg>
      </pc:sldChg>
      <pc:sldChg chg="addSp modSp add del mod ord">
        <pc:chgData name="Songqing Gu" userId="c4d8cb49210192e2" providerId="LiveId" clId="{C5316EDB-BD30-4FB8-8903-7FFCC74F1587}" dt="2023-06-19T00:25:37.395" v="760" actId="47"/>
        <pc:sldMkLst>
          <pc:docMk/>
          <pc:sldMk cId="3957866147" sldId="358"/>
        </pc:sldMkLst>
        <pc:spChg chg="add mod">
          <ac:chgData name="Songqing Gu" userId="c4d8cb49210192e2" providerId="LiveId" clId="{C5316EDB-BD30-4FB8-8903-7FFCC74F1587}" dt="2023-06-14T21:18:44.904" v="632" actId="1076"/>
          <ac:spMkLst>
            <pc:docMk/>
            <pc:sldMk cId="3957866147" sldId="358"/>
            <ac:spMk id="3" creationId="{2E87CD09-7600-9F5D-9854-C0482544E600}"/>
          </ac:spMkLst>
        </pc:spChg>
        <pc:spChg chg="mod">
          <ac:chgData name="Songqing Gu" userId="c4d8cb49210192e2" providerId="LiveId" clId="{C5316EDB-BD30-4FB8-8903-7FFCC74F1587}" dt="2023-06-14T21:16:58.128" v="620" actId="20577"/>
          <ac:spMkLst>
            <pc:docMk/>
            <pc:sldMk cId="3957866147" sldId="358"/>
            <ac:spMk id="4" creationId="{A5334BB3-AFE5-56C3-3DAD-23292EC4C00B}"/>
          </ac:spMkLst>
        </pc:spChg>
        <pc:spChg chg="add mod">
          <ac:chgData name="Songqing Gu" userId="c4d8cb49210192e2" providerId="LiveId" clId="{C5316EDB-BD30-4FB8-8903-7FFCC74F1587}" dt="2023-06-14T21:19:17.449" v="635" actId="14100"/>
          <ac:spMkLst>
            <pc:docMk/>
            <pc:sldMk cId="3957866147" sldId="358"/>
            <ac:spMk id="6" creationId="{BB7916EF-073C-615F-6D1D-CB4A505DDBFE}"/>
          </ac:spMkLst>
        </pc:spChg>
        <pc:picChg chg="add mod">
          <ac:chgData name="Songqing Gu" userId="c4d8cb49210192e2" providerId="LiveId" clId="{C5316EDB-BD30-4FB8-8903-7FFCC74F1587}" dt="2023-06-14T21:17:59.308" v="626" actId="1076"/>
          <ac:picMkLst>
            <pc:docMk/>
            <pc:sldMk cId="3957866147" sldId="358"/>
            <ac:picMk id="1026" creationId="{9A5D7404-46DF-2C74-EEF0-39205A8C8AED}"/>
          </ac:picMkLst>
        </pc:picChg>
      </pc:sldChg>
      <pc:sldChg chg="addSp delSp modSp add del mod ord">
        <pc:chgData name="Songqing Gu" userId="c4d8cb49210192e2" providerId="LiveId" clId="{C5316EDB-BD30-4FB8-8903-7FFCC74F1587}" dt="2023-06-29T12:11:33.973" v="1105" actId="2696"/>
        <pc:sldMkLst>
          <pc:docMk/>
          <pc:sldMk cId="3910698975" sldId="359"/>
        </pc:sldMkLst>
        <pc:spChg chg="add del mod">
          <ac:chgData name="Songqing Gu" userId="c4d8cb49210192e2" providerId="LiveId" clId="{C5316EDB-BD30-4FB8-8903-7FFCC74F1587}" dt="2023-06-19T03:14:54.584" v="1055" actId="478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29T12:07:01.673" v="1088" actId="1076"/>
          <ac:spMkLst>
            <pc:docMk/>
            <pc:sldMk cId="3910698975" sldId="359"/>
            <ac:spMk id="4" creationId="{A5334BB3-AFE5-56C3-3DAD-23292EC4C00B}"/>
          </ac:spMkLst>
        </pc:spChg>
        <pc:picChg chg="add mod">
          <ac:chgData name="Songqing Gu" userId="c4d8cb49210192e2" providerId="LiveId" clId="{C5316EDB-BD30-4FB8-8903-7FFCC74F1587}" dt="2023-06-29T12:06:59.527" v="1087" actId="1076"/>
          <ac:picMkLst>
            <pc:docMk/>
            <pc:sldMk cId="3910698975" sldId="359"/>
            <ac:picMk id="1026" creationId="{3BA0D124-3CF5-BD82-420C-47B94FF72340}"/>
          </ac:picMkLst>
        </pc:picChg>
      </pc:sldChg>
      <pc:sldChg chg="addSp delSp modSp add mod">
        <pc:chgData name="Songqing Gu" userId="c4d8cb49210192e2" providerId="LiveId" clId="{C5316EDB-BD30-4FB8-8903-7FFCC74F1587}" dt="2023-06-19T03:05:55.534" v="1017" actId="1076"/>
        <pc:sldMkLst>
          <pc:docMk/>
          <pc:sldMk cId="3889583267" sldId="360"/>
        </pc:sldMkLst>
        <pc:spChg chg="mod">
          <ac:chgData name="Songqing Gu" userId="c4d8cb49210192e2" providerId="LiveId" clId="{C5316EDB-BD30-4FB8-8903-7FFCC74F1587}" dt="2023-06-19T03:00:39.190" v="967" actId="20577"/>
          <ac:spMkLst>
            <pc:docMk/>
            <pc:sldMk cId="3889583267" sldId="360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4" creationId="{23285273-10C5-D4D3-6B4E-D337038A42B4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9T03:01:54.513" v="974" actId="20577"/>
          <ac:spMkLst>
            <pc:docMk/>
            <pc:sldMk cId="3889583267" sldId="360"/>
            <ac:spMk id="8" creationId="{4DFBFB94-1C0E-BA6B-BF50-4782C6F2C4C8}"/>
          </ac:spMkLst>
        </pc:spChg>
        <pc:spChg chg="add mod">
          <ac:chgData name="Songqing Gu" userId="c4d8cb49210192e2" providerId="LiveId" clId="{C5316EDB-BD30-4FB8-8903-7FFCC74F1587}" dt="2023-06-19T03:03:55.771" v="991" actId="1076"/>
          <ac:spMkLst>
            <pc:docMk/>
            <pc:sldMk cId="3889583267" sldId="360"/>
            <ac:spMk id="11" creationId="{57E0F03D-4634-8E1F-CDD3-A155C2AD8F25}"/>
          </ac:spMkLst>
        </pc:spChg>
        <pc:spChg chg="add mod">
          <ac:chgData name="Songqing Gu" userId="c4d8cb49210192e2" providerId="LiveId" clId="{C5316EDB-BD30-4FB8-8903-7FFCC74F1587}" dt="2023-06-19T03:04:47.232" v="1005" actId="1076"/>
          <ac:spMkLst>
            <pc:docMk/>
            <pc:sldMk cId="3889583267" sldId="360"/>
            <ac:spMk id="12" creationId="{57ADD0FA-1A23-C291-8839-2816FA1D2EEA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15" creationId="{9237497C-CBE4-11DF-0F06-4D221A039C03}"/>
          </ac:spMkLst>
        </pc:spChg>
        <pc:spChg chg="add mod">
          <ac:chgData name="Songqing Gu" userId="c4d8cb49210192e2" providerId="LiveId" clId="{C5316EDB-BD30-4FB8-8903-7FFCC74F1587}" dt="2023-06-19T03:01:24.387" v="969"/>
          <ac:spMkLst>
            <pc:docMk/>
            <pc:sldMk cId="3889583267" sldId="360"/>
            <ac:spMk id="18" creationId="{2C6A53D5-D141-83A4-A97A-6EA432073795}"/>
          </ac:spMkLst>
        </pc:spChg>
        <pc:spChg chg="add mod">
          <ac:chgData name="Songqing Gu" userId="c4d8cb49210192e2" providerId="LiveId" clId="{C5316EDB-BD30-4FB8-8903-7FFCC74F1587}" dt="2023-06-19T03:04:50.374" v="1006" actId="1076"/>
          <ac:spMkLst>
            <pc:docMk/>
            <pc:sldMk cId="3889583267" sldId="360"/>
            <ac:spMk id="21" creationId="{31D2FD52-753A-3A81-9E5E-56542BFAED06}"/>
          </ac:spMkLst>
        </pc:spChg>
        <pc:spChg chg="add del mod">
          <ac:chgData name="Songqing Gu" userId="c4d8cb49210192e2" providerId="LiveId" clId="{C5316EDB-BD30-4FB8-8903-7FFCC74F1587}" dt="2023-06-19T03:01:44.275" v="970" actId="478"/>
          <ac:spMkLst>
            <pc:docMk/>
            <pc:sldMk cId="3889583267" sldId="360"/>
            <ac:spMk id="22" creationId="{BFD3BD69-474D-F910-F3A5-75246ED15514}"/>
          </ac:spMkLst>
        </pc:spChg>
        <pc:spChg chg="add mod">
          <ac:chgData name="Songqing Gu" userId="c4d8cb49210192e2" providerId="LiveId" clId="{C5316EDB-BD30-4FB8-8903-7FFCC74F1587}" dt="2023-06-19T03:05:47.704" v="1016" actId="1076"/>
          <ac:spMkLst>
            <pc:docMk/>
            <pc:sldMk cId="3889583267" sldId="360"/>
            <ac:spMk id="30" creationId="{5028FC6F-257C-4729-53B6-9AAD52B63AC8}"/>
          </ac:spMkLst>
        </pc:spChg>
        <pc:spChg chg="add mod">
          <ac:chgData name="Songqing Gu" userId="c4d8cb49210192e2" providerId="LiveId" clId="{C5316EDB-BD30-4FB8-8903-7FFCC74F1587}" dt="2023-06-19T03:05:55.534" v="1017" actId="1076"/>
          <ac:spMkLst>
            <pc:docMk/>
            <pc:sldMk cId="3889583267" sldId="360"/>
            <ac:spMk id="31" creationId="{1E448BA5-7BCF-33DF-94CD-0F5186AFBEBE}"/>
          </ac:spMkLst>
        </pc:spChg>
        <pc:spChg chg="add mod">
          <ac:chgData name="Songqing Gu" userId="c4d8cb49210192e2" providerId="LiveId" clId="{C5316EDB-BD30-4FB8-8903-7FFCC74F1587}" dt="2023-06-19T03:05:04.649" v="1007" actId="1076"/>
          <ac:spMkLst>
            <pc:docMk/>
            <pc:sldMk cId="3889583267" sldId="360"/>
            <ac:spMk id="37" creationId="{43521DD4-496F-7E21-FB99-7957B35FBB33}"/>
          </ac:spMkLst>
        </pc:spChg>
        <pc:spChg chg="add mod">
          <ac:chgData name="Songqing Gu" userId="c4d8cb49210192e2" providerId="LiveId" clId="{C5316EDB-BD30-4FB8-8903-7FFCC74F1587}" dt="2023-06-19T03:05:47.704" v="1016" actId="1076"/>
          <ac:spMkLst>
            <pc:docMk/>
            <pc:sldMk cId="3889583267" sldId="360"/>
            <ac:spMk id="38" creationId="{FAB97DB2-509B-6859-0E84-53E7C5DBEAA2}"/>
          </ac:spMkLst>
        </pc:spChg>
        <pc:spChg chg="add mod">
          <ac:chgData name="Songqing Gu" userId="c4d8cb49210192e2" providerId="LiveId" clId="{C5316EDB-BD30-4FB8-8903-7FFCC74F1587}" dt="2023-06-19T03:05:55.534" v="1017" actId="1076"/>
          <ac:spMkLst>
            <pc:docMk/>
            <pc:sldMk cId="3889583267" sldId="360"/>
            <ac:spMk id="39" creationId="{F3EDA4DF-0F58-88AB-E871-DF0715EA2C7F}"/>
          </ac:spMkLst>
        </pc:sp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13" creationId="{A3285B1E-AF94-D971-B7C4-0F6CE54BB9D6}"/>
          </ac:cxnSpMkLst>
        </pc:cxnChg>
        <pc:cxnChg chg="add mod">
          <ac:chgData name="Songqing Gu" userId="c4d8cb49210192e2" providerId="LiveId" clId="{C5316EDB-BD30-4FB8-8903-7FFCC74F1587}" dt="2023-06-19T03:03:55.771" v="991" actId="1076"/>
          <ac:cxnSpMkLst>
            <pc:docMk/>
            <pc:sldMk cId="3889583267" sldId="360"/>
            <ac:cxnSpMk id="14" creationId="{B53E3139-624A-DEE7-464D-C4AD91C7410F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9T03:04:47.232" v="1005" actId="1076"/>
          <ac:cxnSpMkLst>
            <pc:docMk/>
            <pc:sldMk cId="3889583267" sldId="360"/>
            <ac:cxnSpMk id="17" creationId="{0E7E5DB4-9D39-3D8F-99C0-EF403C585A75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19" creationId="{AF51772E-2C8E-E107-9364-0C53DE00FBE7}"/>
          </ac:cxnSpMkLst>
        </pc:cxnChg>
        <pc:cxnChg chg="add mod">
          <ac:chgData name="Songqing Gu" userId="c4d8cb49210192e2" providerId="LiveId" clId="{C5316EDB-BD30-4FB8-8903-7FFCC74F1587}" dt="2023-06-19T03:01:51.303" v="972" actId="1076"/>
          <ac:cxnSpMkLst>
            <pc:docMk/>
            <pc:sldMk cId="3889583267" sldId="360"/>
            <ac:cxnSpMk id="20" creationId="{AF46D30C-792E-97E0-9035-68E8DCF9AB03}"/>
          </ac:cxnSpMkLst>
        </pc:cxnChg>
        <pc:cxnChg chg="add del mod">
          <ac:chgData name="Songqing Gu" userId="c4d8cb49210192e2" providerId="LiveId" clId="{C5316EDB-BD30-4FB8-8903-7FFCC74F1587}" dt="2023-06-19T03:01:45.112" v="971" actId="478"/>
          <ac:cxnSpMkLst>
            <pc:docMk/>
            <pc:sldMk cId="3889583267" sldId="360"/>
            <ac:cxnSpMk id="23" creationId="{E0381B31-F716-F1E8-9DE0-8DE594C47C1A}"/>
          </ac:cxnSpMkLst>
        </pc:cxnChg>
        <pc:cxnChg chg="add mod">
          <ac:chgData name="Songqing Gu" userId="c4d8cb49210192e2" providerId="LiveId" clId="{C5316EDB-BD30-4FB8-8903-7FFCC74F1587}" dt="2023-06-19T03:05:47.704" v="1016" actId="1076"/>
          <ac:cxnSpMkLst>
            <pc:docMk/>
            <pc:sldMk cId="3889583267" sldId="360"/>
            <ac:cxnSpMk id="41" creationId="{B4B49C35-885F-CF91-A62F-3CE0192E4AED}"/>
          </ac:cxnSpMkLst>
        </pc:cxnChg>
        <pc:cxnChg chg="add mod">
          <ac:chgData name="Songqing Gu" userId="c4d8cb49210192e2" providerId="LiveId" clId="{C5316EDB-BD30-4FB8-8903-7FFCC74F1587}" dt="2023-06-19T03:05:55.534" v="1017" actId="1076"/>
          <ac:cxnSpMkLst>
            <pc:docMk/>
            <pc:sldMk cId="3889583267" sldId="360"/>
            <ac:cxnSpMk id="44" creationId="{548F7C4F-139C-4672-D1BB-CF4729A45212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63" creationId="{0ABB328C-5F5B-EB9E-64CD-97C29C696069}"/>
          </ac:cxnSpMkLst>
        </pc:cxnChg>
      </pc:sldChg>
      <pc:sldChg chg="addSp delSp modSp add mod ord">
        <pc:chgData name="Songqing Gu" userId="c4d8cb49210192e2" providerId="LiveId" clId="{C5316EDB-BD30-4FB8-8903-7FFCC74F1587}" dt="2023-06-19T06:28:51.008" v="1074" actId="478"/>
        <pc:sldMkLst>
          <pc:docMk/>
          <pc:sldMk cId="2622184179" sldId="361"/>
        </pc:sldMkLst>
        <pc:spChg chg="mod">
          <ac:chgData name="Songqing Gu" userId="c4d8cb49210192e2" providerId="LiveId" clId="{C5316EDB-BD30-4FB8-8903-7FFCC74F1587}" dt="2023-06-19T03:11:12.713" v="1048" actId="20577"/>
          <ac:spMkLst>
            <pc:docMk/>
            <pc:sldMk cId="2622184179" sldId="361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3" creationId="{5CAE18FA-3E6F-C901-5ECF-82B69AF539A9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4" creationId="{F53F1584-07D9-964F-3AFA-2965642BB3ED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5" creationId="{B09CA00B-1C23-8B1D-3372-B97B5962589F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7" creationId="{7DBB45AE-E774-66BA-C72A-B406F50AFAFE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15" creationId="{78635525-879C-9471-31FA-BCF78A8BD761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24" creationId="{EE0CEDE5-E2D2-2394-2E58-D5C6888585C1}"/>
          </ac:spMkLst>
        </pc:spChg>
        <pc:picChg chg="add mod">
          <ac:chgData name="Songqing Gu" userId="c4d8cb49210192e2" providerId="LiveId" clId="{C5316EDB-BD30-4FB8-8903-7FFCC74F1587}" dt="2023-06-19T06:11:13.045" v="1072" actId="14100"/>
          <ac:picMkLst>
            <pc:docMk/>
            <pc:sldMk cId="2622184179" sldId="361"/>
            <ac:picMk id="10" creationId="{444A3C28-92D7-8A6C-87B6-C36DD0E592EE}"/>
          </ac:picMkLst>
        </pc:picChg>
        <pc:picChg chg="add del">
          <ac:chgData name="Songqing Gu" userId="c4d8cb49210192e2" providerId="LiveId" clId="{C5316EDB-BD30-4FB8-8903-7FFCC74F1587}" dt="2023-06-19T06:28:51.008" v="1074" actId="478"/>
          <ac:picMkLst>
            <pc:docMk/>
            <pc:sldMk cId="2622184179" sldId="361"/>
            <ac:picMk id="12" creationId="{550F7376-A748-3FC4-B521-610ED0352503}"/>
          </ac:picMkLst>
        </pc:picChg>
        <pc:cxnChg chg="del mod">
          <ac:chgData name="Songqing Gu" userId="c4d8cb49210192e2" providerId="LiveId" clId="{C5316EDB-BD30-4FB8-8903-7FFCC74F1587}" dt="2023-06-19T03:11:22.842" v="1049" actId="478"/>
          <ac:cxnSpMkLst>
            <pc:docMk/>
            <pc:sldMk cId="2622184179" sldId="361"/>
            <ac:cxnSpMk id="6" creationId="{ACC646AF-CFF1-4C3C-DFB0-8FE1F4EB0B9E}"/>
          </ac:cxnSpMkLst>
        </pc:cxnChg>
        <pc:cxnChg chg="del mod">
          <ac:chgData name="Songqing Gu" userId="c4d8cb49210192e2" providerId="LiveId" clId="{C5316EDB-BD30-4FB8-8903-7FFCC74F1587}" dt="2023-06-19T03:11:22.842" v="1049" actId="478"/>
          <ac:cxnSpMkLst>
            <pc:docMk/>
            <pc:sldMk cId="2622184179" sldId="361"/>
            <ac:cxnSpMk id="9" creationId="{8FD0F24E-F820-8F8F-537C-797CBD29495E}"/>
          </ac:cxnSpMkLst>
        </pc:cxnChg>
        <pc:cxnChg chg="del mod">
          <ac:chgData name="Songqing Gu" userId="c4d8cb49210192e2" providerId="LiveId" clId="{C5316EDB-BD30-4FB8-8903-7FFCC74F1587}" dt="2023-06-19T03:11:22.842" v="1049" actId="478"/>
          <ac:cxnSpMkLst>
            <pc:docMk/>
            <pc:sldMk cId="2622184179" sldId="361"/>
            <ac:cxnSpMk id="13" creationId="{02BF9FA0-8A43-7164-0638-E3A404010AC7}"/>
          </ac:cxnSpMkLst>
        </pc:cxnChg>
        <pc:cxnChg chg="del mod">
          <ac:chgData name="Songqing Gu" userId="c4d8cb49210192e2" providerId="LiveId" clId="{C5316EDB-BD30-4FB8-8903-7FFCC74F1587}" dt="2023-06-19T03:11:22.842" v="1049" actId="478"/>
          <ac:cxnSpMkLst>
            <pc:docMk/>
            <pc:sldMk cId="2622184179" sldId="361"/>
            <ac:cxnSpMk id="25" creationId="{AF5A228B-5129-E63D-BEF6-77686237321E}"/>
          </ac:cxnSpMkLst>
        </pc:cxnChg>
      </pc:sldChg>
      <pc:sldChg chg="addSp delSp modSp add del mod">
        <pc:chgData name="Songqing Gu" userId="c4d8cb49210192e2" providerId="LiveId" clId="{C5316EDB-BD30-4FB8-8903-7FFCC74F1587}" dt="2023-06-29T12:54:57.479" v="1151" actId="2696"/>
        <pc:sldMkLst>
          <pc:docMk/>
          <pc:sldMk cId="92363776" sldId="362"/>
        </pc:sldMkLst>
        <pc:spChg chg="del">
          <ac:chgData name="Songqing Gu" userId="c4d8cb49210192e2" providerId="LiveId" clId="{C5316EDB-BD30-4FB8-8903-7FFCC74F1587}" dt="2023-06-29T12:13:05.517" v="1107" actId="478"/>
          <ac:spMkLst>
            <pc:docMk/>
            <pc:sldMk cId="92363776" sldId="362"/>
            <ac:spMk id="3" creationId="{3C33A44D-A4EF-BD8B-622D-C49C637E6F29}"/>
          </ac:spMkLst>
        </pc:spChg>
        <pc:spChg chg="del mod">
          <ac:chgData name="Songqing Gu" userId="c4d8cb49210192e2" providerId="LiveId" clId="{C5316EDB-BD30-4FB8-8903-7FFCC74F1587}" dt="2023-06-29T12:13:17.392" v="1113" actId="478"/>
          <ac:spMkLst>
            <pc:docMk/>
            <pc:sldMk cId="92363776" sldId="362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29T12:13:19.907" v="1114" actId="478"/>
          <ac:spMkLst>
            <pc:docMk/>
            <pc:sldMk cId="92363776" sldId="362"/>
            <ac:spMk id="5" creationId="{97633917-24A9-D4A2-FAFB-185A3481994B}"/>
          </ac:spMkLst>
        </pc:spChg>
        <pc:picChg chg="add mod">
          <ac:chgData name="Songqing Gu" userId="c4d8cb49210192e2" providerId="LiveId" clId="{C5316EDB-BD30-4FB8-8903-7FFCC74F1587}" dt="2023-06-29T12:13:40.990" v="1118" actId="1076"/>
          <ac:picMkLst>
            <pc:docMk/>
            <pc:sldMk cId="92363776" sldId="362"/>
            <ac:picMk id="3074" creationId="{E649FE36-D505-A8DD-4366-284BC0910B16}"/>
          </ac:picMkLst>
        </pc:picChg>
      </pc:sldChg>
      <pc:sldChg chg="addSp delSp modSp add mod">
        <pc:chgData name="Songqing Gu" userId="c4d8cb49210192e2" providerId="LiveId" clId="{C5316EDB-BD30-4FB8-8903-7FFCC74F1587}" dt="2023-06-29T12:11:17.274" v="1104" actId="166"/>
        <pc:sldMkLst>
          <pc:docMk/>
          <pc:sldMk cId="2518372722" sldId="363"/>
        </pc:sldMkLst>
        <pc:spChg chg="ord">
          <ac:chgData name="Songqing Gu" userId="c4d8cb49210192e2" providerId="LiveId" clId="{C5316EDB-BD30-4FB8-8903-7FFCC74F1587}" dt="2023-06-29T12:11:17.274" v="1104" actId="166"/>
          <ac:spMkLst>
            <pc:docMk/>
            <pc:sldMk cId="2518372722" sldId="363"/>
            <ac:spMk id="4" creationId="{A5334BB3-AFE5-56C3-3DAD-23292EC4C00B}"/>
          </ac:spMkLst>
        </pc:spChg>
        <pc:picChg chg="del">
          <ac:chgData name="Songqing Gu" userId="c4d8cb49210192e2" providerId="LiveId" clId="{C5316EDB-BD30-4FB8-8903-7FFCC74F1587}" dt="2023-06-29T12:10:00.688" v="1090" actId="478"/>
          <ac:picMkLst>
            <pc:docMk/>
            <pc:sldMk cId="2518372722" sldId="363"/>
            <ac:picMk id="1026" creationId="{3BA0D124-3CF5-BD82-420C-47B94FF72340}"/>
          </ac:picMkLst>
        </pc:picChg>
        <pc:picChg chg="add del mod">
          <ac:chgData name="Songqing Gu" userId="c4d8cb49210192e2" providerId="LiveId" clId="{C5316EDB-BD30-4FB8-8903-7FFCC74F1587}" dt="2023-06-29T12:10:11.376" v="1095" actId="478"/>
          <ac:picMkLst>
            <pc:docMk/>
            <pc:sldMk cId="2518372722" sldId="363"/>
            <ac:picMk id="2050" creationId="{C91A0B65-8A87-F412-9CD3-1E8E8B5A1CF5}"/>
          </ac:picMkLst>
        </pc:picChg>
        <pc:picChg chg="add mod">
          <ac:chgData name="Songqing Gu" userId="c4d8cb49210192e2" providerId="LiveId" clId="{C5316EDB-BD30-4FB8-8903-7FFCC74F1587}" dt="2023-06-29T12:11:13.149" v="1103" actId="1076"/>
          <ac:picMkLst>
            <pc:docMk/>
            <pc:sldMk cId="2518372722" sldId="363"/>
            <ac:picMk id="2052" creationId="{186063FB-2B2F-96B8-AF50-5B56E0017013}"/>
          </ac:picMkLst>
        </pc:picChg>
      </pc:sldChg>
      <pc:sldChg chg="add">
        <pc:chgData name="Songqing Gu" userId="c4d8cb49210192e2" providerId="LiveId" clId="{C5316EDB-BD30-4FB8-8903-7FFCC74F1587}" dt="2023-06-29T12:13:01.216" v="1106" actId="2890"/>
        <pc:sldMkLst>
          <pc:docMk/>
          <pc:sldMk cId="4210283116" sldId="364"/>
        </pc:sldMkLst>
      </pc:sldChg>
      <pc:sldChg chg="addSp delSp modSp add">
        <pc:chgData name="Songqing Gu" userId="c4d8cb49210192e2" providerId="LiveId" clId="{C5316EDB-BD30-4FB8-8903-7FFCC74F1587}" dt="2023-06-29T12:16:36.856" v="1126" actId="1076"/>
        <pc:sldMkLst>
          <pc:docMk/>
          <pc:sldMk cId="1684493840" sldId="365"/>
        </pc:sldMkLst>
        <pc:picChg chg="del">
          <ac:chgData name="Songqing Gu" userId="c4d8cb49210192e2" providerId="LiveId" clId="{C5316EDB-BD30-4FB8-8903-7FFCC74F1587}" dt="2023-06-29T12:16:18.796" v="1120" actId="478"/>
          <ac:picMkLst>
            <pc:docMk/>
            <pc:sldMk cId="1684493840" sldId="365"/>
            <ac:picMk id="3074" creationId="{E649FE36-D505-A8DD-4366-284BC0910B16}"/>
          </ac:picMkLst>
        </pc:picChg>
        <pc:picChg chg="add mod">
          <ac:chgData name="Songqing Gu" userId="c4d8cb49210192e2" providerId="LiveId" clId="{C5316EDB-BD30-4FB8-8903-7FFCC74F1587}" dt="2023-06-29T12:16:36.856" v="1126" actId="1076"/>
          <ac:picMkLst>
            <pc:docMk/>
            <pc:sldMk cId="1684493840" sldId="365"/>
            <ac:picMk id="4098" creationId="{CAACE6A7-56A7-50BF-607C-B1C7DB36C0E9}"/>
          </ac:picMkLst>
        </pc:picChg>
      </pc:sldChg>
      <pc:sldChg chg="delSp modSp add mod ord">
        <pc:chgData name="Songqing Gu" userId="c4d8cb49210192e2" providerId="LiveId" clId="{C5316EDB-BD30-4FB8-8903-7FFCC74F1587}" dt="2023-06-29T12:17:36.678" v="1150" actId="20577"/>
        <pc:sldMkLst>
          <pc:docMk/>
          <pc:sldMk cId="2910302468" sldId="366"/>
        </pc:sldMkLst>
        <pc:spChg chg="del mod">
          <ac:chgData name="Songqing Gu" userId="c4d8cb49210192e2" providerId="LiveId" clId="{C5316EDB-BD30-4FB8-8903-7FFCC74F1587}" dt="2023-06-29T12:17:28.866" v="1131" actId="478"/>
          <ac:spMkLst>
            <pc:docMk/>
            <pc:sldMk cId="2910302468" sldId="366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29T12:17:36.678" v="1150" actId="20577"/>
          <ac:spMkLst>
            <pc:docMk/>
            <pc:sldMk cId="2910302468" sldId="366"/>
            <ac:spMk id="4" creationId="{A5334BB3-AFE5-56C3-3DAD-23292EC4C00B}"/>
          </ac:spMkLst>
        </pc:spChg>
      </pc:sldChg>
    </pc:docChg>
  </pc:docChgLst>
  <pc:docChgLst>
    <pc:chgData name="Songqing" userId="c4d8cb49210192e2" providerId="LiveId" clId="{A931F5F4-6F21-434D-BEE9-6BB7DD5E1FFB}"/>
    <pc:docChg chg="custSel addSld delSld modSld sldOrd modSection">
      <pc:chgData name="Songqing" userId="c4d8cb49210192e2" providerId="LiveId" clId="{A931F5F4-6F21-434D-BEE9-6BB7DD5E1FFB}" dt="2023-08-01T10:04:47.440" v="70" actId="1076"/>
      <pc:docMkLst>
        <pc:docMk/>
      </pc:docMkLst>
      <pc:sldChg chg="modSp mod">
        <pc:chgData name="Songqing" userId="c4d8cb49210192e2" providerId="LiveId" clId="{A931F5F4-6F21-434D-BEE9-6BB7DD5E1FFB}" dt="2023-08-01T09:42:48.886" v="51" actId="207"/>
        <pc:sldMkLst>
          <pc:docMk/>
          <pc:sldMk cId="1863554075" sldId="306"/>
        </pc:sldMkLst>
        <pc:spChg chg="mod">
          <ac:chgData name="Songqing" userId="c4d8cb49210192e2" providerId="LiveId" clId="{A931F5F4-6F21-434D-BEE9-6BB7DD5E1FFB}" dt="2023-08-01T09:42:48.886" v="51" actId="207"/>
          <ac:spMkLst>
            <pc:docMk/>
            <pc:sldMk cId="1863554075" sldId="306"/>
            <ac:spMk id="3" creationId="{D5C4367E-022B-D0B9-CF96-667F629ABF6E}"/>
          </ac:spMkLst>
        </pc:spChg>
      </pc:sldChg>
      <pc:sldChg chg="addSp delSp modSp mod">
        <pc:chgData name="Songqing" userId="c4d8cb49210192e2" providerId="LiveId" clId="{A931F5F4-6F21-434D-BEE9-6BB7DD5E1FFB}" dt="2023-07-21T18:38:28.351" v="22" actId="1076"/>
        <pc:sldMkLst>
          <pc:docMk/>
          <pc:sldMk cId="1392177035" sldId="310"/>
        </pc:sldMkLst>
        <pc:spChg chg="mod">
          <ac:chgData name="Songqing" userId="c4d8cb49210192e2" providerId="LiveId" clId="{A931F5F4-6F21-434D-BEE9-6BB7DD5E1FFB}" dt="2023-07-21T16:35:56.458" v="12" actId="14100"/>
          <ac:spMkLst>
            <pc:docMk/>
            <pc:sldMk cId="1392177035" sldId="310"/>
            <ac:spMk id="3" creationId="{5CAE18FA-3E6F-C901-5ECF-82B69AF539A9}"/>
          </ac:spMkLst>
        </pc:spChg>
        <pc:spChg chg="mod">
          <ac:chgData name="Songqing" userId="c4d8cb49210192e2" providerId="LiveId" clId="{A931F5F4-6F21-434D-BEE9-6BB7DD5E1FFB}" dt="2023-07-21T16:36:07.939" v="16" actId="1076"/>
          <ac:spMkLst>
            <pc:docMk/>
            <pc:sldMk cId="1392177035" sldId="310"/>
            <ac:spMk id="4" creationId="{F53F1584-07D9-964F-3AFA-2965642BB3ED}"/>
          </ac:spMkLst>
        </pc:spChg>
        <pc:spChg chg="mod">
          <ac:chgData name="Songqing" userId="c4d8cb49210192e2" providerId="LiveId" clId="{A931F5F4-6F21-434D-BEE9-6BB7DD5E1FFB}" dt="2023-07-21T16:36:05.806" v="15" actId="1076"/>
          <ac:spMkLst>
            <pc:docMk/>
            <pc:sldMk cId="1392177035" sldId="310"/>
            <ac:spMk id="5" creationId="{B09CA00B-1C23-8B1D-3372-B97B5962589F}"/>
          </ac:spMkLst>
        </pc:spChg>
        <pc:spChg chg="mod">
          <ac:chgData name="Songqing" userId="c4d8cb49210192e2" providerId="LiveId" clId="{A931F5F4-6F21-434D-BEE9-6BB7DD5E1FFB}" dt="2023-07-21T16:36:19.249" v="17" actId="1076"/>
          <ac:spMkLst>
            <pc:docMk/>
            <pc:sldMk cId="1392177035" sldId="310"/>
            <ac:spMk id="15" creationId="{78635525-879C-9471-31FA-BCF78A8BD761}"/>
          </ac:spMkLst>
        </pc:spChg>
        <pc:cxnChg chg="add mod">
          <ac:chgData name="Songqing" userId="c4d8cb49210192e2" providerId="LiveId" clId="{A931F5F4-6F21-434D-BEE9-6BB7DD5E1FFB}" dt="2023-07-21T18:38:28.351" v="22" actId="1076"/>
          <ac:cxnSpMkLst>
            <pc:docMk/>
            <pc:sldMk cId="1392177035" sldId="310"/>
            <ac:cxnSpMk id="6" creationId="{0708DB11-88AE-6716-EDD7-A431D02F5E8F}"/>
          </ac:cxnSpMkLst>
        </pc:cxnChg>
        <pc:cxnChg chg="del mod">
          <ac:chgData name="Songqing" userId="c4d8cb49210192e2" providerId="LiveId" clId="{A931F5F4-6F21-434D-BEE9-6BB7DD5E1FFB}" dt="2023-07-21T16:35:53.205" v="11" actId="478"/>
          <ac:cxnSpMkLst>
            <pc:docMk/>
            <pc:sldMk cId="1392177035" sldId="310"/>
            <ac:cxnSpMk id="6" creationId="{ACC646AF-CFF1-4C3C-DFB0-8FE1F4EB0B9E}"/>
          </ac:cxnSpMkLst>
        </pc:cxnChg>
        <pc:cxnChg chg="del mod">
          <ac:chgData name="Songqing" userId="c4d8cb49210192e2" providerId="LiveId" clId="{A931F5F4-6F21-434D-BEE9-6BB7DD5E1FFB}" dt="2023-07-21T16:36:01.841" v="14" actId="478"/>
          <ac:cxnSpMkLst>
            <pc:docMk/>
            <pc:sldMk cId="1392177035" sldId="310"/>
            <ac:cxnSpMk id="9" creationId="{8FD0F24E-F820-8F8F-537C-797CBD29495E}"/>
          </ac:cxnSpMkLst>
        </pc:cxnChg>
        <pc:cxnChg chg="mod">
          <ac:chgData name="Songqing" userId="c4d8cb49210192e2" providerId="LiveId" clId="{A931F5F4-6F21-434D-BEE9-6BB7DD5E1FFB}" dt="2023-07-21T16:35:56.458" v="12" actId="14100"/>
          <ac:cxnSpMkLst>
            <pc:docMk/>
            <pc:sldMk cId="1392177035" sldId="310"/>
            <ac:cxnSpMk id="13" creationId="{02BF9FA0-8A43-7164-0638-E3A404010AC7}"/>
          </ac:cxnSpMkLst>
        </pc:cxnChg>
      </pc:sldChg>
      <pc:sldChg chg="del">
        <pc:chgData name="Songqing" userId="c4d8cb49210192e2" providerId="LiveId" clId="{A931F5F4-6F21-434D-BEE9-6BB7DD5E1FFB}" dt="2023-07-21T16:34:53.505" v="5" actId="2696"/>
        <pc:sldMkLst>
          <pc:docMk/>
          <pc:sldMk cId="33693646" sldId="313"/>
        </pc:sldMkLst>
      </pc:sldChg>
      <pc:sldChg chg="add del setBg">
        <pc:chgData name="Songqing" userId="c4d8cb49210192e2" providerId="LiveId" clId="{A931F5F4-6F21-434D-BEE9-6BB7DD5E1FFB}" dt="2023-07-21T16:34:40.222" v="2" actId="2696"/>
        <pc:sldMkLst>
          <pc:docMk/>
          <pc:sldMk cId="4280498780" sldId="367"/>
        </pc:sldMkLst>
      </pc:sldChg>
      <pc:sldChg chg="add del setBg">
        <pc:chgData name="Songqing" userId="c4d8cb49210192e2" providerId="LiveId" clId="{A931F5F4-6F21-434D-BEE9-6BB7DD5E1FFB}" dt="2023-07-21T16:34:06.858" v="1" actId="2696"/>
        <pc:sldMkLst>
          <pc:docMk/>
          <pc:sldMk cId="2705016045" sldId="368"/>
        </pc:sldMkLst>
      </pc:sldChg>
      <pc:sldChg chg="addSp modSp add mod ord setBg">
        <pc:chgData name="Songqing" userId="c4d8cb49210192e2" providerId="LiveId" clId="{A931F5F4-6F21-434D-BEE9-6BB7DD5E1FFB}" dt="2023-08-01T10:04:47.440" v="70" actId="1076"/>
        <pc:sldMkLst>
          <pc:docMk/>
          <pc:sldMk cId="2839684791" sldId="369"/>
        </pc:sldMkLst>
        <pc:spChg chg="mod">
          <ac:chgData name="Songqing" userId="c4d8cb49210192e2" providerId="LiveId" clId="{A931F5F4-6F21-434D-BEE9-6BB7DD5E1FFB}" dt="2023-08-01T10:03:33.636" v="53" actId="1076"/>
          <ac:spMkLst>
            <pc:docMk/>
            <pc:sldMk cId="2839684791" sldId="369"/>
            <ac:spMk id="4" creationId="{23285273-10C5-D4D3-6B4E-D337038A42B4}"/>
          </ac:spMkLst>
        </pc:spChg>
        <pc:spChg chg="add mod ord">
          <ac:chgData name="Songqing" userId="c4d8cb49210192e2" providerId="LiveId" clId="{A931F5F4-6F21-434D-BEE9-6BB7DD5E1FFB}" dt="2023-08-01T10:04:13.418" v="61" actId="14100"/>
          <ac:spMkLst>
            <pc:docMk/>
            <pc:sldMk cId="2839684791" sldId="369"/>
            <ac:spMk id="17" creationId="{6FF8C579-85A8-1CBC-2EAB-2841B62C38C7}"/>
          </ac:spMkLst>
        </pc:spChg>
        <pc:spChg chg="add mod">
          <ac:chgData name="Songqing" userId="c4d8cb49210192e2" providerId="LiveId" clId="{A931F5F4-6F21-434D-BEE9-6BB7DD5E1FFB}" dt="2023-08-01T10:04:47.440" v="70" actId="1076"/>
          <ac:spMkLst>
            <pc:docMk/>
            <pc:sldMk cId="2839684791" sldId="369"/>
            <ac:spMk id="18" creationId="{849ABE88-1B1B-1DA7-EF8B-513919AE9BE8}"/>
          </ac:spMkLst>
        </pc:spChg>
        <pc:spChg chg="mod">
          <ac:chgData name="Songqing" userId="c4d8cb49210192e2" providerId="LiveId" clId="{A931F5F4-6F21-434D-BEE9-6BB7DD5E1FFB}" dt="2023-08-01T10:04:43.429" v="69" actId="1076"/>
          <ac:spMkLst>
            <pc:docMk/>
            <pc:sldMk cId="2839684791" sldId="369"/>
            <ac:spMk id="25" creationId="{674D1115-AA6C-7EBB-0E62-E83673A804BE}"/>
          </ac:spMkLst>
        </pc:spChg>
        <pc:spChg chg="add mod">
          <ac:chgData name="Songqing" userId="c4d8cb49210192e2" providerId="LiveId" clId="{A931F5F4-6F21-434D-BEE9-6BB7DD5E1FFB}" dt="2023-08-01T10:04:39.421" v="68"/>
          <ac:spMkLst>
            <pc:docMk/>
            <pc:sldMk cId="2839684791" sldId="369"/>
            <ac:spMk id="27" creationId="{A5936F66-932A-753B-AD0E-EB0B2444A170}"/>
          </ac:spMkLst>
        </pc:spChg>
        <pc:cxnChg chg="mod">
          <ac:chgData name="Songqing" userId="c4d8cb49210192e2" providerId="LiveId" clId="{A931F5F4-6F21-434D-BEE9-6BB7DD5E1FFB}" dt="2023-08-01T10:03:33.636" v="53" actId="1076"/>
          <ac:cxnSpMkLst>
            <pc:docMk/>
            <pc:sldMk cId="2839684791" sldId="369"/>
            <ac:cxnSpMk id="9" creationId="{EBAF9D38-D256-ABC4-1662-D1C1E56C1A5F}"/>
          </ac:cxnSpMkLst>
        </pc:cxnChg>
        <pc:cxnChg chg="add mod">
          <ac:chgData name="Songqing" userId="c4d8cb49210192e2" providerId="LiveId" clId="{A931F5F4-6F21-434D-BEE9-6BB7DD5E1FFB}" dt="2023-08-01T10:04:47.440" v="70" actId="1076"/>
          <ac:cxnSpMkLst>
            <pc:docMk/>
            <pc:sldMk cId="2839684791" sldId="369"/>
            <ac:cxnSpMk id="20" creationId="{6FF289A1-6703-6786-0240-D54F719D98AB}"/>
          </ac:cxnSpMkLst>
        </pc:cxnChg>
        <pc:cxnChg chg="mod">
          <ac:chgData name="Songqing" userId="c4d8cb49210192e2" providerId="LiveId" clId="{A931F5F4-6F21-434D-BEE9-6BB7DD5E1FFB}" dt="2023-08-01T10:03:33.636" v="53" actId="1076"/>
          <ac:cxnSpMkLst>
            <pc:docMk/>
            <pc:sldMk cId="2839684791" sldId="369"/>
            <ac:cxnSpMk id="63" creationId="{0ABB328C-5F5B-EB9E-64CD-97C29C696069}"/>
          </ac:cxnSpMkLst>
        </pc:cxnChg>
      </pc:sldChg>
      <pc:sldChg chg="add setBg">
        <pc:chgData name="Songqing" userId="c4d8cb49210192e2" providerId="LiveId" clId="{A931F5F4-6F21-434D-BEE9-6BB7DD5E1FFB}" dt="2023-07-21T16:47:43.191" v="19"/>
        <pc:sldMkLst>
          <pc:docMk/>
          <pc:sldMk cId="3485369624" sldId="370"/>
        </pc:sldMkLst>
      </pc:sldChg>
    </pc:docChg>
  </pc:docChgLst>
  <pc:docChgLst>
    <pc:chgData name="Songqing Gu" userId="c4d8cb49210192e2" providerId="LiveId" clId="{6EB2D9E7-79C0-4B4D-B0C0-00E07882E35F}"/>
    <pc:docChg chg="modSld">
      <pc:chgData name="Songqing Gu" userId="c4d8cb49210192e2" providerId="LiveId" clId="{6EB2D9E7-79C0-4B4D-B0C0-00E07882E35F}" dt="2023-10-22T08:10:34.987" v="0" actId="1076"/>
      <pc:docMkLst>
        <pc:docMk/>
      </pc:docMkLst>
      <pc:sldChg chg="modSp mod">
        <pc:chgData name="Songqing Gu" userId="c4d8cb49210192e2" providerId="LiveId" clId="{6EB2D9E7-79C0-4B4D-B0C0-00E07882E35F}" dt="2023-10-22T08:10:34.987" v="0" actId="1076"/>
        <pc:sldMkLst>
          <pc:docMk/>
          <pc:sldMk cId="2839684791" sldId="369"/>
        </pc:sldMkLst>
        <pc:spChg chg="mod">
          <ac:chgData name="Songqing Gu" userId="c4d8cb49210192e2" providerId="LiveId" clId="{6EB2D9E7-79C0-4B4D-B0C0-00E07882E35F}" dt="2023-10-22T08:10:34.987" v="0" actId="1076"/>
          <ac:spMkLst>
            <pc:docMk/>
            <pc:sldMk cId="2839684791" sldId="369"/>
            <ac:spMk id="2" creationId="{00000000-0000-0000-0000-000000000000}"/>
          </ac:spMkLst>
        </pc:spChg>
      </pc:sldChg>
    </pc:docChg>
  </pc:docChgLst>
  <pc:docChgLst>
    <pc:chgData name="Songqing Gu" userId="c4d8cb49210192e2" providerId="LiveId" clId="{F0C8A796-1A1A-47FE-BA19-2A431212A2DA}"/>
    <pc:docChg chg="delSld modSection">
      <pc:chgData name="Songqing Gu" userId="c4d8cb49210192e2" providerId="LiveId" clId="{F0C8A796-1A1A-47FE-BA19-2A431212A2DA}" dt="2023-06-11T18:08:14.700" v="0" actId="47"/>
      <pc:docMkLst>
        <pc:docMk/>
      </pc:docMkLst>
      <pc:sldChg chg="del">
        <pc:chgData name="Songqing Gu" userId="c4d8cb49210192e2" providerId="LiveId" clId="{F0C8A796-1A1A-47FE-BA19-2A431212A2DA}" dt="2023-06-11T18:08:14.700" v="0" actId="47"/>
        <pc:sldMkLst>
          <pc:docMk/>
          <pc:sldMk cId="2216314799" sldId="27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789354427" sldId="28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431625991" sldId="28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86819680" sldId="28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030084157" sldId="29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638558092" sldId="29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799275039" sldId="29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243758571" sldId="297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44837690" sldId="29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342963659" sldId="299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939562636" sldId="301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4051393773" sldId="30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304226109" sldId="30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676350792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6/05/2024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1982030-3161-DFD7-F70C-2B8B2D315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536F26F0-3F5A-48BE-9743-B2FE463D83DB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7CBA346-94A8-43A2-D214-92D82DAF0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013D407-CF8A-909A-AADF-52D32E6E3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Notes for title slide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F3C3155-BE05-3D15-A695-7118E4905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6880" y="2525033"/>
            <a:ext cx="8168640" cy="1069975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Interface, Class &amp; Package</a:t>
            </a:r>
            <a:endParaRPr lang="en-US" altLang="en-US" sz="4000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0BC50-00BC-D05B-F5C4-CC849392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81000"/>
            <a:ext cx="2097088" cy="14874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460" name="TextBox 5">
            <a:extLst>
              <a:ext uri="{FF2B5EF4-FFF2-40B4-BE49-F238E27FC236}">
                <a16:creationId xmlns:a16="http://schemas.microsoft.com/office/drawing/2014/main" id="{41661543-D78A-4FBA-2E67-946431F46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1139" y="1714501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140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400">
              <a:solidFill>
                <a:schemeClr val="accent2"/>
              </a:solidFill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BA125DD6-C908-C8F4-DA0B-A83FE53416C6}"/>
              </a:ext>
            </a:extLst>
          </p:cNvPr>
          <p:cNvSpPr txBox="1">
            <a:spLocks/>
          </p:cNvSpPr>
          <p:nvPr/>
        </p:nvSpPr>
        <p:spPr bwMode="auto">
          <a:xfrm>
            <a:off x="4111625" y="6237515"/>
            <a:ext cx="524033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2000" b="1" i="1">
                <a:solidFill>
                  <a:srgbClr val="00B0F0"/>
                </a:solidFill>
                <a:cs typeface="幼圆"/>
              </a:rPr>
              <a:t>Funny Gorilla 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endParaRPr lang="en-AU" altLang="en-US" sz="14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8426" y="1868710"/>
            <a:ext cx="3577574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Interface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4382E9-470E-A74A-0983-4F7C5E5BA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23" y="4483687"/>
            <a:ext cx="9223604" cy="237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78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62DA28-2943-732B-4F03-6CE62B195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254" y="693290"/>
            <a:ext cx="4490026" cy="2040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908C4A-6668-4F07-E524-F9333EADC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254" y="3580162"/>
            <a:ext cx="8467207" cy="2193455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C268282F-3AB8-C927-6AC4-4D6D7A746DB5}"/>
              </a:ext>
            </a:extLst>
          </p:cNvPr>
          <p:cNvSpPr/>
          <p:nvPr/>
        </p:nvSpPr>
        <p:spPr>
          <a:xfrm>
            <a:off x="4815837" y="3139373"/>
            <a:ext cx="1259840" cy="426720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99B9FC-D4A6-E118-5E21-5BFB2C75499D}"/>
              </a:ext>
            </a:extLst>
          </p:cNvPr>
          <p:cNvSpPr txBox="1"/>
          <p:nvPr/>
        </p:nvSpPr>
        <p:spPr>
          <a:xfrm>
            <a:off x="6881433" y="1945908"/>
            <a:ext cx="51276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All the methods of an interface are implicitly public. Its variables are implicitly public, static, and final</a:t>
            </a:r>
            <a:endParaRPr lang="en-AU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77F6E5C2-900C-EC61-95AF-C624C6425A03}"/>
              </a:ext>
            </a:extLst>
          </p:cNvPr>
          <p:cNvCxnSpPr>
            <a:stCxn id="10" idx="0"/>
            <a:endCxn id="13" idx="2"/>
          </p:cNvCxnSpPr>
          <p:nvPr/>
        </p:nvCxnSpPr>
        <p:spPr>
          <a:xfrm rot="5400000" flipH="1" flipV="1">
            <a:off x="7327605" y="1462491"/>
            <a:ext cx="710924" cy="3524419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397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D6A3D99-BCC1-CF57-07DB-26F608CA2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64" y="2001521"/>
            <a:ext cx="10756271" cy="3255068"/>
          </a:xfrm>
          <a:prstGeom prst="rect">
            <a:avLst/>
          </a:prstGeom>
        </p:spPr>
      </p:pic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008E5271-CC96-87A2-06E7-C810E1B738A4}"/>
              </a:ext>
            </a:extLst>
          </p:cNvPr>
          <p:cNvCxnSpPr/>
          <p:nvPr/>
        </p:nvCxnSpPr>
        <p:spPr>
          <a:xfrm flipV="1">
            <a:off x="1828800" y="1371600"/>
            <a:ext cx="2001520" cy="629921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4D31ED-FD01-0913-3E4D-8168D52C7B15}"/>
              </a:ext>
            </a:extLst>
          </p:cNvPr>
          <p:cNvSpPr txBox="1"/>
          <p:nvPr/>
        </p:nvSpPr>
        <p:spPr>
          <a:xfrm>
            <a:off x="4399280" y="1056640"/>
            <a:ext cx="25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a relationship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2499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8426" y="1868710"/>
            <a:ext cx="3577574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Class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285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445" y="1052771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Package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AFAB87E-DDE6-9F88-DAA8-752EA6CBB0BD}"/>
              </a:ext>
            </a:extLst>
          </p:cNvPr>
          <p:cNvSpPr txBox="1">
            <a:spLocks/>
          </p:cNvSpPr>
          <p:nvPr/>
        </p:nvSpPr>
        <p:spPr>
          <a:xfrm>
            <a:off x="1858420" y="2160352"/>
            <a:ext cx="423758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Organize java classes</a:t>
            </a:r>
            <a:br>
              <a:rPr lang="en-AU" sz="2400" b="1" dirty="0">
                <a:solidFill>
                  <a:schemeClr val="accent2"/>
                </a:solidFill>
              </a:rPr>
            </a:br>
            <a:endParaRPr lang="en-AU" sz="2400" b="1" dirty="0">
              <a:solidFill>
                <a:schemeClr val="accent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F6FC18-3896-0233-F211-C166862A4839}"/>
              </a:ext>
            </a:extLst>
          </p:cNvPr>
          <p:cNvSpPr txBox="1">
            <a:spLocks/>
          </p:cNvSpPr>
          <p:nvPr/>
        </p:nvSpPr>
        <p:spPr>
          <a:xfrm>
            <a:off x="1858420" y="2721975"/>
            <a:ext cx="423758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Void naming conflict</a:t>
            </a:r>
            <a:br>
              <a:rPr lang="en-AU" sz="2400" b="1" dirty="0">
                <a:solidFill>
                  <a:schemeClr val="accent2"/>
                </a:solidFill>
              </a:rPr>
            </a:br>
            <a:endParaRPr lang="en-AU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05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964" y="731461"/>
            <a:ext cx="5654395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Method Access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A3252-3AFF-931F-A83F-87FB17782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64" y="2042160"/>
            <a:ext cx="9897009" cy="38811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E0C5AF-8C99-6A8A-6778-05CC5AC4D207}"/>
              </a:ext>
            </a:extLst>
          </p:cNvPr>
          <p:cNvSpPr txBox="1"/>
          <p:nvPr/>
        </p:nvSpPr>
        <p:spPr>
          <a:xfrm>
            <a:off x="1117600" y="3344426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Within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9E762-B06A-129A-EB51-AD77762E7FA6}"/>
              </a:ext>
            </a:extLst>
          </p:cNvPr>
          <p:cNvSpPr txBox="1"/>
          <p:nvPr/>
        </p:nvSpPr>
        <p:spPr>
          <a:xfrm>
            <a:off x="5857468" y="3429000"/>
            <a:ext cx="377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Within package + inheritance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886C5-78F3-46BE-1879-AA6E390460FC}"/>
              </a:ext>
            </a:extLst>
          </p:cNvPr>
          <p:cNvSpPr txBox="1"/>
          <p:nvPr/>
        </p:nvSpPr>
        <p:spPr>
          <a:xfrm>
            <a:off x="3536824" y="3358158"/>
            <a:ext cx="206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Within package</a:t>
            </a:r>
          </a:p>
        </p:txBody>
      </p:sp>
    </p:spTree>
    <p:extLst>
      <p:ext uri="{BB962C8B-B14F-4D97-AF65-F5344CB8AC3E}">
        <p14:creationId xmlns:p14="http://schemas.microsoft.com/office/powerpoint/2010/main" val="3528622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8426" y="1868710"/>
            <a:ext cx="3577574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Inheritance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539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FF8C579-85A8-1CBC-2EAB-2841B62C38C7}"/>
              </a:ext>
            </a:extLst>
          </p:cNvPr>
          <p:cNvSpPr/>
          <p:nvPr/>
        </p:nvSpPr>
        <p:spPr>
          <a:xfrm>
            <a:off x="2197460" y="4295181"/>
            <a:ext cx="8186059" cy="840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642" y="359440"/>
            <a:ext cx="4139608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3600" b="1" dirty="0">
                <a:solidFill>
                  <a:schemeClr val="accent2"/>
                </a:solidFill>
              </a:rPr>
              <a:t>inheritance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5E1610-8A2E-EBB3-CD3C-DB0C0FC974B5}"/>
              </a:ext>
            </a:extLst>
          </p:cNvPr>
          <p:cNvSpPr/>
          <p:nvPr/>
        </p:nvSpPr>
        <p:spPr>
          <a:xfrm>
            <a:off x="5229257" y="1864943"/>
            <a:ext cx="1384763" cy="45720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Interface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285273-10C5-D4D3-6B4E-D337038A42B4}"/>
              </a:ext>
            </a:extLst>
          </p:cNvPr>
          <p:cNvSpPr/>
          <p:nvPr/>
        </p:nvSpPr>
        <p:spPr>
          <a:xfrm>
            <a:off x="8829767" y="4514286"/>
            <a:ext cx="1164772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Class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4F5B75-CFC6-9658-6C2E-4B44BA589818}"/>
              </a:ext>
            </a:extLst>
          </p:cNvPr>
          <p:cNvSpPr/>
          <p:nvPr/>
        </p:nvSpPr>
        <p:spPr>
          <a:xfrm>
            <a:off x="5571290" y="4529526"/>
            <a:ext cx="1164772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06FC33-8685-3E88-14A5-F477EB7F25DA}"/>
              </a:ext>
            </a:extLst>
          </p:cNvPr>
          <p:cNvSpPr/>
          <p:nvPr/>
        </p:nvSpPr>
        <p:spPr>
          <a:xfrm>
            <a:off x="3317422" y="3136954"/>
            <a:ext cx="1943100" cy="4572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Abstract Class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E38B5A-9844-A006-B4D4-BA358D9C34EE}"/>
              </a:ext>
            </a:extLst>
          </p:cNvPr>
          <p:cNvSpPr/>
          <p:nvPr/>
        </p:nvSpPr>
        <p:spPr>
          <a:xfrm>
            <a:off x="5571290" y="5801537"/>
            <a:ext cx="1164772" cy="4572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Object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BAF9D38-D256-ABC4-1662-D1C1E56C1A5F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16200000" flipH="1">
            <a:off x="6570825" y="1672957"/>
            <a:ext cx="2192143" cy="349051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7670EE8D-32AB-AF81-DC8D-4283288A70EC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rot="16200000" flipH="1">
            <a:off x="4753638" y="3129488"/>
            <a:ext cx="935372" cy="18647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A3285B1E-AF94-D971-B7C4-0F6CE54BB9D6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5400000">
            <a:off x="4697901" y="1913215"/>
            <a:ext cx="814811" cy="16326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6A86B593-CFAD-0C95-3CC7-01FB7F3B3E7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5746271" y="5394131"/>
            <a:ext cx="814811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0ABB328C-5F5B-EB9E-64CD-97C29C696069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7367890" y="3757273"/>
            <a:ext cx="830051" cy="325847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37497C-CBE4-11DF-0F06-4D221A039C03}"/>
              </a:ext>
            </a:extLst>
          </p:cNvPr>
          <p:cNvSpPr/>
          <p:nvPr/>
        </p:nvSpPr>
        <p:spPr>
          <a:xfrm>
            <a:off x="2548165" y="4549872"/>
            <a:ext cx="1164772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Class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F51772E-2C8E-E107-9364-0C53DE00FBE7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rot="5400000">
            <a:off x="3231903" y="3492803"/>
            <a:ext cx="955718" cy="115842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3DB0482-903A-FEB6-EC6C-5280747F01B0}"/>
              </a:ext>
            </a:extLst>
          </p:cNvPr>
          <p:cNvSpPr txBox="1"/>
          <p:nvPr/>
        </p:nvSpPr>
        <p:spPr>
          <a:xfrm>
            <a:off x="6904170" y="2422393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implements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233770-5038-8DA9-1AEF-C919B029A67A}"/>
              </a:ext>
            </a:extLst>
          </p:cNvPr>
          <p:cNvSpPr txBox="1"/>
          <p:nvPr/>
        </p:nvSpPr>
        <p:spPr>
          <a:xfrm>
            <a:off x="3758104" y="239099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implements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4D1115-AA6C-7EBB-0E62-E83673A804BE}"/>
              </a:ext>
            </a:extLst>
          </p:cNvPr>
          <p:cNvSpPr txBox="1"/>
          <p:nvPr/>
        </p:nvSpPr>
        <p:spPr>
          <a:xfrm>
            <a:off x="9549676" y="5338346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8D4EFF-0ABA-88FE-1098-F8223A7A546A}"/>
              </a:ext>
            </a:extLst>
          </p:cNvPr>
          <p:cNvSpPr txBox="1"/>
          <p:nvPr/>
        </p:nvSpPr>
        <p:spPr>
          <a:xfrm>
            <a:off x="2441575" y="3956627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4CDA40E3-2136-9BDF-79F9-AC2E1B03D86E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rot="16200000" flipH="1">
            <a:off x="4244881" y="3892741"/>
            <a:ext cx="794465" cy="302312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525DACA-E5E4-B637-C43C-37CC0625DD40}"/>
              </a:ext>
            </a:extLst>
          </p:cNvPr>
          <p:cNvSpPr txBox="1"/>
          <p:nvPr/>
        </p:nvSpPr>
        <p:spPr>
          <a:xfrm>
            <a:off x="5532570" y="5296882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create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9ABE88-1B1B-1DA7-EF8B-513919AE9BE8}"/>
              </a:ext>
            </a:extLst>
          </p:cNvPr>
          <p:cNvSpPr/>
          <p:nvPr/>
        </p:nvSpPr>
        <p:spPr>
          <a:xfrm>
            <a:off x="8829767" y="5775838"/>
            <a:ext cx="1164772" cy="4572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Class</a:t>
            </a: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6FF289A1-6703-6786-0240-D54F719D98AB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>
          <a:xfrm rot="5400000">
            <a:off x="9009977" y="5373662"/>
            <a:ext cx="804352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936F66-932A-753B-AD0E-EB0B2444A170}"/>
              </a:ext>
            </a:extLst>
          </p:cNvPr>
          <p:cNvSpPr txBox="1"/>
          <p:nvPr/>
        </p:nvSpPr>
        <p:spPr>
          <a:xfrm>
            <a:off x="5509080" y="401583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B27A29-C598-12BD-46B8-205CA92FC8B7}"/>
              </a:ext>
            </a:extLst>
          </p:cNvPr>
          <p:cNvSpPr/>
          <p:nvPr/>
        </p:nvSpPr>
        <p:spPr>
          <a:xfrm>
            <a:off x="5221324" y="751395"/>
            <a:ext cx="1384763" cy="45720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Interface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03432C67-557F-D38E-30E0-C6A257D768EF}"/>
              </a:ext>
            </a:extLst>
          </p:cNvPr>
          <p:cNvCxnSpPr>
            <a:cxnSpLocks/>
            <a:stCxn id="8" idx="2"/>
            <a:endCxn id="3" idx="0"/>
          </p:cNvCxnSpPr>
          <p:nvPr/>
        </p:nvCxnSpPr>
        <p:spPr>
          <a:xfrm rot="16200000" flipH="1">
            <a:off x="5589498" y="1532802"/>
            <a:ext cx="656348" cy="79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668B6BE-8832-91D4-BC98-4414B2983154}"/>
              </a:ext>
            </a:extLst>
          </p:cNvPr>
          <p:cNvSpPr txBox="1"/>
          <p:nvPr/>
        </p:nvSpPr>
        <p:spPr>
          <a:xfrm>
            <a:off x="5529400" y="128279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2839684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A2CA188B-25FA-75A9-DB65-5D4189547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357971"/>
            <a:ext cx="9232900" cy="614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0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162" y="630562"/>
            <a:ext cx="4139608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Sample </a:t>
            </a:r>
            <a:r>
              <a:rPr lang="en-AU" sz="3600" b="1" dirty="0">
                <a:solidFill>
                  <a:schemeClr val="accent2"/>
                </a:solidFill>
              </a:rPr>
              <a:t>inheritance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5E1610-8A2E-EBB3-CD3C-DB0C0FC974B5}"/>
              </a:ext>
            </a:extLst>
          </p:cNvPr>
          <p:cNvSpPr/>
          <p:nvPr/>
        </p:nvSpPr>
        <p:spPr>
          <a:xfrm>
            <a:off x="5229257" y="1864943"/>
            <a:ext cx="1384763" cy="45720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Person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285273-10C5-D4D3-6B4E-D337038A42B4}"/>
              </a:ext>
            </a:extLst>
          </p:cNvPr>
          <p:cNvSpPr/>
          <p:nvPr/>
        </p:nvSpPr>
        <p:spPr>
          <a:xfrm>
            <a:off x="8579259" y="3136954"/>
            <a:ext cx="1164772" cy="4572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Lecturer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4F5B75-CFC6-9658-6C2E-4B44BA589818}"/>
              </a:ext>
            </a:extLst>
          </p:cNvPr>
          <p:cNvSpPr/>
          <p:nvPr/>
        </p:nvSpPr>
        <p:spPr>
          <a:xfrm>
            <a:off x="4169229" y="4529526"/>
            <a:ext cx="2566833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CS majored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06FC33-8685-3E88-14A5-F477EB7F25DA}"/>
              </a:ext>
            </a:extLst>
          </p:cNvPr>
          <p:cNvSpPr/>
          <p:nvPr/>
        </p:nvSpPr>
        <p:spPr>
          <a:xfrm>
            <a:off x="3317422" y="3136954"/>
            <a:ext cx="1943100" cy="4572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Student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E38B5A-9844-A006-B4D4-BA358D9C34EE}"/>
              </a:ext>
            </a:extLst>
          </p:cNvPr>
          <p:cNvSpPr/>
          <p:nvPr/>
        </p:nvSpPr>
        <p:spPr>
          <a:xfrm>
            <a:off x="6218370" y="6150693"/>
            <a:ext cx="1164772" cy="4572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Object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BAF9D38-D256-ABC4-1662-D1C1E56C1A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34237" y="1109547"/>
            <a:ext cx="814811" cy="32400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7670EE8D-32AB-AF81-DC8D-4283288A70EC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rot="16200000" flipH="1">
            <a:off x="4403123" y="3480003"/>
            <a:ext cx="935372" cy="116367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A3285B1E-AF94-D971-B7C4-0F6CE54BB9D6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5400000">
            <a:off x="4697901" y="1913215"/>
            <a:ext cx="814811" cy="16326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6A86B593-CFAD-0C95-3CC7-01FB7F3B3E7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16200000" flipH="1">
            <a:off x="5544718" y="4894654"/>
            <a:ext cx="1163967" cy="13481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0ABB328C-5F5B-EB9E-64CD-97C29C696069}"/>
              </a:ext>
            </a:extLst>
          </p:cNvPr>
          <p:cNvCxnSpPr>
            <a:cxnSpLocks/>
            <a:stCxn id="38" idx="2"/>
            <a:endCxn id="7" idx="0"/>
          </p:cNvCxnSpPr>
          <p:nvPr/>
        </p:nvCxnSpPr>
        <p:spPr>
          <a:xfrm rot="5400000">
            <a:off x="6842611" y="4944869"/>
            <a:ext cx="1163970" cy="124767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37497C-CBE4-11DF-0F06-4D221A039C03}"/>
              </a:ext>
            </a:extLst>
          </p:cNvPr>
          <p:cNvSpPr/>
          <p:nvPr/>
        </p:nvSpPr>
        <p:spPr>
          <a:xfrm>
            <a:off x="1003301" y="4549872"/>
            <a:ext cx="2709636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Finance majored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F51772E-2C8E-E107-9364-0C53DE00FBE7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rot="5400000">
            <a:off x="2845687" y="3106587"/>
            <a:ext cx="955718" cy="19308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3DB0482-903A-FEB6-EC6C-5280747F01B0}"/>
              </a:ext>
            </a:extLst>
          </p:cNvPr>
          <p:cNvSpPr txBox="1"/>
          <p:nvPr/>
        </p:nvSpPr>
        <p:spPr>
          <a:xfrm>
            <a:off x="7192355" y="2322142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implements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233770-5038-8DA9-1AEF-C919B029A67A}"/>
              </a:ext>
            </a:extLst>
          </p:cNvPr>
          <p:cNvSpPr txBox="1"/>
          <p:nvPr/>
        </p:nvSpPr>
        <p:spPr>
          <a:xfrm>
            <a:off x="3758104" y="239099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implements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4D1115-AA6C-7EBB-0E62-E83673A804BE}"/>
              </a:ext>
            </a:extLst>
          </p:cNvPr>
          <p:cNvSpPr txBox="1"/>
          <p:nvPr/>
        </p:nvSpPr>
        <p:spPr>
          <a:xfrm>
            <a:off x="5356680" y="386343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8D4EFF-0ABA-88FE-1098-F8223A7A546A}"/>
              </a:ext>
            </a:extLst>
          </p:cNvPr>
          <p:cNvSpPr txBox="1"/>
          <p:nvPr/>
        </p:nvSpPr>
        <p:spPr>
          <a:xfrm>
            <a:off x="2441575" y="3956627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4CDA40E3-2136-9BDF-79F9-AC2E1B03D86E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rot="16200000" flipH="1">
            <a:off x="4007627" y="3357563"/>
            <a:ext cx="1143621" cy="44426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525DACA-E5E4-B637-C43C-37CC0625DD40}"/>
              </a:ext>
            </a:extLst>
          </p:cNvPr>
          <p:cNvSpPr txBox="1"/>
          <p:nvPr/>
        </p:nvSpPr>
        <p:spPr>
          <a:xfrm>
            <a:off x="5532570" y="5296882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create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52713A4-BA0C-86F4-935D-2EC6931DE98D}"/>
              </a:ext>
            </a:extLst>
          </p:cNvPr>
          <p:cNvSpPr/>
          <p:nvPr/>
        </p:nvSpPr>
        <p:spPr>
          <a:xfrm>
            <a:off x="7192355" y="4529523"/>
            <a:ext cx="1712160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CS Lecturer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F15E136-4A4D-3A93-9661-E2989106DDAD}"/>
              </a:ext>
            </a:extLst>
          </p:cNvPr>
          <p:cNvSpPr/>
          <p:nvPr/>
        </p:nvSpPr>
        <p:spPr>
          <a:xfrm>
            <a:off x="9165773" y="4549872"/>
            <a:ext cx="2383970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Finance Lecturer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2E133026-9FAC-5176-4128-92AF5143BEE0}"/>
              </a:ext>
            </a:extLst>
          </p:cNvPr>
          <p:cNvCxnSpPr>
            <a:cxnSpLocks/>
            <a:stCxn id="43" idx="2"/>
            <a:endCxn id="7" idx="0"/>
          </p:cNvCxnSpPr>
          <p:nvPr/>
        </p:nvCxnSpPr>
        <p:spPr>
          <a:xfrm rot="5400000">
            <a:off x="8007447" y="3800381"/>
            <a:ext cx="1143621" cy="35570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C92A9BE-ACD9-E151-C9BD-619D2997E5D1}"/>
              </a:ext>
            </a:extLst>
          </p:cNvPr>
          <p:cNvSpPr txBox="1"/>
          <p:nvPr/>
        </p:nvSpPr>
        <p:spPr>
          <a:xfrm>
            <a:off x="10017724" y="3813442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7E04A065-D53D-4B8C-86DB-711A07A7D108}"/>
              </a:ext>
            </a:extLst>
          </p:cNvPr>
          <p:cNvCxnSpPr>
            <a:cxnSpLocks/>
            <a:stCxn id="4" idx="2"/>
            <a:endCxn id="38" idx="0"/>
          </p:cNvCxnSpPr>
          <p:nvPr/>
        </p:nvCxnSpPr>
        <p:spPr>
          <a:xfrm rot="5400000">
            <a:off x="8137356" y="3505233"/>
            <a:ext cx="935369" cy="11132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7929F242-BBCE-4D08-BAA7-B0BFC643754C}"/>
              </a:ext>
            </a:extLst>
          </p:cNvPr>
          <p:cNvCxnSpPr>
            <a:cxnSpLocks/>
            <a:stCxn id="4" idx="2"/>
            <a:endCxn id="43" idx="0"/>
          </p:cNvCxnSpPr>
          <p:nvPr/>
        </p:nvCxnSpPr>
        <p:spPr>
          <a:xfrm rot="16200000" flipH="1">
            <a:off x="9281842" y="3473956"/>
            <a:ext cx="955718" cy="11961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369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564" y="3049812"/>
            <a:ext cx="6162395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Demo access level</a:t>
            </a:r>
          </a:p>
        </p:txBody>
      </p:sp>
    </p:spTree>
    <p:extLst>
      <p:ext uri="{BB962C8B-B14F-4D97-AF65-F5344CB8AC3E}">
        <p14:creationId xmlns:p14="http://schemas.microsoft.com/office/powerpoint/2010/main" val="1105508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3A44D-A4EF-BD8B-622D-C49C637E6F29}"/>
              </a:ext>
            </a:extLst>
          </p:cNvPr>
          <p:cNvSpPr txBox="1"/>
          <p:nvPr/>
        </p:nvSpPr>
        <p:spPr>
          <a:xfrm>
            <a:off x="1221326" y="1970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https://www.callicoder.com/java-arraylist/</a:t>
            </a:r>
          </a:p>
        </p:txBody>
      </p:sp>
    </p:spTree>
    <p:extLst>
      <p:ext uri="{BB962C8B-B14F-4D97-AF65-F5344CB8AC3E}">
        <p14:creationId xmlns:p14="http://schemas.microsoft.com/office/powerpoint/2010/main" val="4210283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CA7FD-724B-FACD-003E-9FF0D265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87C7E0-7B7B-78C1-595C-55DED96B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FBBC8-6EC2-732D-451E-3944464D5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56325" name="Rectangle 6">
            <a:extLst>
              <a:ext uri="{FF2B5EF4-FFF2-40B4-BE49-F238E27FC236}">
                <a16:creationId xmlns:a16="http://schemas.microsoft.com/office/drawing/2014/main" id="{6703071F-D5FB-0E93-8CD0-58B070E71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56326" name="Picture 7">
            <a:extLst>
              <a:ext uri="{FF2B5EF4-FFF2-40B4-BE49-F238E27FC236}">
                <a16:creationId xmlns:a16="http://schemas.microsoft.com/office/drawing/2014/main" id="{2FBCF47E-9ED9-607D-87F5-502DDB23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17171</TotalTime>
  <Words>158</Words>
  <Application>Microsoft Office PowerPoint</Application>
  <PresentationFormat>Widescreen</PresentationFormat>
  <Paragraphs>57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幼圆</vt:lpstr>
      <vt:lpstr>Arial</vt:lpstr>
      <vt:lpstr>Arial Black</vt:lpstr>
      <vt:lpstr>Calibri</vt:lpstr>
      <vt:lpstr>Century Gothic</vt:lpstr>
      <vt:lpstr>Wingdings 3</vt:lpstr>
      <vt:lpstr>Wisp</vt:lpstr>
      <vt:lpstr>Interface, Class &amp; Package</vt:lpstr>
      <vt:lpstr>Interface </vt:lpstr>
      <vt:lpstr>PowerPoint Presentation</vt:lpstr>
      <vt:lpstr>PowerPoint Presentation</vt:lpstr>
      <vt:lpstr>Class </vt:lpstr>
      <vt:lpstr>Package</vt:lpstr>
      <vt:lpstr>Method Access</vt:lpstr>
      <vt:lpstr>Inheritance </vt:lpstr>
      <vt:lpstr>inheritance </vt:lpstr>
      <vt:lpstr>PowerPoint Presentation</vt:lpstr>
      <vt:lpstr>Sample inheritance </vt:lpstr>
      <vt:lpstr>Demo access level</vt:lpstr>
      <vt:lpstr>Reference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702</cp:revision>
  <dcterms:created xsi:type="dcterms:W3CDTF">2020-08-03T09:43:10Z</dcterms:created>
  <dcterms:modified xsi:type="dcterms:W3CDTF">2024-05-06T12:05:18Z</dcterms:modified>
</cp:coreProperties>
</file>