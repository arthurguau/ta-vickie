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15" r:id="rId2"/>
    <p:sldId id="309" r:id="rId3"/>
    <p:sldId id="358" r:id="rId4"/>
    <p:sldId id="383" r:id="rId5"/>
    <p:sldId id="376" r:id="rId6"/>
    <p:sldId id="377" r:id="rId7"/>
    <p:sldId id="378" r:id="rId8"/>
    <p:sldId id="362" r:id="rId9"/>
    <p:sldId id="372" r:id="rId10"/>
    <p:sldId id="373" r:id="rId11"/>
    <p:sldId id="374" r:id="rId12"/>
    <p:sldId id="363" r:id="rId13"/>
    <p:sldId id="387" r:id="rId14"/>
    <p:sldId id="386" r:id="rId15"/>
    <p:sldId id="385" r:id="rId16"/>
    <p:sldId id="388" r:id="rId17"/>
    <p:sldId id="364" r:id="rId18"/>
    <p:sldId id="369" r:id="rId19"/>
    <p:sldId id="370" r:id="rId20"/>
    <p:sldId id="371" r:id="rId21"/>
    <p:sldId id="359" r:id="rId22"/>
    <p:sldId id="360" r:id="rId23"/>
    <p:sldId id="366" r:id="rId24"/>
    <p:sldId id="380" r:id="rId25"/>
    <p:sldId id="382" r:id="rId26"/>
    <p:sldId id="381" r:id="rId27"/>
    <p:sldId id="35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9"/>
            <p14:sldId id="358"/>
            <p14:sldId id="383"/>
            <p14:sldId id="376"/>
            <p14:sldId id="377"/>
            <p14:sldId id="378"/>
            <p14:sldId id="362"/>
            <p14:sldId id="372"/>
            <p14:sldId id="373"/>
            <p14:sldId id="374"/>
            <p14:sldId id="363"/>
            <p14:sldId id="387"/>
            <p14:sldId id="386"/>
            <p14:sldId id="385"/>
            <p14:sldId id="388"/>
            <p14:sldId id="364"/>
            <p14:sldId id="369"/>
            <p14:sldId id="370"/>
            <p14:sldId id="371"/>
            <p14:sldId id="359"/>
            <p14:sldId id="360"/>
            <p14:sldId id="366"/>
            <p14:sldId id="380"/>
            <p14:sldId id="382"/>
            <p14:sldId id="381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B31F4-A213-4ED4-ADCA-3AAC589D421A}" v="1" dt="2024-01-17T23:15:32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3"/>
    <p:restoredTop sz="93471" autoAdjust="0"/>
  </p:normalViewPr>
  <p:slideViewPr>
    <p:cSldViewPr snapToGrid="0">
      <p:cViewPr varScale="1">
        <p:scale>
          <a:sx n="141" d="100"/>
          <a:sy n="141" d="100"/>
        </p:scale>
        <p:origin x="8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FFAB31F4-A213-4ED4-ADCA-3AAC589D421A}"/>
    <pc:docChg chg="custSel addSld modSld modSection">
      <pc:chgData name="Songqing Gu" userId="c4d8cb49210192e2" providerId="LiveId" clId="{FFAB31F4-A213-4ED4-ADCA-3AAC589D421A}" dt="2024-01-18T00:00:32.735" v="35" actId="1076"/>
      <pc:docMkLst>
        <pc:docMk/>
      </pc:docMkLst>
      <pc:sldChg chg="addSp delSp modSp add mod">
        <pc:chgData name="Songqing Gu" userId="c4d8cb49210192e2" providerId="LiveId" clId="{FFAB31F4-A213-4ED4-ADCA-3AAC589D421A}" dt="2024-01-18T00:00:10.152" v="29" actId="1076"/>
        <pc:sldMkLst>
          <pc:docMk/>
          <pc:sldMk cId="1493468922" sldId="380"/>
        </pc:sldMkLst>
        <pc:spChg chg="mod">
          <ac:chgData name="Songqing Gu" userId="c4d8cb49210192e2" providerId="LiveId" clId="{FFAB31F4-A213-4ED4-ADCA-3AAC589D421A}" dt="2024-01-17T23:14:25.645" v="10" actId="20577"/>
          <ac:spMkLst>
            <pc:docMk/>
            <pc:sldMk cId="1493468922" sldId="380"/>
            <ac:spMk id="4" creationId="{A5334BB3-AFE5-56C3-3DAD-23292EC4C00B}"/>
          </ac:spMkLst>
        </pc:spChg>
        <pc:spChg chg="add del mod">
          <ac:chgData name="Songqing Gu" userId="c4d8cb49210192e2" providerId="LiveId" clId="{FFAB31F4-A213-4ED4-ADCA-3AAC589D421A}" dt="2024-01-17T23:14:19.343" v="2" actId="478"/>
          <ac:spMkLst>
            <pc:docMk/>
            <pc:sldMk cId="1493468922" sldId="380"/>
            <ac:spMk id="5" creationId="{38CD707D-078B-975B-2F96-DFB7EEC1C66F}"/>
          </ac:spMkLst>
        </pc:spChg>
        <pc:picChg chg="del">
          <ac:chgData name="Songqing Gu" userId="c4d8cb49210192e2" providerId="LiveId" clId="{FFAB31F4-A213-4ED4-ADCA-3AAC589D421A}" dt="2024-01-17T23:14:16.552" v="1" actId="478"/>
          <ac:picMkLst>
            <pc:docMk/>
            <pc:sldMk cId="1493468922" sldId="380"/>
            <ac:picMk id="2" creationId="{5A066B74-12BF-4191-B35C-1F21C0198773}"/>
          </ac:picMkLst>
        </pc:picChg>
        <pc:picChg chg="add mod">
          <ac:chgData name="Songqing Gu" userId="c4d8cb49210192e2" providerId="LiveId" clId="{FFAB31F4-A213-4ED4-ADCA-3AAC589D421A}" dt="2024-01-18T00:00:10.152" v="29" actId="1076"/>
          <ac:picMkLst>
            <pc:docMk/>
            <pc:sldMk cId="1493468922" sldId="380"/>
            <ac:picMk id="3" creationId="{5C9B8EF0-4AFB-4752-801E-B4F24F1891F3}"/>
          </ac:picMkLst>
        </pc:picChg>
        <pc:picChg chg="add del mod">
          <ac:chgData name="Songqing Gu" userId="c4d8cb49210192e2" providerId="LiveId" clId="{FFAB31F4-A213-4ED4-ADCA-3AAC589D421A}" dt="2024-01-17T23:47:23.280" v="24" actId="478"/>
          <ac:picMkLst>
            <pc:docMk/>
            <pc:sldMk cId="1493468922" sldId="380"/>
            <ac:picMk id="7" creationId="{AA7E3180-F331-4525-DD85-874B23D819FD}"/>
          </ac:picMkLst>
        </pc:picChg>
      </pc:sldChg>
      <pc:sldChg chg="addSp delSp modSp add mod">
        <pc:chgData name="Songqing Gu" userId="c4d8cb49210192e2" providerId="LiveId" clId="{FFAB31F4-A213-4ED4-ADCA-3AAC589D421A}" dt="2024-01-18T00:00:25.381" v="33" actId="1076"/>
        <pc:sldMkLst>
          <pc:docMk/>
          <pc:sldMk cId="2348397049" sldId="381"/>
        </pc:sldMkLst>
        <pc:picChg chg="add mod">
          <ac:chgData name="Songqing Gu" userId="c4d8cb49210192e2" providerId="LiveId" clId="{FFAB31F4-A213-4ED4-ADCA-3AAC589D421A}" dt="2024-01-18T00:00:25.381" v="33" actId="1076"/>
          <ac:picMkLst>
            <pc:docMk/>
            <pc:sldMk cId="2348397049" sldId="381"/>
            <ac:picMk id="3" creationId="{49EDEB91-1F8B-B53B-7412-C9826D0AF7DE}"/>
          </ac:picMkLst>
        </pc:picChg>
        <pc:picChg chg="del">
          <ac:chgData name="Songqing Gu" userId="c4d8cb49210192e2" providerId="LiveId" clId="{FFAB31F4-A213-4ED4-ADCA-3AAC589D421A}" dt="2024-01-17T23:46:52.702" v="16" actId="478"/>
          <ac:picMkLst>
            <pc:docMk/>
            <pc:sldMk cId="2348397049" sldId="381"/>
            <ac:picMk id="7" creationId="{AA7E3180-F331-4525-DD85-874B23D819FD}"/>
          </ac:picMkLst>
        </pc:picChg>
      </pc:sldChg>
      <pc:sldChg chg="modSp add mod">
        <pc:chgData name="Songqing Gu" userId="c4d8cb49210192e2" providerId="LiveId" clId="{FFAB31F4-A213-4ED4-ADCA-3AAC589D421A}" dt="2024-01-18T00:00:32.735" v="35" actId="1076"/>
        <pc:sldMkLst>
          <pc:docMk/>
          <pc:sldMk cId="1248235868" sldId="382"/>
        </pc:sldMkLst>
        <pc:picChg chg="mod">
          <ac:chgData name="Songqing Gu" userId="c4d8cb49210192e2" providerId="LiveId" clId="{FFAB31F4-A213-4ED4-ADCA-3AAC589D421A}" dt="2024-01-18T00:00:32.735" v="35" actId="1076"/>
          <ac:picMkLst>
            <pc:docMk/>
            <pc:sldMk cId="1248235868" sldId="382"/>
            <ac:picMk id="7" creationId="{AA7E3180-F331-4525-DD85-874B23D819FD}"/>
          </ac:picMkLst>
        </pc:pic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  <pc:docChgLst>
    <pc:chgData name="Songqing Gu" userId="c4d8cb49210192e2" providerId="LiveId" clId="{0238BFDE-1411-43C8-8054-F0BE9467BA84}"/>
    <pc:docChg chg="undo custSel addSld delSld modSld sldOrd modSection">
      <pc:chgData name="Songqing Gu" userId="c4d8cb49210192e2" providerId="LiveId" clId="{0238BFDE-1411-43C8-8054-F0BE9467BA84}" dt="2023-06-28T14:09:19.202" v="974" actId="207"/>
      <pc:docMkLst>
        <pc:docMk/>
      </pc:docMkLst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863554075" sldId="306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867710257" sldId="307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692078226" sldId="308"/>
        </pc:sldMkLst>
      </pc:sldChg>
      <pc:sldChg chg="addSp delSp modSp mod ord">
        <pc:chgData name="Songqing Gu" userId="c4d8cb49210192e2" providerId="LiveId" clId="{0238BFDE-1411-43C8-8054-F0BE9467BA84}" dt="2023-06-28T14:09:19.202" v="974" actId="207"/>
        <pc:sldMkLst>
          <pc:docMk/>
          <pc:sldMk cId="594483226" sldId="309"/>
        </pc:sldMkLst>
        <pc:spChg chg="mod ord">
          <ac:chgData name="Songqing Gu" userId="c4d8cb49210192e2" providerId="LiveId" clId="{0238BFDE-1411-43C8-8054-F0BE9467BA84}" dt="2023-06-28T13:41:05.456" v="803" actId="1076"/>
          <ac:spMkLst>
            <pc:docMk/>
            <pc:sldMk cId="594483226" sldId="309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39:55.758" v="789" actId="478"/>
          <ac:spMkLst>
            <pc:docMk/>
            <pc:sldMk cId="594483226" sldId="309"/>
            <ac:spMk id="5" creationId="{C938B962-DB42-64D2-B87D-883FB728F9BB}"/>
          </ac:spMkLst>
        </pc:spChg>
        <pc:spChg chg="add mod">
          <ac:chgData name="Songqing Gu" userId="c4d8cb49210192e2" providerId="LiveId" clId="{0238BFDE-1411-43C8-8054-F0BE9467BA84}" dt="2023-06-28T14:09:19.202" v="974" actId="207"/>
          <ac:spMkLst>
            <pc:docMk/>
            <pc:sldMk cId="594483226" sldId="309"/>
            <ac:spMk id="6" creationId="{051131AC-00E3-244C-BC00-3C39E9FD3795}"/>
          </ac:spMkLst>
        </pc:spChg>
        <pc:picChg chg="add del mod">
          <ac:chgData name="Songqing Gu" userId="c4d8cb49210192e2" providerId="LiveId" clId="{0238BFDE-1411-43C8-8054-F0BE9467BA84}" dt="2023-06-28T13:39:53.276" v="788" actId="478"/>
          <ac:picMkLst>
            <pc:docMk/>
            <pc:sldMk cId="594483226" sldId="309"/>
            <ac:picMk id="3" creationId="{EACEE7FF-3A27-9A20-8A41-813776427862}"/>
          </ac:picMkLst>
        </pc:picChg>
        <pc:picChg chg="del">
          <ac:chgData name="Songqing Gu" userId="c4d8cb49210192e2" providerId="LiveId" clId="{0238BFDE-1411-43C8-8054-F0BE9467BA84}" dt="2023-06-27T15:25:49.751" v="428" actId="478"/>
          <ac:picMkLst>
            <pc:docMk/>
            <pc:sldMk cId="594483226" sldId="309"/>
            <ac:picMk id="1026" creationId="{4730BB9A-24AF-3A0C-2C86-A5A88A1BAC65}"/>
          </ac:picMkLst>
        </pc:picChg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392177035" sldId="310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14066411" sldId="311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3693646" sldId="313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2241566633" sldId="314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76250974" sldId="357"/>
        </pc:sldMkLst>
      </pc:sldChg>
      <pc:sldChg chg="addSp delSp modSp mod">
        <pc:chgData name="Songqing Gu" userId="c4d8cb49210192e2" providerId="LiveId" clId="{0238BFDE-1411-43C8-8054-F0BE9467BA84}" dt="2023-06-27T16:36:25.308" v="421" actId="20577"/>
        <pc:sldMkLst>
          <pc:docMk/>
          <pc:sldMk cId="3957866147" sldId="358"/>
        </pc:sldMkLst>
        <pc:spChg chg="add mod">
          <ac:chgData name="Songqing Gu" userId="c4d8cb49210192e2" providerId="LiveId" clId="{0238BFDE-1411-43C8-8054-F0BE9467BA84}" dt="2023-06-27T08:24:04.602" v="343" actId="255"/>
          <ac:spMkLst>
            <pc:docMk/>
            <pc:sldMk cId="3957866147" sldId="358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6" creationId="{BB7916EF-073C-615F-6D1D-CB4A505DDBFE}"/>
          </ac:spMkLst>
        </pc:spChg>
        <pc:spChg chg="add mod">
          <ac:chgData name="Songqing Gu" userId="c4d8cb49210192e2" providerId="LiveId" clId="{0238BFDE-1411-43C8-8054-F0BE9467BA84}" dt="2023-06-27T16:36:25.308" v="421" actId="20577"/>
          <ac:spMkLst>
            <pc:docMk/>
            <pc:sldMk cId="3957866147" sldId="358"/>
            <ac:spMk id="7" creationId="{49841D98-0B32-8C61-50A3-5B8CE74F8E74}"/>
          </ac:spMkLst>
        </pc:spChg>
        <pc:spChg chg="add del mod">
          <ac:chgData name="Songqing Gu" userId="c4d8cb49210192e2" providerId="LiveId" clId="{0238BFDE-1411-43C8-8054-F0BE9467BA84}" dt="2023-06-27T08:27:56.027" v="372" actId="478"/>
          <ac:spMkLst>
            <pc:docMk/>
            <pc:sldMk cId="3957866147" sldId="358"/>
            <ac:spMk id="8" creationId="{DEC1C499-0198-C0C8-FD98-2F2BB3CA56B3}"/>
          </ac:spMkLst>
        </pc:spChg>
        <pc:picChg chg="del">
          <ac:chgData name="Songqing Gu" userId="c4d8cb49210192e2" providerId="LiveId" clId="{0238BFDE-1411-43C8-8054-F0BE9467BA84}" dt="2023-06-27T08:23:31.532" v="326" actId="478"/>
          <ac:picMkLst>
            <pc:docMk/>
            <pc:sldMk cId="3957866147" sldId="358"/>
            <ac:picMk id="1026" creationId="{9A5D7404-46DF-2C74-EEF0-39205A8C8AED}"/>
          </ac:picMkLst>
        </pc:picChg>
        <pc:picChg chg="add mod">
          <ac:chgData name="Songqing Gu" userId="c4d8cb49210192e2" providerId="LiveId" clId="{0238BFDE-1411-43C8-8054-F0BE9467BA84}" dt="2023-06-27T16:35:22.975" v="416" actId="1076"/>
          <ac:picMkLst>
            <pc:docMk/>
            <pc:sldMk cId="3957866147" sldId="358"/>
            <ac:picMk id="1027" creationId="{480A2389-6048-4F4B-55F0-B229F4369BE0}"/>
          </ac:picMkLst>
        </pc:picChg>
      </pc:sldChg>
      <pc:sldChg chg="addSp delSp modSp mod">
        <pc:chgData name="Songqing Gu" userId="c4d8cb49210192e2" providerId="LiveId" clId="{0238BFDE-1411-43C8-8054-F0BE9467BA84}" dt="2023-06-27T09:15:01.379" v="403" actId="207"/>
        <pc:sldMkLst>
          <pc:docMk/>
          <pc:sldMk cId="3910698975" sldId="359"/>
        </pc:sldMkLst>
        <pc:spChg chg="add mod">
          <ac:chgData name="Songqing Gu" userId="c4d8cb49210192e2" providerId="LiveId" clId="{0238BFDE-1411-43C8-8054-F0BE9467BA84}" dt="2023-06-27T09:15:01.379" v="403" actId="207"/>
          <ac:spMkLst>
            <pc:docMk/>
            <pc:sldMk cId="3910698975" sldId="359"/>
            <ac:spMk id="2" creationId="{A01826DF-D9BD-65D7-CA27-ED19FE4F17E3}"/>
          </ac:spMkLst>
        </pc:spChg>
        <pc:spChg chg="del">
          <ac:chgData name="Songqing Gu" userId="c4d8cb49210192e2" providerId="LiveId" clId="{0238BFDE-1411-43C8-8054-F0BE9467BA84}" dt="2023-06-27T08:15:13.966" v="1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0238BFDE-1411-43C8-8054-F0BE9467BA84}" dt="2023-06-27T08:15:27.818" v="33" actId="27636"/>
          <ac:spMkLst>
            <pc:docMk/>
            <pc:sldMk cId="3910698975" sldId="359"/>
            <ac:spMk id="4" creationId="{A5334BB3-AFE5-56C3-3DAD-23292EC4C00B}"/>
          </ac:spMkLst>
        </pc:spChg>
      </pc:sldChg>
      <pc:sldChg chg="addSp delSp modSp add mod">
        <pc:chgData name="Songqing Gu" userId="c4d8cb49210192e2" providerId="LiveId" clId="{0238BFDE-1411-43C8-8054-F0BE9467BA84}" dt="2023-06-27T16:34:35.401" v="409" actId="14100"/>
        <pc:sldMkLst>
          <pc:docMk/>
          <pc:sldMk cId="3769187772" sldId="360"/>
        </pc:sldMkLst>
        <pc:spChg chg="add del">
          <ac:chgData name="Songqing Gu" userId="c4d8cb49210192e2" providerId="LiveId" clId="{0238BFDE-1411-43C8-8054-F0BE9467BA84}" dt="2023-06-27T16:33:39.909" v="406" actId="478"/>
          <ac:spMkLst>
            <pc:docMk/>
            <pc:sldMk cId="3769187772" sldId="360"/>
            <ac:spMk id="5" creationId="{07CBEE76-3036-C565-F502-6E242CE0D557}"/>
          </ac:spMkLst>
        </pc:spChg>
        <pc:spChg chg="add mod">
          <ac:chgData name="Songqing Gu" userId="c4d8cb49210192e2" providerId="LiveId" clId="{0238BFDE-1411-43C8-8054-F0BE9467BA84}" dt="2023-06-27T16:34:35.401" v="409" actId="14100"/>
          <ac:spMkLst>
            <pc:docMk/>
            <pc:sldMk cId="3769187772" sldId="360"/>
            <ac:spMk id="7" creationId="{1C11A151-83FD-D820-0857-278BB2F9D29E}"/>
          </ac:spMkLst>
        </pc:spChg>
      </pc:sldChg>
      <pc:sldChg chg="add del ord">
        <pc:chgData name="Songqing Gu" userId="c4d8cb49210192e2" providerId="LiveId" clId="{0238BFDE-1411-43C8-8054-F0BE9467BA84}" dt="2023-06-28T14:08:31.337" v="904" actId="2696"/>
        <pc:sldMkLst>
          <pc:docMk/>
          <pc:sldMk cId="3941851084" sldId="361"/>
        </pc:sldMkLst>
      </pc:sldChg>
      <pc:sldChg chg="addSp delSp modSp add mod">
        <pc:chgData name="Songqing Gu" userId="c4d8cb49210192e2" providerId="LiveId" clId="{0238BFDE-1411-43C8-8054-F0BE9467BA84}" dt="2023-06-28T13:52:49.708" v="890" actId="14100"/>
        <pc:sldMkLst>
          <pc:docMk/>
          <pc:sldMk cId="4276129793" sldId="362"/>
        </pc:sldMkLst>
        <pc:spChg chg="mod">
          <ac:chgData name="Songqing Gu" userId="c4d8cb49210192e2" providerId="LiveId" clId="{0238BFDE-1411-43C8-8054-F0BE9467BA84}" dt="2023-06-28T13:52:49.708" v="890" actId="14100"/>
          <ac:spMkLst>
            <pc:docMk/>
            <pc:sldMk cId="4276129793" sldId="362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3:32.367" v="723" actId="14100"/>
          <ac:spMkLst>
            <pc:docMk/>
            <pc:sldMk cId="4276129793" sldId="362"/>
            <ac:spMk id="4" creationId="{29CF7E95-AFE1-74E1-D072-E986A9F380B1}"/>
          </ac:spMkLst>
        </pc:spChg>
        <pc:spChg chg="mod">
          <ac:chgData name="Songqing Gu" userId="c4d8cb49210192e2" providerId="LiveId" clId="{0238BFDE-1411-43C8-8054-F0BE9467BA84}" dt="2023-06-27T16:37:08.066" v="426" actId="14100"/>
          <ac:spMkLst>
            <pc:docMk/>
            <pc:sldMk cId="4276129793" sldId="362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3:01.076" v="713" actId="1076"/>
          <ac:picMkLst>
            <pc:docMk/>
            <pc:sldMk cId="4276129793" sldId="362"/>
            <ac:picMk id="3" creationId="{9EBB5E8C-A99B-600B-36FE-522808BD2FDD}"/>
          </ac:picMkLst>
        </pc:picChg>
        <pc:picChg chg="add del mod">
          <ac:chgData name="Songqing Gu" userId="c4d8cb49210192e2" providerId="LiveId" clId="{0238BFDE-1411-43C8-8054-F0BE9467BA84}" dt="2023-06-28T13:32:47.688" v="709" actId="478"/>
          <ac:picMkLst>
            <pc:docMk/>
            <pc:sldMk cId="4276129793" sldId="362"/>
            <ac:picMk id="2050" creationId="{A62C83CA-4C50-672C-ECD9-20FF34BE3450}"/>
          </ac:picMkLst>
        </pc:picChg>
      </pc:sldChg>
      <pc:sldChg chg="addSp delSp modSp add mod">
        <pc:chgData name="Songqing Gu" userId="c4d8cb49210192e2" providerId="LiveId" clId="{0238BFDE-1411-43C8-8054-F0BE9467BA84}" dt="2023-06-28T13:49:27.554" v="883" actId="1076"/>
        <pc:sldMkLst>
          <pc:docMk/>
          <pc:sldMk cId="422478183" sldId="363"/>
        </pc:sldMkLst>
        <pc:spChg chg="mod">
          <ac:chgData name="Songqing Gu" userId="c4d8cb49210192e2" providerId="LiveId" clId="{0238BFDE-1411-43C8-8054-F0BE9467BA84}" dt="2023-06-27T08:25:21.222" v="360" actId="20577"/>
          <ac:spMkLst>
            <pc:docMk/>
            <pc:sldMk cId="422478183" sldId="363"/>
            <ac:spMk id="2" creationId="{E41822F2-39DD-D500-3FA8-AC00639157D6}"/>
          </ac:spMkLst>
        </pc:spChg>
        <pc:spChg chg="add del">
          <ac:chgData name="Songqing Gu" userId="c4d8cb49210192e2" providerId="LiveId" clId="{0238BFDE-1411-43C8-8054-F0BE9467BA84}" dt="2023-06-27T08:58:05.727" v="389" actId="22"/>
          <ac:spMkLst>
            <pc:docMk/>
            <pc:sldMk cId="422478183" sldId="363"/>
            <ac:spMk id="4" creationId="{FBDA3742-5067-954C-B8DA-36C0B98FDC7B}"/>
          </ac:spMkLst>
        </pc:spChg>
        <pc:spChg chg="mod">
          <ac:chgData name="Songqing Gu" userId="c4d8cb49210192e2" providerId="LiveId" clId="{0238BFDE-1411-43C8-8054-F0BE9467BA84}" dt="2023-06-28T13:49:19.669" v="882" actId="1076"/>
          <ac:spMkLst>
            <pc:docMk/>
            <pc:sldMk cId="422478183" sldId="363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49:27.554" v="883" actId="1076"/>
          <ac:picMkLst>
            <pc:docMk/>
            <pc:sldMk cId="422478183" sldId="363"/>
            <ac:picMk id="3" creationId="{467D8C89-2C78-786B-16B0-686B327A7C65}"/>
          </ac:picMkLst>
        </pc:picChg>
        <pc:picChg chg="add del mod">
          <ac:chgData name="Songqing Gu" userId="c4d8cb49210192e2" providerId="LiveId" clId="{0238BFDE-1411-43C8-8054-F0BE9467BA84}" dt="2023-06-28T13:48:56.756" v="873" actId="478"/>
          <ac:picMkLst>
            <pc:docMk/>
            <pc:sldMk cId="422478183" sldId="363"/>
            <ac:picMk id="4098" creationId="{159E0121-6F60-C1B7-2AD2-54E869234088}"/>
          </ac:picMkLst>
        </pc:picChg>
      </pc:sldChg>
      <pc:sldChg chg="addSp delSp modSp add mod">
        <pc:chgData name="Songqing Gu" userId="c4d8cb49210192e2" providerId="LiveId" clId="{0238BFDE-1411-43C8-8054-F0BE9467BA84}" dt="2023-06-28T13:31:38.124" v="708" actId="1076"/>
        <pc:sldMkLst>
          <pc:docMk/>
          <pc:sldMk cId="3371967051" sldId="364"/>
        </pc:sldMkLst>
        <pc:spChg chg="mod">
          <ac:chgData name="Songqing Gu" userId="c4d8cb49210192e2" providerId="LiveId" clId="{0238BFDE-1411-43C8-8054-F0BE9467BA84}" dt="2023-06-27T08:26:12.088" v="368" actId="20577"/>
          <ac:spMkLst>
            <pc:docMk/>
            <pc:sldMk cId="3371967051" sldId="364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1:38.124" v="708" actId="1076"/>
          <ac:spMkLst>
            <pc:docMk/>
            <pc:sldMk cId="3371967051" sldId="364"/>
            <ac:spMk id="4" creationId="{3AF5EA2A-1E6A-20BB-56A9-E9A862E7CA90}"/>
          </ac:spMkLst>
        </pc:spChg>
        <pc:spChg chg="mod">
          <ac:chgData name="Songqing Gu" userId="c4d8cb49210192e2" providerId="LiveId" clId="{0238BFDE-1411-43C8-8054-F0BE9467BA84}" dt="2023-06-28T13:31:04.307" v="700" actId="20578"/>
          <ac:spMkLst>
            <pc:docMk/>
            <pc:sldMk cId="3371967051" sldId="364"/>
            <ac:spMk id="7" creationId="{49841D98-0B32-8C61-50A3-5B8CE74F8E74}"/>
          </ac:spMkLst>
        </pc:spChg>
        <pc:picChg chg="add mod ord">
          <ac:chgData name="Songqing Gu" userId="c4d8cb49210192e2" providerId="LiveId" clId="{0238BFDE-1411-43C8-8054-F0BE9467BA84}" dt="2023-06-28T13:31:20.235" v="705" actId="1076"/>
          <ac:picMkLst>
            <pc:docMk/>
            <pc:sldMk cId="3371967051" sldId="364"/>
            <ac:picMk id="3" creationId="{9B7B83D8-972F-8486-3213-2E7B299B2FD2}"/>
          </ac:picMkLst>
        </pc:picChg>
        <pc:picChg chg="add del mod">
          <ac:chgData name="Songqing Gu" userId="c4d8cb49210192e2" providerId="LiveId" clId="{0238BFDE-1411-43C8-8054-F0BE9467BA84}" dt="2023-06-28T13:24:21.294" v="483" actId="478"/>
          <ac:picMkLst>
            <pc:docMk/>
            <pc:sldMk cId="3371967051" sldId="364"/>
            <ac:picMk id="3074" creationId="{B9DFF278-3260-6C63-B2A1-A1A54B9A888F}"/>
          </ac:picMkLst>
        </pc:picChg>
      </pc:sldChg>
      <pc:sldChg chg="modSp add del mod">
        <pc:chgData name="Songqing Gu" userId="c4d8cb49210192e2" providerId="LiveId" clId="{0238BFDE-1411-43C8-8054-F0BE9467BA84}" dt="2023-06-28T13:39:12.659" v="786" actId="2696"/>
        <pc:sldMkLst>
          <pc:docMk/>
          <pc:sldMk cId="94679325" sldId="365"/>
        </pc:sldMkLst>
        <pc:spChg chg="mod">
          <ac:chgData name="Songqing Gu" userId="c4d8cb49210192e2" providerId="LiveId" clId="{0238BFDE-1411-43C8-8054-F0BE9467BA84}" dt="2023-06-28T13:20:34.389" v="471" actId="1076"/>
          <ac:spMkLst>
            <pc:docMk/>
            <pc:sldMk cId="94679325" sldId="365"/>
            <ac:spMk id="2" creationId="{00000000-0000-0000-0000-000000000000}"/>
          </ac:spMkLst>
        </pc:spChg>
        <pc:picChg chg="mod">
          <ac:chgData name="Songqing Gu" userId="c4d8cb49210192e2" providerId="LiveId" clId="{0238BFDE-1411-43C8-8054-F0BE9467BA84}" dt="2023-06-28T13:21:10.839" v="474" actId="1076"/>
          <ac:picMkLst>
            <pc:docMk/>
            <pc:sldMk cId="94679325" sldId="365"/>
            <ac:picMk id="1026" creationId="{4730BB9A-24AF-3A0C-2C86-A5A88A1BAC65}"/>
          </ac:picMkLst>
        </pc:picChg>
      </pc:sldChg>
      <pc:sldChg chg="addSp delSp modSp add mod">
        <pc:chgData name="Songqing Gu" userId="c4d8cb49210192e2" providerId="LiveId" clId="{0238BFDE-1411-43C8-8054-F0BE9467BA84}" dt="2023-06-27T15:31:24.174" v="451" actId="166"/>
        <pc:sldMkLst>
          <pc:docMk/>
          <pc:sldMk cId="1717140285" sldId="366"/>
        </pc:sldMkLst>
        <pc:spChg chg="del">
          <ac:chgData name="Songqing Gu" userId="c4d8cb49210192e2" providerId="LiveId" clId="{0238BFDE-1411-43C8-8054-F0BE9467BA84}" dt="2023-06-27T15:31:05.036" v="446" actId="478"/>
          <ac:spMkLst>
            <pc:docMk/>
            <pc:sldMk cId="1717140285" sldId="366"/>
            <ac:spMk id="3" creationId="{3C33A44D-A4EF-BD8B-622D-C49C637E6F29}"/>
          </ac:spMkLst>
        </pc:spChg>
        <pc:spChg chg="ord">
          <ac:chgData name="Songqing Gu" userId="c4d8cb49210192e2" providerId="LiveId" clId="{0238BFDE-1411-43C8-8054-F0BE9467BA84}" dt="2023-06-27T15:31:24.174" v="451" actId="166"/>
          <ac:spMkLst>
            <pc:docMk/>
            <pc:sldMk cId="1717140285" sldId="366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15:31:06.534" v="447" actId="478"/>
          <ac:spMkLst>
            <pc:docMk/>
            <pc:sldMk cId="1717140285" sldId="366"/>
            <ac:spMk id="7" creationId="{1C11A151-83FD-D820-0857-278BB2F9D29E}"/>
          </ac:spMkLst>
        </pc:spChg>
        <pc:picChg chg="add mod">
          <ac:chgData name="Songqing Gu" userId="c4d8cb49210192e2" providerId="LiveId" clId="{0238BFDE-1411-43C8-8054-F0BE9467BA84}" dt="2023-06-27T15:31:17.435" v="450" actId="14100"/>
          <ac:picMkLst>
            <pc:docMk/>
            <pc:sldMk cId="1717140285" sldId="366"/>
            <ac:picMk id="2" creationId="{5A066B74-12BF-4191-B35C-1F21C0198773}"/>
          </ac:picMkLst>
        </pc:picChg>
      </pc:sldChg>
      <pc:sldChg chg="addSp delSp modSp add mod">
        <pc:chgData name="Songqing Gu" userId="c4d8cb49210192e2" providerId="LiveId" clId="{0238BFDE-1411-43C8-8054-F0BE9467BA84}" dt="2023-06-27T15:32:14.511" v="459" actId="1076"/>
        <pc:sldMkLst>
          <pc:docMk/>
          <pc:sldMk cId="1172440794" sldId="367"/>
        </pc:sldMkLst>
        <pc:spChg chg="del">
          <ac:chgData name="Songqing Gu" userId="c4d8cb49210192e2" providerId="LiveId" clId="{0238BFDE-1411-43C8-8054-F0BE9467BA84}" dt="2023-06-27T15:32:06.791" v="455" actId="478"/>
          <ac:spMkLst>
            <pc:docMk/>
            <pc:sldMk cId="1172440794" sldId="367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2:09.200" v="456" actId="478"/>
          <ac:spMkLst>
            <pc:docMk/>
            <pc:sldMk cId="1172440794" sldId="367"/>
            <ac:spMk id="4" creationId="{2141E45D-8CE6-7C88-4466-728003FCEB94}"/>
          </ac:spMkLst>
        </pc:spChg>
        <pc:spChg chg="del">
          <ac:chgData name="Songqing Gu" userId="c4d8cb49210192e2" providerId="LiveId" clId="{0238BFDE-1411-43C8-8054-F0BE9467BA84}" dt="2023-06-27T15:32:03.511" v="454" actId="478"/>
          <ac:spMkLst>
            <pc:docMk/>
            <pc:sldMk cId="1172440794" sldId="367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7T15:32:14.511" v="459" actId="1076"/>
          <ac:picMkLst>
            <pc:docMk/>
            <pc:sldMk cId="1172440794" sldId="367"/>
            <ac:picMk id="5" creationId="{3AA00187-2DA2-F4E7-17C2-F13EC15622C4}"/>
          </ac:picMkLst>
        </pc:picChg>
        <pc:picChg chg="del">
          <ac:chgData name="Songqing Gu" userId="c4d8cb49210192e2" providerId="LiveId" clId="{0238BFDE-1411-43C8-8054-F0BE9467BA84}" dt="2023-06-27T15:32:01.190" v="453" actId="478"/>
          <ac:picMkLst>
            <pc:docMk/>
            <pc:sldMk cId="1172440794" sldId="367"/>
            <ac:picMk id="1027" creationId="{480A2389-6048-4F4B-55F0-B229F4369BE0}"/>
          </ac:picMkLst>
        </pc:picChg>
      </pc:sldChg>
      <pc:sldChg chg="addSp delSp modSp add mod ord">
        <pc:chgData name="Songqing Gu" userId="c4d8cb49210192e2" providerId="LiveId" clId="{0238BFDE-1411-43C8-8054-F0BE9467BA84}" dt="2023-06-28T13:34:22.574" v="729" actId="14100"/>
        <pc:sldMkLst>
          <pc:docMk/>
          <pc:sldMk cId="4032019230" sldId="368"/>
        </pc:sldMkLst>
        <pc:spChg chg="del">
          <ac:chgData name="Songqing Gu" userId="c4d8cb49210192e2" providerId="LiveId" clId="{0238BFDE-1411-43C8-8054-F0BE9467BA84}" dt="2023-06-27T15:34:10.402" v="468" actId="478"/>
          <ac:spMkLst>
            <pc:docMk/>
            <pc:sldMk cId="4032019230" sldId="368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4:12.923" v="469" actId="478"/>
          <ac:spMkLst>
            <pc:docMk/>
            <pc:sldMk cId="4032019230" sldId="368"/>
            <ac:spMk id="5" creationId="{34B72B76-07F2-A271-2C9A-6311E1E12230}"/>
          </ac:spMkLst>
        </pc:spChg>
        <pc:spChg chg="del">
          <ac:chgData name="Songqing Gu" userId="c4d8cb49210192e2" providerId="LiveId" clId="{0238BFDE-1411-43C8-8054-F0BE9467BA84}" dt="2023-06-27T15:34:01.762" v="466" actId="478"/>
          <ac:spMkLst>
            <pc:docMk/>
            <pc:sldMk cId="4032019230" sldId="368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4:22.574" v="729" actId="14100"/>
          <ac:picMkLst>
            <pc:docMk/>
            <pc:sldMk cId="4032019230" sldId="368"/>
            <ac:picMk id="2" creationId="{C2F6E0A0-0C9F-439E-3A45-7BB859B1A49B}"/>
          </ac:picMkLst>
        </pc:picChg>
        <pc:picChg chg="add del mod">
          <ac:chgData name="Songqing Gu" userId="c4d8cb49210192e2" providerId="LiveId" clId="{0238BFDE-1411-43C8-8054-F0BE9467BA84}" dt="2023-06-28T13:34:13.148" v="724" actId="478"/>
          <ac:picMkLst>
            <pc:docMk/>
            <pc:sldMk cId="4032019230" sldId="368"/>
            <ac:picMk id="3" creationId="{9F009BA4-FB0D-7645-E28E-D602DA3E753E}"/>
          </ac:picMkLst>
        </pc:picChg>
        <pc:picChg chg="del">
          <ac:chgData name="Songqing Gu" userId="c4d8cb49210192e2" providerId="LiveId" clId="{0238BFDE-1411-43C8-8054-F0BE9467BA84}" dt="2023-06-27T15:33:54.339" v="461" actId="478"/>
          <ac:picMkLst>
            <pc:docMk/>
            <pc:sldMk cId="4032019230" sldId="368"/>
            <ac:picMk id="1027" creationId="{480A2389-6048-4F4B-55F0-B229F4369BE0}"/>
          </ac:picMkLst>
        </pc:picChg>
      </pc:sldChg>
      <pc:sldChg chg="addSp delSp modSp add mod">
        <pc:chgData name="Songqing Gu" userId="c4d8cb49210192e2" providerId="LiveId" clId="{0238BFDE-1411-43C8-8054-F0BE9467BA84}" dt="2023-06-28T13:28:23.398" v="529" actId="108"/>
        <pc:sldMkLst>
          <pc:docMk/>
          <pc:sldMk cId="86888917" sldId="369"/>
        </pc:sldMkLst>
        <pc:spChg chg="mod">
          <ac:chgData name="Songqing Gu" userId="c4d8cb49210192e2" providerId="LiveId" clId="{0238BFDE-1411-43C8-8054-F0BE9467BA84}" dt="2023-06-28T13:28:23.398" v="529" actId="108"/>
          <ac:spMkLst>
            <pc:docMk/>
            <pc:sldMk cId="86888917" sldId="369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5:23.775" v="494" actId="478"/>
          <ac:spMkLst>
            <pc:docMk/>
            <pc:sldMk cId="86888917" sldId="369"/>
            <ac:spMk id="5" creationId="{EAA5F8F3-AE57-F9C4-9766-A95B0B241714}"/>
          </ac:spMkLst>
        </pc:spChg>
        <pc:spChg chg="del">
          <ac:chgData name="Songqing Gu" userId="c4d8cb49210192e2" providerId="LiveId" clId="{0238BFDE-1411-43C8-8054-F0BE9467BA84}" dt="2023-06-28T13:25:28.524" v="497" actId="478"/>
          <ac:spMkLst>
            <pc:docMk/>
            <pc:sldMk cId="86888917" sldId="369"/>
            <ac:spMk id="7" creationId="{49841D98-0B32-8C61-50A3-5B8CE74F8E74}"/>
          </ac:spMkLst>
        </pc:spChg>
        <pc:picChg chg="del">
          <ac:chgData name="Songqing Gu" userId="c4d8cb49210192e2" providerId="LiveId" clId="{0238BFDE-1411-43C8-8054-F0BE9467BA84}" dt="2023-06-28T13:25:21.341" v="493" actId="478"/>
          <ac:picMkLst>
            <pc:docMk/>
            <pc:sldMk cId="86888917" sldId="369"/>
            <ac:picMk id="3" creationId="{9B7B83D8-972F-8486-3213-2E7B299B2FD2}"/>
          </ac:picMkLst>
        </pc:picChg>
        <pc:picChg chg="add mod">
          <ac:chgData name="Songqing Gu" userId="c4d8cb49210192e2" providerId="LiveId" clId="{0238BFDE-1411-43C8-8054-F0BE9467BA84}" dt="2023-06-28T13:25:48.180" v="506" actId="14100"/>
          <ac:picMkLst>
            <pc:docMk/>
            <pc:sldMk cId="86888917" sldId="369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8:14.146" v="528" actId="1076"/>
        <pc:sldMkLst>
          <pc:docMk/>
          <pc:sldMk cId="1562601000" sldId="370"/>
        </pc:sldMkLst>
        <pc:spChg chg="mod">
          <ac:chgData name="Songqing Gu" userId="c4d8cb49210192e2" providerId="LiveId" clId="{0238BFDE-1411-43C8-8054-F0BE9467BA84}" dt="2023-06-28T13:28:11.561" v="527" actId="1076"/>
          <ac:spMkLst>
            <pc:docMk/>
            <pc:sldMk cId="1562601000" sldId="370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7:31.896" v="509" actId="478"/>
          <ac:spMkLst>
            <pc:docMk/>
            <pc:sldMk cId="1562601000" sldId="370"/>
            <ac:spMk id="4" creationId="{B8CFFBD5-0EC4-109F-71B2-6469AEC88606}"/>
          </ac:spMkLst>
        </pc:spChg>
        <pc:picChg chg="add mod">
          <ac:chgData name="Songqing Gu" userId="c4d8cb49210192e2" providerId="LiveId" clId="{0238BFDE-1411-43C8-8054-F0BE9467BA84}" dt="2023-06-28T13:28:14.146" v="528" actId="1076"/>
          <ac:picMkLst>
            <pc:docMk/>
            <pc:sldMk cId="1562601000" sldId="370"/>
            <ac:picMk id="5" creationId="{10AB5D53-E148-AF69-54E9-AD7E55C7D1E9}"/>
          </ac:picMkLst>
        </pc:picChg>
        <pc:picChg chg="del">
          <ac:chgData name="Songqing Gu" userId="c4d8cb49210192e2" providerId="LiveId" clId="{0238BFDE-1411-43C8-8054-F0BE9467BA84}" dt="2023-06-28T13:27:28.874" v="508" actId="478"/>
          <ac:picMkLst>
            <pc:docMk/>
            <pc:sldMk cId="1562601000" sldId="370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9:03.585" v="550" actId="1076"/>
        <pc:sldMkLst>
          <pc:docMk/>
          <pc:sldMk cId="772618885" sldId="371"/>
        </pc:sldMkLst>
        <pc:spChg chg="mod">
          <ac:chgData name="Songqing Gu" userId="c4d8cb49210192e2" providerId="LiveId" clId="{0238BFDE-1411-43C8-8054-F0BE9467BA84}" dt="2023-06-28T13:29:00.516" v="549" actId="20577"/>
          <ac:spMkLst>
            <pc:docMk/>
            <pc:sldMk cId="772618885" sldId="371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8:48.951" v="533" actId="478"/>
          <ac:spMkLst>
            <pc:docMk/>
            <pc:sldMk cId="772618885" sldId="371"/>
            <ac:spMk id="4" creationId="{222391AA-653F-4152-1E45-85DE88D56E92}"/>
          </ac:spMkLst>
        </pc:spChg>
        <pc:picChg chg="del">
          <ac:chgData name="Songqing Gu" userId="c4d8cb49210192e2" providerId="LiveId" clId="{0238BFDE-1411-43C8-8054-F0BE9467BA84}" dt="2023-06-28T13:28:44.464" v="531" actId="478"/>
          <ac:picMkLst>
            <pc:docMk/>
            <pc:sldMk cId="772618885" sldId="371"/>
            <ac:picMk id="5" creationId="{10AB5D53-E148-AF69-54E9-AD7E55C7D1E9}"/>
          </ac:picMkLst>
        </pc:picChg>
        <pc:picChg chg="add mod">
          <ac:chgData name="Songqing Gu" userId="c4d8cb49210192e2" providerId="LiveId" clId="{0238BFDE-1411-43C8-8054-F0BE9467BA84}" dt="2023-06-28T13:29:03.585" v="550" actId="1076"/>
          <ac:picMkLst>
            <pc:docMk/>
            <pc:sldMk cId="772618885" sldId="371"/>
            <ac:picMk id="6" creationId="{BA42F2BB-0F8C-5578-785D-1684C7AF051F}"/>
          </ac:picMkLst>
        </pc:picChg>
      </pc:sldChg>
      <pc:sldChg chg="addSp delSp modSp add mod">
        <pc:chgData name="Songqing Gu" userId="c4d8cb49210192e2" providerId="LiveId" clId="{0238BFDE-1411-43C8-8054-F0BE9467BA84}" dt="2023-06-28T13:38:23.105" v="783" actId="1076"/>
        <pc:sldMkLst>
          <pc:docMk/>
          <pc:sldMk cId="3421924434" sldId="372"/>
        </pc:sldMkLst>
        <pc:spChg chg="add del mod">
          <ac:chgData name="Songqing Gu" userId="c4d8cb49210192e2" providerId="LiveId" clId="{0238BFDE-1411-43C8-8054-F0BE9467BA84}" dt="2023-06-28T13:34:56.397" v="732" actId="478"/>
          <ac:spMkLst>
            <pc:docMk/>
            <pc:sldMk cId="3421924434" sldId="372"/>
            <ac:spMk id="4" creationId="{FCAC35BC-4B93-CD8C-A822-60C14F172649}"/>
          </ac:spMkLst>
        </pc:spChg>
        <pc:spChg chg="add mod">
          <ac:chgData name="Songqing Gu" userId="c4d8cb49210192e2" providerId="LiveId" clId="{0238BFDE-1411-43C8-8054-F0BE9467BA84}" dt="2023-06-28T13:38:20.667" v="781" actId="1076"/>
          <ac:spMkLst>
            <pc:docMk/>
            <pc:sldMk cId="3421924434" sldId="372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4:53.718" v="731" actId="478"/>
          <ac:picMkLst>
            <pc:docMk/>
            <pc:sldMk cId="3421924434" sldId="372"/>
            <ac:picMk id="2" creationId="{C2F6E0A0-0C9F-439E-3A45-7BB859B1A49B}"/>
          </ac:picMkLst>
        </pc:picChg>
        <pc:picChg chg="add mod">
          <ac:chgData name="Songqing Gu" userId="c4d8cb49210192e2" providerId="LiveId" clId="{0238BFDE-1411-43C8-8054-F0BE9467BA84}" dt="2023-06-28T13:38:23.105" v="783" actId="1076"/>
          <ac:picMkLst>
            <pc:docMk/>
            <pc:sldMk cId="3421924434" sldId="372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12.262" v="780" actId="1076"/>
        <pc:sldMkLst>
          <pc:docMk/>
          <pc:sldMk cId="700840302" sldId="373"/>
        </pc:sldMkLst>
        <pc:spChg chg="add del mod">
          <ac:chgData name="Songqing Gu" userId="c4d8cb49210192e2" providerId="LiveId" clId="{0238BFDE-1411-43C8-8054-F0BE9467BA84}" dt="2023-06-28T13:36:17.873" v="746" actId="478"/>
          <ac:spMkLst>
            <pc:docMk/>
            <pc:sldMk cId="700840302" sldId="373"/>
            <ac:spMk id="3" creationId="{1472EFF3-CD62-60A2-7078-05AA17FC890E}"/>
          </ac:spMkLst>
        </pc:spChg>
        <pc:spChg chg="mod">
          <ac:chgData name="Songqing Gu" userId="c4d8cb49210192e2" providerId="LiveId" clId="{0238BFDE-1411-43C8-8054-F0BE9467BA84}" dt="2023-06-28T13:38:09.068" v="779" actId="1076"/>
          <ac:spMkLst>
            <pc:docMk/>
            <pc:sldMk cId="700840302" sldId="373"/>
            <ac:spMk id="6" creationId="{605F415A-BB90-B25E-1E0F-27BEC1723790}"/>
          </ac:spMkLst>
        </pc:spChg>
        <pc:picChg chg="add mod">
          <ac:chgData name="Songqing Gu" userId="c4d8cb49210192e2" providerId="LiveId" clId="{0238BFDE-1411-43C8-8054-F0BE9467BA84}" dt="2023-06-28T13:38:12.262" v="780" actId="1076"/>
          <ac:picMkLst>
            <pc:docMk/>
            <pc:sldMk cId="700840302" sldId="373"/>
            <ac:picMk id="4" creationId="{81515761-8B01-E40B-21CB-A54A4B0FA842}"/>
          </ac:picMkLst>
        </pc:picChg>
        <pc:picChg chg="del">
          <ac:chgData name="Songqing Gu" userId="c4d8cb49210192e2" providerId="LiveId" clId="{0238BFDE-1411-43C8-8054-F0BE9467BA84}" dt="2023-06-28T13:36:14.520" v="745" actId="478"/>
          <ac:picMkLst>
            <pc:docMk/>
            <pc:sldMk cId="700840302" sldId="373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38.090" v="785" actId="1076"/>
        <pc:sldMkLst>
          <pc:docMk/>
          <pc:sldMk cId="838616273" sldId="374"/>
        </pc:sldMkLst>
        <pc:spChg chg="add del mod">
          <ac:chgData name="Songqing Gu" userId="c4d8cb49210192e2" providerId="LiveId" clId="{0238BFDE-1411-43C8-8054-F0BE9467BA84}" dt="2023-06-28T13:37:38.338" v="758" actId="478"/>
          <ac:spMkLst>
            <pc:docMk/>
            <pc:sldMk cId="838616273" sldId="374"/>
            <ac:spMk id="3" creationId="{0CE9A690-BEC0-0DF8-C65E-AA3AA7E66ED7}"/>
          </ac:spMkLst>
        </pc:spChg>
        <pc:spChg chg="mod">
          <ac:chgData name="Songqing Gu" userId="c4d8cb49210192e2" providerId="LiveId" clId="{0238BFDE-1411-43C8-8054-F0BE9467BA84}" dt="2023-06-28T13:37:52.339" v="776" actId="20577"/>
          <ac:spMkLst>
            <pc:docMk/>
            <pc:sldMk cId="838616273" sldId="374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7:35.234" v="757" actId="478"/>
          <ac:picMkLst>
            <pc:docMk/>
            <pc:sldMk cId="838616273" sldId="374"/>
            <ac:picMk id="4" creationId="{81515761-8B01-E40B-21CB-A54A4B0FA842}"/>
          </ac:picMkLst>
        </pc:picChg>
        <pc:picChg chg="add mod">
          <ac:chgData name="Songqing Gu" userId="c4d8cb49210192e2" providerId="LiveId" clId="{0238BFDE-1411-43C8-8054-F0BE9467BA84}" dt="2023-06-28T13:38:38.090" v="785" actId="1076"/>
          <ac:picMkLst>
            <pc:docMk/>
            <pc:sldMk cId="838616273" sldId="374"/>
            <ac:picMk id="5" creationId="{41E7E763-DDB2-8A7C-C5CC-DCE967495893}"/>
          </ac:picMkLst>
        </pc:picChg>
      </pc:sldChg>
      <pc:sldChg chg="addSp delSp modSp add mod">
        <pc:chgData name="Songqing Gu" userId="c4d8cb49210192e2" providerId="LiveId" clId="{0238BFDE-1411-43C8-8054-F0BE9467BA84}" dt="2023-06-28T13:40:09.717" v="792" actId="1076"/>
        <pc:sldMkLst>
          <pc:docMk/>
          <pc:sldMk cId="806982148" sldId="375"/>
        </pc:sldMkLst>
        <pc:spChg chg="del">
          <ac:chgData name="Songqing Gu" userId="c4d8cb49210192e2" providerId="LiveId" clId="{0238BFDE-1411-43C8-8054-F0BE9467BA84}" dt="2023-06-28T13:40:05.339" v="790" actId="478"/>
          <ac:spMkLst>
            <pc:docMk/>
            <pc:sldMk cId="806982148" sldId="375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40:07.774" v="791" actId="478"/>
          <ac:spMkLst>
            <pc:docMk/>
            <pc:sldMk cId="806982148" sldId="375"/>
            <ac:spMk id="5" creationId="{B86439E0-A238-67A8-DFAA-C67C748E0EDE}"/>
          </ac:spMkLst>
        </pc:spChg>
        <pc:picChg chg="mod">
          <ac:chgData name="Songqing Gu" userId="c4d8cb49210192e2" providerId="LiveId" clId="{0238BFDE-1411-43C8-8054-F0BE9467BA84}" dt="2023-06-28T13:40:09.717" v="792" actId="1076"/>
          <ac:picMkLst>
            <pc:docMk/>
            <pc:sldMk cId="806982148" sldId="375"/>
            <ac:picMk id="3" creationId="{EACEE7FF-3A27-9A20-8A41-813776427862}"/>
          </ac:picMkLst>
        </pc:picChg>
      </pc:sldChg>
      <pc:sldChg chg="addSp delSp modSp add mod">
        <pc:chgData name="Songqing Gu" userId="c4d8cb49210192e2" providerId="LiveId" clId="{0238BFDE-1411-43C8-8054-F0BE9467BA84}" dt="2023-06-28T13:43:41.863" v="835" actId="1076"/>
        <pc:sldMkLst>
          <pc:docMk/>
          <pc:sldMk cId="301909171" sldId="376"/>
        </pc:sldMkLst>
        <pc:spChg chg="add del mod">
          <ac:chgData name="Songqing Gu" userId="c4d8cb49210192e2" providerId="LiveId" clId="{0238BFDE-1411-43C8-8054-F0BE9467BA84}" dt="2023-06-28T13:42:52.231" v="822" actId="478"/>
          <ac:spMkLst>
            <pc:docMk/>
            <pc:sldMk cId="301909171" sldId="376"/>
            <ac:spMk id="3" creationId="{A8BE21D5-13C9-FA1F-EF6D-9D5687B184E2}"/>
          </ac:spMkLst>
        </pc:spChg>
        <pc:spChg chg="add mod">
          <ac:chgData name="Songqing Gu" userId="c4d8cb49210192e2" providerId="LiveId" clId="{0238BFDE-1411-43C8-8054-F0BE9467BA84}" dt="2023-06-28T13:43:41.863" v="835" actId="1076"/>
          <ac:spMkLst>
            <pc:docMk/>
            <pc:sldMk cId="301909171" sldId="376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3:15.156" v="825" actId="1076"/>
          <ac:picMkLst>
            <pc:docMk/>
            <pc:sldMk cId="301909171" sldId="376"/>
            <ac:picMk id="4" creationId="{26B0AA6C-4541-4209-B5C1-B99FC1F6A51E}"/>
          </ac:picMkLst>
        </pc:picChg>
        <pc:picChg chg="del">
          <ac:chgData name="Songqing Gu" userId="c4d8cb49210192e2" providerId="LiveId" clId="{0238BFDE-1411-43C8-8054-F0BE9467BA84}" dt="2023-06-28T13:42:49.742" v="821" actId="478"/>
          <ac:picMkLst>
            <pc:docMk/>
            <pc:sldMk cId="301909171" sldId="376"/>
            <ac:picMk id="5" creationId="{3AA00187-2DA2-F4E7-17C2-F13EC15622C4}"/>
          </ac:picMkLst>
        </pc:picChg>
      </pc:sldChg>
      <pc:sldChg chg="addSp delSp modSp add mod">
        <pc:chgData name="Songqing Gu" userId="c4d8cb49210192e2" providerId="LiveId" clId="{0238BFDE-1411-43C8-8054-F0BE9467BA84}" dt="2023-06-28T13:45:12.588" v="861" actId="1076"/>
        <pc:sldMkLst>
          <pc:docMk/>
          <pc:sldMk cId="3399944294" sldId="377"/>
        </pc:sldMkLst>
        <pc:spChg chg="add del mod">
          <ac:chgData name="Songqing Gu" userId="c4d8cb49210192e2" providerId="LiveId" clId="{0238BFDE-1411-43C8-8054-F0BE9467BA84}" dt="2023-06-28T13:44:39.935" v="838" actId="478"/>
          <ac:spMkLst>
            <pc:docMk/>
            <pc:sldMk cId="3399944294" sldId="377"/>
            <ac:spMk id="3" creationId="{DBE89298-428F-E4CF-5464-EE32A3D4F66A}"/>
          </ac:spMkLst>
        </pc:spChg>
        <pc:spChg chg="mod">
          <ac:chgData name="Songqing Gu" userId="c4d8cb49210192e2" providerId="LiveId" clId="{0238BFDE-1411-43C8-8054-F0BE9467BA84}" dt="2023-06-28T13:45:04.482" v="860" actId="1076"/>
          <ac:spMkLst>
            <pc:docMk/>
            <pc:sldMk cId="3399944294" sldId="377"/>
            <ac:spMk id="6" creationId="{B5630AFA-C107-937A-A995-C5CC44DEC09E}"/>
          </ac:spMkLst>
        </pc:spChg>
        <pc:picChg chg="del">
          <ac:chgData name="Songqing Gu" userId="c4d8cb49210192e2" providerId="LiveId" clId="{0238BFDE-1411-43C8-8054-F0BE9467BA84}" dt="2023-06-28T13:44:36.086" v="837" actId="478"/>
          <ac:picMkLst>
            <pc:docMk/>
            <pc:sldMk cId="3399944294" sldId="377"/>
            <ac:picMk id="4" creationId="{26B0AA6C-4541-4209-B5C1-B99FC1F6A51E}"/>
          </ac:picMkLst>
        </pc:picChg>
        <pc:picChg chg="add mod">
          <ac:chgData name="Songqing Gu" userId="c4d8cb49210192e2" providerId="LiveId" clId="{0238BFDE-1411-43C8-8054-F0BE9467BA84}" dt="2023-06-28T13:45:12.588" v="861" actId="1076"/>
          <ac:picMkLst>
            <pc:docMk/>
            <pc:sldMk cId="3399944294" sldId="377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3:45:48.515" v="870" actId="1076"/>
        <pc:sldMkLst>
          <pc:docMk/>
          <pc:sldMk cId="2035706884" sldId="378"/>
        </pc:sldMkLst>
        <pc:spChg chg="add del mod">
          <ac:chgData name="Songqing Gu" userId="c4d8cb49210192e2" providerId="LiveId" clId="{0238BFDE-1411-43C8-8054-F0BE9467BA84}" dt="2023-06-28T13:45:44.687" v="868" actId="478"/>
          <ac:spMkLst>
            <pc:docMk/>
            <pc:sldMk cId="2035706884" sldId="378"/>
            <ac:spMk id="4" creationId="{7264E7D5-A404-E8CE-019B-218F06ED7743}"/>
          </ac:spMkLst>
        </pc:spChg>
        <pc:spChg chg="del mod">
          <ac:chgData name="Songqing Gu" userId="c4d8cb49210192e2" providerId="LiveId" clId="{0238BFDE-1411-43C8-8054-F0BE9467BA84}" dt="2023-06-28T13:45:42.180" v="867" actId="478"/>
          <ac:spMkLst>
            <pc:docMk/>
            <pc:sldMk cId="2035706884" sldId="378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5:48.515" v="870" actId="1076"/>
          <ac:picMkLst>
            <pc:docMk/>
            <pc:sldMk cId="2035706884" sldId="378"/>
            <ac:picMk id="2" creationId="{A16B349A-5EC7-7D1E-2937-1EB898BF6390}"/>
          </ac:picMkLst>
        </pc:picChg>
        <pc:picChg chg="del">
          <ac:chgData name="Songqing Gu" userId="c4d8cb49210192e2" providerId="LiveId" clId="{0238BFDE-1411-43C8-8054-F0BE9467BA84}" dt="2023-06-28T13:45:36.270" v="863" actId="478"/>
          <ac:picMkLst>
            <pc:docMk/>
            <pc:sldMk cId="2035706884" sldId="378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4:07:59.559" v="903" actId="207"/>
        <pc:sldMkLst>
          <pc:docMk/>
          <pc:sldMk cId="2114954926" sldId="379"/>
        </pc:sldMkLst>
        <pc:spChg chg="mod">
          <ac:chgData name="Songqing Gu" userId="c4d8cb49210192e2" providerId="LiveId" clId="{0238BFDE-1411-43C8-8054-F0BE9467BA84}" dt="2023-06-28T14:07:59.559" v="903" actId="207"/>
          <ac:spMkLst>
            <pc:docMk/>
            <pc:sldMk cId="2114954926" sldId="379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8T13:50:25.885" v="884" actId="478"/>
          <ac:spMkLst>
            <pc:docMk/>
            <pc:sldMk cId="2114954926" sldId="379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4:07:36.614" v="895" actId="1076"/>
          <ac:picMkLst>
            <pc:docMk/>
            <pc:sldMk cId="2114954926" sldId="379"/>
            <ac:picMk id="3" creationId="{CF874603-C71C-8754-6650-EEED40FA51CD}"/>
          </ac:picMkLst>
        </pc:picChg>
        <pc:picChg chg="del">
          <ac:chgData name="Songqing Gu" userId="c4d8cb49210192e2" providerId="LiveId" clId="{0238BFDE-1411-43C8-8054-F0BE9467BA84}" dt="2023-06-28T13:48:43.449" v="872" actId="478"/>
          <ac:picMkLst>
            <pc:docMk/>
            <pc:sldMk cId="2114954926" sldId="379"/>
            <ac:picMk id="4098" creationId="{159E0121-6F60-C1B7-2AD2-54E8692340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21/12/2025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21/12/2025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2922" y="2472614"/>
            <a:ext cx="3701143" cy="709126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Data Structure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338" y="568231"/>
            <a:ext cx="473403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Data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Structure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131AC-00E3-244C-BC00-3C39E9FD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42" y="1719942"/>
            <a:ext cx="9895115" cy="41147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rgbClr val="C00000"/>
                </a:solidFill>
              </a:rPr>
              <a:t>List</a:t>
            </a:r>
            <a:r>
              <a:rPr lang="en-AU" altLang="en-US" sz="2400" dirty="0"/>
              <a:t> </a:t>
            </a:r>
            <a:r>
              <a:rPr lang="en-US" altLang="en-US" sz="2400" dirty="0"/>
              <a:t>interface allows null and duplicate values and retains the order of insertion of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Set</a:t>
            </a:r>
            <a:r>
              <a:rPr lang="en-US" altLang="en-US" sz="2400" dirty="0"/>
              <a:t> doesn’t allow addition of duplicate objects.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C00000"/>
                </a:solidFill>
              </a:rPr>
              <a:t>Queue</a:t>
            </a:r>
            <a:r>
              <a:rPr lang="en-US" altLang="en-US" sz="2400" dirty="0"/>
              <a:t> is a linear collection that supports FIFO.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Deque</a:t>
            </a:r>
            <a:r>
              <a:rPr lang="en-US" altLang="en-US" sz="2400" dirty="0"/>
              <a:t> is a linear collection that supports the insertion and removal of elements at both its ends</a:t>
            </a:r>
            <a:r>
              <a:rPr lang="en-US" alt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Map </a:t>
            </a:r>
            <a:r>
              <a:rPr lang="en-US" altLang="en-US" sz="2400" dirty="0">
                <a:solidFill>
                  <a:schemeClr val="tx1"/>
                </a:solidFill>
              </a:rPr>
              <a:t>interface allows to store key/value </a:t>
            </a:r>
            <a:r>
              <a:rPr lang="en-US" altLang="en-US" sz="2400" dirty="0" err="1">
                <a:solidFill>
                  <a:schemeClr val="tx1"/>
                </a:solidFill>
              </a:rPr>
              <a:t>paires</a:t>
            </a:r>
            <a:r>
              <a:rPr lang="en-US" altLang="en-US" dirty="0"/>
              <a:t> 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5944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160" y="1740367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2312533" y="2703707"/>
            <a:ext cx="7129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5786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391402" y="540039"/>
            <a:ext cx="4463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  <p:pic>
        <p:nvPicPr>
          <p:cNvPr id="1027" name="Picture 3" descr="Classes implementing the List interface in Java">
            <a:extLst>
              <a:ext uri="{FF2B5EF4-FFF2-40B4-BE49-F238E27FC236}">
                <a16:creationId xmlns:a16="http://schemas.microsoft.com/office/drawing/2014/main" id="{480A2389-6048-4F4B-55F0-B229F436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3" y="2494420"/>
            <a:ext cx="9535886" cy="296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50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26B0AA6C-4541-4209-B5C1-B99FC1F6A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12029" y="1132114"/>
            <a:ext cx="7239000" cy="5410200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3156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ArrayList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AU" altLang="en-US" sz="1600" dirty="0"/>
              <a:t>List&lt;String&gt; list = new ArrayList&lt;&gt;();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0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6204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LinkedList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19E4E46-454A-D4D9-E3E6-2B808DC96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63" y="1632857"/>
            <a:ext cx="10958469" cy="314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94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A16B349A-5EC7-7D1E-2937-1EB898BF6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2744" y="713335"/>
            <a:ext cx="8895670" cy="5431330"/>
          </a:xfrm>
        </p:spPr>
      </p:pic>
    </p:spTree>
    <p:extLst>
      <p:ext uri="{BB962C8B-B14F-4D97-AF65-F5344CB8AC3E}">
        <p14:creationId xmlns:p14="http://schemas.microsoft.com/office/powerpoint/2010/main" val="203570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29CF7E95-AFE1-74E1-D072-E986A9F380B1}"/>
              </a:ext>
            </a:extLst>
          </p:cNvPr>
          <p:cNvSpPr/>
          <p:nvPr/>
        </p:nvSpPr>
        <p:spPr>
          <a:xfrm>
            <a:off x="7186696" y="678539"/>
            <a:ext cx="4090905" cy="1569660"/>
          </a:xfrm>
          <a:prstGeom prst="borderCallout1">
            <a:avLst>
              <a:gd name="adj1" fmla="val 40277"/>
              <a:gd name="adj2" fmla="val 1053"/>
              <a:gd name="adj3" fmla="val 108591"/>
              <a:gd name="adj4" fmla="val -587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441" y="529233"/>
            <a:ext cx="1543646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186696" y="678538"/>
            <a:ext cx="4090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us to store elements in different sets similar to the set in mathematics. It cannot have duplicate elements. </a:t>
            </a:r>
            <a:endParaRPr lang="en-AU" sz="24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EBB5E8C-A99B-600B-36FE-522808BD2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5" y="2346169"/>
            <a:ext cx="4223660" cy="365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12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">
            <a:extLst>
              <a:ext uri="{FF2B5EF4-FFF2-40B4-BE49-F238E27FC236}">
                <a16:creationId xmlns:a16="http://schemas.microsoft.com/office/drawing/2014/main" id="{95139AF2-D202-10DA-9471-057478891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5532" y="1223274"/>
            <a:ext cx="10082439" cy="529364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383" y="341081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HashSet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192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611" y="413657"/>
            <a:ext cx="4863789" cy="79146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LinkedHashSet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81515761-8B01-E40B-21CB-A54A4B0FA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4746" y="1205126"/>
            <a:ext cx="8408322" cy="5435160"/>
          </a:xfrm>
        </p:spPr>
      </p:pic>
    </p:spTree>
    <p:extLst>
      <p:ext uri="{BB962C8B-B14F-4D97-AF65-F5344CB8AC3E}">
        <p14:creationId xmlns:p14="http://schemas.microsoft.com/office/powerpoint/2010/main" val="70084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TreeSet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1E7E763-DDB2-8A7C-C5CC-DCE967495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31" y="1933584"/>
            <a:ext cx="8339737" cy="3599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861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Queue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4199598" y="3232514"/>
            <a:ext cx="4577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used when we want to store and access elements in </a:t>
            </a:r>
            <a:r>
              <a:rPr lang="en-US" sz="2400" b="1" i="0" dirty="0">
                <a:effectLst/>
                <a:latin typeface="euclid_circular_a"/>
              </a:rPr>
              <a:t>First In, First Out</a:t>
            </a:r>
            <a:r>
              <a:rPr lang="en-US" sz="2400" b="0" i="0" dirty="0">
                <a:effectLst/>
                <a:latin typeface="euclid_circular_a"/>
              </a:rPr>
              <a:t> manner. 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2247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6257160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Real life examples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ECF1C-986A-A4D3-096F-D5D9F519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03" y="1794933"/>
            <a:ext cx="9542308" cy="33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4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84EB5-9DC1-4473-FA24-D3E116ED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29" y="1001703"/>
            <a:ext cx="6639513" cy="5160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Stack Methods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979C3-DE46-B54E-A55D-8F49EF2C744F}"/>
              </a:ext>
            </a:extLst>
          </p:cNvPr>
          <p:cNvSpPr txBox="1"/>
          <p:nvPr/>
        </p:nvSpPr>
        <p:spPr>
          <a:xfrm>
            <a:off x="2188029" y="6335227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stack methods used to work with Deque as a LIFO data structure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2459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Array</a:t>
            </a:r>
            <a:r>
              <a:rPr lang="en-AU" sz="4000" b="1" dirty="0">
                <a:solidFill>
                  <a:schemeClr val="accent2"/>
                </a:solidFill>
              </a:rPr>
              <a:t>Deque 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F874603-C71C-8754-6650-EEED40FA5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84" y="1905000"/>
            <a:ext cx="11410031" cy="304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26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Array</a:t>
            </a:r>
            <a:r>
              <a:rPr lang="en-AU" sz="4000" b="1" dirty="0">
                <a:solidFill>
                  <a:schemeClr val="accent2"/>
                </a:solidFill>
              </a:rPr>
              <a:t>Deque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E5072-BAE6-6454-87FE-304B09F5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55" y="762000"/>
            <a:ext cx="11334973" cy="566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9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3AF5EA2A-1E6A-20BB-56A9-E9A862E7CA90}"/>
              </a:ext>
            </a:extLst>
          </p:cNvPr>
          <p:cNvSpPr/>
          <p:nvPr/>
        </p:nvSpPr>
        <p:spPr>
          <a:xfrm>
            <a:off x="6016249" y="526138"/>
            <a:ext cx="5451021" cy="2174438"/>
          </a:xfrm>
          <a:prstGeom prst="borderCallout1">
            <a:avLst>
              <a:gd name="adj1" fmla="val 40277"/>
              <a:gd name="adj2" fmla="val 1053"/>
              <a:gd name="adj3" fmla="val 70448"/>
              <a:gd name="adj4" fmla="val -4013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9B7B83D8-972F-8486-3213-2E7B299B2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4157" y="1927924"/>
            <a:ext cx="6063342" cy="42515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6184148" y="526138"/>
            <a:ext cx="5649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elements to be stored in </a:t>
            </a:r>
            <a:r>
              <a:rPr lang="en-US" sz="2400" b="1" i="0" dirty="0">
                <a:effectLst/>
                <a:latin typeface="euclid_circular_a"/>
              </a:rPr>
              <a:t>key/value</a:t>
            </a:r>
            <a:r>
              <a:rPr lang="en-US" sz="2400" b="0" i="0" dirty="0">
                <a:effectLst/>
                <a:latin typeface="euclid_circular_a"/>
              </a:rPr>
              <a:t> pairs. Keys are unique names that can be used to access a particular element in a map. And, each key has a single value associated with it.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196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HashMap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" name="Content Placeholder 1">
            <a:extLst>
              <a:ext uri="{FF2B5EF4-FFF2-40B4-BE49-F238E27FC236}">
                <a16:creationId xmlns:a16="http://schemas.microsoft.com/office/drawing/2014/main" id="{51327533-A6B9-75B5-58EB-B08EE2EDA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0739" y="1324869"/>
            <a:ext cx="9019877" cy="513907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B996DA-64B4-FED2-CE5B-94706810C059}"/>
              </a:ext>
            </a:extLst>
          </p:cNvPr>
          <p:cNvSpPr txBox="1"/>
          <p:nvPr/>
        </p:nvSpPr>
        <p:spPr>
          <a:xfrm>
            <a:off x="5617029" y="1001703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 hash-based Map that uses the hash value of its key (returned by </a:t>
            </a:r>
            <a:r>
              <a:rPr lang="en-US" dirty="0" err="1">
                <a:solidFill>
                  <a:srgbClr val="0070C0"/>
                </a:solidFill>
              </a:rPr>
              <a:t>hashCode</a:t>
            </a:r>
            <a:r>
              <a:rPr lang="en-US" dirty="0">
                <a:solidFill>
                  <a:srgbClr val="0070C0"/>
                </a:solidFill>
              </a:rPr>
              <a:t>()) to store and retrieve keys and their corresponding </a:t>
            </a:r>
            <a:r>
              <a:rPr lang="en-US" dirty="0" err="1">
                <a:solidFill>
                  <a:srgbClr val="0070C0"/>
                </a:solidFill>
              </a:rPr>
              <a:t>valu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58134-E1EE-84BE-1392-D83810DC8056}"/>
              </a:ext>
            </a:extLst>
          </p:cNvPr>
          <p:cNvSpPr txBox="1"/>
          <p:nvPr/>
        </p:nvSpPr>
        <p:spPr>
          <a:xfrm>
            <a:off x="5617029" y="22930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The keys of a HashMap aren’t ordered.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8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547909"/>
            <a:ext cx="3862303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LinkedHashMap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0AB5D53-E148-AF69-54E9-AD7E55C7D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452" y="1194240"/>
            <a:ext cx="10054086" cy="531564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D9314-C287-ACDD-72CC-9BD82DAE4826}"/>
              </a:ext>
            </a:extLst>
          </p:cNvPr>
          <p:cNvSpPr txBox="1"/>
          <p:nvPr/>
        </p:nvSpPr>
        <p:spPr>
          <a:xfrm>
            <a:off x="6094396" y="87107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maintains a double-linked list that runs through all its entries.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This linked list is used to retrieve the elements in the order they were inserted.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601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547909"/>
            <a:ext cx="3862303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TreeMap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A42F2BB-0F8C-5578-785D-1684C7AF0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2929"/>
            <a:ext cx="9948476" cy="5365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CF137-503F-8F39-80C1-3860FA1D1F04}"/>
              </a:ext>
            </a:extLst>
          </p:cNvPr>
          <p:cNvSpPr txBox="1"/>
          <p:nvPr/>
        </p:nvSpPr>
        <p:spPr>
          <a:xfrm>
            <a:off x="5744642" y="409409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sorted according to the natural ordering of its keys or as defined by a Comparator passed to its constructor. I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61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6311588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Hands-on Coding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826DF-D9BD-65D7-CA27-ED19FE4F17E3}"/>
              </a:ext>
            </a:extLst>
          </p:cNvPr>
          <p:cNvSpPr txBox="1"/>
          <p:nvPr/>
        </p:nvSpPr>
        <p:spPr>
          <a:xfrm>
            <a:off x="1328057" y="1861456"/>
            <a:ext cx="932905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Missing Element</a:t>
            </a:r>
          </a:p>
          <a:p>
            <a:endParaRPr lang="en-AU" b="1" dirty="0">
              <a:solidFill>
                <a:srgbClr val="C00000"/>
              </a:solidFill>
            </a:endParaRPr>
          </a:p>
          <a:p>
            <a:r>
              <a:rPr lang="en-AU" dirty="0"/>
              <a:t>Write a function: </a:t>
            </a:r>
          </a:p>
          <a:p>
            <a:endParaRPr lang="en-AU" dirty="0">
              <a:solidFill>
                <a:srgbClr val="C00000"/>
              </a:solidFill>
            </a:endParaRPr>
          </a:p>
          <a:p>
            <a:r>
              <a:rPr lang="en-AU" dirty="0"/>
              <a:t>Class Solution { public int solution (int[] A) }</a:t>
            </a:r>
          </a:p>
          <a:p>
            <a:r>
              <a:rPr lang="en-AU" dirty="0"/>
              <a:t>That , given an Array A, returns the value of the </a:t>
            </a:r>
            <a:r>
              <a:rPr lang="en-AU" dirty="0">
                <a:solidFill>
                  <a:schemeClr val="accent2"/>
                </a:solidFill>
              </a:rPr>
              <a:t>missing</a:t>
            </a:r>
            <a:r>
              <a:rPr lang="en-AU" dirty="0"/>
              <a:t> element. </a:t>
            </a:r>
          </a:p>
          <a:p>
            <a:endParaRPr lang="en-AU" dirty="0"/>
          </a:p>
          <a:p>
            <a:r>
              <a:rPr lang="en-AU" dirty="0"/>
              <a:t>For example,</a:t>
            </a:r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4, 6, 3, 7, 8}</a:t>
            </a:r>
            <a:br>
              <a:rPr lang="en-US" dirty="0"/>
            </a:br>
            <a:r>
              <a:rPr lang="en-US" dirty="0"/>
              <a:t>Output: 5</a:t>
            </a:r>
          </a:p>
          <a:p>
            <a:endParaRPr lang="en-US" dirty="0"/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3, 5}</a:t>
            </a:r>
            <a:br>
              <a:rPr lang="en-US" dirty="0"/>
            </a:br>
            <a:r>
              <a:rPr lang="en-US" dirty="0"/>
              <a:t>Output: 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1A151-83FD-D820-0857-278BB2F9D29E}"/>
              </a:ext>
            </a:extLst>
          </p:cNvPr>
          <p:cNvSpPr txBox="1"/>
          <p:nvPr/>
        </p:nvSpPr>
        <p:spPr>
          <a:xfrm>
            <a:off x="1221326" y="2605092"/>
            <a:ext cx="951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https://www.programiz.com/java-programming/collections</a:t>
            </a:r>
          </a:p>
        </p:txBody>
      </p:sp>
    </p:spTree>
    <p:extLst>
      <p:ext uri="{BB962C8B-B14F-4D97-AF65-F5344CB8AC3E}">
        <p14:creationId xmlns:p14="http://schemas.microsoft.com/office/powerpoint/2010/main" val="3769187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A066B74-12BF-4191-B35C-1F21C0198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392" y="1328057"/>
            <a:ext cx="8892968" cy="518772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1714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9B8EF0-4AFB-4752-801E-B4F24F18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3" y="2079172"/>
            <a:ext cx="11292932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68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E3180-F331-4525-DD85-874B23D8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4" y="2514600"/>
            <a:ext cx="11719711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35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DEB91-1F8B-B53B-7412-C9826D0A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5" y="2024742"/>
            <a:ext cx="11031154" cy="383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7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16328</TotalTime>
  <Words>480</Words>
  <Application>Microsoft Macintosh PowerPoint</Application>
  <PresentationFormat>Widescreen</PresentationFormat>
  <Paragraphs>69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Calibri</vt:lpstr>
      <vt:lpstr>Century Gothic</vt:lpstr>
      <vt:lpstr>euclid_circular_a</vt:lpstr>
      <vt:lpstr>Wingdings 3</vt:lpstr>
      <vt:lpstr>幼圆</vt:lpstr>
      <vt:lpstr>Wisp</vt:lpstr>
      <vt:lpstr>Data Structure</vt:lpstr>
      <vt:lpstr>Data Structure </vt:lpstr>
      <vt:lpstr>List</vt:lpstr>
      <vt:lpstr>List</vt:lpstr>
      <vt:lpstr>ArrayList List&lt;String&gt; list = new ArrayList&lt;&gt;();</vt:lpstr>
      <vt:lpstr>LinkedList</vt:lpstr>
      <vt:lpstr>PowerPoint Presentation</vt:lpstr>
      <vt:lpstr>Set </vt:lpstr>
      <vt:lpstr>HashSet </vt:lpstr>
      <vt:lpstr>LinkedHashSet </vt:lpstr>
      <vt:lpstr>TreeSet </vt:lpstr>
      <vt:lpstr>Queue </vt:lpstr>
      <vt:lpstr>Real life examples </vt:lpstr>
      <vt:lpstr>Stack Methods </vt:lpstr>
      <vt:lpstr>ArrayDeque </vt:lpstr>
      <vt:lpstr>ArrayDeque </vt:lpstr>
      <vt:lpstr>Map </vt:lpstr>
      <vt:lpstr>HashMap </vt:lpstr>
      <vt:lpstr>LinkedHashMap </vt:lpstr>
      <vt:lpstr>TreeMap </vt:lpstr>
      <vt:lpstr>Hands-on Coding</vt:lpstr>
      <vt:lpstr>Reference</vt:lpstr>
      <vt:lpstr>Reference</vt:lpstr>
      <vt:lpstr>LeetCode</vt:lpstr>
      <vt:lpstr>LeetCode</vt:lpstr>
      <vt:lpstr>LeetCode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704</cp:revision>
  <dcterms:created xsi:type="dcterms:W3CDTF">2020-08-03T09:43:10Z</dcterms:created>
  <dcterms:modified xsi:type="dcterms:W3CDTF">2025-12-21T08:02:07Z</dcterms:modified>
</cp:coreProperties>
</file>