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15" r:id="rId2"/>
    <p:sldId id="318" r:id="rId3"/>
    <p:sldId id="364" r:id="rId4"/>
    <p:sldId id="363" r:id="rId5"/>
    <p:sldId id="362" r:id="rId6"/>
    <p:sldId id="361" r:id="rId7"/>
    <p:sldId id="365" r:id="rId8"/>
    <p:sldId id="366" r:id="rId9"/>
    <p:sldId id="360" r:id="rId10"/>
    <p:sldId id="35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18"/>
            <p14:sldId id="364"/>
            <p14:sldId id="363"/>
            <p14:sldId id="362"/>
            <p14:sldId id="361"/>
            <p14:sldId id="365"/>
            <p14:sldId id="366"/>
            <p14:sldId id="360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186DAF-774D-4155-9C50-5FC95687A3F5}" v="37" dt="2023-06-29T12:45:53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5"/>
    <p:restoredTop sz="94666"/>
  </p:normalViewPr>
  <p:slideViewPr>
    <p:cSldViewPr snapToGrid="0">
      <p:cViewPr varScale="1">
        <p:scale>
          <a:sx n="128" d="100"/>
          <a:sy n="128" d="100"/>
        </p:scale>
        <p:origin x="1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14T22:27:59.990" v="706" actId="107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4T20:54:15.612" v="580" actId="20577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mod ord">
        <pc:chgData name="Songqing Gu" userId="c4d8cb49210192e2" providerId="LiveId" clId="{C5316EDB-BD30-4FB8-8903-7FFCC74F1587}" dt="2023-06-14T22:27:59.990" v="706" actId="1076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2T07:10:16.110" v="476" actId="14100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2T07:09:01.835" v="421" actId="1076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7:09:51.731" v="470" actId="1076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2T07:09:29.313" v="457" actId="20577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2T07:09:44.027" v="469" actId="20577"/>
          <ac:spMkLst>
            <pc:docMk/>
            <pc:sldMk cId="1392177035" sldId="310"/>
            <ac:spMk id="5" creationId="{B09CA00B-1C23-8B1D-3372-B97B5962589F}"/>
          </ac:spMkLst>
        </pc:spChg>
        <pc:cxnChg chg="add mod">
          <ac:chgData name="Songqing Gu" userId="c4d8cb49210192e2" providerId="LiveId" clId="{C5316EDB-BD30-4FB8-8903-7FFCC74F1587}" dt="2023-06-12T07:10:09.041" v="473" actId="14100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2T07:10:16.110" v="476" actId="14100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modSp add mod">
        <pc:chgData name="Songqing Gu" userId="c4d8cb49210192e2" providerId="LiveId" clId="{C5316EDB-BD30-4FB8-8903-7FFCC74F1587}" dt="2023-06-12T06:59:28.208" v="333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2T06:57:31.742" v="297" actId="20577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6:58:48.285" v="323" actId="1076"/>
          <ac:spMkLst>
            <pc:docMk/>
            <pc:sldMk cId="3914066411" sldId="311"/>
            <ac:spMk id="3" creationId="{655E1610-8A2E-EBB3-CD3C-DB0C0FC974B5}"/>
          </ac:spMkLst>
        </pc:spChg>
        <pc:spChg chg="add mod">
          <ac:chgData name="Songqing Gu" userId="c4d8cb49210192e2" providerId="LiveId" clId="{C5316EDB-BD30-4FB8-8903-7FFCC74F1587}" dt="2023-06-12T06:58:26.545" v="316" actId="1076"/>
          <ac:spMkLst>
            <pc:docMk/>
            <pc:sldMk cId="3914066411" sldId="311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2T06:58:32.337" v="318" actId="1076"/>
          <ac:spMkLst>
            <pc:docMk/>
            <pc:sldMk cId="3914066411" sldId="311"/>
            <ac:spMk id="5" creationId="{D24F5B75-CFC6-9658-6C2E-4B44BA589818}"/>
          </ac:spMkLst>
        </pc:spChg>
        <pc:spChg chg="add mod">
          <ac:chgData name="Songqing Gu" userId="c4d8cb49210192e2" providerId="LiveId" clId="{C5316EDB-BD30-4FB8-8903-7FFCC74F1587}" dt="2023-06-12T06:58:39.732" v="320" actId="1076"/>
          <ac:spMkLst>
            <pc:docMk/>
            <pc:sldMk cId="3914066411" sldId="311"/>
            <ac:spMk id="6" creationId="{E206FC33-8685-3E88-14A5-F477EB7F25DA}"/>
          </ac:spMkLst>
        </pc:spChg>
        <pc:spChg chg="add mod">
          <ac:chgData name="Songqing Gu" userId="c4d8cb49210192e2" providerId="LiveId" clId="{C5316EDB-BD30-4FB8-8903-7FFCC74F1587}" dt="2023-06-12T06:58:45.037" v="322" actId="1076"/>
          <ac:spMkLst>
            <pc:docMk/>
            <pc:sldMk cId="3914066411" sldId="311"/>
            <ac:spMk id="7" creationId="{1DE38B5A-9844-A006-B4D4-BA358D9C34EE}"/>
          </ac:spMkLst>
        </pc:spChg>
        <pc:cxnChg chg="add">
          <ac:chgData name="Songqing Gu" userId="c4d8cb49210192e2" providerId="LiveId" clId="{C5316EDB-BD30-4FB8-8903-7FFCC74F1587}" dt="2023-06-12T06:59:04.222" v="324" actId="11529"/>
          <ac:cxnSpMkLst>
            <pc:docMk/>
            <pc:sldMk cId="3914066411" sldId="311"/>
            <ac:cxnSpMk id="9" creationId="{EBAF9D38-D256-ABC4-1662-D1C1E56C1A5F}"/>
          </ac:cxnSpMkLst>
        </pc:cxnChg>
        <pc:cxnChg chg="add mod">
          <ac:chgData name="Songqing Gu" userId="c4d8cb49210192e2" providerId="LiveId" clId="{C5316EDB-BD30-4FB8-8903-7FFCC74F1587}" dt="2023-06-12T06:59:12.729" v="327" actId="14100"/>
          <ac:cxnSpMkLst>
            <pc:docMk/>
            <pc:sldMk cId="3914066411" sldId="311"/>
            <ac:cxnSpMk id="10" creationId="{7670EE8D-32AB-AF81-DC8D-4283288A70EC}"/>
          </ac:cxnSpMkLst>
        </pc:cxnChg>
        <pc:cxnChg chg="add mod">
          <ac:chgData name="Songqing Gu" userId="c4d8cb49210192e2" providerId="LiveId" clId="{C5316EDB-BD30-4FB8-8903-7FFCC74F1587}" dt="2023-06-12T06:59:19.080" v="330" actId="14100"/>
          <ac:cxnSpMkLst>
            <pc:docMk/>
            <pc:sldMk cId="3914066411" sldId="311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2T06:59:28.208" v="333" actId="14100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C5316EDB-BD30-4FB8-8903-7FFCC74F1587}" dt="2023-06-13T08:37:55.466" v="511" actId="14100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2T07:01:35.359" v="34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2T07:02:03.794" v="358" actId="14100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2T07:49:22.480" v="482" actId="20577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3T08:37:40.793" v="507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2T07:02:38.633" v="392" actId="1076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 Gu" userId="c4d8cb49210192e2" providerId="LiveId" clId="{C5316EDB-BD30-4FB8-8903-7FFCC74F1587}" dt="2023-06-12T07:49:25.739" v="483" actId="1076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3T08:37:42.984" v="508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2T07:49:19.266" v="4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2T07:02:38.633" v="392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3T08:37:55.466" v="511" actId="14100"/>
          <ac:cxnSpMkLst>
            <pc:docMk/>
            <pc:sldMk cId="33693646" sldId="313"/>
            <ac:cxnSpMk id="19" creationId="{AF51772E-2C8E-E107-9364-0C53DE00FBE7}"/>
          </ac:cxnSpMkLst>
        </pc:cxnChg>
        <pc:cxnChg chg="add">
          <ac:chgData name="Songqing Gu" userId="c4d8cb49210192e2" providerId="LiveId" clId="{C5316EDB-BD30-4FB8-8903-7FFCC74F1587}" dt="2023-06-12T07:49:38.481" v="484" actId="11529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mod">
        <pc:chgData name="Songqing Gu" userId="c4d8cb49210192e2" providerId="LiveId" clId="{C5316EDB-BD30-4FB8-8903-7FFCC74F1587}" dt="2023-06-14T21:11:13.604" v="590" actId="2057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4T21:36:11.900" v="638"/>
        <pc:sldMkLst>
          <pc:docMk/>
          <pc:sldMk cId="0" sldId="356"/>
        </pc:sldMkLst>
      </pc:sldChg>
      <pc:sldChg chg="addSp delSp modSp add mod">
        <pc:chgData name="Songqing Gu" userId="c4d8cb49210192e2" providerId="LiveId" clId="{C5316EDB-BD30-4FB8-8903-7FFCC74F1587}" dt="2023-06-14T22:06:20.430" v="704" actId="1076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mod ord">
        <pc:chgData name="Songqing Gu" userId="c4d8cb49210192e2" providerId="LiveId" clId="{C5316EDB-BD30-4FB8-8903-7FFCC74F1587}" dt="2023-06-14T21:19:17.449" v="635" actId="14100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modSp add mod ord">
        <pc:chgData name="Songqing Gu" userId="c4d8cb49210192e2" providerId="LiveId" clId="{C5316EDB-BD30-4FB8-8903-7FFCC74F1587}" dt="2023-06-14T21:37:01.277" v="660" actId="1076"/>
        <pc:sldMkLst>
          <pc:docMk/>
          <pc:sldMk cId="3910698975" sldId="359"/>
        </pc:sldMkLst>
        <pc:spChg chg="add mod">
          <ac:chgData name="Songqing Gu" userId="c4d8cb49210192e2" providerId="LiveId" clId="{C5316EDB-BD30-4FB8-8903-7FFCC74F1587}" dt="2023-06-14T21:37:01.277" v="660" actId="1076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14T21:36:56.662" v="658" actId="14100"/>
          <ac:spMkLst>
            <pc:docMk/>
            <pc:sldMk cId="3910698975" sldId="359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74186DAF-774D-4155-9C50-5FC95687A3F5}"/>
    <pc:docChg chg="undo custSel addSld delSld modSld sldOrd modSection">
      <pc:chgData name="Songqing Gu" userId="c4d8cb49210192e2" providerId="LiveId" clId="{74186DAF-774D-4155-9C50-5FC95687A3F5}" dt="2023-06-29T13:00:47.609" v="251" actId="47"/>
      <pc:docMkLst>
        <pc:docMk/>
      </pc:docMkLst>
      <pc:sldChg chg="addSp delSp modSp add mod setBg">
        <pc:chgData name="Songqing Gu" userId="c4d8cb49210192e2" providerId="LiveId" clId="{74186DAF-774D-4155-9C50-5FC95687A3F5}" dt="2023-06-29T12:38:56.870" v="184" actId="12"/>
        <pc:sldMkLst>
          <pc:docMk/>
          <pc:sldMk cId="0" sldId="286"/>
        </pc:sldMkLst>
        <pc:spChg chg="add del mod">
          <ac:chgData name="Songqing Gu" userId="c4d8cb49210192e2" providerId="LiveId" clId="{74186DAF-774D-4155-9C50-5FC95687A3F5}" dt="2023-06-29T12:38:17.585" v="175" actId="478"/>
          <ac:spMkLst>
            <pc:docMk/>
            <pc:sldMk cId="0" sldId="286"/>
            <ac:spMk id="3" creationId="{4E850EED-C90F-FF49-7239-A06EE3479E9E}"/>
          </ac:spMkLst>
        </pc:spChg>
        <pc:spChg chg="del mod">
          <ac:chgData name="Songqing Gu" userId="c4d8cb49210192e2" providerId="LiveId" clId="{74186DAF-774D-4155-9C50-5FC95687A3F5}" dt="2023-06-29T12:38:13.461" v="174" actId="478"/>
          <ac:spMkLst>
            <pc:docMk/>
            <pc:sldMk cId="0" sldId="286"/>
            <ac:spMk id="27649" creationId="{43040625-82E5-D670-373F-935A8B1CCF1E}"/>
          </ac:spMkLst>
        </pc:spChg>
        <pc:spChg chg="mod">
          <ac:chgData name="Songqing Gu" userId="c4d8cb49210192e2" providerId="LiveId" clId="{74186DAF-774D-4155-9C50-5FC95687A3F5}" dt="2023-06-29T12:38:56.870" v="184" actId="12"/>
          <ac:spMkLst>
            <pc:docMk/>
            <pc:sldMk cId="0" sldId="286"/>
            <ac:spMk id="27650" creationId="{9374B1D0-6436-A071-4D77-58F899031A87}"/>
          </ac:spMkLst>
        </pc:spChg>
        <pc:picChg chg="mod">
          <ac:chgData name="Songqing Gu" userId="c4d8cb49210192e2" providerId="LiveId" clId="{74186DAF-774D-4155-9C50-5FC95687A3F5}" dt="2023-06-29T12:38:33.776" v="179" actId="1076"/>
          <ac:picMkLst>
            <pc:docMk/>
            <pc:sldMk cId="0" sldId="286"/>
            <ac:picMk id="27652" creationId="{DF56081C-1649-C658-B5DC-E1D1C379B145}"/>
          </ac:picMkLst>
        </pc:picChg>
      </pc:sldChg>
      <pc:sldChg chg="modSp add mod setBg">
        <pc:chgData name="Songqing Gu" userId="c4d8cb49210192e2" providerId="LiveId" clId="{74186DAF-774D-4155-9C50-5FC95687A3F5}" dt="2023-06-29T12:41:55.865" v="210" actId="108"/>
        <pc:sldMkLst>
          <pc:docMk/>
          <pc:sldMk cId="0" sldId="305"/>
        </pc:sldMkLst>
        <pc:spChg chg="mod">
          <ac:chgData name="Songqing Gu" userId="c4d8cb49210192e2" providerId="LiveId" clId="{74186DAF-774D-4155-9C50-5FC95687A3F5}" dt="2023-06-29T12:40:24.750" v="193" actId="1076"/>
          <ac:spMkLst>
            <pc:docMk/>
            <pc:sldMk cId="0" sldId="305"/>
            <ac:spMk id="28673" creationId="{909F733A-B9A1-57BE-FC46-9BBC59E65B68}"/>
          </ac:spMkLst>
        </pc:spChg>
        <pc:spChg chg="mod">
          <ac:chgData name="Songqing Gu" userId="c4d8cb49210192e2" providerId="LiveId" clId="{74186DAF-774D-4155-9C50-5FC95687A3F5}" dt="2023-06-29T12:41:55.865" v="210" actId="108"/>
          <ac:spMkLst>
            <pc:docMk/>
            <pc:sldMk cId="0" sldId="305"/>
            <ac:spMk id="28675" creationId="{B01970F5-BCB8-E804-2553-71BB547F9133}"/>
          </ac:spMkLst>
        </pc:spChg>
      </pc:sldChg>
      <pc:sldChg chg="delSp modSp add mod setBg">
        <pc:chgData name="Songqing Gu" userId="c4d8cb49210192e2" providerId="LiveId" clId="{74186DAF-774D-4155-9C50-5FC95687A3F5}" dt="2023-06-29T12:43:42.225" v="228" actId="108"/>
        <pc:sldMkLst>
          <pc:docMk/>
          <pc:sldMk cId="0" sldId="306"/>
        </pc:sldMkLst>
        <pc:spChg chg="del">
          <ac:chgData name="Songqing Gu" userId="c4d8cb49210192e2" providerId="LiveId" clId="{74186DAF-774D-4155-9C50-5FC95687A3F5}" dt="2023-06-29T12:42:24.008" v="211" actId="478"/>
          <ac:spMkLst>
            <pc:docMk/>
            <pc:sldMk cId="0" sldId="306"/>
            <ac:spMk id="5" creationId="{6BA0F63C-559D-E5E3-09ED-1E5DBB00BEAA}"/>
          </ac:spMkLst>
        </pc:spChg>
        <pc:spChg chg="mod">
          <ac:chgData name="Songqing Gu" userId="c4d8cb49210192e2" providerId="LiveId" clId="{74186DAF-774D-4155-9C50-5FC95687A3F5}" dt="2023-06-29T12:43:03.667" v="220" actId="14100"/>
          <ac:spMkLst>
            <pc:docMk/>
            <pc:sldMk cId="0" sldId="306"/>
            <ac:spMk id="29697" creationId="{C548424B-B718-F7EF-0B3A-1001587C43A8}"/>
          </ac:spMkLst>
        </pc:spChg>
        <pc:spChg chg="mod">
          <ac:chgData name="Songqing Gu" userId="c4d8cb49210192e2" providerId="LiveId" clId="{74186DAF-774D-4155-9C50-5FC95687A3F5}" dt="2023-06-29T12:43:42.225" v="228" actId="108"/>
          <ac:spMkLst>
            <pc:docMk/>
            <pc:sldMk cId="0" sldId="306"/>
            <ac:spMk id="29698" creationId="{1BA0537D-E0C4-6FA2-3084-2E2260946EBB}"/>
          </ac:spMkLst>
        </pc:spChg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1863554075" sldId="306"/>
        </pc:sldMkLst>
      </pc:sldChg>
      <pc:sldChg chg="del">
        <pc:chgData name="Songqing Gu" userId="c4d8cb49210192e2" providerId="LiveId" clId="{74186DAF-774D-4155-9C50-5FC95687A3F5}" dt="2023-06-21T08:11:11.160" v="25" actId="2696"/>
        <pc:sldMkLst>
          <pc:docMk/>
          <pc:sldMk cId="3867710257" sldId="307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3692078226" sldId="308"/>
        </pc:sldMkLst>
      </pc:sldChg>
      <pc:sldChg chg="delSp modSp add mod setBg">
        <pc:chgData name="Songqing Gu" userId="c4d8cb49210192e2" providerId="LiveId" clId="{74186DAF-774D-4155-9C50-5FC95687A3F5}" dt="2023-06-29T12:44:29.533" v="239" actId="14100"/>
        <pc:sldMkLst>
          <pc:docMk/>
          <pc:sldMk cId="0" sldId="309"/>
        </pc:sldMkLst>
        <pc:spChg chg="del">
          <ac:chgData name="Songqing Gu" userId="c4d8cb49210192e2" providerId="LiveId" clId="{74186DAF-774D-4155-9C50-5FC95687A3F5}" dt="2023-06-29T12:43:51.701" v="229" actId="478"/>
          <ac:spMkLst>
            <pc:docMk/>
            <pc:sldMk cId="0" sldId="309"/>
            <ac:spMk id="5" creationId="{6FDBCAB5-776C-B0E7-F086-30B7CA7A1BBE}"/>
          </ac:spMkLst>
        </pc:spChg>
        <pc:spChg chg="mod">
          <ac:chgData name="Songqing Gu" userId="c4d8cb49210192e2" providerId="LiveId" clId="{74186DAF-774D-4155-9C50-5FC95687A3F5}" dt="2023-06-29T12:44:13.138" v="235" actId="1076"/>
          <ac:spMkLst>
            <pc:docMk/>
            <pc:sldMk cId="0" sldId="309"/>
            <ac:spMk id="30721" creationId="{17DF6A15-C52C-48FC-3FF6-210E34C8D419}"/>
          </ac:spMkLst>
        </pc:spChg>
        <pc:spChg chg="mod">
          <ac:chgData name="Songqing Gu" userId="c4d8cb49210192e2" providerId="LiveId" clId="{74186DAF-774D-4155-9C50-5FC95687A3F5}" dt="2023-06-29T12:44:29.533" v="239" actId="14100"/>
          <ac:spMkLst>
            <pc:docMk/>
            <pc:sldMk cId="0" sldId="309"/>
            <ac:spMk id="30722" creationId="{4B49E391-C595-6388-23D5-F73D4851535E}"/>
          </ac:spMkLst>
        </pc:spChg>
      </pc:sldChg>
      <pc:sldChg chg="del">
        <pc:chgData name="Songqing Gu" userId="c4d8cb49210192e2" providerId="LiveId" clId="{74186DAF-774D-4155-9C50-5FC95687A3F5}" dt="2023-06-21T08:11:19.664" v="26" actId="47"/>
        <pc:sldMkLst>
          <pc:docMk/>
          <pc:sldMk cId="594483226" sldId="309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1392177035" sldId="310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3914066411" sldId="311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33693646" sldId="313"/>
        </pc:sldMkLst>
      </pc:sldChg>
      <pc:sldChg chg="addSp delSp modSp mod">
        <pc:chgData name="Songqing Gu" userId="c4d8cb49210192e2" providerId="LiveId" clId="{74186DAF-774D-4155-9C50-5FC95687A3F5}" dt="2023-06-29T12:30:19.113" v="129" actId="20577"/>
        <pc:sldMkLst>
          <pc:docMk/>
          <pc:sldMk cId="2241566633" sldId="314"/>
        </pc:sldMkLst>
        <pc:spChg chg="add mod">
          <ac:chgData name="Songqing Gu" userId="c4d8cb49210192e2" providerId="LiveId" clId="{74186DAF-774D-4155-9C50-5FC95687A3F5}" dt="2023-06-29T12:28:56.954" v="78" actId="14100"/>
          <ac:spMkLst>
            <pc:docMk/>
            <pc:sldMk cId="2241566633" sldId="314"/>
            <ac:spMk id="3" creationId="{1453FB31-D260-4E51-65FD-CF6BB1F6F93F}"/>
          </ac:spMkLst>
        </pc:spChg>
        <pc:spChg chg="del mod">
          <ac:chgData name="Songqing Gu" userId="c4d8cb49210192e2" providerId="LiveId" clId="{74186DAF-774D-4155-9C50-5FC95687A3F5}" dt="2023-06-29T12:28:41.810" v="74" actId="478"/>
          <ac:spMkLst>
            <pc:docMk/>
            <pc:sldMk cId="2241566633" sldId="314"/>
            <ac:spMk id="4" creationId="{E9429D20-15E4-3B60-E0C7-36E5B3E056BE}"/>
          </ac:spMkLst>
        </pc:spChg>
        <pc:spChg chg="add mod">
          <ac:chgData name="Songqing Gu" userId="c4d8cb49210192e2" providerId="LiveId" clId="{74186DAF-774D-4155-9C50-5FC95687A3F5}" dt="2023-06-29T12:30:19.113" v="129" actId="20577"/>
          <ac:spMkLst>
            <pc:docMk/>
            <pc:sldMk cId="2241566633" sldId="314"/>
            <ac:spMk id="5" creationId="{99D2A61D-F844-EFCA-E195-2BACC6B24629}"/>
          </ac:spMkLst>
        </pc:spChg>
      </pc:sldChg>
      <pc:sldChg chg="modSp mod setBg">
        <pc:chgData name="Songqing Gu" userId="c4d8cb49210192e2" providerId="LiveId" clId="{74186DAF-774D-4155-9C50-5FC95687A3F5}" dt="2023-06-29T12:32:34.146" v="136" actId="20577"/>
        <pc:sldMkLst>
          <pc:docMk/>
          <pc:sldMk cId="0" sldId="315"/>
        </pc:sldMkLst>
        <pc:spChg chg="mod">
          <ac:chgData name="Songqing Gu" userId="c4d8cb49210192e2" providerId="LiveId" clId="{74186DAF-774D-4155-9C50-5FC95687A3F5}" dt="2023-06-29T12:32:34.146" v="136" actId="20577"/>
          <ac:spMkLst>
            <pc:docMk/>
            <pc:sldMk cId="0" sldId="315"/>
            <ac:spMk id="19458" creationId="{FF3C3155-BE05-3D15-A695-7118E49059CC}"/>
          </ac:spMkLst>
        </pc:spChg>
      </pc:sldChg>
      <pc:sldChg chg="add del setBg">
        <pc:chgData name="Songqing Gu" userId="c4d8cb49210192e2" providerId="LiveId" clId="{74186DAF-774D-4155-9C50-5FC95687A3F5}" dt="2023-06-29T13:00:47.609" v="251" actId="47"/>
        <pc:sldMkLst>
          <pc:docMk/>
          <pc:sldMk cId="0" sldId="317"/>
        </pc:sldMkLst>
      </pc:sldChg>
      <pc:sldChg chg="delSp modSp add mod setBg">
        <pc:chgData name="Songqing Gu" userId="c4d8cb49210192e2" providerId="LiveId" clId="{74186DAF-774D-4155-9C50-5FC95687A3F5}" dt="2023-06-29T12:45:36.162" v="249" actId="27636"/>
        <pc:sldMkLst>
          <pc:docMk/>
          <pc:sldMk cId="0" sldId="318"/>
        </pc:sldMkLst>
        <pc:spChg chg="del">
          <ac:chgData name="Songqing Gu" userId="c4d8cb49210192e2" providerId="LiveId" clId="{74186DAF-774D-4155-9C50-5FC95687A3F5}" dt="2023-06-29T12:45:18.549" v="245" actId="478"/>
          <ac:spMkLst>
            <pc:docMk/>
            <pc:sldMk cId="0" sldId="318"/>
            <ac:spMk id="5" creationId="{1BE13C20-3906-3379-47BD-1633CB939F4C}"/>
          </ac:spMkLst>
        </pc:spChg>
        <pc:spChg chg="mod">
          <ac:chgData name="Songqing Gu" userId="c4d8cb49210192e2" providerId="LiveId" clId="{74186DAF-774D-4155-9C50-5FC95687A3F5}" dt="2023-06-29T12:45:09.659" v="242" actId="1076"/>
          <ac:spMkLst>
            <pc:docMk/>
            <pc:sldMk cId="0" sldId="318"/>
            <ac:spMk id="31745" creationId="{FAD06263-55E1-878E-17B9-B4F019BEDC8A}"/>
          </ac:spMkLst>
        </pc:spChg>
        <pc:spChg chg="mod">
          <ac:chgData name="Songqing Gu" userId="c4d8cb49210192e2" providerId="LiveId" clId="{74186DAF-774D-4155-9C50-5FC95687A3F5}" dt="2023-06-29T12:45:36.162" v="249" actId="27636"/>
          <ac:spMkLst>
            <pc:docMk/>
            <pc:sldMk cId="0" sldId="318"/>
            <ac:spMk id="31746" creationId="{26536A46-9B06-C8A4-2E14-0B25B90C4CB2}"/>
          </ac:spMkLst>
        </pc:spChg>
      </pc:sldChg>
      <pc:sldChg chg="modSp mod setBg">
        <pc:chgData name="Songqing Gu" userId="c4d8cb49210192e2" providerId="LiveId" clId="{74186DAF-774D-4155-9C50-5FC95687A3F5}" dt="2023-06-29T12:37:29.116" v="171" actId="1076"/>
        <pc:sldMkLst>
          <pc:docMk/>
          <pc:sldMk cId="0" sldId="356"/>
        </pc:sldMkLst>
        <pc:spChg chg="mod">
          <ac:chgData name="Songqing Gu" userId="c4d8cb49210192e2" providerId="LiveId" clId="{74186DAF-774D-4155-9C50-5FC95687A3F5}" dt="2023-06-29T12:37:20.060" v="170" actId="14100"/>
          <ac:spMkLst>
            <pc:docMk/>
            <pc:sldMk cId="0" sldId="356"/>
            <ac:spMk id="5" creationId="{DC87C7E0-7B7B-78C1-595C-55DED96BEF46}"/>
          </ac:spMkLst>
        </pc:spChg>
        <pc:spChg chg="mod">
          <ac:chgData name="Songqing Gu" userId="c4d8cb49210192e2" providerId="LiveId" clId="{74186DAF-774D-4155-9C50-5FC95687A3F5}" dt="2023-06-29T12:37:29.116" v="171" actId="1076"/>
          <ac:spMkLst>
            <pc:docMk/>
            <pc:sldMk cId="0" sldId="356"/>
            <ac:spMk id="56325" creationId="{6703071F-D5FB-0E93-8CD0-58B070E7161F}"/>
          </ac:spMkLst>
        </pc:spChg>
      </pc:sldChg>
      <pc:sldChg chg="delSp modSp mod">
        <pc:chgData name="Songqing Gu" userId="c4d8cb49210192e2" providerId="LiveId" clId="{74186DAF-774D-4155-9C50-5FC95687A3F5}" dt="2023-06-29T12:21:46.505" v="37" actId="1076"/>
        <pc:sldMkLst>
          <pc:docMk/>
          <pc:sldMk cId="3976250974" sldId="357"/>
        </pc:sldMkLst>
        <pc:spChg chg="mod">
          <ac:chgData name="Songqing Gu" userId="c4d8cb49210192e2" providerId="LiveId" clId="{74186DAF-774D-4155-9C50-5FC95687A3F5}" dt="2023-06-29T12:21:46.505" v="37" actId="1076"/>
          <ac:spMkLst>
            <pc:docMk/>
            <pc:sldMk cId="3976250974" sldId="357"/>
            <ac:spMk id="4" creationId="{A5334BB3-AFE5-56C3-3DAD-23292EC4C00B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0" creationId="{D992A101-7D44-3C71-DDD3-DCBC98CC21EC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2" creationId="{77A40E97-FFCA-7163-BE22-133F76D9A68D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4" creationId="{2FAA7FC1-884A-7E3B-4A69-B6F5D98BD90B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6" creationId="{8369AE2B-D3C9-F58E-E9F5-300B66FEB11E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8" creationId="{7F216404-C976-0206-06F1-1EA6ADC0DEE7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0" creationId="{EB72B539-44CF-4C99-D9CB-CD69C5218530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2" creationId="{BD42BF0C-64C2-5E4F-DDC6-72604C91D731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4" creationId="{CAAD82A2-747D-42A6-7F32-372769CD4770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6" creationId="{6047319B-D1FE-1E4D-E892-1C22EB7707B1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8" creationId="{79302F32-8E75-8E9B-492B-A7F5B0066905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30" creationId="{2BF92A3E-3E86-247A-566A-9486A6E69F36}"/>
          </ac:spMkLst>
        </pc:spChg>
      </pc:sldChg>
      <pc:sldChg chg="addSp delSp modSp mod">
        <pc:chgData name="Songqing Gu" userId="c4d8cb49210192e2" providerId="LiveId" clId="{74186DAF-774D-4155-9C50-5FC95687A3F5}" dt="2023-06-29T12:21:05.867" v="34" actId="1076"/>
        <pc:sldMkLst>
          <pc:docMk/>
          <pc:sldMk cId="3957866147" sldId="358"/>
        </pc:sldMkLst>
        <pc:spChg chg="del">
          <ac:chgData name="Songqing Gu" userId="c4d8cb49210192e2" providerId="LiveId" clId="{74186DAF-774D-4155-9C50-5FC95687A3F5}" dt="2023-06-21T08:11:30.109" v="28" actId="478"/>
          <ac:spMkLst>
            <pc:docMk/>
            <pc:sldMk cId="3957866147" sldId="358"/>
            <ac:spMk id="3" creationId="{2E87CD09-7600-9F5D-9854-C0482544E600}"/>
          </ac:spMkLst>
        </pc:spChg>
        <pc:spChg chg="del">
          <ac:chgData name="Songqing Gu" userId="c4d8cb49210192e2" providerId="LiveId" clId="{74186DAF-774D-4155-9C50-5FC95687A3F5}" dt="2023-06-21T08:11:30.109" v="28" actId="478"/>
          <ac:spMkLst>
            <pc:docMk/>
            <pc:sldMk cId="3957866147" sldId="358"/>
            <ac:spMk id="4" creationId="{A5334BB3-AFE5-56C3-3DAD-23292EC4C00B}"/>
          </ac:spMkLst>
        </pc:spChg>
        <pc:spChg chg="add del mod">
          <ac:chgData name="Songqing Gu" userId="c4d8cb49210192e2" providerId="LiveId" clId="{74186DAF-774D-4155-9C50-5FC95687A3F5}" dt="2023-06-29T12:20:55.486" v="31" actId="478"/>
          <ac:spMkLst>
            <pc:docMk/>
            <pc:sldMk cId="3957866147" sldId="358"/>
            <ac:spMk id="5" creationId="{71002C6E-A53E-1E9B-61F9-40CF289A9D0C}"/>
          </ac:spMkLst>
        </pc:spChg>
        <pc:spChg chg="del">
          <ac:chgData name="Songqing Gu" userId="c4d8cb49210192e2" providerId="LiveId" clId="{74186DAF-774D-4155-9C50-5FC95687A3F5}" dt="2023-06-21T08:11:30.109" v="28" actId="478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74186DAF-774D-4155-9C50-5FC95687A3F5}" dt="2023-06-29T12:21:05.867" v="34" actId="1076"/>
          <ac:picMkLst>
            <pc:docMk/>
            <pc:sldMk cId="3957866147" sldId="358"/>
            <ac:picMk id="1026" creationId="{924457D9-837C-DDCC-26F6-CD909B2523F2}"/>
          </ac:picMkLst>
        </pc:picChg>
        <pc:picChg chg="del">
          <ac:chgData name="Songqing Gu" userId="c4d8cb49210192e2" providerId="LiveId" clId="{74186DAF-774D-4155-9C50-5FC95687A3F5}" dt="2023-06-21T08:11:25.026" v="27" actId="478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delSp modSp mod">
        <pc:chgData name="Songqing Gu" userId="c4d8cb49210192e2" providerId="LiveId" clId="{74186DAF-774D-4155-9C50-5FC95687A3F5}" dt="2023-06-29T12:23:51.720" v="44" actId="1076"/>
        <pc:sldMkLst>
          <pc:docMk/>
          <pc:sldMk cId="3910698975" sldId="359"/>
        </pc:sldMkLst>
        <pc:spChg chg="del">
          <ac:chgData name="Songqing Gu" userId="c4d8cb49210192e2" providerId="LiveId" clId="{74186DAF-774D-4155-9C50-5FC95687A3F5}" dt="2023-06-29T12:23:36.241" v="39" actId="478"/>
          <ac:spMkLst>
            <pc:docMk/>
            <pc:sldMk cId="3910698975" sldId="359"/>
            <ac:spMk id="3" creationId="{3C33A44D-A4EF-BD8B-622D-C49C637E6F29}"/>
          </ac:spMkLst>
        </pc:spChg>
        <pc:spChg chg="del">
          <ac:chgData name="Songqing Gu" userId="c4d8cb49210192e2" providerId="LiveId" clId="{74186DAF-774D-4155-9C50-5FC95687A3F5}" dt="2023-06-29T12:23:36.241" v="39" actId="478"/>
          <ac:spMkLst>
            <pc:docMk/>
            <pc:sldMk cId="3910698975" sldId="359"/>
            <ac:spMk id="4" creationId="{A5334BB3-AFE5-56C3-3DAD-23292EC4C00B}"/>
          </ac:spMkLst>
        </pc:spChg>
        <pc:spChg chg="add del mod">
          <ac:chgData name="Songqing Gu" userId="c4d8cb49210192e2" providerId="LiveId" clId="{74186DAF-774D-4155-9C50-5FC95687A3F5}" dt="2023-06-29T12:23:38.847" v="40" actId="478"/>
          <ac:spMkLst>
            <pc:docMk/>
            <pc:sldMk cId="3910698975" sldId="359"/>
            <ac:spMk id="5" creationId="{1C385095-2053-053A-17A7-7F41B4D36CCD}"/>
          </ac:spMkLst>
        </pc:spChg>
        <pc:picChg chg="add mod">
          <ac:chgData name="Songqing Gu" userId="c4d8cb49210192e2" providerId="LiveId" clId="{74186DAF-774D-4155-9C50-5FC95687A3F5}" dt="2023-06-29T12:23:51.720" v="44" actId="1076"/>
          <ac:picMkLst>
            <pc:docMk/>
            <pc:sldMk cId="3910698975" sldId="359"/>
            <ac:picMk id="2050" creationId="{408A9634-436E-77D7-B839-575C8DAD4417}"/>
          </ac:picMkLst>
        </pc:picChg>
      </pc:sldChg>
      <pc:sldChg chg="addSp modSp add mod">
        <pc:chgData name="Songqing Gu" userId="c4d8cb49210192e2" providerId="LiveId" clId="{74186DAF-774D-4155-9C50-5FC95687A3F5}" dt="2023-06-29T12:33:19.648" v="139" actId="1076"/>
        <pc:sldMkLst>
          <pc:docMk/>
          <pc:sldMk cId="1838920314" sldId="360"/>
        </pc:sldMkLst>
        <pc:spChg chg="add mod">
          <ac:chgData name="Songqing Gu" userId="c4d8cb49210192e2" providerId="LiveId" clId="{74186DAF-774D-4155-9C50-5FC95687A3F5}" dt="2023-06-29T12:33:19.648" v="139" actId="1076"/>
          <ac:spMkLst>
            <pc:docMk/>
            <pc:sldMk cId="1838920314" sldId="360"/>
            <ac:spMk id="5" creationId="{9064280C-AC92-0A6F-4F5D-34721562E50F}"/>
          </ac:spMkLst>
        </pc:spChg>
      </pc:sldChg>
      <pc:sldChg chg="delSp modSp add mod ord">
        <pc:chgData name="Songqing Gu" userId="c4d8cb49210192e2" providerId="LiveId" clId="{74186DAF-774D-4155-9C50-5FC95687A3F5}" dt="2023-06-29T12:34:14.880" v="150" actId="1076"/>
        <pc:sldMkLst>
          <pc:docMk/>
          <pc:sldMk cId="92507561" sldId="361"/>
        </pc:sldMkLst>
        <pc:spChg chg="del">
          <ac:chgData name="Songqing Gu" userId="c4d8cb49210192e2" providerId="LiveId" clId="{74186DAF-774D-4155-9C50-5FC95687A3F5}" dt="2023-06-29T12:33:38.193" v="142" actId="478"/>
          <ac:spMkLst>
            <pc:docMk/>
            <pc:sldMk cId="92507561" sldId="361"/>
            <ac:spMk id="3" creationId="{3C33A44D-A4EF-BD8B-622D-C49C637E6F29}"/>
          </ac:spMkLst>
        </pc:spChg>
        <pc:spChg chg="mod">
          <ac:chgData name="Songqing Gu" userId="c4d8cb49210192e2" providerId="LiveId" clId="{74186DAF-774D-4155-9C50-5FC95687A3F5}" dt="2023-06-29T12:34:14.880" v="150" actId="1076"/>
          <ac:spMkLst>
            <pc:docMk/>
            <pc:sldMk cId="92507561" sldId="361"/>
            <ac:spMk id="4" creationId="{A5334BB3-AFE5-56C3-3DAD-23292EC4C00B}"/>
          </ac:spMkLst>
        </pc:spChg>
      </pc:sldChg>
      <pc:sldChg chg="delSp add del setBg">
        <pc:chgData name="Songqing Gu" userId="c4d8cb49210192e2" providerId="LiveId" clId="{74186DAF-774D-4155-9C50-5FC95687A3F5}" dt="2023-06-29T13:00:47.609" v="251" actId="47"/>
        <pc:sldMkLst>
          <pc:docMk/>
          <pc:sldMk cId="4118895826" sldId="362"/>
        </pc:sldMkLst>
        <pc:spChg chg="del">
          <ac:chgData name="Songqing Gu" userId="c4d8cb49210192e2" providerId="LiveId" clId="{74186DAF-774D-4155-9C50-5FC95687A3F5}" dt="2023-06-29T12:45:53.367" v="250" actId="478"/>
          <ac:spMkLst>
            <pc:docMk/>
            <pc:sldMk cId="4118895826" sldId="362"/>
            <ac:spMk id="32772" creationId="{6D27BB6A-4A14-DDB7-D708-1EB01527FA47}"/>
          </ac:spMkLst>
        </pc:spChg>
      </pc:sldChg>
      <pc:sldChg chg="add del setBg">
        <pc:chgData name="Songqing Gu" userId="c4d8cb49210192e2" providerId="LiveId" clId="{74186DAF-774D-4155-9C50-5FC95687A3F5}" dt="2023-06-29T13:00:47.609" v="251" actId="47"/>
        <pc:sldMkLst>
          <pc:docMk/>
          <pc:sldMk cId="332670249" sldId="363"/>
        </pc:sldMkLst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5/5/2025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5/5/2025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2557" y="2645231"/>
            <a:ext cx="3758293" cy="604156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Object Oriented</a:t>
            </a:r>
            <a:endParaRPr lang="en-US" altLang="en-US" sz="3200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44E9838E-C77B-55E6-C52B-A7231C5F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>
              <a:solidFill>
                <a:srgbClr val="FEFFFF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5EF604-7581-74A2-EA3F-21953000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155" y="1605161"/>
            <a:ext cx="6850151" cy="696690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</a:rPr>
              <a:t>Important Concepts</a:t>
            </a:r>
            <a:br>
              <a:rPr lang="en-AU" sz="3200" b="1" dirty="0">
                <a:solidFill>
                  <a:srgbClr val="002060"/>
                </a:solidFill>
              </a:rPr>
            </a:br>
            <a:endParaRPr lang="en-AU" sz="3200" b="1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71EF1A-FA60-78C6-A194-946AB35561B2}"/>
              </a:ext>
            </a:extLst>
          </p:cNvPr>
          <p:cNvSpPr txBox="1">
            <a:spLocks/>
          </p:cNvSpPr>
          <p:nvPr/>
        </p:nvSpPr>
        <p:spPr>
          <a:xfrm>
            <a:off x="1881155" y="2516596"/>
            <a:ext cx="6237887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  <a:latin typeface="+mn-lt"/>
              </a:rPr>
              <a:t>Object oriented programming (</a:t>
            </a:r>
            <a:r>
              <a:rPr lang="en-AU" sz="2400" b="1" dirty="0">
                <a:solidFill>
                  <a:srgbClr val="C00000"/>
                </a:solidFill>
                <a:latin typeface="+mn-lt"/>
              </a:rPr>
              <a:t>OOP</a:t>
            </a:r>
            <a:r>
              <a:rPr lang="en-AU" sz="2400" b="1" dirty="0">
                <a:solidFill>
                  <a:schemeClr val="accent2"/>
                </a:solidFill>
                <a:latin typeface="+mn-lt"/>
              </a:rPr>
              <a:t>) </a:t>
            </a:r>
            <a:br>
              <a:rPr lang="en-AU" sz="2400" b="1" dirty="0">
                <a:solidFill>
                  <a:schemeClr val="accent2"/>
                </a:solidFill>
                <a:latin typeface="+mn-lt"/>
              </a:rPr>
            </a:br>
            <a:endParaRPr lang="en-AU" sz="24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159F4DB-05ED-E184-939B-C2C9938F735D}"/>
              </a:ext>
            </a:extLst>
          </p:cNvPr>
          <p:cNvSpPr txBox="1">
            <a:spLocks/>
          </p:cNvSpPr>
          <p:nvPr/>
        </p:nvSpPr>
        <p:spPr>
          <a:xfrm>
            <a:off x="1881156" y="3583196"/>
            <a:ext cx="2507458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  <a:latin typeface="+mn-lt"/>
              </a:rPr>
              <a:t>Inheritance</a:t>
            </a:r>
            <a:br>
              <a:rPr lang="en-AU" sz="2400" b="1" dirty="0">
                <a:solidFill>
                  <a:schemeClr val="accent2"/>
                </a:solidFill>
                <a:latin typeface="+mn-lt"/>
              </a:rPr>
            </a:br>
            <a:endParaRPr lang="en-AU" sz="24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0C18E4-FBBF-43C6-988A-0527BB08C03C}"/>
              </a:ext>
            </a:extLst>
          </p:cNvPr>
          <p:cNvSpPr txBox="1">
            <a:spLocks/>
          </p:cNvSpPr>
          <p:nvPr/>
        </p:nvSpPr>
        <p:spPr>
          <a:xfrm>
            <a:off x="1881156" y="3049896"/>
            <a:ext cx="298282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  <a:latin typeface="+mn-lt"/>
              </a:rPr>
              <a:t>Encapsulation</a:t>
            </a:r>
            <a:br>
              <a:rPr lang="en-AU" sz="2400" b="1" dirty="0">
                <a:solidFill>
                  <a:schemeClr val="accent2"/>
                </a:solidFill>
                <a:latin typeface="+mn-lt"/>
              </a:rPr>
            </a:br>
            <a:endParaRPr lang="en-AU" sz="24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D21147E-95B8-494A-BF55-2AE6ECC135C3}"/>
              </a:ext>
            </a:extLst>
          </p:cNvPr>
          <p:cNvSpPr txBox="1">
            <a:spLocks/>
          </p:cNvSpPr>
          <p:nvPr/>
        </p:nvSpPr>
        <p:spPr>
          <a:xfrm>
            <a:off x="1881156" y="4116496"/>
            <a:ext cx="270850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  <a:latin typeface="+mn-lt"/>
              </a:rPr>
              <a:t>Composition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125C61-E445-8977-89B1-8A5462515635}"/>
              </a:ext>
            </a:extLst>
          </p:cNvPr>
          <p:cNvSpPr txBox="1">
            <a:spLocks/>
          </p:cNvSpPr>
          <p:nvPr/>
        </p:nvSpPr>
        <p:spPr>
          <a:xfrm>
            <a:off x="1881156" y="4587263"/>
            <a:ext cx="270850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i="1" dirty="0">
                <a:solidFill>
                  <a:schemeClr val="accent2"/>
                </a:solidFill>
                <a:highlight>
                  <a:srgbClr val="FFFF00"/>
                </a:highlight>
                <a:latin typeface="+mn-lt"/>
              </a:rPr>
              <a:t>Polymorphism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66417-F054-2DFF-1C41-0B80D6B2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D297F4D-4DD5-CD9C-A597-A6BD8526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34" y="2681288"/>
            <a:ext cx="7525137" cy="7477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Variable type vs Object type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7AF00BCE-BB57-3CB2-4D88-AC775819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04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44E9838E-C77B-55E6-C52B-A7231C5F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7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FAD06263-55E1-878E-17B9-B4F019BE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37" y="2392631"/>
            <a:ext cx="7525137" cy="7477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Arial Black" panose="020B0A04020102020204" pitchFamily="34" charset="0"/>
              </a:rPr>
              <a:t>Variable type vs Object type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44E9838E-C77B-55E6-C52B-A7231C5F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56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FAD06263-55E1-878E-17B9-B4F019BE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488" y="2958378"/>
            <a:ext cx="3666634" cy="658401"/>
          </a:xfrm>
          <a:solidFill>
            <a:srgbClr val="0070C0"/>
          </a:solidFill>
        </p:spPr>
        <p:txBody>
          <a:bodyPr>
            <a:normAutofit/>
          </a:bodyPr>
          <a:lstStyle/>
          <a:p>
            <a:pPr eaLnBrk="1" hangingPunct="1"/>
            <a:r>
              <a:rPr lang="en-AU" sz="3200" b="1" dirty="0">
                <a:solidFill>
                  <a:schemeClr val="bg1"/>
                </a:solidFill>
                <a:latin typeface="+mn-lt"/>
              </a:rPr>
              <a:t>Polymorphism</a:t>
            </a:r>
            <a:endParaRPr lang="en-US" alt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44E9838E-C77B-55E6-C52B-A7231C5F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solidFill>
                <a:srgbClr val="FE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2FD2D-51A1-5694-0B3C-29D73D13070B}"/>
              </a:ext>
            </a:extLst>
          </p:cNvPr>
          <p:cNvSpPr txBox="1"/>
          <p:nvPr/>
        </p:nvSpPr>
        <p:spPr>
          <a:xfrm>
            <a:off x="2392135" y="3899622"/>
            <a:ext cx="782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reference type -&gt; implemented by multiple object type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B9264D-6785-97C9-A994-8862FE120DD7}"/>
              </a:ext>
            </a:extLst>
          </p:cNvPr>
          <p:cNvSpPr txBox="1"/>
          <p:nvPr/>
        </p:nvSpPr>
        <p:spPr>
          <a:xfrm>
            <a:off x="2392134" y="4268954"/>
            <a:ext cx="944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level business logic is defined through interface(refence) type - 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88D39-7CA3-6B01-8C1A-756268E34DB0}"/>
              </a:ext>
            </a:extLst>
          </p:cNvPr>
          <p:cNvSpPr txBox="1"/>
          <p:nvPr/>
        </p:nvSpPr>
        <p:spPr>
          <a:xfrm>
            <a:off x="2392135" y="4666316"/>
            <a:ext cx="849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each object type to execute its own business logic.</a:t>
            </a:r>
          </a:p>
        </p:txBody>
      </p:sp>
    </p:spTree>
    <p:extLst>
      <p:ext uri="{BB962C8B-B14F-4D97-AF65-F5344CB8AC3E}">
        <p14:creationId xmlns:p14="http://schemas.microsoft.com/office/powerpoint/2010/main" val="132587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44FC1-88A4-8E4D-94A1-8CDFDDAA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B3D8B136-C043-5C35-38E1-017D8BBF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694" y="596488"/>
            <a:ext cx="7525137" cy="7477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Arial Black" panose="020B0A04020102020204" pitchFamily="34" charset="0"/>
              </a:rPr>
              <a:t>Variable type vs Object type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A60194E0-48AB-30CE-A58B-A19882E6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solidFill>
                <a:srgbClr val="FE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98C25-7992-FDD9-64E0-F60CB9E31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16" y="324393"/>
            <a:ext cx="11502313" cy="61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39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C0AE1-BCE2-1299-F31E-E39321F1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53F84F0D-3F10-BCDB-CF78-E6C3A4A99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487" y="3952083"/>
            <a:ext cx="7010087" cy="431074"/>
          </a:xfrm>
        </p:spPr>
        <p:txBody>
          <a:bodyPr>
            <a:norm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2"/>
                </a:solidFill>
                <a:latin typeface="+mn-lt"/>
              </a:rPr>
              <a:t>Programming to interface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9C6705D6-6456-5C19-D519-BEA38651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solidFill>
                <a:srgbClr val="FEFFFF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F79D6DC-532A-796E-F2E2-BBD1264D0FE6}"/>
              </a:ext>
            </a:extLst>
          </p:cNvPr>
          <p:cNvSpPr txBox="1">
            <a:spLocks/>
          </p:cNvSpPr>
          <p:nvPr/>
        </p:nvSpPr>
        <p:spPr>
          <a:xfrm>
            <a:off x="2203487" y="2958378"/>
            <a:ext cx="8630165" cy="658401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3200" b="1" dirty="0">
                <a:solidFill>
                  <a:schemeClr val="bg1"/>
                </a:solidFill>
                <a:latin typeface="+mn-lt"/>
              </a:rPr>
              <a:t>Two OO programming principles </a:t>
            </a:r>
            <a:endParaRPr lang="en-US" alt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8AB4B-AAD5-C448-98EA-4CAC5C8BF78B}"/>
              </a:ext>
            </a:extLst>
          </p:cNvPr>
          <p:cNvSpPr txBox="1">
            <a:spLocks/>
          </p:cNvSpPr>
          <p:nvPr/>
        </p:nvSpPr>
        <p:spPr>
          <a:xfrm>
            <a:off x="2203487" y="4372840"/>
            <a:ext cx="7010087" cy="431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2"/>
                </a:solidFill>
                <a:latin typeface="+mn-lt"/>
              </a:rPr>
              <a:t>Favor composition over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7537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4280C-AC92-0A6F-4F5D-34721562E50F}"/>
              </a:ext>
            </a:extLst>
          </p:cNvPr>
          <p:cNvSpPr txBox="1"/>
          <p:nvPr/>
        </p:nvSpPr>
        <p:spPr>
          <a:xfrm>
            <a:off x="1221326" y="25585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https://introcs.cs.princeton.edu/java/31datatype/</a:t>
            </a:r>
          </a:p>
        </p:txBody>
      </p:sp>
    </p:spTree>
    <p:extLst>
      <p:ext uri="{BB962C8B-B14F-4D97-AF65-F5344CB8AC3E}">
        <p14:creationId xmlns:p14="http://schemas.microsoft.com/office/powerpoint/2010/main" val="1838920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29" y="3073401"/>
            <a:ext cx="8186057" cy="195579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sz="2000" dirty="0"/>
          </a:p>
          <a:p>
            <a:pPr marL="0" indent="0">
              <a:buNone/>
              <a:defRPr/>
            </a:pP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9" y="2480356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 dirty="0">
                <a:solidFill>
                  <a:srgbClr val="00B0F0"/>
                </a:solidFill>
              </a:rPr>
              <a:t>Contact</a:t>
            </a:r>
            <a:endParaRPr lang="en-AU" altLang="en-US" sz="2700" dirty="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15228</TotalTime>
  <Words>164</Words>
  <Application>Microsoft Macintosh PowerPoint</Application>
  <PresentationFormat>Widescreen</PresentationFormat>
  <Paragraphs>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Object Oriented</vt:lpstr>
      <vt:lpstr>Important Concepts </vt:lpstr>
      <vt:lpstr>Variable type vs Object type</vt:lpstr>
      <vt:lpstr>PowerPoint Presentation</vt:lpstr>
      <vt:lpstr>Variable type vs Object type</vt:lpstr>
      <vt:lpstr>Polymorphism</vt:lpstr>
      <vt:lpstr>Variable type vs Object type</vt:lpstr>
      <vt:lpstr>Programming to interface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696</cp:revision>
  <dcterms:created xsi:type="dcterms:W3CDTF">2020-08-03T09:43:10Z</dcterms:created>
  <dcterms:modified xsi:type="dcterms:W3CDTF">2025-05-05T03:18:36Z</dcterms:modified>
</cp:coreProperties>
</file>