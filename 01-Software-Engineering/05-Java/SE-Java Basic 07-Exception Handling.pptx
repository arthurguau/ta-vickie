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315" r:id="rId2"/>
    <p:sldId id="307" r:id="rId3"/>
    <p:sldId id="365" r:id="rId4"/>
    <p:sldId id="364" r:id="rId5"/>
    <p:sldId id="306" r:id="rId6"/>
    <p:sldId id="366" r:id="rId7"/>
    <p:sldId id="368" r:id="rId8"/>
    <p:sldId id="363" r:id="rId9"/>
    <p:sldId id="369" r:id="rId10"/>
    <p:sldId id="359" r:id="rId11"/>
    <p:sldId id="360" r:id="rId12"/>
    <p:sldId id="372" r:id="rId13"/>
    <p:sldId id="367" r:id="rId14"/>
    <p:sldId id="362" r:id="rId15"/>
    <p:sldId id="361" r:id="rId16"/>
    <p:sldId id="370" r:id="rId17"/>
    <p:sldId id="371" r:id="rId18"/>
    <p:sldId id="35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315"/>
          </p14:sldIdLst>
        </p14:section>
        <p14:section name="Untitled Section" id="{96B2A4F6-E483-46D3-B718-858E0B0CB8CB}">
          <p14:sldIdLst>
            <p14:sldId id="307"/>
            <p14:sldId id="365"/>
            <p14:sldId id="364"/>
            <p14:sldId id="306"/>
            <p14:sldId id="366"/>
            <p14:sldId id="368"/>
            <p14:sldId id="363"/>
            <p14:sldId id="369"/>
            <p14:sldId id="359"/>
            <p14:sldId id="360"/>
            <p14:sldId id="372"/>
            <p14:sldId id="367"/>
            <p14:sldId id="362"/>
            <p14:sldId id="361"/>
            <p14:sldId id="370"/>
            <p14:sldId id="371"/>
            <p14:sldId id="3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4DA312-FD95-49B2-8AD1-9608F305A8A1}" v="36" dt="2023-07-21T17:41:26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 Gu" userId="c4d8cb49210192e2" providerId="LiveId" clId="{C5316EDB-BD30-4FB8-8903-7FFCC74F1587}"/>
    <pc:docChg chg="undo custSel addSld delSld modSld sldOrd modSection">
      <pc:chgData name="Songqing Gu" userId="c4d8cb49210192e2" providerId="LiveId" clId="{C5316EDB-BD30-4FB8-8903-7FFCC74F1587}" dt="2023-06-14T22:27:59.990" v="706" actId="1076"/>
      <pc:docMkLst>
        <pc:docMk/>
      </pc:docMkLst>
      <pc:sldChg chg="modSp del mod">
        <pc:chgData name="Songqing Gu" userId="c4d8cb49210192e2" providerId="LiveId" clId="{C5316EDB-BD30-4FB8-8903-7FFCC74F1587}" dt="2023-06-14T20:50:23.989" v="556" actId="2696"/>
        <pc:sldMkLst>
          <pc:docMk/>
          <pc:sldMk cId="3813058601" sldId="256"/>
        </pc:sldMkLst>
        <pc:spChg chg="mod">
          <ac:chgData name="Songqing Gu" userId="c4d8cb49210192e2" providerId="LiveId" clId="{C5316EDB-BD30-4FB8-8903-7FFCC74F1587}" dt="2023-06-14T20:43:30.199" v="547" actId="14861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4T22:02:43.147" v="702" actId="2696"/>
        <pc:sldMkLst>
          <pc:docMk/>
          <pc:sldMk cId="3113703618" sldId="261"/>
        </pc:sldMkLst>
      </pc:sldChg>
      <pc:sldChg chg="del">
        <pc:chgData name="Songqing Gu" userId="c4d8cb49210192e2" providerId="LiveId" clId="{C5316EDB-BD30-4FB8-8903-7FFCC74F1587}" dt="2023-06-14T21:36:27.982" v="639" actId="47"/>
        <pc:sldMkLst>
          <pc:docMk/>
          <pc:sldMk cId="243240403" sldId="264"/>
        </pc:sldMkLst>
      </pc:sldChg>
      <pc:sldChg chg="del">
        <pc:chgData name="Songqing Gu" userId="c4d8cb49210192e2" providerId="LiveId" clId="{C5316EDB-BD30-4FB8-8903-7FFCC74F1587}" dt="2023-06-12T07:04:35.688" v="416" actId="2696"/>
        <pc:sldMkLst>
          <pc:docMk/>
          <pc:sldMk cId="3644665972" sldId="291"/>
        </pc:sldMkLst>
      </pc:sldChg>
      <pc:sldChg chg="modSp del mod">
        <pc:chgData name="Songqing Gu" userId="c4d8cb49210192e2" providerId="LiveId" clId="{C5316EDB-BD30-4FB8-8903-7FFCC74F1587}" dt="2023-06-12T07:04:44.797" v="417" actId="47"/>
        <pc:sldMkLst>
          <pc:docMk/>
          <pc:sldMk cId="1408025446" sldId="294"/>
        </pc:sldMkLst>
        <pc:spChg chg="mod">
          <ac:chgData name="Songqing Gu" userId="c4d8cb49210192e2" providerId="LiveId" clId="{C5316EDB-BD30-4FB8-8903-7FFCC74F1587}" dt="2023-06-12T04:25:24.195" v="54" actId="113"/>
          <ac:spMkLst>
            <pc:docMk/>
            <pc:sldMk cId="1408025446" sldId="294"/>
            <ac:spMk id="5" creationId="{00000000-0000-0000-0000-000000000000}"/>
          </ac:spMkLst>
        </pc:spChg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661429300" sldId="300"/>
        </pc:sldMkLst>
      </pc:sldChg>
      <pc:sldChg chg="del">
        <pc:chgData name="Songqing Gu" userId="c4d8cb49210192e2" providerId="LiveId" clId="{C5316EDB-BD30-4FB8-8903-7FFCC74F1587}" dt="2023-06-12T07:04:44.797" v="417" actId="47"/>
        <pc:sldMkLst>
          <pc:docMk/>
          <pc:sldMk cId="200091612" sldId="302"/>
        </pc:sldMkLst>
      </pc:sldChg>
      <pc:sldChg chg="addSp delSp modSp mod">
        <pc:chgData name="Songqing Gu" userId="c4d8cb49210192e2" providerId="LiveId" clId="{C5316EDB-BD30-4FB8-8903-7FFCC74F1587}" dt="2023-06-14T20:54:15.612" v="580" actId="20577"/>
        <pc:sldMkLst>
          <pc:docMk/>
          <pc:sldMk cId="1863554075" sldId="306"/>
        </pc:sldMkLst>
        <pc:spChg chg="mod">
          <ac:chgData name="Songqing Gu" userId="c4d8cb49210192e2" providerId="LiveId" clId="{C5316EDB-BD30-4FB8-8903-7FFCC74F1587}" dt="2023-06-14T20:53:16.319" v="571" actId="1076"/>
          <ac:spMkLst>
            <pc:docMk/>
            <pc:sldMk cId="1863554075" sldId="306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0:53:25.283" v="573" actId="14100"/>
          <ac:spMkLst>
            <pc:docMk/>
            <pc:sldMk cId="1863554075" sldId="306"/>
            <ac:spMk id="3" creationId="{D5C4367E-022B-D0B9-CF96-667F629ABF6E}"/>
          </ac:spMkLst>
        </pc:spChg>
        <pc:spChg chg="add mod">
          <ac:chgData name="Songqing Gu" userId="c4d8cb49210192e2" providerId="LiveId" clId="{C5316EDB-BD30-4FB8-8903-7FFCC74F1587}" dt="2023-06-14T20:54:15.612" v="580" actId="20577"/>
          <ac:spMkLst>
            <pc:docMk/>
            <pc:sldMk cId="1863554075" sldId="306"/>
            <ac:spMk id="4" creationId="{3F5C1854-DFD9-7C34-F2A5-1327D0A8C735}"/>
          </ac:spMkLst>
        </pc:spChg>
        <pc:spChg chg="add mod">
          <ac:chgData name="Songqing Gu" userId="c4d8cb49210192e2" providerId="LiveId" clId="{C5316EDB-BD30-4FB8-8903-7FFCC74F1587}" dt="2023-06-14T20:54:10.507" v="578" actId="20577"/>
          <ac:spMkLst>
            <pc:docMk/>
            <pc:sldMk cId="1863554075" sldId="306"/>
            <ac:spMk id="7" creationId="{16E20924-00A0-AEDA-E526-530990937474}"/>
          </ac:spMkLst>
        </pc:spChg>
        <pc:picChg chg="del mod">
          <ac:chgData name="Songqing Gu" userId="c4d8cb49210192e2" providerId="LiveId" clId="{C5316EDB-BD30-4FB8-8903-7FFCC74F1587}" dt="2023-06-12T04:28:36.649" v="91" actId="478"/>
          <ac:picMkLst>
            <pc:docMk/>
            <pc:sldMk cId="1863554075" sldId="306"/>
            <ac:picMk id="5" creationId="{00000000-0000-0000-0000-000000000000}"/>
          </ac:picMkLst>
        </pc:picChg>
        <pc:picChg chg="del">
          <ac:chgData name="Songqing Gu" userId="c4d8cb49210192e2" providerId="LiveId" clId="{C5316EDB-BD30-4FB8-8903-7FFCC74F1587}" dt="2023-06-12T04:28:39.622" v="92" actId="478"/>
          <ac:picMkLst>
            <pc:docMk/>
            <pc:sldMk cId="1863554075" sldId="306"/>
            <ac:picMk id="6" creationId="{00000000-0000-0000-0000-000000000000}"/>
          </ac:picMkLst>
        </pc:picChg>
      </pc:sldChg>
      <pc:sldChg chg="addSp delSp modSp mod ord">
        <pc:chgData name="Songqing Gu" userId="c4d8cb49210192e2" providerId="LiveId" clId="{C5316EDB-BD30-4FB8-8903-7FFCC74F1587}" dt="2023-06-14T20:51:07.896" v="563" actId="1076"/>
        <pc:sldMkLst>
          <pc:docMk/>
          <pc:sldMk cId="3867710257" sldId="307"/>
        </pc:sldMkLst>
        <pc:spChg chg="mod">
          <ac:chgData name="Songqing Gu" userId="c4d8cb49210192e2" providerId="LiveId" clId="{C5316EDB-BD30-4FB8-8903-7FFCC74F1587}" dt="2023-06-14T20:51:03.943" v="562" actId="108"/>
          <ac:spMkLst>
            <pc:docMk/>
            <pc:sldMk cId="3867710257" sldId="307"/>
            <ac:spMk id="2" creationId="{00000000-0000-0000-0000-000000000000}"/>
          </ac:spMkLst>
        </pc:spChg>
        <pc:picChg chg="add del">
          <ac:chgData name="Songqing Gu" userId="c4d8cb49210192e2" providerId="LiveId" clId="{C5316EDB-BD30-4FB8-8903-7FFCC74F1587}" dt="2023-06-12T04:27:12.238" v="56" actId="478"/>
          <ac:picMkLst>
            <pc:docMk/>
            <pc:sldMk cId="3867710257" sldId="307"/>
            <ac:picMk id="4" creationId="{2B9A79A9-A5DA-9F2E-EC62-CE8F5FF7D727}"/>
          </ac:picMkLst>
        </pc:picChg>
        <pc:picChg chg="del">
          <ac:chgData name="Songqing Gu" userId="c4d8cb49210192e2" providerId="LiveId" clId="{C5316EDB-BD30-4FB8-8903-7FFCC74F1587}" dt="2023-06-12T04:22:22.530" v="47" actId="478"/>
          <ac:picMkLst>
            <pc:docMk/>
            <pc:sldMk cId="3867710257" sldId="307"/>
            <ac:picMk id="6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0:51:07.896" v="563" actId="1076"/>
          <ac:picMkLst>
            <pc:docMk/>
            <pc:sldMk cId="3867710257" sldId="307"/>
            <ac:picMk id="7" creationId="{5A08F465-67FD-29DF-4C76-8B553682DE7D}"/>
          </ac:picMkLst>
        </pc:picChg>
      </pc:sldChg>
      <pc:sldChg chg="addSp delSp modSp mod">
        <pc:chgData name="Songqing Gu" userId="c4d8cb49210192e2" providerId="LiveId" clId="{C5316EDB-BD30-4FB8-8903-7FFCC74F1587}" dt="2023-06-14T20:51:37.081" v="567" actId="14861"/>
        <pc:sldMkLst>
          <pc:docMk/>
          <pc:sldMk cId="3692078226" sldId="308"/>
        </pc:sldMkLst>
        <pc:spChg chg="mod">
          <ac:chgData name="Songqing Gu" userId="c4d8cb49210192e2" providerId="LiveId" clId="{C5316EDB-BD30-4FB8-8903-7FFCC74F1587}" dt="2023-06-14T20:51:37.081" v="567" actId="14861"/>
          <ac:spMkLst>
            <pc:docMk/>
            <pc:sldMk cId="3692078226" sldId="308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5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6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7" creationId="{00000000-0000-0000-0000-000000000000}"/>
          </ac:spMkLst>
        </pc:spChg>
        <pc:spChg chg="del">
          <ac:chgData name="Songqing Gu" userId="c4d8cb49210192e2" providerId="LiveId" clId="{C5316EDB-BD30-4FB8-8903-7FFCC74F1587}" dt="2023-06-12T04:20:48.821" v="0" actId="478"/>
          <ac:spMkLst>
            <pc:docMk/>
            <pc:sldMk cId="3692078226" sldId="308"/>
            <ac:spMk id="8" creationId="{00000000-0000-0000-0000-000000000000}"/>
          </ac:spMkLst>
        </pc:spChg>
        <pc:picChg chg="add mod">
          <ac:chgData name="Songqing Gu" userId="c4d8cb49210192e2" providerId="LiveId" clId="{C5316EDB-BD30-4FB8-8903-7FFCC74F1587}" dt="2023-06-12T04:21:51.819" v="3" actId="1076"/>
          <ac:picMkLst>
            <pc:docMk/>
            <pc:sldMk cId="3692078226" sldId="308"/>
            <ac:picMk id="4" creationId="{CF68EFBE-431E-F35F-46C2-67152E163E7F}"/>
          </ac:picMkLst>
        </pc:picChg>
      </pc:sldChg>
      <pc:sldChg chg="addSp delSp modSp mod ord">
        <pc:chgData name="Songqing Gu" userId="c4d8cb49210192e2" providerId="LiveId" clId="{C5316EDB-BD30-4FB8-8903-7FFCC74F1587}" dt="2023-06-14T22:27:59.990" v="706" actId="1076"/>
        <pc:sldMkLst>
          <pc:docMk/>
          <pc:sldMk cId="594483226" sldId="309"/>
        </pc:sldMkLst>
        <pc:spChg chg="mod">
          <ac:chgData name="Songqing Gu" userId="c4d8cb49210192e2" providerId="LiveId" clId="{C5316EDB-BD30-4FB8-8903-7FFCC74F1587}" dt="2023-06-13T08:40:49.201" v="529" actId="14100"/>
          <ac:spMkLst>
            <pc:docMk/>
            <pc:sldMk cId="594483226" sldId="309"/>
            <ac:spMk id="2" creationId="{00000000-0000-0000-0000-000000000000}"/>
          </ac:spMkLst>
        </pc:spChg>
        <pc:graphicFrameChg chg="add del mod modGraphic">
          <ac:chgData name="Songqing Gu" userId="c4d8cb49210192e2" providerId="LiveId" clId="{C5316EDB-BD30-4FB8-8903-7FFCC74F1587}" dt="2023-06-12T07:54:57.839" v="504" actId="478"/>
          <ac:graphicFrameMkLst>
            <pc:docMk/>
            <pc:sldMk cId="594483226" sldId="309"/>
            <ac:graphicFrameMk id="3" creationId="{DA7B9FC7-359B-A1B3-E6E3-98A36143E5CF}"/>
          </ac:graphicFrameMkLst>
        </pc:graphicFrameChg>
        <pc:picChg chg="del mod">
          <ac:chgData name="Songqing Gu" userId="c4d8cb49210192e2" providerId="LiveId" clId="{C5316EDB-BD30-4FB8-8903-7FFCC74F1587}" dt="2023-06-12T04:28:28.474" v="89" actId="478"/>
          <ac:picMkLst>
            <pc:docMk/>
            <pc:sldMk cId="594483226" sldId="309"/>
            <ac:picMk id="5" creationId="{00000000-0000-0000-0000-000000000000}"/>
          </ac:picMkLst>
        </pc:picChg>
        <pc:picChg chg="add mod">
          <ac:chgData name="Songqing Gu" userId="c4d8cb49210192e2" providerId="LiveId" clId="{C5316EDB-BD30-4FB8-8903-7FFCC74F1587}" dt="2023-06-14T22:27:59.990" v="706" actId="1076"/>
          <ac:picMkLst>
            <pc:docMk/>
            <pc:sldMk cId="594483226" sldId="309"/>
            <ac:picMk id="1026" creationId="{4730BB9A-24AF-3A0C-2C86-A5A88A1BAC65}"/>
          </ac:picMkLst>
        </pc:picChg>
      </pc:sldChg>
      <pc:sldChg chg="addSp modSp add mod">
        <pc:chgData name="Songqing Gu" userId="c4d8cb49210192e2" providerId="LiveId" clId="{C5316EDB-BD30-4FB8-8903-7FFCC74F1587}" dt="2023-06-12T07:10:16.110" v="476" actId="14100"/>
        <pc:sldMkLst>
          <pc:docMk/>
          <pc:sldMk cId="1392177035" sldId="310"/>
        </pc:sldMkLst>
        <pc:spChg chg="mod">
          <ac:chgData name="Songqing Gu" userId="c4d8cb49210192e2" providerId="LiveId" clId="{C5316EDB-BD30-4FB8-8903-7FFCC74F1587}" dt="2023-06-12T07:09:01.835" v="421" actId="1076"/>
          <ac:spMkLst>
            <pc:docMk/>
            <pc:sldMk cId="1392177035" sldId="310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7:09:51.731" v="470" actId="1076"/>
          <ac:spMkLst>
            <pc:docMk/>
            <pc:sldMk cId="1392177035" sldId="310"/>
            <ac:spMk id="3" creationId="{5CAE18FA-3E6F-C901-5ECF-82B69AF539A9}"/>
          </ac:spMkLst>
        </pc:spChg>
        <pc:spChg chg="add mod">
          <ac:chgData name="Songqing Gu" userId="c4d8cb49210192e2" providerId="LiveId" clId="{C5316EDB-BD30-4FB8-8903-7FFCC74F1587}" dt="2023-06-12T07:09:29.313" v="457" actId="20577"/>
          <ac:spMkLst>
            <pc:docMk/>
            <pc:sldMk cId="1392177035" sldId="310"/>
            <ac:spMk id="4" creationId="{F53F1584-07D9-964F-3AFA-2965642BB3ED}"/>
          </ac:spMkLst>
        </pc:spChg>
        <pc:spChg chg="add mod">
          <ac:chgData name="Songqing Gu" userId="c4d8cb49210192e2" providerId="LiveId" clId="{C5316EDB-BD30-4FB8-8903-7FFCC74F1587}" dt="2023-06-12T07:09:44.027" v="469" actId="20577"/>
          <ac:spMkLst>
            <pc:docMk/>
            <pc:sldMk cId="1392177035" sldId="310"/>
            <ac:spMk id="5" creationId="{B09CA00B-1C23-8B1D-3372-B97B5962589F}"/>
          </ac:spMkLst>
        </pc:spChg>
        <pc:cxnChg chg="add mod">
          <ac:chgData name="Songqing Gu" userId="c4d8cb49210192e2" providerId="LiveId" clId="{C5316EDB-BD30-4FB8-8903-7FFCC74F1587}" dt="2023-06-12T07:10:09.041" v="473" actId="14100"/>
          <ac:cxnSpMkLst>
            <pc:docMk/>
            <pc:sldMk cId="1392177035" sldId="310"/>
            <ac:cxnSpMk id="6" creationId="{ACC646AF-CFF1-4C3C-DFB0-8FE1F4EB0B9E}"/>
          </ac:cxnSpMkLst>
        </pc:cxnChg>
        <pc:cxnChg chg="add mod">
          <ac:chgData name="Songqing Gu" userId="c4d8cb49210192e2" providerId="LiveId" clId="{C5316EDB-BD30-4FB8-8903-7FFCC74F1587}" dt="2023-06-12T07:10:16.110" v="476" actId="14100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delSp del mod">
        <pc:chgData name="Songqing Gu" userId="c4d8cb49210192e2" providerId="LiveId" clId="{C5316EDB-BD30-4FB8-8903-7FFCC74F1587}" dt="2023-06-12T04:31:31.393" v="162" actId="47"/>
        <pc:sldMkLst>
          <pc:docMk/>
          <pc:sldMk cId="1651801851" sldId="310"/>
        </pc:sldMkLst>
        <pc:picChg chg="del">
          <ac:chgData name="Songqing Gu" userId="c4d8cb49210192e2" providerId="LiveId" clId="{C5316EDB-BD30-4FB8-8903-7FFCC74F1587}" dt="2023-06-12T04:28:43.898" v="93" actId="478"/>
          <ac:picMkLst>
            <pc:docMk/>
            <pc:sldMk cId="1651801851" sldId="310"/>
            <ac:picMk id="4" creationId="{00000000-0000-0000-0000-000000000000}"/>
          </ac:picMkLst>
        </pc:picChg>
      </pc:sldChg>
      <pc:sldChg chg="add del setBg">
        <pc:chgData name="Songqing Gu" userId="c4d8cb49210192e2" providerId="LiveId" clId="{C5316EDB-BD30-4FB8-8903-7FFCC74F1587}" dt="2023-06-12T06:56:46.713" v="290" actId="47"/>
        <pc:sldMkLst>
          <pc:docMk/>
          <pc:sldMk cId="2867122606" sldId="311"/>
        </pc:sldMkLst>
      </pc:sldChg>
      <pc:sldChg chg="addSp modSp add mod">
        <pc:chgData name="Songqing Gu" userId="c4d8cb49210192e2" providerId="LiveId" clId="{C5316EDB-BD30-4FB8-8903-7FFCC74F1587}" dt="2023-06-12T06:59:28.208" v="333" actId="14100"/>
        <pc:sldMkLst>
          <pc:docMk/>
          <pc:sldMk cId="3914066411" sldId="311"/>
        </pc:sldMkLst>
        <pc:spChg chg="mod">
          <ac:chgData name="Songqing Gu" userId="c4d8cb49210192e2" providerId="LiveId" clId="{C5316EDB-BD30-4FB8-8903-7FFCC74F1587}" dt="2023-06-12T06:57:31.742" v="297" actId="20577"/>
          <ac:spMkLst>
            <pc:docMk/>
            <pc:sldMk cId="3914066411" sldId="311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2T06:58:48.285" v="323" actId="1076"/>
          <ac:spMkLst>
            <pc:docMk/>
            <pc:sldMk cId="3914066411" sldId="311"/>
            <ac:spMk id="3" creationId="{655E1610-8A2E-EBB3-CD3C-DB0C0FC974B5}"/>
          </ac:spMkLst>
        </pc:spChg>
        <pc:spChg chg="add mod">
          <ac:chgData name="Songqing Gu" userId="c4d8cb49210192e2" providerId="LiveId" clId="{C5316EDB-BD30-4FB8-8903-7FFCC74F1587}" dt="2023-06-12T06:58:26.545" v="316" actId="1076"/>
          <ac:spMkLst>
            <pc:docMk/>
            <pc:sldMk cId="3914066411" sldId="311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2T06:58:32.337" v="318" actId="1076"/>
          <ac:spMkLst>
            <pc:docMk/>
            <pc:sldMk cId="3914066411" sldId="311"/>
            <ac:spMk id="5" creationId="{D24F5B75-CFC6-9658-6C2E-4B44BA589818}"/>
          </ac:spMkLst>
        </pc:spChg>
        <pc:spChg chg="add mod">
          <ac:chgData name="Songqing Gu" userId="c4d8cb49210192e2" providerId="LiveId" clId="{C5316EDB-BD30-4FB8-8903-7FFCC74F1587}" dt="2023-06-12T06:58:39.732" v="320" actId="1076"/>
          <ac:spMkLst>
            <pc:docMk/>
            <pc:sldMk cId="3914066411" sldId="311"/>
            <ac:spMk id="6" creationId="{E206FC33-8685-3E88-14A5-F477EB7F25DA}"/>
          </ac:spMkLst>
        </pc:spChg>
        <pc:spChg chg="add mod">
          <ac:chgData name="Songqing Gu" userId="c4d8cb49210192e2" providerId="LiveId" clId="{C5316EDB-BD30-4FB8-8903-7FFCC74F1587}" dt="2023-06-12T06:58:45.037" v="322" actId="1076"/>
          <ac:spMkLst>
            <pc:docMk/>
            <pc:sldMk cId="3914066411" sldId="311"/>
            <ac:spMk id="7" creationId="{1DE38B5A-9844-A006-B4D4-BA358D9C34EE}"/>
          </ac:spMkLst>
        </pc:spChg>
        <pc:cxnChg chg="add">
          <ac:chgData name="Songqing Gu" userId="c4d8cb49210192e2" providerId="LiveId" clId="{C5316EDB-BD30-4FB8-8903-7FFCC74F1587}" dt="2023-06-12T06:59:04.222" v="324" actId="11529"/>
          <ac:cxnSpMkLst>
            <pc:docMk/>
            <pc:sldMk cId="3914066411" sldId="311"/>
            <ac:cxnSpMk id="9" creationId="{EBAF9D38-D256-ABC4-1662-D1C1E56C1A5F}"/>
          </ac:cxnSpMkLst>
        </pc:cxnChg>
        <pc:cxnChg chg="add mod">
          <ac:chgData name="Songqing Gu" userId="c4d8cb49210192e2" providerId="LiveId" clId="{C5316EDB-BD30-4FB8-8903-7FFCC74F1587}" dt="2023-06-12T06:59:12.729" v="327" actId="14100"/>
          <ac:cxnSpMkLst>
            <pc:docMk/>
            <pc:sldMk cId="3914066411" sldId="311"/>
            <ac:cxnSpMk id="10" creationId="{7670EE8D-32AB-AF81-DC8D-4283288A70EC}"/>
          </ac:cxnSpMkLst>
        </pc:cxnChg>
        <pc:cxnChg chg="add mod">
          <ac:chgData name="Songqing Gu" userId="c4d8cb49210192e2" providerId="LiveId" clId="{C5316EDB-BD30-4FB8-8903-7FFCC74F1587}" dt="2023-06-12T06:59:19.080" v="330" actId="14100"/>
          <ac:cxnSpMkLst>
            <pc:docMk/>
            <pc:sldMk cId="3914066411" sldId="311"/>
            <ac:cxnSpMk id="13" creationId="{A3285B1E-AF94-D971-B7C4-0F6CE54BB9D6}"/>
          </ac:cxnSpMkLst>
        </pc:cxnChg>
        <pc:cxnChg chg="add mod">
          <ac:chgData name="Songqing Gu" userId="c4d8cb49210192e2" providerId="LiveId" clId="{C5316EDB-BD30-4FB8-8903-7FFCC74F1587}" dt="2023-06-12T06:59:28.208" v="333" actId="14100"/>
          <ac:cxnSpMkLst>
            <pc:docMk/>
            <pc:sldMk cId="3914066411" sldId="311"/>
            <ac:cxnSpMk id="16" creationId="{6A86B593-CFAD-0C95-3CC7-01FB7F3B3E72}"/>
          </ac:cxnSpMkLst>
        </pc:cxnChg>
      </pc:sldChg>
      <pc:sldChg chg="modSp add del mod ord">
        <pc:chgData name="Songqing Gu" userId="c4d8cb49210192e2" providerId="LiveId" clId="{C5316EDB-BD30-4FB8-8903-7FFCC74F1587}" dt="2023-06-12T07:04:28.485" v="415" actId="2696"/>
        <pc:sldMkLst>
          <pc:docMk/>
          <pc:sldMk cId="3923240061" sldId="312"/>
        </pc:sldMkLst>
        <pc:spChg chg="mod">
          <ac:chgData name="Songqing Gu" userId="c4d8cb49210192e2" providerId="LiveId" clId="{C5316EDB-BD30-4FB8-8903-7FFCC74F1587}" dt="2023-06-12T07:00:11.341" v="339" actId="1076"/>
          <ac:spMkLst>
            <pc:docMk/>
            <pc:sldMk cId="3923240061" sldId="312"/>
            <ac:spMk id="2" creationId="{00000000-0000-0000-0000-000000000000}"/>
          </ac:spMkLst>
        </pc:spChg>
      </pc:sldChg>
      <pc:sldChg chg="addSp modSp add mod">
        <pc:chgData name="Songqing Gu" userId="c4d8cb49210192e2" providerId="LiveId" clId="{C5316EDB-BD30-4FB8-8903-7FFCC74F1587}" dt="2023-06-13T08:37:55.466" v="511" actId="14100"/>
        <pc:sldMkLst>
          <pc:docMk/>
          <pc:sldMk cId="33693646" sldId="313"/>
        </pc:sldMkLst>
        <pc:spChg chg="mod">
          <ac:chgData name="Songqing Gu" userId="c4d8cb49210192e2" providerId="LiveId" clId="{C5316EDB-BD30-4FB8-8903-7FFCC74F1587}" dt="2023-06-12T07:01:35.359" v="34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 Gu" userId="c4d8cb49210192e2" providerId="LiveId" clId="{C5316EDB-BD30-4FB8-8903-7FFCC74F1587}" dt="2023-06-12T07:02:03.794" v="358" actId="14100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 Gu" userId="c4d8cb49210192e2" providerId="LiveId" clId="{C5316EDB-BD30-4FB8-8903-7FFCC74F1587}" dt="2023-06-12T07:49:22.480" v="482" actId="20577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 Gu" userId="c4d8cb49210192e2" providerId="LiveId" clId="{C5316EDB-BD30-4FB8-8903-7FFCC74F1587}" dt="2023-06-13T08:37:40.793" v="507" actId="1076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 Gu" userId="c4d8cb49210192e2" providerId="LiveId" clId="{C5316EDB-BD30-4FB8-8903-7FFCC74F1587}" dt="2023-06-12T07:02:38.633" v="392" actId="1076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 Gu" userId="c4d8cb49210192e2" providerId="LiveId" clId="{C5316EDB-BD30-4FB8-8903-7FFCC74F1587}" dt="2023-06-12T07:49:25.739" v="483" actId="1076"/>
          <ac:spMkLst>
            <pc:docMk/>
            <pc:sldMk cId="33693646" sldId="313"/>
            <ac:spMk id="7" creationId="{1DE38B5A-9844-A006-B4D4-BA358D9C34EE}"/>
          </ac:spMkLst>
        </pc:spChg>
        <pc:spChg chg="add mod">
          <ac:chgData name="Songqing Gu" userId="c4d8cb49210192e2" providerId="LiveId" clId="{C5316EDB-BD30-4FB8-8903-7FFCC74F1587}" dt="2023-06-13T08:37:42.984" v="508" actId="1076"/>
          <ac:spMkLst>
            <pc:docMk/>
            <pc:sldMk cId="33693646" sldId="313"/>
            <ac:spMk id="15" creationId="{9237497C-CBE4-11DF-0F06-4D221A039C03}"/>
          </ac:spMkLst>
        </pc:spChg>
        <pc:cxnChg chg="mod">
          <ac:chgData name="Songqing Gu" userId="c4d8cb49210192e2" providerId="LiveId" clId="{C5316EDB-BD30-4FB8-8903-7FFCC74F1587}" dt="2023-06-12T07:49:19.266" v="4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 Gu" userId="c4d8cb49210192e2" providerId="LiveId" clId="{C5316EDB-BD30-4FB8-8903-7FFCC74F1587}" dt="2023-06-12T07:02:38.633" v="392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 Gu" userId="c4d8cb49210192e2" providerId="LiveId" clId="{C5316EDB-BD30-4FB8-8903-7FFCC74F1587}" dt="2023-06-13T08:37:40.793" v="507" actId="1076"/>
          <ac:cxnSpMkLst>
            <pc:docMk/>
            <pc:sldMk cId="33693646" sldId="313"/>
            <ac:cxnSpMk id="16" creationId="{6A86B593-CFAD-0C95-3CC7-01FB7F3B3E72}"/>
          </ac:cxnSpMkLst>
        </pc:cxnChg>
        <pc:cxnChg chg="add mod">
          <ac:chgData name="Songqing Gu" userId="c4d8cb49210192e2" providerId="LiveId" clId="{C5316EDB-BD30-4FB8-8903-7FFCC74F1587}" dt="2023-06-13T08:37:55.466" v="511" actId="14100"/>
          <ac:cxnSpMkLst>
            <pc:docMk/>
            <pc:sldMk cId="33693646" sldId="313"/>
            <ac:cxnSpMk id="19" creationId="{AF51772E-2C8E-E107-9364-0C53DE00FBE7}"/>
          </ac:cxnSpMkLst>
        </pc:cxnChg>
        <pc:cxnChg chg="add">
          <ac:chgData name="Songqing Gu" userId="c4d8cb49210192e2" providerId="LiveId" clId="{C5316EDB-BD30-4FB8-8903-7FFCC74F1587}" dt="2023-06-12T07:49:38.481" v="484" actId="11529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add mod">
        <pc:chgData name="Songqing Gu" userId="c4d8cb49210192e2" providerId="LiveId" clId="{C5316EDB-BD30-4FB8-8903-7FFCC74F1587}" dt="2023-06-14T21:11:13.604" v="590" actId="20577"/>
        <pc:sldMkLst>
          <pc:docMk/>
          <pc:sldMk cId="2241566633" sldId="314"/>
        </pc:sldMkLst>
        <pc:spChg chg="mod">
          <ac:chgData name="Songqing Gu" userId="c4d8cb49210192e2" providerId="LiveId" clId="{C5316EDB-BD30-4FB8-8903-7FFCC74F1587}" dt="2023-06-14T21:11:13.604" v="590" actId="20577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3" creationId="{655E1610-8A2E-EBB3-CD3C-DB0C0FC974B5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4" creationId="{23285273-10C5-D4D3-6B4E-D337038A42B4}"/>
          </ac:spMkLst>
        </pc:spChg>
        <pc:spChg chg="add mod">
          <ac:chgData name="Songqing Gu" userId="c4d8cb49210192e2" providerId="LiveId" clId="{C5316EDB-BD30-4FB8-8903-7FFCC74F1587}" dt="2023-06-14T21:08:12.282" v="589" actId="1076"/>
          <ac:spMkLst>
            <pc:docMk/>
            <pc:sldMk cId="2241566633" sldId="314"/>
            <ac:spMk id="4" creationId="{E9429D20-15E4-3B60-E0C7-36E5B3E056BE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5" creationId="{D24F5B75-CFC6-9658-6C2E-4B44BA589818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6" creationId="{E206FC33-8685-3E88-14A5-F477EB7F25DA}"/>
          </ac:spMkLst>
        </pc:spChg>
        <pc:spChg chg="del">
          <ac:chgData name="Songqing Gu" userId="c4d8cb49210192e2" providerId="LiveId" clId="{C5316EDB-BD30-4FB8-8903-7FFCC74F1587}" dt="2023-06-12T07:50:51.212" v="492" actId="478"/>
          <ac:spMkLst>
            <pc:docMk/>
            <pc:sldMk cId="2241566633" sldId="314"/>
            <ac:spMk id="7" creationId="{1DE38B5A-9844-A006-B4D4-BA358D9C34EE}"/>
          </ac:spMkLst>
        </pc:sp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9" creationId="{EBAF9D38-D256-ABC4-1662-D1C1E56C1A5F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0" creationId="{7670EE8D-32AB-AF81-DC8D-4283288A70EC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3" creationId="{A3285B1E-AF94-D971-B7C4-0F6CE54BB9D6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16" creationId="{6A86B593-CFAD-0C95-3CC7-01FB7F3B3E72}"/>
          </ac:cxnSpMkLst>
        </pc:cxnChg>
        <pc:cxnChg chg="del mod">
          <ac:chgData name="Songqing Gu" userId="c4d8cb49210192e2" providerId="LiveId" clId="{C5316EDB-BD30-4FB8-8903-7FFCC74F1587}" dt="2023-06-12T07:50:51.212" v="492" actId="478"/>
          <ac:cxnSpMkLst>
            <pc:docMk/>
            <pc:sldMk cId="2241566633" sldId="314"/>
            <ac:cxnSpMk id="63" creationId="{0ABB328C-5F5B-EB9E-64CD-97C29C696069}"/>
          </ac:cxnSpMkLst>
        </pc:cxnChg>
      </pc:sldChg>
      <pc:sldChg chg="delSp modSp mod setBg">
        <pc:chgData name="Songqing Gu" userId="c4d8cb49210192e2" providerId="LiveId" clId="{C5316EDB-BD30-4FB8-8903-7FFCC74F1587}" dt="2023-06-14T20:50:48.258" v="560" actId="1076"/>
        <pc:sldMkLst>
          <pc:docMk/>
          <pc:sldMk cId="0" sldId="315"/>
        </pc:sldMkLst>
        <pc:spChg chg="mod">
          <ac:chgData name="Songqing Gu" userId="c4d8cb49210192e2" providerId="LiveId" clId="{C5316EDB-BD30-4FB8-8903-7FFCC74F1587}" dt="2023-06-14T20:50:39.465" v="558" actId="255"/>
          <ac:spMkLst>
            <pc:docMk/>
            <pc:sldMk cId="0" sldId="315"/>
            <ac:spMk id="19458" creationId="{FF3C3155-BE05-3D15-A695-7118E49059CC}"/>
          </ac:spMkLst>
        </pc:spChg>
        <pc:spChg chg="mod">
          <ac:chgData name="Songqing Gu" userId="c4d8cb49210192e2" providerId="LiveId" clId="{C5316EDB-BD30-4FB8-8903-7FFCC74F1587}" dt="2023-06-14T20:50:47.331" v="559" actId="1076"/>
          <ac:spMkLst>
            <pc:docMk/>
            <pc:sldMk cId="0" sldId="315"/>
            <ac:spMk id="19460" creationId="{41661543-D78A-4FBA-2E67-946431F46A5A}"/>
          </ac:spMkLst>
        </pc:spChg>
        <pc:spChg chg="mod">
          <ac:chgData name="Songqing Gu" userId="c4d8cb49210192e2" providerId="LiveId" clId="{C5316EDB-BD30-4FB8-8903-7FFCC74F1587}" dt="2023-06-14T20:50:48.258" v="560" actId="1076"/>
          <ac:spMkLst>
            <pc:docMk/>
            <pc:sldMk cId="0" sldId="315"/>
            <ac:spMk id="19461" creationId="{BA125DD6-C908-C8F4-DA0B-A83FE53416C6}"/>
          </ac:spMkLst>
        </pc:spChg>
        <pc:spChg chg="del">
          <ac:chgData name="Songqing Gu" userId="c4d8cb49210192e2" providerId="LiveId" clId="{C5316EDB-BD30-4FB8-8903-7FFCC74F1587}" dt="2023-06-14T20:50:32.234" v="557" actId="478"/>
          <ac:spMkLst>
            <pc:docMk/>
            <pc:sldMk cId="0" sldId="315"/>
            <ac:spMk id="19462" creationId="{90BE3C38-E121-D2DD-5219-809F87EC0E60}"/>
          </ac:spMkLst>
        </pc:spChg>
        <pc:picChg chg="mod">
          <ac:chgData name="Songqing Gu" userId="c4d8cb49210192e2" providerId="LiveId" clId="{C5316EDB-BD30-4FB8-8903-7FFCC74F1587}" dt="2023-06-14T20:50:47.331" v="559" actId="1076"/>
          <ac:picMkLst>
            <pc:docMk/>
            <pc:sldMk cId="0" sldId="315"/>
            <ac:picMk id="5" creationId="{08D0BC50-00BC-D05B-F5C4-CC84939275A1}"/>
          </ac:picMkLst>
        </pc:picChg>
      </pc:sldChg>
      <pc:sldChg chg="setBg">
        <pc:chgData name="Songqing Gu" userId="c4d8cb49210192e2" providerId="LiveId" clId="{C5316EDB-BD30-4FB8-8903-7FFCC74F1587}" dt="2023-06-14T21:36:11.900" v="638"/>
        <pc:sldMkLst>
          <pc:docMk/>
          <pc:sldMk cId="0" sldId="356"/>
        </pc:sldMkLst>
      </pc:sldChg>
      <pc:sldChg chg="addSp delSp modSp add mod">
        <pc:chgData name="Songqing Gu" userId="c4d8cb49210192e2" providerId="LiveId" clId="{C5316EDB-BD30-4FB8-8903-7FFCC74F1587}" dt="2023-06-14T22:06:20.430" v="704" actId="1076"/>
        <pc:sldMkLst>
          <pc:docMk/>
          <pc:sldMk cId="3976250974" sldId="357"/>
        </pc:sldMkLst>
        <pc:spChg chg="del mod">
          <ac:chgData name="Songqing Gu" userId="c4d8cb49210192e2" providerId="LiveId" clId="{C5316EDB-BD30-4FB8-8903-7FFCC74F1587}" dt="2023-06-14T21:07:44.449" v="583" actId="478"/>
          <ac:spMkLst>
            <pc:docMk/>
            <pc:sldMk cId="3976250974" sldId="357"/>
            <ac:spMk id="2" creationId="{00000000-0000-0000-0000-000000000000}"/>
          </ac:spMkLst>
        </pc:spChg>
        <pc:spChg chg="add mod">
          <ac:chgData name="Songqing Gu" userId="c4d8cb49210192e2" providerId="LiveId" clId="{C5316EDB-BD30-4FB8-8903-7FFCC74F1587}" dt="2023-06-14T21:11:51.089" v="608" actId="14100"/>
          <ac:spMkLst>
            <pc:docMk/>
            <pc:sldMk cId="3976250974" sldId="357"/>
            <ac:spMk id="4" creationId="{A5334BB3-AFE5-56C3-3DAD-23292EC4C00B}"/>
          </ac:spMkLst>
        </pc:spChg>
        <pc:spChg chg="add del mod">
          <ac:chgData name="Songqing Gu" userId="c4d8cb49210192e2" providerId="LiveId" clId="{C5316EDB-BD30-4FB8-8903-7FFCC74F1587}" dt="2023-06-14T21:11:58.394" v="610" actId="478"/>
          <ac:spMkLst>
            <pc:docMk/>
            <pc:sldMk cId="3976250974" sldId="357"/>
            <ac:spMk id="6" creationId="{9BF379F3-8AFC-78FE-87F0-810F5737F47F}"/>
          </ac:spMkLst>
        </pc:spChg>
        <pc:spChg chg="add del">
          <ac:chgData name="Songqing Gu" userId="c4d8cb49210192e2" providerId="LiveId" clId="{C5316EDB-BD30-4FB8-8903-7FFCC74F1587}" dt="2023-06-14T21:24:26.510" v="637" actId="22"/>
          <ac:spMkLst>
            <pc:docMk/>
            <pc:sldMk cId="3976250974" sldId="357"/>
            <ac:spMk id="8" creationId="{1D60242F-5845-ECD9-D97A-C9F2032FC74D}"/>
          </ac:spMkLst>
        </pc:spChg>
        <pc:spChg chg="add mod">
          <ac:chgData name="Songqing Gu" userId="c4d8cb49210192e2" providerId="LiveId" clId="{C5316EDB-BD30-4FB8-8903-7FFCC74F1587}" dt="2023-06-14T21:58:04.982" v="666" actId="14100"/>
          <ac:spMkLst>
            <pc:docMk/>
            <pc:sldMk cId="3976250974" sldId="357"/>
            <ac:spMk id="10" creationId="{D992A101-7D44-3C71-DDD3-DCBC98CC21EC}"/>
          </ac:spMkLst>
        </pc:spChg>
        <pc:spChg chg="add mod">
          <ac:chgData name="Songqing Gu" userId="c4d8cb49210192e2" providerId="LiveId" clId="{C5316EDB-BD30-4FB8-8903-7FFCC74F1587}" dt="2023-06-14T21:57:58.151" v="665" actId="14100"/>
          <ac:spMkLst>
            <pc:docMk/>
            <pc:sldMk cId="3976250974" sldId="357"/>
            <ac:spMk id="12" creationId="{77A40E97-FFCA-7163-BE22-133F76D9A68D}"/>
          </ac:spMkLst>
        </pc:spChg>
        <pc:spChg chg="add mod">
          <ac:chgData name="Songqing Gu" userId="c4d8cb49210192e2" providerId="LiveId" clId="{C5316EDB-BD30-4FB8-8903-7FFCC74F1587}" dt="2023-06-14T21:59:15" v="677" actId="113"/>
          <ac:spMkLst>
            <pc:docMk/>
            <pc:sldMk cId="3976250974" sldId="357"/>
            <ac:spMk id="14" creationId="{2FAA7FC1-884A-7E3B-4A69-B6F5D98BD90B}"/>
          </ac:spMkLst>
        </pc:spChg>
        <pc:spChg chg="add mod">
          <ac:chgData name="Songqing Gu" userId="c4d8cb49210192e2" providerId="LiveId" clId="{C5316EDB-BD30-4FB8-8903-7FFCC74F1587}" dt="2023-06-14T21:58:46.908" v="672" actId="1076"/>
          <ac:spMkLst>
            <pc:docMk/>
            <pc:sldMk cId="3976250974" sldId="357"/>
            <ac:spMk id="16" creationId="{8369AE2B-D3C9-F58E-E9F5-300B66FEB11E}"/>
          </ac:spMkLst>
        </pc:spChg>
        <pc:spChg chg="add mod">
          <ac:chgData name="Songqing Gu" userId="c4d8cb49210192e2" providerId="LiveId" clId="{C5316EDB-BD30-4FB8-8903-7FFCC74F1587}" dt="2023-06-14T21:59:06.383" v="675" actId="1076"/>
          <ac:spMkLst>
            <pc:docMk/>
            <pc:sldMk cId="3976250974" sldId="357"/>
            <ac:spMk id="18" creationId="{7F216404-C976-0206-06F1-1EA6ADC0DEE7}"/>
          </ac:spMkLst>
        </pc:spChg>
        <pc:spChg chg="add mod">
          <ac:chgData name="Songqing Gu" userId="c4d8cb49210192e2" providerId="LiveId" clId="{C5316EDB-BD30-4FB8-8903-7FFCC74F1587}" dt="2023-06-14T21:59:35.832" v="680" actId="1076"/>
          <ac:spMkLst>
            <pc:docMk/>
            <pc:sldMk cId="3976250974" sldId="357"/>
            <ac:spMk id="20" creationId="{EB72B539-44CF-4C99-D9CB-CD69C5218530}"/>
          </ac:spMkLst>
        </pc:spChg>
        <pc:spChg chg="add mod">
          <ac:chgData name="Songqing Gu" userId="c4d8cb49210192e2" providerId="LiveId" clId="{C5316EDB-BD30-4FB8-8903-7FFCC74F1587}" dt="2023-06-14T22:00:05.650" v="683" actId="1076"/>
          <ac:spMkLst>
            <pc:docMk/>
            <pc:sldMk cId="3976250974" sldId="357"/>
            <ac:spMk id="22" creationId="{BD42BF0C-64C2-5E4F-DDC6-72604C91D731}"/>
          </ac:spMkLst>
        </pc:spChg>
        <pc:spChg chg="add mod">
          <ac:chgData name="Songqing Gu" userId="c4d8cb49210192e2" providerId="LiveId" clId="{C5316EDB-BD30-4FB8-8903-7FFCC74F1587}" dt="2023-06-14T22:00:26.829" v="686" actId="1076"/>
          <ac:spMkLst>
            <pc:docMk/>
            <pc:sldMk cId="3976250974" sldId="357"/>
            <ac:spMk id="24" creationId="{CAAD82A2-747D-42A6-7F32-372769CD4770}"/>
          </ac:spMkLst>
        </pc:spChg>
        <pc:spChg chg="add mod">
          <ac:chgData name="Songqing Gu" userId="c4d8cb49210192e2" providerId="LiveId" clId="{C5316EDB-BD30-4FB8-8903-7FFCC74F1587}" dt="2023-06-14T22:00:53.422" v="698" actId="14100"/>
          <ac:spMkLst>
            <pc:docMk/>
            <pc:sldMk cId="3976250974" sldId="357"/>
            <ac:spMk id="26" creationId="{6047319B-D1FE-1E4D-E892-1C22EB7707B1}"/>
          </ac:spMkLst>
        </pc:spChg>
        <pc:spChg chg="add mod">
          <ac:chgData name="Songqing Gu" userId="c4d8cb49210192e2" providerId="LiveId" clId="{C5316EDB-BD30-4FB8-8903-7FFCC74F1587}" dt="2023-06-14T22:01:27.431" v="701" actId="14100"/>
          <ac:spMkLst>
            <pc:docMk/>
            <pc:sldMk cId="3976250974" sldId="357"/>
            <ac:spMk id="28" creationId="{79302F32-8E75-8E9B-492B-A7F5B0066905}"/>
          </ac:spMkLst>
        </pc:spChg>
        <pc:spChg chg="add mod">
          <ac:chgData name="Songqing Gu" userId="c4d8cb49210192e2" providerId="LiveId" clId="{C5316EDB-BD30-4FB8-8903-7FFCC74F1587}" dt="2023-06-14T22:06:20.430" v="704" actId="1076"/>
          <ac:spMkLst>
            <pc:docMk/>
            <pc:sldMk cId="3976250974" sldId="357"/>
            <ac:spMk id="30" creationId="{2BF92A3E-3E86-247A-566A-9486A6E69F36}"/>
          </ac:spMkLst>
        </pc:spChg>
      </pc:sldChg>
      <pc:sldChg chg="addSp modSp add mod ord">
        <pc:chgData name="Songqing Gu" userId="c4d8cb49210192e2" providerId="LiveId" clId="{C5316EDB-BD30-4FB8-8903-7FFCC74F1587}" dt="2023-06-14T21:19:17.449" v="635" actId="14100"/>
        <pc:sldMkLst>
          <pc:docMk/>
          <pc:sldMk cId="3957866147" sldId="358"/>
        </pc:sldMkLst>
        <pc:spChg chg="add mod">
          <ac:chgData name="Songqing Gu" userId="c4d8cb49210192e2" providerId="LiveId" clId="{C5316EDB-BD30-4FB8-8903-7FFCC74F1587}" dt="2023-06-14T21:18:44.904" v="632" actId="1076"/>
          <ac:spMkLst>
            <pc:docMk/>
            <pc:sldMk cId="3957866147" sldId="358"/>
            <ac:spMk id="3" creationId="{2E87CD09-7600-9F5D-9854-C0482544E600}"/>
          </ac:spMkLst>
        </pc:spChg>
        <pc:spChg chg="mod">
          <ac:chgData name="Songqing Gu" userId="c4d8cb49210192e2" providerId="LiveId" clId="{C5316EDB-BD30-4FB8-8903-7FFCC74F1587}" dt="2023-06-14T21:16:58.128" v="620" actId="20577"/>
          <ac:spMkLst>
            <pc:docMk/>
            <pc:sldMk cId="3957866147" sldId="358"/>
            <ac:spMk id="4" creationId="{A5334BB3-AFE5-56C3-3DAD-23292EC4C00B}"/>
          </ac:spMkLst>
        </pc:spChg>
        <pc:spChg chg="add mod">
          <ac:chgData name="Songqing Gu" userId="c4d8cb49210192e2" providerId="LiveId" clId="{C5316EDB-BD30-4FB8-8903-7FFCC74F1587}" dt="2023-06-14T21:19:17.449" v="635" actId="14100"/>
          <ac:spMkLst>
            <pc:docMk/>
            <pc:sldMk cId="3957866147" sldId="358"/>
            <ac:spMk id="6" creationId="{BB7916EF-073C-615F-6D1D-CB4A505DDBFE}"/>
          </ac:spMkLst>
        </pc:spChg>
        <pc:picChg chg="add mod">
          <ac:chgData name="Songqing Gu" userId="c4d8cb49210192e2" providerId="LiveId" clId="{C5316EDB-BD30-4FB8-8903-7FFCC74F1587}" dt="2023-06-14T21:17:59.308" v="626" actId="1076"/>
          <ac:picMkLst>
            <pc:docMk/>
            <pc:sldMk cId="3957866147" sldId="358"/>
            <ac:picMk id="1026" creationId="{9A5D7404-46DF-2C74-EEF0-39205A8C8AED}"/>
          </ac:picMkLst>
        </pc:picChg>
      </pc:sldChg>
      <pc:sldChg chg="addSp modSp add mod ord">
        <pc:chgData name="Songqing Gu" userId="c4d8cb49210192e2" providerId="LiveId" clId="{C5316EDB-BD30-4FB8-8903-7FFCC74F1587}" dt="2023-06-14T21:37:01.277" v="660" actId="1076"/>
        <pc:sldMkLst>
          <pc:docMk/>
          <pc:sldMk cId="3910698975" sldId="359"/>
        </pc:sldMkLst>
        <pc:spChg chg="add mod">
          <ac:chgData name="Songqing Gu" userId="c4d8cb49210192e2" providerId="LiveId" clId="{C5316EDB-BD30-4FB8-8903-7FFCC74F1587}" dt="2023-06-14T21:37:01.277" v="660" actId="1076"/>
          <ac:spMkLst>
            <pc:docMk/>
            <pc:sldMk cId="3910698975" sldId="359"/>
            <ac:spMk id="3" creationId="{3C33A44D-A4EF-BD8B-622D-C49C637E6F29}"/>
          </ac:spMkLst>
        </pc:spChg>
        <pc:spChg chg="mod">
          <ac:chgData name="Songqing Gu" userId="c4d8cb49210192e2" providerId="LiveId" clId="{C5316EDB-BD30-4FB8-8903-7FFCC74F1587}" dt="2023-06-14T21:36:56.662" v="658" actId="14100"/>
          <ac:spMkLst>
            <pc:docMk/>
            <pc:sldMk cId="3910698975" sldId="359"/>
            <ac:spMk id="4" creationId="{A5334BB3-AFE5-56C3-3DAD-23292EC4C00B}"/>
          </ac:spMkLst>
        </pc:spChg>
      </pc:sldChg>
    </pc:docChg>
  </pc:docChgLst>
  <pc:docChgLst>
    <pc:chgData name="Songqing" userId="c4d8cb49210192e2" providerId="LiveId" clId="{824DA312-FD95-49B2-8AD1-9608F305A8A1}"/>
    <pc:docChg chg="undo custSel addSld delSld modSld sldOrd modSection">
      <pc:chgData name="Songqing" userId="c4d8cb49210192e2" providerId="LiveId" clId="{824DA312-FD95-49B2-8AD1-9608F305A8A1}" dt="2023-07-21T19:43:19.377" v="1161" actId="313"/>
      <pc:docMkLst>
        <pc:docMk/>
      </pc:docMkLst>
      <pc:sldChg chg="addSp delSp modSp mod">
        <pc:chgData name="Songqing" userId="c4d8cb49210192e2" providerId="LiveId" clId="{824DA312-FD95-49B2-8AD1-9608F305A8A1}" dt="2023-07-21T17:43:45.105" v="1160" actId="313"/>
        <pc:sldMkLst>
          <pc:docMk/>
          <pc:sldMk cId="1863554075" sldId="306"/>
        </pc:sldMkLst>
        <pc:spChg chg="mod">
          <ac:chgData name="Songqing" userId="c4d8cb49210192e2" providerId="LiveId" clId="{824DA312-FD95-49B2-8AD1-9608F305A8A1}" dt="2023-07-21T17:35:52.222" v="900" actId="20577"/>
          <ac:spMkLst>
            <pc:docMk/>
            <pc:sldMk cId="1863554075" sldId="306"/>
            <ac:spMk id="2" creationId="{00000000-0000-0000-0000-000000000000}"/>
          </ac:spMkLst>
        </pc:spChg>
        <pc:spChg chg="del">
          <ac:chgData name="Songqing" userId="c4d8cb49210192e2" providerId="LiveId" clId="{824DA312-FD95-49B2-8AD1-9608F305A8A1}" dt="2023-07-21T17:26:00.110" v="819" actId="478"/>
          <ac:spMkLst>
            <pc:docMk/>
            <pc:sldMk cId="1863554075" sldId="306"/>
            <ac:spMk id="3" creationId="{D5C4367E-022B-D0B9-CF96-667F629ABF6E}"/>
          </ac:spMkLst>
        </pc:spChg>
        <pc:spChg chg="del">
          <ac:chgData name="Songqing" userId="c4d8cb49210192e2" providerId="LiveId" clId="{824DA312-FD95-49B2-8AD1-9608F305A8A1}" dt="2023-07-21T17:26:00.110" v="819" actId="478"/>
          <ac:spMkLst>
            <pc:docMk/>
            <pc:sldMk cId="1863554075" sldId="306"/>
            <ac:spMk id="4" creationId="{3F5C1854-DFD9-7C34-F2A5-1327D0A8C735}"/>
          </ac:spMkLst>
        </pc:spChg>
        <pc:spChg chg="del">
          <ac:chgData name="Songqing" userId="c4d8cb49210192e2" providerId="LiveId" clId="{824DA312-FD95-49B2-8AD1-9608F305A8A1}" dt="2023-07-21T17:26:00.110" v="819" actId="478"/>
          <ac:spMkLst>
            <pc:docMk/>
            <pc:sldMk cId="1863554075" sldId="306"/>
            <ac:spMk id="7" creationId="{16E20924-00A0-AEDA-E526-530990937474}"/>
          </ac:spMkLst>
        </pc:spChg>
        <pc:spChg chg="add mod">
          <ac:chgData name="Songqing" userId="c4d8cb49210192e2" providerId="LiveId" clId="{824DA312-FD95-49B2-8AD1-9608F305A8A1}" dt="2023-07-21T17:43:45.105" v="1160" actId="313"/>
          <ac:spMkLst>
            <pc:docMk/>
            <pc:sldMk cId="1863554075" sldId="306"/>
            <ac:spMk id="8" creationId="{AE45401F-AF81-98F8-F9A3-5DC656AE5D6E}"/>
          </ac:spMkLst>
        </pc:spChg>
        <pc:picChg chg="add del mod">
          <ac:chgData name="Songqing" userId="c4d8cb49210192e2" providerId="LiveId" clId="{824DA312-FD95-49B2-8AD1-9608F305A8A1}" dt="2023-07-21T17:39:14.541" v="903" actId="478"/>
          <ac:picMkLst>
            <pc:docMk/>
            <pc:sldMk cId="1863554075" sldId="306"/>
            <ac:picMk id="6" creationId="{E0C9D6BE-66F1-7E97-CA79-F5D12A59E030}"/>
          </ac:picMkLst>
        </pc:picChg>
      </pc:sldChg>
      <pc:sldChg chg="addSp delSp modSp mod">
        <pc:chgData name="Songqing" userId="c4d8cb49210192e2" providerId="LiveId" clId="{824DA312-FD95-49B2-8AD1-9608F305A8A1}" dt="2023-07-21T17:31:09.150" v="850" actId="1076"/>
        <pc:sldMkLst>
          <pc:docMk/>
          <pc:sldMk cId="3867710257" sldId="307"/>
        </pc:sldMkLst>
        <pc:spChg chg="mod">
          <ac:chgData name="Songqing" userId="c4d8cb49210192e2" providerId="LiveId" clId="{824DA312-FD95-49B2-8AD1-9608F305A8A1}" dt="2023-07-21T17:31:09.150" v="850" actId="1076"/>
          <ac:spMkLst>
            <pc:docMk/>
            <pc:sldMk cId="3867710257" sldId="307"/>
            <ac:spMk id="2" creationId="{00000000-0000-0000-0000-000000000000}"/>
          </ac:spMkLst>
        </pc:spChg>
        <pc:picChg chg="add del mod">
          <ac:chgData name="Songqing" userId="c4d8cb49210192e2" providerId="LiveId" clId="{824DA312-FD95-49B2-8AD1-9608F305A8A1}" dt="2023-07-21T17:30:41.028" v="837" actId="478"/>
          <ac:picMkLst>
            <pc:docMk/>
            <pc:sldMk cId="3867710257" sldId="307"/>
            <ac:picMk id="4" creationId="{B7DD296F-D0BE-751F-F08F-4F26782E74DB}"/>
          </ac:picMkLst>
        </pc:picChg>
        <pc:picChg chg="add del mod">
          <ac:chgData name="Songqing" userId="c4d8cb49210192e2" providerId="LiveId" clId="{824DA312-FD95-49B2-8AD1-9608F305A8A1}" dt="2023-07-21T17:31:05.995" v="849" actId="478"/>
          <ac:picMkLst>
            <pc:docMk/>
            <pc:sldMk cId="3867710257" sldId="307"/>
            <ac:picMk id="6" creationId="{9EA654CA-F922-2844-EC19-6D1CC70BEA17}"/>
          </ac:picMkLst>
        </pc:picChg>
        <pc:picChg chg="del">
          <ac:chgData name="Songqing" userId="c4d8cb49210192e2" providerId="LiveId" clId="{824DA312-FD95-49B2-8AD1-9608F305A8A1}" dt="2023-07-21T16:40:07.500" v="224" actId="478"/>
          <ac:picMkLst>
            <pc:docMk/>
            <pc:sldMk cId="3867710257" sldId="307"/>
            <ac:picMk id="7" creationId="{5A08F465-67FD-29DF-4C76-8B553682DE7D}"/>
          </ac:picMkLst>
        </pc:picChg>
      </pc:sldChg>
      <pc:sldChg chg="delSp del mod">
        <pc:chgData name="Songqing" userId="c4d8cb49210192e2" providerId="LiveId" clId="{824DA312-FD95-49B2-8AD1-9608F305A8A1}" dt="2023-07-21T17:24:06.848" v="817" actId="2696"/>
        <pc:sldMkLst>
          <pc:docMk/>
          <pc:sldMk cId="3692078226" sldId="308"/>
        </pc:sldMkLst>
        <pc:picChg chg="del">
          <ac:chgData name="Songqing" userId="c4d8cb49210192e2" providerId="LiveId" clId="{824DA312-FD95-49B2-8AD1-9608F305A8A1}" dt="2023-07-21T16:53:20.531" v="443" actId="478"/>
          <ac:picMkLst>
            <pc:docMk/>
            <pc:sldMk cId="3692078226" sldId="308"/>
            <ac:picMk id="4" creationId="{CF68EFBE-431E-F35F-46C2-67152E163E7F}"/>
          </ac:picMkLst>
        </pc:picChg>
      </pc:sldChg>
      <pc:sldChg chg="del">
        <pc:chgData name="Songqing" userId="c4d8cb49210192e2" providerId="LiveId" clId="{824DA312-FD95-49B2-8AD1-9608F305A8A1}" dt="2023-07-21T16:40:28.157" v="238" actId="47"/>
        <pc:sldMkLst>
          <pc:docMk/>
          <pc:sldMk cId="594483226" sldId="309"/>
        </pc:sldMkLst>
      </pc:sldChg>
      <pc:sldChg chg="addSp delSp modSp del mod ord">
        <pc:chgData name="Songqing" userId="c4d8cb49210192e2" providerId="LiveId" clId="{824DA312-FD95-49B2-8AD1-9608F305A8A1}" dt="2023-07-21T17:35:16.418" v="865" actId="2696"/>
        <pc:sldMkLst>
          <pc:docMk/>
          <pc:sldMk cId="1392177035" sldId="310"/>
        </pc:sldMkLst>
        <pc:spChg chg="del mod">
          <ac:chgData name="Songqing" userId="c4d8cb49210192e2" providerId="LiveId" clId="{824DA312-FD95-49B2-8AD1-9608F305A8A1}" dt="2023-07-21T16:30:32.557" v="161" actId="478"/>
          <ac:spMkLst>
            <pc:docMk/>
            <pc:sldMk cId="1392177035" sldId="310"/>
            <ac:spMk id="2" creationId="{00000000-0000-0000-0000-000000000000}"/>
          </ac:spMkLst>
        </pc:spChg>
        <pc:spChg chg="del mod">
          <ac:chgData name="Songqing" userId="c4d8cb49210192e2" providerId="LiveId" clId="{824DA312-FD95-49B2-8AD1-9608F305A8A1}" dt="2023-07-21T16:51:05.374" v="399" actId="478"/>
          <ac:spMkLst>
            <pc:docMk/>
            <pc:sldMk cId="1392177035" sldId="310"/>
            <ac:spMk id="3" creationId="{5CAE18FA-3E6F-C901-5ECF-82B69AF539A9}"/>
          </ac:spMkLst>
        </pc:spChg>
        <pc:spChg chg="del mod ord">
          <ac:chgData name="Songqing" userId="c4d8cb49210192e2" providerId="LiveId" clId="{824DA312-FD95-49B2-8AD1-9608F305A8A1}" dt="2023-07-21T16:51:05.374" v="399" actId="478"/>
          <ac:spMkLst>
            <pc:docMk/>
            <pc:sldMk cId="1392177035" sldId="310"/>
            <ac:spMk id="4" creationId="{F53F1584-07D9-964F-3AFA-2965642BB3ED}"/>
          </ac:spMkLst>
        </pc:spChg>
        <pc:spChg chg="del mod">
          <ac:chgData name="Songqing" userId="c4d8cb49210192e2" providerId="LiveId" clId="{824DA312-FD95-49B2-8AD1-9608F305A8A1}" dt="2023-07-21T16:26:52.392" v="126" actId="478"/>
          <ac:spMkLst>
            <pc:docMk/>
            <pc:sldMk cId="1392177035" sldId="310"/>
            <ac:spMk id="5" creationId="{B09CA00B-1C23-8B1D-3372-B97B5962589F}"/>
          </ac:spMkLst>
        </pc:spChg>
        <pc:spChg chg="add del mod">
          <ac:chgData name="Songqing" userId="c4d8cb49210192e2" providerId="LiveId" clId="{824DA312-FD95-49B2-8AD1-9608F305A8A1}" dt="2023-07-21T16:51:05.374" v="399" actId="478"/>
          <ac:spMkLst>
            <pc:docMk/>
            <pc:sldMk cId="1392177035" sldId="310"/>
            <ac:spMk id="10" creationId="{9A7E43C1-2626-3478-ADB9-9A9255667814}"/>
          </ac:spMkLst>
        </pc:spChg>
        <pc:spChg chg="add del mod">
          <ac:chgData name="Songqing" userId="c4d8cb49210192e2" providerId="LiveId" clId="{824DA312-FD95-49B2-8AD1-9608F305A8A1}" dt="2023-07-21T16:28:17.914" v="141" actId="478"/>
          <ac:spMkLst>
            <pc:docMk/>
            <pc:sldMk cId="1392177035" sldId="310"/>
            <ac:spMk id="11" creationId="{E918B69A-9351-A0EF-D0F8-C14008871AD1}"/>
          </ac:spMkLst>
        </pc:spChg>
        <pc:spChg chg="add del mod">
          <ac:chgData name="Songqing" userId="c4d8cb49210192e2" providerId="LiveId" clId="{824DA312-FD95-49B2-8AD1-9608F305A8A1}" dt="2023-07-21T16:28:20.623" v="143" actId="478"/>
          <ac:spMkLst>
            <pc:docMk/>
            <pc:sldMk cId="1392177035" sldId="310"/>
            <ac:spMk id="12" creationId="{C3F60F06-9426-BAF7-D98E-50EF855BFBDB}"/>
          </ac:spMkLst>
        </pc:spChg>
        <pc:spChg chg="add del mod">
          <ac:chgData name="Songqing" userId="c4d8cb49210192e2" providerId="LiveId" clId="{824DA312-FD95-49B2-8AD1-9608F305A8A1}" dt="2023-07-21T16:51:05.374" v="399" actId="478"/>
          <ac:spMkLst>
            <pc:docMk/>
            <pc:sldMk cId="1392177035" sldId="310"/>
            <ac:spMk id="13" creationId="{C47FA95C-99C0-1046-54CC-0E50E6F10482}"/>
          </ac:spMkLst>
        </pc:spChg>
        <pc:spChg chg="add del mod">
          <ac:chgData name="Songqing" userId="c4d8cb49210192e2" providerId="LiveId" clId="{824DA312-FD95-49B2-8AD1-9608F305A8A1}" dt="2023-07-21T16:51:05.374" v="399" actId="478"/>
          <ac:spMkLst>
            <pc:docMk/>
            <pc:sldMk cId="1392177035" sldId="310"/>
            <ac:spMk id="14" creationId="{12C41042-6160-967B-0950-2338B9C86183}"/>
          </ac:spMkLst>
        </pc:spChg>
        <pc:spChg chg="add del mod">
          <ac:chgData name="Songqing" userId="c4d8cb49210192e2" providerId="LiveId" clId="{824DA312-FD95-49B2-8AD1-9608F305A8A1}" dt="2023-07-21T16:51:05.374" v="399" actId="478"/>
          <ac:spMkLst>
            <pc:docMk/>
            <pc:sldMk cId="1392177035" sldId="310"/>
            <ac:spMk id="15" creationId="{D7A3F1E7-362D-F4FE-5F32-CF113593B729}"/>
          </ac:spMkLst>
        </pc:spChg>
        <pc:spChg chg="add del mod">
          <ac:chgData name="Songqing" userId="c4d8cb49210192e2" providerId="LiveId" clId="{824DA312-FD95-49B2-8AD1-9608F305A8A1}" dt="2023-07-21T16:51:05.374" v="399" actId="478"/>
          <ac:spMkLst>
            <pc:docMk/>
            <pc:sldMk cId="1392177035" sldId="310"/>
            <ac:spMk id="16" creationId="{1F379B5B-C876-8D0C-C385-08D7D39C5117}"/>
          </ac:spMkLst>
        </pc:spChg>
        <pc:spChg chg="add mod">
          <ac:chgData name="Songqing" userId="c4d8cb49210192e2" providerId="LiveId" clId="{824DA312-FD95-49B2-8AD1-9608F305A8A1}" dt="2023-07-21T16:58:48.546" v="506" actId="27636"/>
          <ac:spMkLst>
            <pc:docMk/>
            <pc:sldMk cId="1392177035" sldId="310"/>
            <ac:spMk id="17" creationId="{6E21EE1C-967F-23DF-07E0-9216FF50E9C1}"/>
          </ac:spMkLst>
        </pc:spChg>
        <pc:spChg chg="add del mod">
          <ac:chgData name="Songqing" userId="c4d8cb49210192e2" providerId="LiveId" clId="{824DA312-FD95-49B2-8AD1-9608F305A8A1}" dt="2023-07-21T16:30:34.770" v="162" actId="478"/>
          <ac:spMkLst>
            <pc:docMk/>
            <pc:sldMk cId="1392177035" sldId="310"/>
            <ac:spMk id="19" creationId="{FAA46F65-7014-96CD-B64A-5A10400FF8A1}"/>
          </ac:spMkLst>
        </pc:spChg>
        <pc:spChg chg="add mod">
          <ac:chgData name="Songqing" userId="c4d8cb49210192e2" providerId="LiveId" clId="{824DA312-FD95-49B2-8AD1-9608F305A8A1}" dt="2023-07-21T17:03:34.347" v="788" actId="1076"/>
          <ac:spMkLst>
            <pc:docMk/>
            <pc:sldMk cId="1392177035" sldId="310"/>
            <ac:spMk id="22" creationId="{98F97647-4766-9CD9-5353-AF0F8A94BE9F}"/>
          </ac:spMkLst>
        </pc:spChg>
        <pc:picChg chg="add del mod">
          <ac:chgData name="Songqing" userId="c4d8cb49210192e2" providerId="LiveId" clId="{824DA312-FD95-49B2-8AD1-9608F305A8A1}" dt="2023-07-21T16:59:09.538" v="518" actId="478"/>
          <ac:picMkLst>
            <pc:docMk/>
            <pc:sldMk cId="1392177035" sldId="310"/>
            <ac:picMk id="21" creationId="{8C6F766F-4BAA-A1C6-56DB-57BB4CE8A51E}"/>
          </ac:picMkLst>
        </pc:picChg>
        <pc:cxnChg chg="del mod">
          <ac:chgData name="Songqing" userId="c4d8cb49210192e2" providerId="LiveId" clId="{824DA312-FD95-49B2-8AD1-9608F305A8A1}" dt="2023-07-21T16:25:23.034" v="96" actId="478"/>
          <ac:cxnSpMkLst>
            <pc:docMk/>
            <pc:sldMk cId="1392177035" sldId="310"/>
            <ac:cxnSpMk id="6" creationId="{ACC646AF-CFF1-4C3C-DFB0-8FE1F4EB0B9E}"/>
          </ac:cxnSpMkLst>
        </pc:cxnChg>
        <pc:cxnChg chg="del mod">
          <ac:chgData name="Songqing" userId="c4d8cb49210192e2" providerId="LiveId" clId="{824DA312-FD95-49B2-8AD1-9608F305A8A1}" dt="2023-07-21T16:25:21.251" v="95" actId="478"/>
          <ac:cxnSpMkLst>
            <pc:docMk/>
            <pc:sldMk cId="1392177035" sldId="310"/>
            <ac:cxnSpMk id="9" creationId="{8FD0F24E-F820-8F8F-537C-797CBD29495E}"/>
          </ac:cxnSpMkLst>
        </pc:cxnChg>
      </pc:sldChg>
      <pc:sldChg chg="modSp add del mod">
        <pc:chgData name="Songqing" userId="c4d8cb49210192e2" providerId="LiveId" clId="{824DA312-FD95-49B2-8AD1-9608F305A8A1}" dt="2023-07-21T16:30:59.545" v="166" actId="2696"/>
        <pc:sldMkLst>
          <pc:docMk/>
          <pc:sldMk cId="3914066411" sldId="311"/>
        </pc:sldMkLst>
        <pc:spChg chg="mod">
          <ac:chgData name="Songqing" userId="c4d8cb49210192e2" providerId="LiveId" clId="{824DA312-FD95-49B2-8AD1-9608F305A8A1}" dt="2023-07-21T16:24:28.357" v="89" actId="1076"/>
          <ac:spMkLst>
            <pc:docMk/>
            <pc:sldMk cId="3914066411" sldId="311"/>
            <ac:spMk id="2" creationId="{00000000-0000-0000-0000-000000000000}"/>
          </ac:spMkLst>
        </pc:spChg>
        <pc:spChg chg="mod">
          <ac:chgData name="Songqing" userId="c4d8cb49210192e2" providerId="LiveId" clId="{824DA312-FD95-49B2-8AD1-9608F305A8A1}" dt="2023-07-21T16:24:33.109" v="90" actId="208"/>
          <ac:spMkLst>
            <pc:docMk/>
            <pc:sldMk cId="3914066411" sldId="311"/>
            <ac:spMk id="3" creationId="{655E1610-8A2E-EBB3-CD3C-DB0C0FC974B5}"/>
          </ac:spMkLst>
        </pc:spChg>
        <pc:spChg chg="mod">
          <ac:chgData name="Songqing" userId="c4d8cb49210192e2" providerId="LiveId" clId="{824DA312-FD95-49B2-8AD1-9608F305A8A1}" dt="2023-07-21T16:24:14.567" v="85" actId="208"/>
          <ac:spMkLst>
            <pc:docMk/>
            <pc:sldMk cId="3914066411" sldId="311"/>
            <ac:spMk id="4" creationId="{23285273-10C5-D4D3-6B4E-D337038A42B4}"/>
          </ac:spMkLst>
        </pc:spChg>
        <pc:spChg chg="mod">
          <ac:chgData name="Songqing" userId="c4d8cb49210192e2" providerId="LiveId" clId="{824DA312-FD95-49B2-8AD1-9608F305A8A1}" dt="2023-07-21T16:24:20.052" v="87" actId="208"/>
          <ac:spMkLst>
            <pc:docMk/>
            <pc:sldMk cId="3914066411" sldId="311"/>
            <ac:spMk id="5" creationId="{D24F5B75-CFC6-9658-6C2E-4B44BA589818}"/>
          </ac:spMkLst>
        </pc:spChg>
        <pc:spChg chg="mod">
          <ac:chgData name="Songqing" userId="c4d8cb49210192e2" providerId="LiveId" clId="{824DA312-FD95-49B2-8AD1-9608F305A8A1}" dt="2023-07-21T16:24:22.844" v="88" actId="208"/>
          <ac:spMkLst>
            <pc:docMk/>
            <pc:sldMk cId="3914066411" sldId="311"/>
            <ac:spMk id="6" creationId="{E206FC33-8685-3E88-14A5-F477EB7F25DA}"/>
          </ac:spMkLst>
        </pc:spChg>
        <pc:spChg chg="mod">
          <ac:chgData name="Songqing" userId="c4d8cb49210192e2" providerId="LiveId" clId="{824DA312-FD95-49B2-8AD1-9608F305A8A1}" dt="2023-07-21T16:24:17.347" v="86" actId="208"/>
          <ac:spMkLst>
            <pc:docMk/>
            <pc:sldMk cId="3914066411" sldId="311"/>
            <ac:spMk id="7" creationId="{1DE38B5A-9844-A006-B4D4-BA358D9C34EE}"/>
          </ac:spMkLst>
        </pc:spChg>
      </pc:sldChg>
      <pc:sldChg chg="addSp delSp modSp del mod">
        <pc:chgData name="Songqing" userId="c4d8cb49210192e2" providerId="LiveId" clId="{824DA312-FD95-49B2-8AD1-9608F305A8A1}" dt="2023-07-21T16:53:09.177" v="442" actId="47"/>
        <pc:sldMkLst>
          <pc:docMk/>
          <pc:sldMk cId="33693646" sldId="313"/>
        </pc:sldMkLst>
        <pc:spChg chg="mod">
          <ac:chgData name="Songqing" userId="c4d8cb49210192e2" providerId="LiveId" clId="{824DA312-FD95-49B2-8AD1-9608F305A8A1}" dt="2023-07-21T16:20:24.789" v="22" actId="1076"/>
          <ac:spMkLst>
            <pc:docMk/>
            <pc:sldMk cId="33693646" sldId="313"/>
            <ac:spMk id="2" creationId="{00000000-0000-0000-0000-000000000000}"/>
          </ac:spMkLst>
        </pc:spChg>
        <pc:spChg chg="mod">
          <ac:chgData name="Songqing" userId="c4d8cb49210192e2" providerId="LiveId" clId="{824DA312-FD95-49B2-8AD1-9608F305A8A1}" dt="2023-07-21T16:23:51.297" v="78" actId="208"/>
          <ac:spMkLst>
            <pc:docMk/>
            <pc:sldMk cId="33693646" sldId="313"/>
            <ac:spMk id="3" creationId="{655E1610-8A2E-EBB3-CD3C-DB0C0FC974B5}"/>
          </ac:spMkLst>
        </pc:spChg>
        <pc:spChg chg="mod">
          <ac:chgData name="Songqing" userId="c4d8cb49210192e2" providerId="LiveId" clId="{824DA312-FD95-49B2-8AD1-9608F305A8A1}" dt="2023-07-21T16:24:02.723" v="82" actId="208"/>
          <ac:spMkLst>
            <pc:docMk/>
            <pc:sldMk cId="33693646" sldId="313"/>
            <ac:spMk id="4" creationId="{23285273-10C5-D4D3-6B4E-D337038A42B4}"/>
          </ac:spMkLst>
        </pc:spChg>
        <pc:spChg chg="mod">
          <ac:chgData name="Songqing" userId="c4d8cb49210192e2" providerId="LiveId" clId="{824DA312-FD95-49B2-8AD1-9608F305A8A1}" dt="2023-07-21T16:24:00.754" v="81" actId="208"/>
          <ac:spMkLst>
            <pc:docMk/>
            <pc:sldMk cId="33693646" sldId="313"/>
            <ac:spMk id="5" creationId="{D24F5B75-CFC6-9658-6C2E-4B44BA589818}"/>
          </ac:spMkLst>
        </pc:spChg>
        <pc:spChg chg="mod">
          <ac:chgData name="Songqing" userId="c4d8cb49210192e2" providerId="LiveId" clId="{824DA312-FD95-49B2-8AD1-9608F305A8A1}" dt="2023-07-21T16:23:55.017" v="79" actId="208"/>
          <ac:spMkLst>
            <pc:docMk/>
            <pc:sldMk cId="33693646" sldId="313"/>
            <ac:spMk id="6" creationId="{E206FC33-8685-3E88-14A5-F477EB7F25DA}"/>
          </ac:spMkLst>
        </pc:spChg>
        <pc:spChg chg="mod">
          <ac:chgData name="Songqing" userId="c4d8cb49210192e2" providerId="LiveId" clId="{824DA312-FD95-49B2-8AD1-9608F305A8A1}" dt="2023-07-21T16:24:04.714" v="83" actId="208"/>
          <ac:spMkLst>
            <pc:docMk/>
            <pc:sldMk cId="33693646" sldId="313"/>
            <ac:spMk id="7" creationId="{1DE38B5A-9844-A006-B4D4-BA358D9C34EE}"/>
          </ac:spMkLst>
        </pc:spChg>
        <pc:spChg chg="mod">
          <ac:chgData name="Songqing" userId="c4d8cb49210192e2" providerId="LiveId" clId="{824DA312-FD95-49B2-8AD1-9608F305A8A1}" dt="2023-07-21T16:23:57.618" v="80" actId="208"/>
          <ac:spMkLst>
            <pc:docMk/>
            <pc:sldMk cId="33693646" sldId="313"/>
            <ac:spMk id="15" creationId="{9237497C-CBE4-11DF-0F06-4D221A039C03}"/>
          </ac:spMkLst>
        </pc:spChg>
        <pc:spChg chg="add mod">
          <ac:chgData name="Songqing" userId="c4d8cb49210192e2" providerId="LiveId" clId="{824DA312-FD95-49B2-8AD1-9608F305A8A1}" dt="2023-07-21T16:23:39.022" v="77" actId="1076"/>
          <ac:spMkLst>
            <pc:docMk/>
            <pc:sldMk cId="33693646" sldId="313"/>
            <ac:spMk id="21" creationId="{53DB0482-903A-FEB6-EC6C-5280747F01B0}"/>
          </ac:spMkLst>
        </pc:spChg>
        <pc:spChg chg="add mod">
          <ac:chgData name="Songqing" userId="c4d8cb49210192e2" providerId="LiveId" clId="{824DA312-FD95-49B2-8AD1-9608F305A8A1}" dt="2023-07-21T16:23:39.022" v="77" actId="1076"/>
          <ac:spMkLst>
            <pc:docMk/>
            <pc:sldMk cId="33693646" sldId="313"/>
            <ac:spMk id="24" creationId="{E8233770-5038-8DA9-1AEF-C919B029A67A}"/>
          </ac:spMkLst>
        </pc:spChg>
        <pc:spChg chg="add mod">
          <ac:chgData name="Songqing" userId="c4d8cb49210192e2" providerId="LiveId" clId="{824DA312-FD95-49B2-8AD1-9608F305A8A1}" dt="2023-07-21T16:23:39.022" v="77" actId="1076"/>
          <ac:spMkLst>
            <pc:docMk/>
            <pc:sldMk cId="33693646" sldId="313"/>
            <ac:spMk id="25" creationId="{674D1115-AA6C-7EBB-0E62-E83673A804BE}"/>
          </ac:spMkLst>
        </pc:spChg>
        <pc:spChg chg="add mod">
          <ac:chgData name="Songqing" userId="c4d8cb49210192e2" providerId="LiveId" clId="{824DA312-FD95-49B2-8AD1-9608F305A8A1}" dt="2023-07-21T16:23:39.022" v="77" actId="1076"/>
          <ac:spMkLst>
            <pc:docMk/>
            <pc:sldMk cId="33693646" sldId="313"/>
            <ac:spMk id="26" creationId="{1C8D4EFF-0ABA-88FE-1098-F8223A7A546A}"/>
          </ac:spMkLst>
        </pc:spChg>
        <pc:spChg chg="add mod">
          <ac:chgData name="Songqing" userId="c4d8cb49210192e2" providerId="LiveId" clId="{824DA312-FD95-49B2-8AD1-9608F305A8A1}" dt="2023-07-21T16:23:39.022" v="77" actId="1076"/>
          <ac:spMkLst>
            <pc:docMk/>
            <pc:sldMk cId="33693646" sldId="313"/>
            <ac:spMk id="45" creationId="{9525DACA-E5E4-B637-C43C-37CC0625DD40}"/>
          </ac:spMkLst>
        </pc:spChg>
        <pc:cxnChg chg="mod">
          <ac:chgData name="Songqing" userId="c4d8cb49210192e2" providerId="LiveId" clId="{824DA312-FD95-49B2-8AD1-9608F305A8A1}" dt="2023-07-21T16:23:39.022" v="77" actId="1076"/>
          <ac:cxnSpMkLst>
            <pc:docMk/>
            <pc:sldMk cId="33693646" sldId="313"/>
            <ac:cxnSpMk id="9" creationId="{EBAF9D38-D256-ABC4-1662-D1C1E56C1A5F}"/>
          </ac:cxnSpMkLst>
        </pc:cxnChg>
        <pc:cxnChg chg="mod">
          <ac:chgData name="Songqing" userId="c4d8cb49210192e2" providerId="LiveId" clId="{824DA312-FD95-49B2-8AD1-9608F305A8A1}" dt="2023-07-21T16:23:39.022" v="77" actId="1076"/>
          <ac:cxnSpMkLst>
            <pc:docMk/>
            <pc:sldMk cId="33693646" sldId="313"/>
            <ac:cxnSpMk id="10" creationId="{7670EE8D-32AB-AF81-DC8D-4283288A70EC}"/>
          </ac:cxnSpMkLst>
        </pc:cxnChg>
        <pc:cxnChg chg="mod">
          <ac:chgData name="Songqing" userId="c4d8cb49210192e2" providerId="LiveId" clId="{824DA312-FD95-49B2-8AD1-9608F305A8A1}" dt="2023-07-21T16:23:39.022" v="77" actId="1076"/>
          <ac:cxnSpMkLst>
            <pc:docMk/>
            <pc:sldMk cId="33693646" sldId="313"/>
            <ac:cxnSpMk id="13" creationId="{A3285B1E-AF94-D971-B7C4-0F6CE54BB9D6}"/>
          </ac:cxnSpMkLst>
        </pc:cxnChg>
        <pc:cxnChg chg="mod">
          <ac:chgData name="Songqing" userId="c4d8cb49210192e2" providerId="LiveId" clId="{824DA312-FD95-49B2-8AD1-9608F305A8A1}" dt="2023-07-21T16:23:39.022" v="77" actId="1076"/>
          <ac:cxnSpMkLst>
            <pc:docMk/>
            <pc:sldMk cId="33693646" sldId="313"/>
            <ac:cxnSpMk id="16" creationId="{6A86B593-CFAD-0C95-3CC7-01FB7F3B3E72}"/>
          </ac:cxnSpMkLst>
        </pc:cxnChg>
        <pc:cxnChg chg="mod">
          <ac:chgData name="Songqing" userId="c4d8cb49210192e2" providerId="LiveId" clId="{824DA312-FD95-49B2-8AD1-9608F305A8A1}" dt="2023-07-21T16:23:39.022" v="77" actId="1076"/>
          <ac:cxnSpMkLst>
            <pc:docMk/>
            <pc:sldMk cId="33693646" sldId="313"/>
            <ac:cxnSpMk id="19" creationId="{AF51772E-2C8E-E107-9364-0C53DE00FBE7}"/>
          </ac:cxnSpMkLst>
        </pc:cxnChg>
        <pc:cxnChg chg="add mod">
          <ac:chgData name="Songqing" userId="c4d8cb49210192e2" providerId="LiveId" clId="{824DA312-FD95-49B2-8AD1-9608F305A8A1}" dt="2023-07-21T16:23:39.022" v="77" actId="1076"/>
          <ac:cxnSpMkLst>
            <pc:docMk/>
            <pc:sldMk cId="33693646" sldId="313"/>
            <ac:cxnSpMk id="41" creationId="{4CDA40E3-2136-9BDF-79F9-AC2E1B03D86E}"/>
          </ac:cxnSpMkLst>
        </pc:cxnChg>
        <pc:cxnChg chg="add del mod">
          <ac:chgData name="Songqing" userId="c4d8cb49210192e2" providerId="LiveId" clId="{824DA312-FD95-49B2-8AD1-9608F305A8A1}" dt="2023-07-21T16:23:12.407" v="68"/>
          <ac:cxnSpMkLst>
            <pc:docMk/>
            <pc:sldMk cId="33693646" sldId="313"/>
            <ac:cxnSpMk id="44" creationId="{664084A5-7DFD-1A9D-E3F4-DE7DFBDA547B}"/>
          </ac:cxnSpMkLst>
        </pc:cxnChg>
        <pc:cxnChg chg="mod">
          <ac:chgData name="Songqing" userId="c4d8cb49210192e2" providerId="LiveId" clId="{824DA312-FD95-49B2-8AD1-9608F305A8A1}" dt="2023-07-21T16:23:39.022" v="77" actId="1076"/>
          <ac:cxnSpMkLst>
            <pc:docMk/>
            <pc:sldMk cId="33693646" sldId="313"/>
            <ac:cxnSpMk id="63" creationId="{0ABB328C-5F5B-EB9E-64CD-97C29C696069}"/>
          </ac:cxnSpMkLst>
        </pc:cxnChg>
      </pc:sldChg>
      <pc:sldChg chg="addSp delSp modSp del mod">
        <pc:chgData name="Songqing" userId="c4d8cb49210192e2" providerId="LiveId" clId="{824DA312-FD95-49B2-8AD1-9608F305A8A1}" dt="2023-07-21T17:36:56.621" v="901" actId="2696"/>
        <pc:sldMkLst>
          <pc:docMk/>
          <pc:sldMk cId="2241566633" sldId="314"/>
        </pc:sldMkLst>
        <pc:spChg chg="mod">
          <ac:chgData name="Songqing" userId="c4d8cb49210192e2" providerId="LiveId" clId="{824DA312-FD95-49B2-8AD1-9608F305A8A1}" dt="2023-07-21T16:55:26.338" v="477" actId="14100"/>
          <ac:spMkLst>
            <pc:docMk/>
            <pc:sldMk cId="2241566633" sldId="314"/>
            <ac:spMk id="2" creationId="{00000000-0000-0000-0000-000000000000}"/>
          </ac:spMkLst>
        </pc:spChg>
        <pc:spChg chg="del">
          <ac:chgData name="Songqing" userId="c4d8cb49210192e2" providerId="LiveId" clId="{824DA312-FD95-49B2-8AD1-9608F305A8A1}" dt="2023-07-21T16:54:34.915" v="444" actId="478"/>
          <ac:spMkLst>
            <pc:docMk/>
            <pc:sldMk cId="2241566633" sldId="314"/>
            <ac:spMk id="4" creationId="{E9429D20-15E4-3B60-E0C7-36E5B3E056BE}"/>
          </ac:spMkLst>
        </pc:spChg>
        <pc:picChg chg="add mod">
          <ac:chgData name="Songqing" userId="c4d8cb49210192e2" providerId="LiveId" clId="{824DA312-FD95-49B2-8AD1-9608F305A8A1}" dt="2023-07-21T16:55:32.688" v="478" actId="1076"/>
          <ac:picMkLst>
            <pc:docMk/>
            <pc:sldMk cId="2241566633" sldId="314"/>
            <ac:picMk id="5" creationId="{54C5F36F-F2BE-DB6D-5805-51F6022D4FC1}"/>
          </ac:picMkLst>
        </pc:picChg>
      </pc:sldChg>
      <pc:sldChg chg="modSp mod">
        <pc:chgData name="Songqing" userId="c4d8cb49210192e2" providerId="LiveId" clId="{824DA312-FD95-49B2-8AD1-9608F305A8A1}" dt="2023-07-21T15:42:22.907" v="21" actId="20577"/>
        <pc:sldMkLst>
          <pc:docMk/>
          <pc:sldMk cId="0" sldId="315"/>
        </pc:sldMkLst>
        <pc:spChg chg="mod">
          <ac:chgData name="Songqing" userId="c4d8cb49210192e2" providerId="LiveId" clId="{824DA312-FD95-49B2-8AD1-9608F305A8A1}" dt="2023-07-21T15:42:22.907" v="21" actId="20577"/>
          <ac:spMkLst>
            <pc:docMk/>
            <pc:sldMk cId="0" sldId="315"/>
            <ac:spMk id="19458" creationId="{FF3C3155-BE05-3D15-A695-7118E49059CC}"/>
          </ac:spMkLst>
        </pc:spChg>
      </pc:sldChg>
      <pc:sldChg chg="del">
        <pc:chgData name="Songqing" userId="c4d8cb49210192e2" providerId="LiveId" clId="{824DA312-FD95-49B2-8AD1-9608F305A8A1}" dt="2023-07-21T16:40:33.001" v="239" actId="47"/>
        <pc:sldMkLst>
          <pc:docMk/>
          <pc:sldMk cId="3976250974" sldId="357"/>
        </pc:sldMkLst>
      </pc:sldChg>
      <pc:sldChg chg="del">
        <pc:chgData name="Songqing" userId="c4d8cb49210192e2" providerId="LiveId" clId="{824DA312-FD95-49B2-8AD1-9608F305A8A1}" dt="2023-07-21T16:40:28.157" v="238" actId="47"/>
        <pc:sldMkLst>
          <pc:docMk/>
          <pc:sldMk cId="3957866147" sldId="358"/>
        </pc:sldMkLst>
      </pc:sldChg>
      <pc:sldChg chg="addSp delSp modSp add mod ord">
        <pc:chgData name="Songqing" userId="c4d8cb49210192e2" providerId="LiveId" clId="{824DA312-FD95-49B2-8AD1-9608F305A8A1}" dt="2023-07-21T17:32:21.106" v="852"/>
        <pc:sldMkLst>
          <pc:docMk/>
          <pc:sldMk cId="4280498780" sldId="360"/>
        </pc:sldMkLst>
        <pc:spChg chg="mod">
          <ac:chgData name="Songqing" userId="c4d8cb49210192e2" providerId="LiveId" clId="{824DA312-FD95-49B2-8AD1-9608F305A8A1}" dt="2023-07-21T17:22:49.177" v="808" actId="1076"/>
          <ac:spMkLst>
            <pc:docMk/>
            <pc:sldMk cId="4280498780" sldId="360"/>
            <ac:spMk id="2" creationId="{00000000-0000-0000-0000-000000000000}"/>
          </ac:spMkLst>
        </pc:spChg>
        <pc:spChg chg="del mod">
          <ac:chgData name="Songqing" userId="c4d8cb49210192e2" providerId="LiveId" clId="{824DA312-FD95-49B2-8AD1-9608F305A8A1}" dt="2023-07-21T16:49:15.514" v="392" actId="478"/>
          <ac:spMkLst>
            <pc:docMk/>
            <pc:sldMk cId="4280498780" sldId="360"/>
            <ac:spMk id="3" creationId="{5CAE18FA-3E6F-C901-5ECF-82B69AF539A9}"/>
          </ac:spMkLst>
        </pc:spChg>
        <pc:spChg chg="del">
          <ac:chgData name="Songqing" userId="c4d8cb49210192e2" providerId="LiveId" clId="{824DA312-FD95-49B2-8AD1-9608F305A8A1}" dt="2023-07-21T16:32:44.045" v="203" actId="478"/>
          <ac:spMkLst>
            <pc:docMk/>
            <pc:sldMk cId="4280498780" sldId="360"/>
            <ac:spMk id="4" creationId="{F53F1584-07D9-964F-3AFA-2965642BB3ED}"/>
          </ac:spMkLst>
        </pc:spChg>
        <pc:spChg chg="add del mod">
          <ac:chgData name="Songqing" userId="c4d8cb49210192e2" providerId="LiveId" clId="{824DA312-FD95-49B2-8AD1-9608F305A8A1}" dt="2023-07-21T16:49:15.514" v="392" actId="478"/>
          <ac:spMkLst>
            <pc:docMk/>
            <pc:sldMk cId="4280498780" sldId="360"/>
            <ac:spMk id="7" creationId="{0799E608-2506-CA6A-BBA2-6773AAAB890A}"/>
          </ac:spMkLst>
        </pc:spChg>
        <pc:spChg chg="del">
          <ac:chgData name="Songqing" userId="c4d8cb49210192e2" providerId="LiveId" clId="{824DA312-FD95-49B2-8AD1-9608F305A8A1}" dt="2023-07-21T16:31:23.360" v="167" actId="478"/>
          <ac:spMkLst>
            <pc:docMk/>
            <pc:sldMk cId="4280498780" sldId="360"/>
            <ac:spMk id="10" creationId="{9A7E43C1-2626-3478-ADB9-9A9255667814}"/>
          </ac:spMkLst>
        </pc:spChg>
        <pc:spChg chg="add del mod">
          <ac:chgData name="Songqing" userId="c4d8cb49210192e2" providerId="LiveId" clId="{824DA312-FD95-49B2-8AD1-9608F305A8A1}" dt="2023-07-21T16:49:15.514" v="392" actId="478"/>
          <ac:spMkLst>
            <pc:docMk/>
            <pc:sldMk cId="4280498780" sldId="360"/>
            <ac:spMk id="12" creationId="{BCE8B2D4-9546-E597-1996-FF20BFBCEC8D}"/>
          </ac:spMkLst>
        </pc:spChg>
        <pc:spChg chg="del">
          <ac:chgData name="Songqing" userId="c4d8cb49210192e2" providerId="LiveId" clId="{824DA312-FD95-49B2-8AD1-9608F305A8A1}" dt="2023-07-21T16:31:23.360" v="167" actId="478"/>
          <ac:spMkLst>
            <pc:docMk/>
            <pc:sldMk cId="4280498780" sldId="360"/>
            <ac:spMk id="13" creationId="{C47FA95C-99C0-1046-54CC-0E50E6F10482}"/>
          </ac:spMkLst>
        </pc:spChg>
        <pc:spChg chg="del">
          <ac:chgData name="Songqing" userId="c4d8cb49210192e2" providerId="LiveId" clId="{824DA312-FD95-49B2-8AD1-9608F305A8A1}" dt="2023-07-21T16:31:23.360" v="167" actId="478"/>
          <ac:spMkLst>
            <pc:docMk/>
            <pc:sldMk cId="4280498780" sldId="360"/>
            <ac:spMk id="14" creationId="{12C41042-6160-967B-0950-2338B9C86183}"/>
          </ac:spMkLst>
        </pc:spChg>
        <pc:spChg chg="del">
          <ac:chgData name="Songqing" userId="c4d8cb49210192e2" providerId="LiveId" clId="{824DA312-FD95-49B2-8AD1-9608F305A8A1}" dt="2023-07-21T16:32:44.045" v="203" actId="478"/>
          <ac:spMkLst>
            <pc:docMk/>
            <pc:sldMk cId="4280498780" sldId="360"/>
            <ac:spMk id="15" creationId="{D7A3F1E7-362D-F4FE-5F32-CF113593B729}"/>
          </ac:spMkLst>
        </pc:spChg>
        <pc:spChg chg="del">
          <ac:chgData name="Songqing" userId="c4d8cb49210192e2" providerId="LiveId" clId="{824DA312-FD95-49B2-8AD1-9608F305A8A1}" dt="2023-07-21T16:32:44.045" v="203" actId="478"/>
          <ac:spMkLst>
            <pc:docMk/>
            <pc:sldMk cId="4280498780" sldId="360"/>
            <ac:spMk id="16" creationId="{1F379B5B-C876-8D0C-C385-08D7D39C5117}"/>
          </ac:spMkLst>
        </pc:spChg>
        <pc:spChg chg="add mod">
          <ac:chgData name="Songqing" userId="c4d8cb49210192e2" providerId="LiveId" clId="{824DA312-FD95-49B2-8AD1-9608F305A8A1}" dt="2023-07-21T17:22:42.976" v="807" actId="14100"/>
          <ac:spMkLst>
            <pc:docMk/>
            <pc:sldMk cId="4280498780" sldId="360"/>
            <ac:spMk id="26" creationId="{2294BDD1-F1F8-E858-241F-6652DA7B72F2}"/>
          </ac:spMkLst>
        </pc:spChg>
        <pc:spChg chg="add mod">
          <ac:chgData name="Songqing" userId="c4d8cb49210192e2" providerId="LiveId" clId="{824DA312-FD95-49B2-8AD1-9608F305A8A1}" dt="2023-07-21T17:23:43.938" v="814" actId="1076"/>
          <ac:spMkLst>
            <pc:docMk/>
            <pc:sldMk cId="4280498780" sldId="360"/>
            <ac:spMk id="37" creationId="{BE8545A0-D292-B0AE-FD27-3FBB6D75A711}"/>
          </ac:spMkLst>
        </pc:spChg>
        <pc:picChg chg="add del mod">
          <ac:chgData name="Songqing" userId="c4d8cb49210192e2" providerId="LiveId" clId="{824DA312-FD95-49B2-8AD1-9608F305A8A1}" dt="2023-07-21T17:21:51.259" v="797" actId="478"/>
          <ac:picMkLst>
            <pc:docMk/>
            <pc:sldMk cId="4280498780" sldId="360"/>
            <ac:picMk id="24" creationId="{2562829F-819F-D544-26A7-A1A37E063056}"/>
          </ac:picMkLst>
        </pc:picChg>
        <pc:picChg chg="add mod">
          <ac:chgData name="Songqing" userId="c4d8cb49210192e2" providerId="LiveId" clId="{824DA312-FD95-49B2-8AD1-9608F305A8A1}" dt="2023-07-21T17:23:29.451" v="809" actId="1076"/>
          <ac:picMkLst>
            <pc:docMk/>
            <pc:sldMk cId="4280498780" sldId="360"/>
            <ac:picMk id="1026" creationId="{EABDDD47-1C65-5B1B-66AC-741AD8BB9B6F}"/>
          </ac:picMkLst>
        </pc:picChg>
        <pc:cxnChg chg="add del mod">
          <ac:chgData name="Songqing" userId="c4d8cb49210192e2" providerId="LiveId" clId="{824DA312-FD95-49B2-8AD1-9608F305A8A1}" dt="2023-07-21T16:49:15.514" v="392" actId="478"/>
          <ac:cxnSpMkLst>
            <pc:docMk/>
            <pc:sldMk cId="4280498780" sldId="360"/>
            <ac:cxnSpMk id="5" creationId="{99FB7822-DA37-C542-48D7-54476605A28F}"/>
          </ac:cxnSpMkLst>
        </pc:cxnChg>
        <pc:cxnChg chg="add del mod">
          <ac:chgData name="Songqing" userId="c4d8cb49210192e2" providerId="LiveId" clId="{824DA312-FD95-49B2-8AD1-9608F305A8A1}" dt="2023-07-21T16:49:15.514" v="392" actId="478"/>
          <ac:cxnSpMkLst>
            <pc:docMk/>
            <pc:sldMk cId="4280498780" sldId="360"/>
            <ac:cxnSpMk id="18" creationId="{5156F690-5C07-BEA2-1D53-0CA0A95D3D44}"/>
          </ac:cxnSpMkLst>
        </pc:cxnChg>
        <pc:cxnChg chg="add mod">
          <ac:chgData name="Songqing" userId="c4d8cb49210192e2" providerId="LiveId" clId="{824DA312-FD95-49B2-8AD1-9608F305A8A1}" dt="2023-07-21T17:23:33" v="810" actId="14100"/>
          <ac:cxnSpMkLst>
            <pc:docMk/>
            <pc:sldMk cId="4280498780" sldId="360"/>
            <ac:cxnSpMk id="28" creationId="{5C99AB1D-B7D7-368C-C670-CB3BAA5912B6}"/>
          </ac:cxnSpMkLst>
        </pc:cxnChg>
        <pc:cxnChg chg="add mod">
          <ac:chgData name="Songqing" userId="c4d8cb49210192e2" providerId="LiveId" clId="{824DA312-FD95-49B2-8AD1-9608F305A8A1}" dt="2023-07-21T17:23:54.431" v="816" actId="1076"/>
          <ac:cxnSpMkLst>
            <pc:docMk/>
            <pc:sldMk cId="4280498780" sldId="360"/>
            <ac:cxnSpMk id="38" creationId="{3B6C630D-DE62-BC46-4247-830FBB2D5A6F}"/>
          </ac:cxnSpMkLst>
        </pc:cxnChg>
      </pc:sldChg>
      <pc:sldChg chg="addSp modSp add del mod">
        <pc:chgData name="Songqing" userId="c4d8cb49210192e2" providerId="LiveId" clId="{824DA312-FD95-49B2-8AD1-9608F305A8A1}" dt="2023-07-21T16:53:09.177" v="442" actId="47"/>
        <pc:sldMkLst>
          <pc:docMk/>
          <pc:sldMk cId="3485369624" sldId="361"/>
        </pc:sldMkLst>
        <pc:spChg chg="mod">
          <ac:chgData name="Songqing" userId="c4d8cb49210192e2" providerId="LiveId" clId="{824DA312-FD95-49B2-8AD1-9608F305A8A1}" dt="2023-07-21T16:42:55.224" v="250" actId="20577"/>
          <ac:spMkLst>
            <pc:docMk/>
            <pc:sldMk cId="3485369624" sldId="361"/>
            <ac:spMk id="3" creationId="{655E1610-8A2E-EBB3-CD3C-DB0C0FC974B5}"/>
          </ac:spMkLst>
        </pc:spChg>
        <pc:spChg chg="mod">
          <ac:chgData name="Songqing" userId="c4d8cb49210192e2" providerId="LiveId" clId="{824DA312-FD95-49B2-8AD1-9608F305A8A1}" dt="2023-07-21T16:46:10.281" v="354" actId="1076"/>
          <ac:spMkLst>
            <pc:docMk/>
            <pc:sldMk cId="3485369624" sldId="361"/>
            <ac:spMk id="4" creationId="{23285273-10C5-D4D3-6B4E-D337038A42B4}"/>
          </ac:spMkLst>
        </pc:spChg>
        <pc:spChg chg="mod">
          <ac:chgData name="Songqing" userId="c4d8cb49210192e2" providerId="LiveId" clId="{824DA312-FD95-49B2-8AD1-9608F305A8A1}" dt="2023-07-21T16:43:52.810" v="313" actId="20577"/>
          <ac:spMkLst>
            <pc:docMk/>
            <pc:sldMk cId="3485369624" sldId="361"/>
            <ac:spMk id="5" creationId="{D24F5B75-CFC6-9658-6C2E-4B44BA589818}"/>
          </ac:spMkLst>
        </pc:spChg>
        <pc:spChg chg="mod">
          <ac:chgData name="Songqing" userId="c4d8cb49210192e2" providerId="LiveId" clId="{824DA312-FD95-49B2-8AD1-9608F305A8A1}" dt="2023-07-21T16:43:01.639" v="257" actId="20577"/>
          <ac:spMkLst>
            <pc:docMk/>
            <pc:sldMk cId="3485369624" sldId="361"/>
            <ac:spMk id="6" creationId="{E206FC33-8685-3E88-14A5-F477EB7F25DA}"/>
          </ac:spMkLst>
        </pc:spChg>
        <pc:spChg chg="mod">
          <ac:chgData name="Songqing" userId="c4d8cb49210192e2" providerId="LiveId" clId="{824DA312-FD95-49B2-8AD1-9608F305A8A1}" dt="2023-07-21T16:45:58.577" v="352" actId="1076"/>
          <ac:spMkLst>
            <pc:docMk/>
            <pc:sldMk cId="3485369624" sldId="361"/>
            <ac:spMk id="7" creationId="{1DE38B5A-9844-A006-B4D4-BA358D9C34EE}"/>
          </ac:spMkLst>
        </pc:spChg>
        <pc:spChg chg="mod">
          <ac:chgData name="Songqing" userId="c4d8cb49210192e2" providerId="LiveId" clId="{824DA312-FD95-49B2-8AD1-9608F305A8A1}" dt="2023-07-21T16:43:44.908" v="300" actId="14100"/>
          <ac:spMkLst>
            <pc:docMk/>
            <pc:sldMk cId="3485369624" sldId="361"/>
            <ac:spMk id="15" creationId="{9237497C-CBE4-11DF-0F06-4D221A039C03}"/>
          </ac:spMkLst>
        </pc:spChg>
        <pc:spChg chg="mod">
          <ac:chgData name="Songqing" userId="c4d8cb49210192e2" providerId="LiveId" clId="{824DA312-FD95-49B2-8AD1-9608F305A8A1}" dt="2023-07-21T16:46:27.889" v="359" actId="1076"/>
          <ac:spMkLst>
            <pc:docMk/>
            <pc:sldMk cId="3485369624" sldId="361"/>
            <ac:spMk id="21" creationId="{53DB0482-903A-FEB6-EC6C-5280747F01B0}"/>
          </ac:spMkLst>
        </pc:spChg>
        <pc:spChg chg="add mod">
          <ac:chgData name="Songqing" userId="c4d8cb49210192e2" providerId="LiveId" clId="{824DA312-FD95-49B2-8AD1-9608F305A8A1}" dt="2023-07-21T16:45:25.292" v="338" actId="14100"/>
          <ac:spMkLst>
            <pc:docMk/>
            <pc:sldMk cId="3485369624" sldId="361"/>
            <ac:spMk id="38" creationId="{952713A4-BA0C-86F4-935D-2EC6931DE98D}"/>
          </ac:spMkLst>
        </pc:spChg>
        <pc:spChg chg="add mod">
          <ac:chgData name="Songqing" userId="c4d8cb49210192e2" providerId="LiveId" clId="{824DA312-FD95-49B2-8AD1-9608F305A8A1}" dt="2023-07-21T16:45:46.256" v="348" actId="14100"/>
          <ac:spMkLst>
            <pc:docMk/>
            <pc:sldMk cId="3485369624" sldId="361"/>
            <ac:spMk id="43" creationId="{FF15E136-4A4D-3A93-9661-E2989106DDAD}"/>
          </ac:spMkLst>
        </pc:spChg>
        <pc:spChg chg="add mod">
          <ac:chgData name="Songqing" userId="c4d8cb49210192e2" providerId="LiveId" clId="{824DA312-FD95-49B2-8AD1-9608F305A8A1}" dt="2023-07-21T16:46:59.519" v="373" actId="1076"/>
          <ac:spMkLst>
            <pc:docMk/>
            <pc:sldMk cId="3485369624" sldId="361"/>
            <ac:spMk id="54" creationId="{EC92A9BE-ACD9-E151-C9BD-619D2997E5D1}"/>
          </ac:spMkLst>
        </pc:spChg>
        <pc:cxnChg chg="mod">
          <ac:chgData name="Songqing" userId="c4d8cb49210192e2" providerId="LiveId" clId="{824DA312-FD95-49B2-8AD1-9608F305A8A1}" dt="2023-07-21T16:46:16.348" v="356" actId="1076"/>
          <ac:cxnSpMkLst>
            <pc:docMk/>
            <pc:sldMk cId="3485369624" sldId="361"/>
            <ac:cxnSpMk id="9" creationId="{EBAF9D38-D256-ABC4-1662-D1C1E56C1A5F}"/>
          </ac:cxnSpMkLst>
        </pc:cxnChg>
        <pc:cxnChg chg="mod">
          <ac:chgData name="Songqing" userId="c4d8cb49210192e2" providerId="LiveId" clId="{824DA312-FD95-49B2-8AD1-9608F305A8A1}" dt="2023-07-21T16:43:47.453" v="301" actId="14100"/>
          <ac:cxnSpMkLst>
            <pc:docMk/>
            <pc:sldMk cId="3485369624" sldId="361"/>
            <ac:cxnSpMk id="10" creationId="{7670EE8D-32AB-AF81-DC8D-4283288A70EC}"/>
          </ac:cxnSpMkLst>
        </pc:cxnChg>
        <pc:cxnChg chg="mod">
          <ac:chgData name="Songqing" userId="c4d8cb49210192e2" providerId="LiveId" clId="{824DA312-FD95-49B2-8AD1-9608F305A8A1}" dt="2023-07-21T16:45:58.577" v="352" actId="1076"/>
          <ac:cxnSpMkLst>
            <pc:docMk/>
            <pc:sldMk cId="3485369624" sldId="361"/>
            <ac:cxnSpMk id="16" creationId="{6A86B593-CFAD-0C95-3CC7-01FB7F3B3E72}"/>
          </ac:cxnSpMkLst>
        </pc:cxnChg>
        <pc:cxnChg chg="mod">
          <ac:chgData name="Songqing" userId="c4d8cb49210192e2" providerId="LiveId" clId="{824DA312-FD95-49B2-8AD1-9608F305A8A1}" dt="2023-07-21T16:43:44.908" v="300" actId="14100"/>
          <ac:cxnSpMkLst>
            <pc:docMk/>
            <pc:sldMk cId="3485369624" sldId="361"/>
            <ac:cxnSpMk id="19" creationId="{AF51772E-2C8E-E107-9364-0C53DE00FBE7}"/>
          </ac:cxnSpMkLst>
        </pc:cxnChg>
        <pc:cxnChg chg="mod">
          <ac:chgData name="Songqing" userId="c4d8cb49210192e2" providerId="LiveId" clId="{824DA312-FD95-49B2-8AD1-9608F305A8A1}" dt="2023-07-21T16:45:58.577" v="352" actId="1076"/>
          <ac:cxnSpMkLst>
            <pc:docMk/>
            <pc:sldMk cId="3485369624" sldId="361"/>
            <ac:cxnSpMk id="41" creationId="{4CDA40E3-2136-9BDF-79F9-AC2E1B03D86E}"/>
          </ac:cxnSpMkLst>
        </pc:cxnChg>
        <pc:cxnChg chg="add mod">
          <ac:chgData name="Songqing" userId="c4d8cb49210192e2" providerId="LiveId" clId="{824DA312-FD95-49B2-8AD1-9608F305A8A1}" dt="2023-07-21T16:45:58.577" v="352" actId="1076"/>
          <ac:cxnSpMkLst>
            <pc:docMk/>
            <pc:sldMk cId="3485369624" sldId="361"/>
            <ac:cxnSpMk id="44" creationId="{2E133026-9FAC-5176-4128-92AF5143BEE0}"/>
          </ac:cxnSpMkLst>
        </pc:cxnChg>
        <pc:cxnChg chg="add mod">
          <ac:chgData name="Songqing" userId="c4d8cb49210192e2" providerId="LiveId" clId="{824DA312-FD95-49B2-8AD1-9608F305A8A1}" dt="2023-07-21T16:46:47.400" v="369" actId="14100"/>
          <ac:cxnSpMkLst>
            <pc:docMk/>
            <pc:sldMk cId="3485369624" sldId="361"/>
            <ac:cxnSpMk id="55" creationId="{7E04A065-D53D-4B8C-86DB-711A07A7D108}"/>
          </ac:cxnSpMkLst>
        </pc:cxnChg>
        <pc:cxnChg chg="add mod">
          <ac:chgData name="Songqing" userId="c4d8cb49210192e2" providerId="LiveId" clId="{824DA312-FD95-49B2-8AD1-9608F305A8A1}" dt="2023-07-21T16:46:54.462" v="372" actId="14100"/>
          <ac:cxnSpMkLst>
            <pc:docMk/>
            <pc:sldMk cId="3485369624" sldId="361"/>
            <ac:cxnSpMk id="58" creationId="{7929F242-BBCE-4D08-BAA7-B0BFC643754C}"/>
          </ac:cxnSpMkLst>
        </pc:cxnChg>
        <pc:cxnChg chg="mod">
          <ac:chgData name="Songqing" userId="c4d8cb49210192e2" providerId="LiveId" clId="{824DA312-FD95-49B2-8AD1-9608F305A8A1}" dt="2023-07-21T16:45:58.577" v="352" actId="1076"/>
          <ac:cxnSpMkLst>
            <pc:docMk/>
            <pc:sldMk cId="3485369624" sldId="361"/>
            <ac:cxnSpMk id="63" creationId="{0ABB328C-5F5B-EB9E-64CD-97C29C696069}"/>
          </ac:cxnSpMkLst>
        </pc:cxnChg>
      </pc:sldChg>
      <pc:sldChg chg="addSp delSp modSp add mod">
        <pc:chgData name="Songqing" userId="c4d8cb49210192e2" providerId="LiveId" clId="{824DA312-FD95-49B2-8AD1-9608F305A8A1}" dt="2023-07-21T16:56:34.295" v="485" actId="1076"/>
        <pc:sldMkLst>
          <pc:docMk/>
          <pc:sldMk cId="3957692407" sldId="361"/>
        </pc:sldMkLst>
        <pc:picChg chg="add mod">
          <ac:chgData name="Songqing" userId="c4d8cb49210192e2" providerId="LiveId" clId="{824DA312-FD95-49B2-8AD1-9608F305A8A1}" dt="2023-07-21T16:56:34.295" v="485" actId="1076"/>
          <ac:picMkLst>
            <pc:docMk/>
            <pc:sldMk cId="3957692407" sldId="361"/>
            <ac:picMk id="4" creationId="{4B300435-E197-E465-F1F2-5B8B3FE344E7}"/>
          </ac:picMkLst>
        </pc:picChg>
        <pc:picChg chg="del">
          <ac:chgData name="Songqing" userId="c4d8cb49210192e2" providerId="LiveId" clId="{824DA312-FD95-49B2-8AD1-9608F305A8A1}" dt="2023-07-21T16:56:25.544" v="480" actId="478"/>
          <ac:picMkLst>
            <pc:docMk/>
            <pc:sldMk cId="3957692407" sldId="361"/>
            <ac:picMk id="5" creationId="{54C5F36F-F2BE-DB6D-5805-51F6022D4FC1}"/>
          </ac:picMkLst>
        </pc:picChg>
      </pc:sldChg>
      <pc:sldChg chg="modSp add mod">
        <pc:chgData name="Songqing" userId="c4d8cb49210192e2" providerId="LiveId" clId="{824DA312-FD95-49B2-8AD1-9608F305A8A1}" dt="2023-07-21T16:59:04.723" v="517" actId="20577"/>
        <pc:sldMkLst>
          <pc:docMk/>
          <pc:sldMk cId="2049989887" sldId="362"/>
        </pc:sldMkLst>
        <pc:spChg chg="mod">
          <ac:chgData name="Songqing" userId="c4d8cb49210192e2" providerId="LiveId" clId="{824DA312-FD95-49B2-8AD1-9608F305A8A1}" dt="2023-07-21T16:59:04.723" v="517" actId="20577"/>
          <ac:spMkLst>
            <pc:docMk/>
            <pc:sldMk cId="2049989887" sldId="362"/>
            <ac:spMk id="17" creationId="{6E21EE1C-967F-23DF-07E0-9216FF50E9C1}"/>
          </ac:spMkLst>
        </pc:spChg>
      </pc:sldChg>
      <pc:sldChg chg="addSp delSp modSp add mod">
        <pc:chgData name="Songqing" userId="c4d8cb49210192e2" providerId="LiveId" clId="{824DA312-FD95-49B2-8AD1-9608F305A8A1}" dt="2023-07-21T17:35:04.274" v="864" actId="1076"/>
        <pc:sldMkLst>
          <pc:docMk/>
          <pc:sldMk cId="3095602305" sldId="363"/>
        </pc:sldMkLst>
        <pc:spChg chg="del">
          <ac:chgData name="Songqing" userId="c4d8cb49210192e2" providerId="LiveId" clId="{824DA312-FD95-49B2-8AD1-9608F305A8A1}" dt="2023-07-21T17:34:40.001" v="856" actId="478"/>
          <ac:spMkLst>
            <pc:docMk/>
            <pc:sldMk cId="3095602305" sldId="363"/>
            <ac:spMk id="2" creationId="{00000000-0000-0000-0000-000000000000}"/>
          </ac:spMkLst>
        </pc:spChg>
        <pc:spChg chg="add del mod">
          <ac:chgData name="Songqing" userId="c4d8cb49210192e2" providerId="LiveId" clId="{824DA312-FD95-49B2-8AD1-9608F305A8A1}" dt="2023-07-21T17:34:41.788" v="857" actId="478"/>
          <ac:spMkLst>
            <pc:docMk/>
            <pc:sldMk cId="3095602305" sldId="363"/>
            <ac:spMk id="7" creationId="{F314F403-F275-9C5A-C046-B52EC8E71849}"/>
          </ac:spMkLst>
        </pc:spChg>
        <pc:picChg chg="add mod">
          <ac:chgData name="Songqing" userId="c4d8cb49210192e2" providerId="LiveId" clId="{824DA312-FD95-49B2-8AD1-9608F305A8A1}" dt="2023-07-21T17:35:04.274" v="864" actId="1076"/>
          <ac:picMkLst>
            <pc:docMk/>
            <pc:sldMk cId="3095602305" sldId="363"/>
            <ac:picMk id="4" creationId="{2E20029F-80D7-03FC-0B22-B17E249F1F95}"/>
          </ac:picMkLst>
        </pc:picChg>
        <pc:picChg chg="del">
          <ac:chgData name="Songqing" userId="c4d8cb49210192e2" providerId="LiveId" clId="{824DA312-FD95-49B2-8AD1-9608F305A8A1}" dt="2023-07-21T17:26:21.885" v="827" actId="478"/>
          <ac:picMkLst>
            <pc:docMk/>
            <pc:sldMk cId="3095602305" sldId="363"/>
            <ac:picMk id="6" creationId="{E0C9D6BE-66F1-7E97-CA79-F5D12A59E030}"/>
          </ac:picMkLst>
        </pc:picChg>
      </pc:sldChg>
      <pc:sldChg chg="addSp delSp modSp add mod">
        <pc:chgData name="Songqing" userId="c4d8cb49210192e2" providerId="LiveId" clId="{824DA312-FD95-49B2-8AD1-9608F305A8A1}" dt="2023-07-21T17:34:19.546" v="855" actId="1076"/>
        <pc:sldMkLst>
          <pc:docMk/>
          <pc:sldMk cId="1580978884" sldId="364"/>
        </pc:sldMkLst>
        <pc:spChg chg="del">
          <ac:chgData name="Songqing" userId="c4d8cb49210192e2" providerId="LiveId" clId="{824DA312-FD95-49B2-8AD1-9608F305A8A1}" dt="2023-07-21T17:34:15.668" v="853" actId="478"/>
          <ac:spMkLst>
            <pc:docMk/>
            <pc:sldMk cId="1580978884" sldId="364"/>
            <ac:spMk id="2" creationId="{00000000-0000-0000-0000-000000000000}"/>
          </ac:spMkLst>
        </pc:spChg>
        <pc:spChg chg="add del mod">
          <ac:chgData name="Songqing" userId="c4d8cb49210192e2" providerId="LiveId" clId="{824DA312-FD95-49B2-8AD1-9608F305A8A1}" dt="2023-07-21T17:34:17.736" v="854" actId="478"/>
          <ac:spMkLst>
            <pc:docMk/>
            <pc:sldMk cId="1580978884" sldId="364"/>
            <ac:spMk id="5" creationId="{DE32070A-FC9B-10F1-9EA0-69AF89A8DE95}"/>
          </ac:spMkLst>
        </pc:spChg>
        <pc:picChg chg="mod">
          <ac:chgData name="Songqing" userId="c4d8cb49210192e2" providerId="LiveId" clId="{824DA312-FD95-49B2-8AD1-9608F305A8A1}" dt="2023-07-21T17:34:19.546" v="855" actId="1076"/>
          <ac:picMkLst>
            <pc:docMk/>
            <pc:sldMk cId="1580978884" sldId="364"/>
            <ac:picMk id="4" creationId="{B7DD296F-D0BE-751F-F08F-4F26782E74DB}"/>
          </ac:picMkLst>
        </pc:picChg>
      </pc:sldChg>
      <pc:sldChg chg="addSp delSp modSp add mod">
        <pc:chgData name="Songqing" userId="c4d8cb49210192e2" providerId="LiveId" clId="{824DA312-FD95-49B2-8AD1-9608F305A8A1}" dt="2023-07-21T17:31:03.181" v="848" actId="14100"/>
        <pc:sldMkLst>
          <pc:docMk/>
          <pc:sldMk cId="4055523321" sldId="365"/>
        </pc:sldMkLst>
        <pc:spChg chg="del">
          <ac:chgData name="Songqing" userId="c4d8cb49210192e2" providerId="LiveId" clId="{824DA312-FD95-49B2-8AD1-9608F305A8A1}" dt="2023-07-21T17:30:54.782" v="843" actId="478"/>
          <ac:spMkLst>
            <pc:docMk/>
            <pc:sldMk cId="4055523321" sldId="365"/>
            <ac:spMk id="2" creationId="{00000000-0000-0000-0000-000000000000}"/>
          </ac:spMkLst>
        </pc:spChg>
        <pc:spChg chg="add del mod">
          <ac:chgData name="Songqing" userId="c4d8cb49210192e2" providerId="LiveId" clId="{824DA312-FD95-49B2-8AD1-9608F305A8A1}" dt="2023-07-21T17:30:56.830" v="844" actId="478"/>
          <ac:spMkLst>
            <pc:docMk/>
            <pc:sldMk cId="4055523321" sldId="365"/>
            <ac:spMk id="4" creationId="{668E133E-B0EE-0814-F1E9-1C8404AA26EA}"/>
          </ac:spMkLst>
        </pc:spChg>
        <pc:picChg chg="mod">
          <ac:chgData name="Songqing" userId="c4d8cb49210192e2" providerId="LiveId" clId="{824DA312-FD95-49B2-8AD1-9608F305A8A1}" dt="2023-07-21T17:31:03.181" v="848" actId="14100"/>
          <ac:picMkLst>
            <pc:docMk/>
            <pc:sldMk cId="4055523321" sldId="365"/>
            <ac:picMk id="6" creationId="{9EA654CA-F922-2844-EC19-6D1CC70BEA17}"/>
          </ac:picMkLst>
        </pc:picChg>
      </pc:sldChg>
      <pc:sldChg chg="modSp add mod">
        <pc:chgData name="Songqing" userId="c4d8cb49210192e2" providerId="LiveId" clId="{824DA312-FD95-49B2-8AD1-9608F305A8A1}" dt="2023-07-21T19:43:19.377" v="1161" actId="313"/>
        <pc:sldMkLst>
          <pc:docMk/>
          <pc:sldMk cId="1767539716" sldId="366"/>
        </pc:sldMkLst>
        <pc:spChg chg="mod">
          <ac:chgData name="Songqing" userId="c4d8cb49210192e2" providerId="LiveId" clId="{824DA312-FD95-49B2-8AD1-9608F305A8A1}" dt="2023-07-21T19:43:19.377" v="1161" actId="313"/>
          <ac:spMkLst>
            <pc:docMk/>
            <pc:sldMk cId="1767539716" sldId="366"/>
            <ac:spMk id="2" creationId="{00000000-0000-0000-0000-000000000000}"/>
          </ac:spMkLst>
        </pc:spChg>
      </pc:sldChg>
    </pc:docChg>
  </pc:docChgLst>
  <pc:docChgLst>
    <pc:chgData name="Songqing Gu" userId="c4d8cb49210192e2" providerId="LiveId" clId="{F0C8A796-1A1A-47FE-BA19-2A431212A2DA}"/>
    <pc:docChg chg="delSld modSection">
      <pc:chgData name="Songqing Gu" userId="c4d8cb49210192e2" providerId="LiveId" clId="{F0C8A796-1A1A-47FE-BA19-2A431212A2DA}" dt="2023-06-11T18:08:14.700" v="0" actId="47"/>
      <pc:docMkLst>
        <pc:docMk/>
      </pc:docMkLst>
      <pc:sldChg chg="del">
        <pc:chgData name="Songqing Gu" userId="c4d8cb49210192e2" providerId="LiveId" clId="{F0C8A796-1A1A-47FE-BA19-2A431212A2DA}" dt="2023-06-11T18:08:14.700" v="0" actId="47"/>
        <pc:sldMkLst>
          <pc:docMk/>
          <pc:sldMk cId="2216314799" sldId="27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789354427" sldId="28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431625991" sldId="28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86819680" sldId="28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030084157" sldId="29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638558092" sldId="295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799275039" sldId="296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243758571" sldId="297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644837690" sldId="298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3342963659" sldId="299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1939562636" sldId="301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4051393773" sldId="303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2304226109" sldId="304"/>
        </pc:sldMkLst>
      </pc:sldChg>
      <pc:sldChg chg="del">
        <pc:chgData name="Songqing Gu" userId="c4d8cb49210192e2" providerId="LiveId" clId="{F0C8A796-1A1A-47FE-BA19-2A431212A2DA}" dt="2023-06-11T18:08:14.700" v="0" actId="47"/>
        <pc:sldMkLst>
          <pc:docMk/>
          <pc:sldMk cId="676350792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17CFB-6EA3-48C9-9755-81A79CF4EC0B}" type="datetimeFigureOut">
              <a:rPr lang="en-AU" smtClean="0"/>
              <a:t>6/05/2024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93708-7FE8-4EF9-B06E-E90DE391BD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384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1982030-3161-DFD7-F70C-2B8B2D315E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536F26F0-3F5A-48BE-9743-B2FE463D83DB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87CBA346-94A8-43A2-D214-92D82DAF09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F013D407-CF8A-909A-AADF-52D32E6E3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/>
              <a:t>Notes for title slide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6/05/2024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F3C3155-BE05-3D15-A695-7118E4905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2286001"/>
            <a:ext cx="6591300" cy="1069975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4000" b="1" dirty="0">
                <a:solidFill>
                  <a:srgbClr val="0070C0"/>
                </a:solidFill>
                <a:latin typeface="Arial Black" panose="020B0A04020102020204" pitchFamily="34" charset="0"/>
              </a:rPr>
              <a:t>Exception Handling</a:t>
            </a:r>
            <a:endParaRPr lang="en-US" altLang="en-US" sz="4000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D0BC50-00BC-D05B-F5C4-CC8493927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0" y="381000"/>
            <a:ext cx="2097088" cy="148748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460" name="TextBox 5">
            <a:extLst>
              <a:ext uri="{FF2B5EF4-FFF2-40B4-BE49-F238E27FC236}">
                <a16:creationId xmlns:a16="http://schemas.microsoft.com/office/drawing/2014/main" id="{41661543-D78A-4FBA-2E67-946431F46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1139" y="1714501"/>
            <a:ext cx="2632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140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400">
              <a:solidFill>
                <a:schemeClr val="accent2"/>
              </a:solidFill>
            </a:endParaRPr>
          </a:p>
        </p:txBody>
      </p:sp>
      <p:sp>
        <p:nvSpPr>
          <p:cNvPr id="19461" name="Title 1">
            <a:extLst>
              <a:ext uri="{FF2B5EF4-FFF2-40B4-BE49-F238E27FC236}">
                <a16:creationId xmlns:a16="http://schemas.microsoft.com/office/drawing/2014/main" id="{BA125DD6-C908-C8F4-DA0B-A83FE53416C6}"/>
              </a:ext>
            </a:extLst>
          </p:cNvPr>
          <p:cNvSpPr txBox="1">
            <a:spLocks/>
          </p:cNvSpPr>
          <p:nvPr/>
        </p:nvSpPr>
        <p:spPr bwMode="auto">
          <a:xfrm>
            <a:off x="4111625" y="6237515"/>
            <a:ext cx="5240338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zh-CN" sz="2000" b="1" i="1">
                <a:solidFill>
                  <a:srgbClr val="00B0F0"/>
                </a:solidFill>
                <a:cs typeface="幼圆"/>
              </a:rPr>
              <a:t>Funny Gorilla </a:t>
            </a:r>
            <a:r>
              <a:rPr lang="zh-CN" altLang="en-US" sz="2000" b="1" i="1">
                <a:solidFill>
                  <a:schemeClr val="accent2"/>
                </a:solidFill>
                <a:cs typeface="幼圆"/>
              </a:rPr>
              <a:t>诙猩猩</a:t>
            </a:r>
            <a:endParaRPr lang="en-AU" altLang="en-US" sz="1400" b="1" i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25995" y="2331717"/>
            <a:ext cx="913186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Why Exception Handling?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710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A654CA-F922-2844-EC19-6D1CC70BE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657" y="434054"/>
            <a:ext cx="9717485" cy="607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523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DD296F-D0BE-751F-F08F-4F26782E7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61" y="1464980"/>
            <a:ext cx="11338147" cy="367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978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9684" y="457201"/>
            <a:ext cx="6850151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Java’s way to handle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45401F-AF81-98F8-F9A3-5DC656AE5D6E}"/>
              </a:ext>
            </a:extLst>
          </p:cNvPr>
          <p:cNvSpPr txBox="1"/>
          <p:nvPr/>
        </p:nvSpPr>
        <p:spPr>
          <a:xfrm>
            <a:off x="1107278" y="1703671"/>
            <a:ext cx="779608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Try {</a:t>
            </a:r>
          </a:p>
          <a:p>
            <a:r>
              <a:rPr lang="en-AU" dirty="0"/>
              <a:t>       // try something, that might throw exception</a:t>
            </a:r>
          </a:p>
          <a:p>
            <a:endParaRPr lang="en-AU" dirty="0"/>
          </a:p>
          <a:p>
            <a:r>
              <a:rPr lang="en-AU" dirty="0"/>
              <a:t>} catch () {</a:t>
            </a:r>
          </a:p>
          <a:p>
            <a:r>
              <a:rPr lang="en-AU" dirty="0"/>
              <a:t>       // define a handling mechanism</a:t>
            </a:r>
          </a:p>
          <a:p>
            <a:endParaRPr lang="en-AU" dirty="0"/>
          </a:p>
          <a:p>
            <a:r>
              <a:rPr lang="en-AU" dirty="0"/>
              <a:t> </a:t>
            </a:r>
          </a:p>
          <a:p>
            <a:r>
              <a:rPr lang="en-AU" dirty="0"/>
              <a:t>}final {</a:t>
            </a:r>
          </a:p>
          <a:p>
            <a:r>
              <a:rPr lang="en-AU" dirty="0"/>
              <a:t>       // define what you are going to do after all.</a:t>
            </a:r>
          </a:p>
          <a:p>
            <a:r>
              <a:rPr lang="en-AU" dirty="0"/>
              <a:t>  </a:t>
            </a:r>
          </a:p>
          <a:p>
            <a:r>
              <a:rPr lang="en-AU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3554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2951" y="1921934"/>
            <a:ext cx="8866982" cy="2840566"/>
          </a:xfrm>
          <a:effectLst/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Handles exceptions </a:t>
            </a:r>
            <a:b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</a:br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separately from normal business logic flow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539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C9D6BE-66F1-7E97-CA79-F5D12A59E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04" y="533401"/>
            <a:ext cx="11902490" cy="591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55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20029F-80D7-03FC-0B22-B17E249F1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21" y="1320800"/>
            <a:ext cx="11997778" cy="444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02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8690" y="815028"/>
            <a:ext cx="4328849" cy="879018"/>
          </a:xfrm>
          <a:effectLst/>
        </p:spPr>
        <p:txBody>
          <a:bodyPr>
            <a:normAutofit/>
          </a:bodyPr>
          <a:lstStyle/>
          <a:p>
            <a:r>
              <a:rPr lang="en-AU" sz="4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Stack trace</a:t>
            </a: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01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556" y="597411"/>
            <a:ext cx="3230932" cy="3772458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chemeClr val="accent2"/>
                </a:solidFill>
              </a:rPr>
              <a:t>What happens when exception throws?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151E0-CAFA-712F-0FF3-FCFDACF08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716" y="26069"/>
            <a:ext cx="3938789" cy="614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98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ception Hierarchy in Java">
            <a:extLst>
              <a:ext uri="{FF2B5EF4-FFF2-40B4-BE49-F238E27FC236}">
                <a16:creationId xmlns:a16="http://schemas.microsoft.com/office/drawing/2014/main" id="{EABDDD47-1C65-5B1B-66AC-741AD8BB9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798" y="1260724"/>
            <a:ext cx="7002915" cy="5083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513678"/>
            <a:ext cx="5273832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Class</a:t>
            </a:r>
            <a:r>
              <a:rPr lang="en-AU" sz="4400" b="1" dirty="0">
                <a:solidFill>
                  <a:srgbClr val="002060"/>
                </a:solidFill>
              </a:rPr>
              <a:t> </a:t>
            </a:r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Hierarchy</a:t>
            </a:r>
            <a:r>
              <a:rPr lang="en-AU" sz="4400" b="1" dirty="0">
                <a:solidFill>
                  <a:srgbClr val="002060"/>
                </a:solidFill>
              </a:rPr>
              <a:t> 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94BDD1-F1F8-E858-241F-6652DA7B72F2}"/>
              </a:ext>
            </a:extLst>
          </p:cNvPr>
          <p:cNvSpPr txBox="1"/>
          <p:nvPr/>
        </p:nvSpPr>
        <p:spPr>
          <a:xfrm>
            <a:off x="228601" y="4145404"/>
            <a:ext cx="259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representation of a programming error</a:t>
            </a:r>
            <a:endParaRPr lang="en-AU" dirty="0"/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5C99AB1D-B7D7-368C-C670-CB3BAA5912B6}"/>
              </a:ext>
            </a:extLst>
          </p:cNvPr>
          <p:cNvCxnSpPr>
            <a:cxnSpLocks/>
            <a:endCxn id="26" idx="2"/>
          </p:cNvCxnSpPr>
          <p:nvPr/>
        </p:nvCxnSpPr>
        <p:spPr>
          <a:xfrm rot="10800000">
            <a:off x="1524001" y="4791735"/>
            <a:ext cx="3712028" cy="1053894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E8545A0-D292-B0AE-FD27-3FBB6D75A711}"/>
              </a:ext>
            </a:extLst>
          </p:cNvPr>
          <p:cNvSpPr txBox="1"/>
          <p:nvPr/>
        </p:nvSpPr>
        <p:spPr>
          <a:xfrm>
            <a:off x="234396" y="2140444"/>
            <a:ext cx="31747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unacceptable condition foreseen by the author of a method but outside their immediate control. </a:t>
            </a:r>
            <a:endParaRPr lang="en-AU" dirty="0"/>
          </a:p>
        </p:txBody>
      </p: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3B6C630D-DE62-BC46-4247-830FBB2D5A6F}"/>
              </a:ext>
            </a:extLst>
          </p:cNvPr>
          <p:cNvCxnSpPr>
            <a:cxnSpLocks/>
          </p:cNvCxnSpPr>
          <p:nvPr/>
        </p:nvCxnSpPr>
        <p:spPr>
          <a:xfrm rot="10800000">
            <a:off x="1524000" y="3414675"/>
            <a:ext cx="3712028" cy="1053894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498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068" y="513678"/>
            <a:ext cx="7707286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sz="4400" b="1" dirty="0">
                <a:solidFill>
                  <a:srgbClr val="0070C0"/>
                </a:solidFill>
                <a:latin typeface="Arial Black" panose="020B0A04020102020204" pitchFamily="34" charset="0"/>
              </a:rPr>
              <a:t>Common Exceptions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FA156-577C-74A1-BF4B-81E7B0285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68" y="1472665"/>
            <a:ext cx="10967935" cy="43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757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6E21EE1C-967F-23DF-07E0-9216FF50E9C1}"/>
              </a:ext>
            </a:extLst>
          </p:cNvPr>
          <p:cNvSpPr txBox="1">
            <a:spLocks/>
          </p:cNvSpPr>
          <p:nvPr/>
        </p:nvSpPr>
        <p:spPr>
          <a:xfrm>
            <a:off x="1456256" y="2062749"/>
            <a:ext cx="7035206" cy="849180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 fontScale="825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z="4700" b="1" dirty="0">
                <a:solidFill>
                  <a:srgbClr val="0070C0"/>
                </a:solidFill>
                <a:latin typeface="Arial Black" panose="020B0A04020102020204" pitchFamily="34" charset="0"/>
              </a:rPr>
              <a:t>Handling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sz="4800" b="1" dirty="0">
                <a:solidFill>
                  <a:srgbClr val="0070C0"/>
                </a:solidFill>
                <a:latin typeface="Arial Black" panose="020B0A04020102020204" pitchFamily="34" charset="0"/>
              </a:rPr>
              <a:t>Strategies</a:t>
            </a: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C6F766F-4BAA-A1C6-56DB-57BB4CE8A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533" y="1464734"/>
            <a:ext cx="10536967" cy="207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89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300435-E197-E465-F1F2-5B8B3FE34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345" y="748695"/>
            <a:ext cx="11274786" cy="500886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869" y="576939"/>
            <a:ext cx="4132645" cy="696690"/>
          </a:xfrm>
          <a:effectLst/>
        </p:spPr>
        <p:txBody>
          <a:bodyPr>
            <a:noAutofit/>
          </a:bodyPr>
          <a:lstStyle/>
          <a:p>
            <a:r>
              <a:rPr lang="en-AU" sz="2800" b="1" dirty="0">
                <a:solidFill>
                  <a:schemeClr val="accent2"/>
                </a:solidFill>
              </a:rPr>
              <a:t>Declare to be thrown</a:t>
            </a:r>
            <a:br>
              <a:rPr lang="en-AU" sz="4000" b="1" dirty="0">
                <a:solidFill>
                  <a:srgbClr val="002060"/>
                </a:solidFill>
              </a:rPr>
            </a:br>
            <a:endParaRPr lang="en-AU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692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143" y="684038"/>
            <a:ext cx="9549343" cy="75837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The order of placement of exception handlers</a:t>
            </a:r>
            <a:endParaRPr lang="en-AU" b="1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38E3B-6305-F755-3A56-913982EDC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63" y="1515880"/>
            <a:ext cx="9193379" cy="439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970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334BB3-AFE5-56C3-3DAD-23292EC4C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26" y="809167"/>
            <a:ext cx="3230932" cy="758376"/>
          </a:xfrm>
        </p:spPr>
        <p:txBody>
          <a:bodyPr>
            <a:normAutofit/>
          </a:bodyPr>
          <a:lstStyle/>
          <a:p>
            <a:r>
              <a:rPr lang="en-AU" sz="4000" b="1" dirty="0">
                <a:solidFill>
                  <a:srgbClr val="0070C0"/>
                </a:solidFill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3A44D-A4EF-BD8B-622D-C49C637E6F29}"/>
              </a:ext>
            </a:extLst>
          </p:cNvPr>
          <p:cNvSpPr txBox="1"/>
          <p:nvPr/>
        </p:nvSpPr>
        <p:spPr>
          <a:xfrm>
            <a:off x="1221326" y="1970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/>
              <a:t>https://www.callicoder.com/java-arraylist/</a:t>
            </a:r>
          </a:p>
        </p:txBody>
      </p:sp>
    </p:spTree>
    <p:extLst>
      <p:ext uri="{BB962C8B-B14F-4D97-AF65-F5344CB8AC3E}">
        <p14:creationId xmlns:p14="http://schemas.microsoft.com/office/powerpoint/2010/main" val="726297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FCA7FD-724B-FACD-003E-9FF0D2658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C87C7E0-7B7B-78C1-595C-55DED96B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FBBC8-6EC2-732D-451E-3944464D5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56325" name="Rectangle 6">
            <a:extLst>
              <a:ext uri="{FF2B5EF4-FFF2-40B4-BE49-F238E27FC236}">
                <a16:creationId xmlns:a16="http://schemas.microsoft.com/office/drawing/2014/main" id="{6703071F-D5FB-0E93-8CD0-58B070E71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56326" name="Picture 7">
            <a:extLst>
              <a:ext uri="{FF2B5EF4-FFF2-40B4-BE49-F238E27FC236}">
                <a16:creationId xmlns:a16="http://schemas.microsoft.com/office/drawing/2014/main" id="{2FBCF47E-9ED9-607D-87F5-502DDB232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14910</TotalTime>
  <Words>175</Words>
  <Application>Microsoft Office PowerPoint</Application>
  <PresentationFormat>Widescreen</PresentationFormat>
  <Paragraphs>36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幼圆</vt:lpstr>
      <vt:lpstr>Arial</vt:lpstr>
      <vt:lpstr>Arial Black</vt:lpstr>
      <vt:lpstr>Calibri</vt:lpstr>
      <vt:lpstr>Century Gothic</vt:lpstr>
      <vt:lpstr>Wingdings 3</vt:lpstr>
      <vt:lpstr>Wisp</vt:lpstr>
      <vt:lpstr>Exception Handling</vt:lpstr>
      <vt:lpstr>Why Exception Handling? </vt:lpstr>
      <vt:lpstr>PowerPoint Presentation</vt:lpstr>
      <vt:lpstr>PowerPoint Presentation</vt:lpstr>
      <vt:lpstr>Java’s way to handle </vt:lpstr>
      <vt:lpstr>Handles exceptions  separately from normal business logic flow </vt:lpstr>
      <vt:lpstr>PowerPoint Presentation</vt:lpstr>
      <vt:lpstr>PowerPoint Presentation</vt:lpstr>
      <vt:lpstr>Stack trace</vt:lpstr>
      <vt:lpstr>What happens when exception throws?</vt:lpstr>
      <vt:lpstr>Class Hierarchy  </vt:lpstr>
      <vt:lpstr>Common Exceptions </vt:lpstr>
      <vt:lpstr>PowerPoint Presentation</vt:lpstr>
      <vt:lpstr>PowerPoint Presentation</vt:lpstr>
      <vt:lpstr>Declare to be thrown </vt:lpstr>
      <vt:lpstr>The order of placement of exception handlers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697</cp:revision>
  <dcterms:created xsi:type="dcterms:W3CDTF">2020-08-03T09:43:10Z</dcterms:created>
  <dcterms:modified xsi:type="dcterms:W3CDTF">2024-05-06T12:02:47Z</dcterms:modified>
</cp:coreProperties>
</file>