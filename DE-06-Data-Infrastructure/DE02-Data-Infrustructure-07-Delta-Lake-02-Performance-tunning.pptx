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</p:sldMasterIdLst>
  <p:notesMasterIdLst>
    <p:notesMasterId r:id="rId27"/>
  </p:notesMasterIdLst>
  <p:sldIdLst>
    <p:sldId id="256" r:id="rId2"/>
    <p:sldId id="352" r:id="rId3"/>
    <p:sldId id="401" r:id="rId4"/>
    <p:sldId id="411" r:id="rId5"/>
    <p:sldId id="448" r:id="rId6"/>
    <p:sldId id="413" r:id="rId7"/>
    <p:sldId id="438" r:id="rId8"/>
    <p:sldId id="432" r:id="rId9"/>
    <p:sldId id="435" r:id="rId10"/>
    <p:sldId id="433" r:id="rId11"/>
    <p:sldId id="409" r:id="rId12"/>
    <p:sldId id="437" r:id="rId13"/>
    <p:sldId id="442" r:id="rId14"/>
    <p:sldId id="414" r:id="rId15"/>
    <p:sldId id="412" r:id="rId16"/>
    <p:sldId id="440" r:id="rId17"/>
    <p:sldId id="439" r:id="rId18"/>
    <p:sldId id="441" r:id="rId19"/>
    <p:sldId id="436" r:id="rId20"/>
    <p:sldId id="443" r:id="rId21"/>
    <p:sldId id="445" r:id="rId22"/>
    <p:sldId id="447" r:id="rId23"/>
    <p:sldId id="446" r:id="rId24"/>
    <p:sldId id="403" r:id="rId25"/>
    <p:sldId id="356" r:id="rId26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215" autoAdjust="0"/>
    <p:restoredTop sz="71362" autoAdjust="0"/>
  </p:normalViewPr>
  <p:slideViewPr>
    <p:cSldViewPr>
      <p:cViewPr>
        <p:scale>
          <a:sx n="160" d="100"/>
          <a:sy n="160" d="100"/>
        </p:scale>
        <p:origin x="2104" y="3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5B3A00F-F8A9-B8DD-43A6-98F3665466C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6859F83C-8D8A-EE3B-3393-1972B211DAE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B2211BD4-1332-8324-CAF2-4236E230EEC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9D503056-15F8-20D4-494E-9CF020D907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DF69935F-63F3-1CC7-7448-639F96E9F0C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CE8128F0-4C3E-ADCD-D47C-5C3E06874E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2F69CD7-781D-CD44-A39C-4BB5881CCE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1CAB3484-8549-FE71-291B-74D47B6F90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95FCB614-B530-9A46-9789-8021002BC741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ED6CDFE8-F7DC-60E9-D4B2-0C8C6C9909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A8A9E10-6451-F2FF-61A9-D74DCEB12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Notes for title slide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3">
            <a:extLst>
              <a:ext uri="{FF2B5EF4-FFF2-40B4-BE49-F238E27FC236}">
                <a16:creationId xmlns:a16="http://schemas.microsoft.com/office/drawing/2014/main" id="{15AD8771-D86C-1558-E96A-DDA2D46495F6}"/>
              </a:ext>
            </a:extLst>
          </p:cNvPr>
          <p:cNvSpPr>
            <a:spLocks/>
          </p:cNvSpPr>
          <p:nvPr/>
        </p:nvSpPr>
        <p:spPr bwMode="auto">
          <a:xfrm>
            <a:off x="-31750" y="4321175"/>
            <a:ext cx="1395413" cy="781050"/>
          </a:xfrm>
          <a:custGeom>
            <a:avLst/>
            <a:gdLst>
              <a:gd name="T0" fmla="*/ 2147483646 w 8042"/>
              <a:gd name="T1" fmla="*/ 2147483646 h 10000"/>
              <a:gd name="T2" fmla="*/ 2147483646 w 8042"/>
              <a:gd name="T3" fmla="*/ 2147483646 h 10000"/>
              <a:gd name="T4" fmla="*/ 2147483646 w 8042"/>
              <a:gd name="T5" fmla="*/ 2147483646 h 10000"/>
              <a:gd name="T6" fmla="*/ 2147483646 w 8042"/>
              <a:gd name="T7" fmla="*/ 2147483646 h 10000"/>
              <a:gd name="T8" fmla="*/ 2147483646 w 8042"/>
              <a:gd name="T9" fmla="*/ 2147483646 h 10000"/>
              <a:gd name="T10" fmla="*/ 2147483646 w 8042"/>
              <a:gd name="T11" fmla="*/ 2147483646 h 10000"/>
              <a:gd name="T12" fmla="*/ 2147483646 w 8042"/>
              <a:gd name="T13" fmla="*/ 2147483646 h 10000"/>
              <a:gd name="T14" fmla="*/ 2147483646 w 8042"/>
              <a:gd name="T15" fmla="*/ 2147483646 h 10000"/>
              <a:gd name="T16" fmla="*/ 2147483646 w 8042"/>
              <a:gd name="T17" fmla="*/ 0 h 10000"/>
              <a:gd name="T18" fmla="*/ 0 w 8042"/>
              <a:gd name="T19" fmla="*/ 2147483646 h 10000"/>
              <a:gd name="T20" fmla="*/ 2147483646 w 8042"/>
              <a:gd name="T21" fmla="*/ 2147483646 h 100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5A00017-4023-5CED-29AC-3550A0351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B2E4571-524C-94A6-AB75-D550D9EC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F0507E5-AE96-7EEB-88EB-8E0E90E93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4529138"/>
            <a:ext cx="584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A50E9A-9CEF-1E4E-889A-63E563B3EF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1189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288F7671-5D25-E308-92DD-F4403C53B398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0A9BFEE-89C3-3A52-7B2B-C35D3C411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7E760F-39D6-2123-DACF-90CCB6011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B5B6678-7A13-87F2-159C-F6C80544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7298E-056C-9C4E-874F-B5D368316F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937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436651B8-60FD-65A2-EFFD-E843722AE835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DCFBDDB-36F6-498B-F627-B411804F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2984E59-ADDC-674D-5A35-847CDA60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6C82CA-D7A8-A48D-2F07-115A1AB45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A5ECA6-1B7B-874B-A936-86D990DCCA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5867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18165DE8-8AD1-51A6-13E2-F92EED277870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A5425-24C1-B357-C1C9-5798C8F39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67F47-7EE0-26D3-6298-C4EFF584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FA3714-C0C1-EBA1-262B-543DE147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5037F-4EA1-A546-85E9-699C3F5EBB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4141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C7A39835-0896-65F1-6C82-66838C8D9B2A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3D159-6DB3-1C62-279E-BC21BEDA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4AF2E7-3CFB-8FD6-1B9C-B694D347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DC37E13-A4A9-C6BE-671A-67AF52FF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1AA2B-1181-0248-AADF-A236DF3E62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969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7E5CCCD1-6D34-DAD8-AEC2-4545A4AC7188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E114B31-C1A7-F772-E456-DFBD83840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BB47AB3-3ADF-F34D-3794-D51B9F02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2A2680E-5C55-2CFA-5309-E24910A0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1E50F-B5A3-034B-82CF-599479501A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5609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2AD86483-220E-F743-1FAC-37EE432D7D9A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AA54A30E-1011-158F-A171-F0E33313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8177BB3-77B1-B8CF-25AA-4E1D4AAF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701F796-06FD-D9F1-BC8A-94A9C5FF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57ED1-2E37-B84A-88F6-8746634792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132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D2AC32D7-4AA1-F48A-90FC-15320E6D8A49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977D361D-9BD4-26A1-0F7C-C19CBCFA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8A5B31B-D1A7-106F-8345-7534D9B0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85E06BC-18B7-474B-9D0C-5B79B065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92A7A-23C7-FB44-8CE5-C1C242FC7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873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D7A8E882-7338-4CFA-3205-1C72AC535C34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8F8443BC-08CF-0EB1-278C-EE4A5E25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1AA6B8A-7B77-66D1-74A6-05FE38B8D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1E22D99-7764-49B8-B4FE-0E4C2DA46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ED3E7-CC74-2F41-A431-FB93138DCC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426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30A3F5F6-E412-E304-E422-B1EBD1554562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88FA50E-7636-84F6-7F25-9E2AB8672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12D747C-A85D-BCC2-8A00-D96B23F2B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DEDC538-11F0-14F6-3C4F-C7B3EFEA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34F13-D1C4-B743-BF89-099BA07C79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4839249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C5709DD1-AB8B-97AA-7402-A9C5E812DC03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CD498A-F730-F1DA-0EB4-0B929213E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6" name="TextBox 62">
            <a:extLst>
              <a:ext uri="{FF2B5EF4-FFF2-40B4-BE49-F238E27FC236}">
                <a16:creationId xmlns:a16="http://schemas.microsoft.com/office/drawing/2014/main" id="{667DAE39-B9B8-B800-D41C-CCF61E0F3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FFB9E6B-665F-EA66-02F0-6384B87E16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048BE39-905A-7927-A3E0-6B0A901809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4AD7407-93F4-51C7-0B21-A4662E4977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2D0091-C18B-7641-B7A1-2D83D6886F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8246139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2F4CCD67-18B0-DE89-919E-0B663EB1FD48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1557B-F124-EFBF-22F3-6DB0D62FF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B72C7-CD27-8AAC-73EF-356CE3D13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37C1E-B6EC-8F86-7B7E-66651AB2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944F7-71B2-7E48-9C10-52EF99C323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6999627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75D47D4E-4230-8172-2DB7-168748026C52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5AB3E-A9D4-EA94-4F7D-7DA6BD3C0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5" name="TextBox 62">
            <a:extLst>
              <a:ext uri="{FF2B5EF4-FFF2-40B4-BE49-F238E27FC236}">
                <a16:creationId xmlns:a16="http://schemas.microsoft.com/office/drawing/2014/main" id="{D11C54F5-4958-08D8-C994-EC194620A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9C3486D-AFCD-7AF8-E914-062D8D08C95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0A74468D-7AD4-C844-D7EB-A2886D037FF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F56003BA-4112-4929-02D2-EA0B2B7141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D286AB-A613-B84C-B469-FC1DB5D45C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1126636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689B294-8F97-ABED-7FCF-3218072B8C54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415AF-D639-14CD-43F7-507664285B1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DC213-A1AC-4C2F-0D1B-6802CDAA48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F29E4-1C3E-B190-D7AC-C1F07AF2A5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E369C9-2271-4945-9251-3D7F226C2C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5677586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93822C34-F31C-5CC8-F8CC-689C83A79798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53F6D47-E9B4-6FC7-7BFE-2EB2C6D10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4676BC-9673-D9CF-2698-EA3035615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801BEE-3D2B-6161-D066-64ED692E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C952A-F765-4B4D-9F23-B74A527DCB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7304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EDE8A87A-0DD3-682C-FEB6-668584EFF131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CB311F7-56F7-5183-BC72-F4B695991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8752F9-4A92-37C1-9727-BAE36241E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55E0E8-2825-BAA3-BD88-2994682A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1C8F46-BDCA-F349-A27A-11710374CC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355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5">
            <a:extLst>
              <a:ext uri="{FF2B5EF4-FFF2-40B4-BE49-F238E27FC236}">
                <a16:creationId xmlns:a16="http://schemas.microsoft.com/office/drawing/2014/main" id="{322E0054-98B0-AE8B-5FEC-EDAE07AA6EAD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6" name="Freeform 11">
              <a:extLst>
                <a:ext uri="{FF2B5EF4-FFF2-40B4-BE49-F238E27FC236}">
                  <a16:creationId xmlns:a16="http://schemas.microsoft.com/office/drawing/2014/main" id="{1170728A-C192-6AF9-6451-EB0739D66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>
                <a:gd name="T0" fmla="*/ 2147483646 w 22"/>
                <a:gd name="T1" fmla="*/ 2147483646 h 136"/>
                <a:gd name="T2" fmla="*/ 2147483646 w 22"/>
                <a:gd name="T3" fmla="*/ 2147483646 h 136"/>
                <a:gd name="T4" fmla="*/ 0 w 22"/>
                <a:gd name="T5" fmla="*/ 0 h 136"/>
                <a:gd name="T6" fmla="*/ 0 w 22"/>
                <a:gd name="T7" fmla="*/ 2147483646 h 136"/>
                <a:gd name="T8" fmla="*/ 2147483646 w 22"/>
                <a:gd name="T9" fmla="*/ 2147483646 h 136"/>
                <a:gd name="T10" fmla="*/ 2147483646 w 22"/>
                <a:gd name="T11" fmla="*/ 2147483646 h 1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Freeform 12">
              <a:extLst>
                <a:ext uri="{FF2B5EF4-FFF2-40B4-BE49-F238E27FC236}">
                  <a16:creationId xmlns:a16="http://schemas.microsoft.com/office/drawing/2014/main" id="{F35CA695-F24E-E47A-4E8B-72FBD0E86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>
                <a:gd name="T0" fmla="*/ 2147483646 w 140"/>
                <a:gd name="T1" fmla="*/ 2147483646 h 504"/>
                <a:gd name="T2" fmla="*/ 2147483646 w 140"/>
                <a:gd name="T3" fmla="*/ 2147483646 h 504"/>
                <a:gd name="T4" fmla="*/ 2147483646 w 140"/>
                <a:gd name="T5" fmla="*/ 2147483646 h 504"/>
                <a:gd name="T6" fmla="*/ 2147483646 w 140"/>
                <a:gd name="T7" fmla="*/ 2147483646 h 504"/>
                <a:gd name="T8" fmla="*/ 0 w 140"/>
                <a:gd name="T9" fmla="*/ 0 h 504"/>
                <a:gd name="T10" fmla="*/ 2147483646 w 140"/>
                <a:gd name="T11" fmla="*/ 2147483646 h 504"/>
                <a:gd name="T12" fmla="*/ 2147483646 w 140"/>
                <a:gd name="T13" fmla="*/ 2147483646 h 5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13">
              <a:extLst>
                <a:ext uri="{FF2B5EF4-FFF2-40B4-BE49-F238E27FC236}">
                  <a16:creationId xmlns:a16="http://schemas.microsoft.com/office/drawing/2014/main" id="{A91C7D58-BAE1-060B-43B7-0EB399302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>
                <a:gd name="T0" fmla="*/ 2147483646 w 132"/>
                <a:gd name="T1" fmla="*/ 2147483646 h 308"/>
                <a:gd name="T2" fmla="*/ 0 w 132"/>
                <a:gd name="T3" fmla="*/ 0 h 308"/>
                <a:gd name="T4" fmla="*/ 0 w 132"/>
                <a:gd name="T5" fmla="*/ 2147483646 h 308"/>
                <a:gd name="T6" fmla="*/ 2147483646 w 132"/>
                <a:gd name="T7" fmla="*/ 2147483646 h 308"/>
                <a:gd name="T8" fmla="*/ 2147483646 w 132"/>
                <a:gd name="T9" fmla="*/ 2147483646 h 308"/>
                <a:gd name="T10" fmla="*/ 2147483646 w 132"/>
                <a:gd name="T11" fmla="*/ 2147483646 h 308"/>
                <a:gd name="T12" fmla="*/ 2147483646 w 132"/>
                <a:gd name="T13" fmla="*/ 2147483646 h 308"/>
                <a:gd name="T14" fmla="*/ 2147483646 w 132"/>
                <a:gd name="T15" fmla="*/ 2147483646 h 3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14">
              <a:extLst>
                <a:ext uri="{FF2B5EF4-FFF2-40B4-BE49-F238E27FC236}">
                  <a16:creationId xmlns:a16="http://schemas.microsoft.com/office/drawing/2014/main" id="{116D91B6-1D96-6F60-5604-3C935B5ED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>
                <a:gd name="T0" fmla="*/ 2147483646 w 37"/>
                <a:gd name="T1" fmla="*/ 2147483646 h 79"/>
                <a:gd name="T2" fmla="*/ 2147483646 w 37"/>
                <a:gd name="T3" fmla="*/ 2147483646 h 79"/>
                <a:gd name="T4" fmla="*/ 0 w 37"/>
                <a:gd name="T5" fmla="*/ 0 h 79"/>
                <a:gd name="T6" fmla="*/ 2147483646 w 37"/>
                <a:gd name="T7" fmla="*/ 2147483646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15">
              <a:extLst>
                <a:ext uri="{FF2B5EF4-FFF2-40B4-BE49-F238E27FC236}">
                  <a16:creationId xmlns:a16="http://schemas.microsoft.com/office/drawing/2014/main" id="{B8060E9C-917B-69CB-D2A2-FC0FC7D53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>
                <a:gd name="T0" fmla="*/ 2147483646 w 178"/>
                <a:gd name="T1" fmla="*/ 2147483646 h 722"/>
                <a:gd name="T2" fmla="*/ 2147483646 w 178"/>
                <a:gd name="T3" fmla="*/ 2147483646 h 722"/>
                <a:gd name="T4" fmla="*/ 2147483646 w 178"/>
                <a:gd name="T5" fmla="*/ 2147483646 h 722"/>
                <a:gd name="T6" fmla="*/ 2147483646 w 178"/>
                <a:gd name="T7" fmla="*/ 2147483646 h 722"/>
                <a:gd name="T8" fmla="*/ 0 w 178"/>
                <a:gd name="T9" fmla="*/ 0 h 722"/>
                <a:gd name="T10" fmla="*/ 2147483646 w 178"/>
                <a:gd name="T11" fmla="*/ 2147483646 h 722"/>
                <a:gd name="T12" fmla="*/ 2147483646 w 178"/>
                <a:gd name="T13" fmla="*/ 2147483646 h 722"/>
                <a:gd name="T14" fmla="*/ 2147483646 w 178"/>
                <a:gd name="T15" fmla="*/ 2147483646 h 722"/>
                <a:gd name="T16" fmla="*/ 2147483646 w 178"/>
                <a:gd name="T17" fmla="*/ 2147483646 h 722"/>
                <a:gd name="T18" fmla="*/ 2147483646 w 178"/>
                <a:gd name="T19" fmla="*/ 2147483646 h 722"/>
                <a:gd name="T20" fmla="*/ 2147483646 w 178"/>
                <a:gd name="T21" fmla="*/ 2147483646 h 7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16">
              <a:extLst>
                <a:ext uri="{FF2B5EF4-FFF2-40B4-BE49-F238E27FC236}">
                  <a16:creationId xmlns:a16="http://schemas.microsoft.com/office/drawing/2014/main" id="{795DE7A4-27F1-5623-0B93-319EADE06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>
                <a:gd name="T0" fmla="*/ 2147483646 w 23"/>
                <a:gd name="T1" fmla="*/ 2147483646 h 635"/>
                <a:gd name="T2" fmla="*/ 2147483646 w 23"/>
                <a:gd name="T3" fmla="*/ 2147483646 h 635"/>
                <a:gd name="T4" fmla="*/ 2147483646 w 23"/>
                <a:gd name="T5" fmla="*/ 2147483646 h 635"/>
                <a:gd name="T6" fmla="*/ 2147483646 w 23"/>
                <a:gd name="T7" fmla="*/ 2147483646 h 635"/>
                <a:gd name="T8" fmla="*/ 2147483646 w 23"/>
                <a:gd name="T9" fmla="*/ 2147483646 h 635"/>
                <a:gd name="T10" fmla="*/ 2147483646 w 23"/>
                <a:gd name="T11" fmla="*/ 2147483646 h 635"/>
                <a:gd name="T12" fmla="*/ 2147483646 w 23"/>
                <a:gd name="T13" fmla="*/ 0 h 635"/>
                <a:gd name="T14" fmla="*/ 2147483646 w 23"/>
                <a:gd name="T15" fmla="*/ 0 h 635"/>
                <a:gd name="T16" fmla="*/ 2147483646 w 23"/>
                <a:gd name="T17" fmla="*/ 2147483646 h 635"/>
                <a:gd name="T18" fmla="*/ 2147483646 w 23"/>
                <a:gd name="T19" fmla="*/ 2147483646 h 6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Freeform 17">
              <a:extLst>
                <a:ext uri="{FF2B5EF4-FFF2-40B4-BE49-F238E27FC236}">
                  <a16:creationId xmlns:a16="http://schemas.microsoft.com/office/drawing/2014/main" id="{D76A1613-30E5-039B-86FB-317FAA4A2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>
                <a:gd name="T0" fmla="*/ 0 w 17"/>
                <a:gd name="T1" fmla="*/ 0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2147483646 w 17"/>
                <a:gd name="T9" fmla="*/ 2147483646 h 107"/>
                <a:gd name="T10" fmla="*/ 0 w 17"/>
                <a:gd name="T11" fmla="*/ 0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18">
              <a:extLst>
                <a:ext uri="{FF2B5EF4-FFF2-40B4-BE49-F238E27FC236}">
                  <a16:creationId xmlns:a16="http://schemas.microsoft.com/office/drawing/2014/main" id="{6C7DB79B-F04B-A3C3-C5A7-D3050705A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>
                <a:gd name="T0" fmla="*/ 0 w 41"/>
                <a:gd name="T1" fmla="*/ 0 h 222"/>
                <a:gd name="T2" fmla="*/ 2147483646 w 41"/>
                <a:gd name="T3" fmla="*/ 2147483646 h 222"/>
                <a:gd name="T4" fmla="*/ 2147483646 w 41"/>
                <a:gd name="T5" fmla="*/ 2147483646 h 222"/>
                <a:gd name="T6" fmla="*/ 2147483646 w 41"/>
                <a:gd name="T7" fmla="*/ 2147483646 h 222"/>
                <a:gd name="T8" fmla="*/ 2147483646 w 41"/>
                <a:gd name="T9" fmla="*/ 2147483646 h 222"/>
                <a:gd name="T10" fmla="*/ 2147483646 w 41"/>
                <a:gd name="T11" fmla="*/ 2147483646 h 222"/>
                <a:gd name="T12" fmla="*/ 2147483646 w 41"/>
                <a:gd name="T13" fmla="*/ 2147483646 h 222"/>
                <a:gd name="T14" fmla="*/ 2147483646 w 41"/>
                <a:gd name="T15" fmla="*/ 2147483646 h 222"/>
                <a:gd name="T16" fmla="*/ 2147483646 w 41"/>
                <a:gd name="T17" fmla="*/ 2147483646 h 222"/>
                <a:gd name="T18" fmla="*/ 0 w 41"/>
                <a:gd name="T19" fmla="*/ 0 h 2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Freeform 19">
              <a:extLst>
                <a:ext uri="{FF2B5EF4-FFF2-40B4-BE49-F238E27FC236}">
                  <a16:creationId xmlns:a16="http://schemas.microsoft.com/office/drawing/2014/main" id="{8A9E7700-8437-662A-2F21-B38199A05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>
                <a:gd name="T0" fmla="*/ 2147483646 w 450"/>
                <a:gd name="T1" fmla="*/ 2147483646 h 878"/>
                <a:gd name="T2" fmla="*/ 2147483646 w 450"/>
                <a:gd name="T3" fmla="*/ 2147483646 h 878"/>
                <a:gd name="T4" fmla="*/ 2147483646 w 450"/>
                <a:gd name="T5" fmla="*/ 2147483646 h 878"/>
                <a:gd name="T6" fmla="*/ 2147483646 w 450"/>
                <a:gd name="T7" fmla="*/ 2147483646 h 878"/>
                <a:gd name="T8" fmla="*/ 2147483646 w 450"/>
                <a:gd name="T9" fmla="*/ 2147483646 h 878"/>
                <a:gd name="T10" fmla="*/ 2147483646 w 450"/>
                <a:gd name="T11" fmla="*/ 2147483646 h 878"/>
                <a:gd name="T12" fmla="*/ 2147483646 w 450"/>
                <a:gd name="T13" fmla="*/ 2147483646 h 878"/>
                <a:gd name="T14" fmla="*/ 2147483646 w 450"/>
                <a:gd name="T15" fmla="*/ 0 h 878"/>
                <a:gd name="T16" fmla="*/ 2147483646 w 450"/>
                <a:gd name="T17" fmla="*/ 2147483646 h 878"/>
                <a:gd name="T18" fmla="*/ 2147483646 w 450"/>
                <a:gd name="T19" fmla="*/ 2147483646 h 878"/>
                <a:gd name="T20" fmla="*/ 2147483646 w 450"/>
                <a:gd name="T21" fmla="*/ 2147483646 h 878"/>
                <a:gd name="T22" fmla="*/ 2147483646 w 450"/>
                <a:gd name="T23" fmla="*/ 2147483646 h 878"/>
                <a:gd name="T24" fmla="*/ 2147483646 w 450"/>
                <a:gd name="T25" fmla="*/ 2147483646 h 878"/>
                <a:gd name="T26" fmla="*/ 0 w 450"/>
                <a:gd name="T27" fmla="*/ 2147483646 h 878"/>
                <a:gd name="T28" fmla="*/ 0 w 450"/>
                <a:gd name="T29" fmla="*/ 2147483646 h 878"/>
                <a:gd name="T30" fmla="*/ 2147483646 w 450"/>
                <a:gd name="T31" fmla="*/ 2147483646 h 878"/>
                <a:gd name="T32" fmla="*/ 2147483646 w 450"/>
                <a:gd name="T33" fmla="*/ 2147483646 h 87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" name="Freeform 20">
              <a:extLst>
                <a:ext uri="{FF2B5EF4-FFF2-40B4-BE49-F238E27FC236}">
                  <a16:creationId xmlns:a16="http://schemas.microsoft.com/office/drawing/2014/main" id="{7773D77B-C7AC-2CB8-260F-30BFE0E21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>
                <a:gd name="T0" fmla="*/ 0 w 35"/>
                <a:gd name="T1" fmla="*/ 0 h 73"/>
                <a:gd name="T2" fmla="*/ 2147483646 w 35"/>
                <a:gd name="T3" fmla="*/ 2147483646 h 73"/>
                <a:gd name="T4" fmla="*/ 2147483646 w 35"/>
                <a:gd name="T5" fmla="*/ 2147483646 h 73"/>
                <a:gd name="T6" fmla="*/ 0 w 35"/>
                <a:gd name="T7" fmla="*/ 0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6" name="Freeform 21">
              <a:extLst>
                <a:ext uri="{FF2B5EF4-FFF2-40B4-BE49-F238E27FC236}">
                  <a16:creationId xmlns:a16="http://schemas.microsoft.com/office/drawing/2014/main" id="{77232249-B27D-B97B-15C6-CCB641A88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>
                <a:gd name="T0" fmla="*/ 2147483646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0 h 48"/>
                <a:gd name="T8" fmla="*/ 0 w 8"/>
                <a:gd name="T9" fmla="*/ 2147483646 h 48"/>
                <a:gd name="T10" fmla="*/ 2147483646 w 8"/>
                <a:gd name="T11" fmla="*/ 2147483646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7" name="Freeform 22">
              <a:extLst>
                <a:ext uri="{FF2B5EF4-FFF2-40B4-BE49-F238E27FC236}">
                  <a16:creationId xmlns:a16="http://schemas.microsoft.com/office/drawing/2014/main" id="{728CB0BC-4F63-EBCC-2CF1-2AA037E82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>
                <a:gd name="T0" fmla="*/ 2147483646 w 52"/>
                <a:gd name="T1" fmla="*/ 2147483646 h 135"/>
                <a:gd name="T2" fmla="*/ 0 w 52"/>
                <a:gd name="T3" fmla="*/ 0 h 135"/>
                <a:gd name="T4" fmla="*/ 2147483646 w 52"/>
                <a:gd name="T5" fmla="*/ 2147483646 h 135"/>
                <a:gd name="T6" fmla="*/ 2147483646 w 52"/>
                <a:gd name="T7" fmla="*/ 2147483646 h 135"/>
                <a:gd name="T8" fmla="*/ 2147483646 w 52"/>
                <a:gd name="T9" fmla="*/ 2147483646 h 135"/>
                <a:gd name="T10" fmla="*/ 2147483646 w 52"/>
                <a:gd name="T11" fmla="*/ 2147483646 h 135"/>
                <a:gd name="T12" fmla="*/ 2147483646 w 52"/>
                <a:gd name="T13" fmla="*/ 2147483646 h 135"/>
                <a:gd name="T14" fmla="*/ 2147483646 w 52"/>
                <a:gd name="T15" fmla="*/ 2147483646 h 1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7" name="Group 48">
            <a:extLst>
              <a:ext uri="{FF2B5EF4-FFF2-40B4-BE49-F238E27FC236}">
                <a16:creationId xmlns:a16="http://schemas.microsoft.com/office/drawing/2014/main" id="{E319B91A-0560-982D-5917-68DA5FE8A140}"/>
              </a:ext>
            </a:extLst>
          </p:cNvPr>
          <p:cNvGrpSpPr>
            <a:grpSpLocks/>
          </p:cNvGrpSpPr>
          <p:nvPr/>
        </p:nvGrpSpPr>
        <p:grpSpPr bwMode="auto">
          <a:xfrm>
            <a:off x="20638" y="0"/>
            <a:ext cx="1952625" cy="6853238"/>
            <a:chOff x="6627813" y="195717"/>
            <a:chExt cx="1952625" cy="5678034"/>
          </a:xfrm>
        </p:grpSpPr>
        <p:sp>
          <p:nvSpPr>
            <p:cNvPr id="1034" name="Freeform 27">
              <a:extLst>
                <a:ext uri="{FF2B5EF4-FFF2-40B4-BE49-F238E27FC236}">
                  <a16:creationId xmlns:a16="http://schemas.microsoft.com/office/drawing/2014/main" id="{25FFE9B4-D8C3-B944-53F6-FFBFF6F21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>
                <a:gd name="T0" fmla="*/ 2147483646 w 103"/>
                <a:gd name="T1" fmla="*/ 2147483646 h 920"/>
                <a:gd name="T2" fmla="*/ 2147483646 w 103"/>
                <a:gd name="T3" fmla="*/ 2147483646 h 920"/>
                <a:gd name="T4" fmla="*/ 2147483646 w 103"/>
                <a:gd name="T5" fmla="*/ 2147483646 h 920"/>
                <a:gd name="T6" fmla="*/ 2147483646 w 103"/>
                <a:gd name="T7" fmla="*/ 2147483646 h 920"/>
                <a:gd name="T8" fmla="*/ 2147483646 w 103"/>
                <a:gd name="T9" fmla="*/ 2147483646 h 920"/>
                <a:gd name="T10" fmla="*/ 2147483646 w 103"/>
                <a:gd name="T11" fmla="*/ 2147483646 h 920"/>
                <a:gd name="T12" fmla="*/ 2147483646 w 103"/>
                <a:gd name="T13" fmla="*/ 2147483646 h 920"/>
                <a:gd name="T14" fmla="*/ 2147483646 w 103"/>
                <a:gd name="T15" fmla="*/ 2147483646 h 920"/>
                <a:gd name="T16" fmla="*/ 2147483646 w 103"/>
                <a:gd name="T17" fmla="*/ 2147483646 h 920"/>
                <a:gd name="T18" fmla="*/ 2147483646 w 103"/>
                <a:gd name="T19" fmla="*/ 2147483646 h 920"/>
                <a:gd name="T20" fmla="*/ 2147483646 w 103"/>
                <a:gd name="T21" fmla="*/ 2147483646 h 920"/>
                <a:gd name="T22" fmla="*/ 2147483646 w 103"/>
                <a:gd name="T23" fmla="*/ 0 h 920"/>
                <a:gd name="T24" fmla="*/ 0 w 103"/>
                <a:gd name="T25" fmla="*/ 0 h 920"/>
                <a:gd name="T26" fmla="*/ 2147483646 w 103"/>
                <a:gd name="T27" fmla="*/ 2147483646 h 920"/>
                <a:gd name="T28" fmla="*/ 2147483646 w 103"/>
                <a:gd name="T29" fmla="*/ 2147483646 h 9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Freeform 28">
              <a:extLst>
                <a:ext uri="{FF2B5EF4-FFF2-40B4-BE49-F238E27FC236}">
                  <a16:creationId xmlns:a16="http://schemas.microsoft.com/office/drawing/2014/main" id="{4DB345AE-2C08-D04F-7D54-DE822A753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>
                <a:gd name="T0" fmla="*/ 2147483646 w 88"/>
                <a:gd name="T1" fmla="*/ 2147483646 h 330"/>
                <a:gd name="T2" fmla="*/ 2147483646 w 88"/>
                <a:gd name="T3" fmla="*/ 2147483646 h 330"/>
                <a:gd name="T4" fmla="*/ 2147483646 w 88"/>
                <a:gd name="T5" fmla="*/ 2147483646 h 330"/>
                <a:gd name="T6" fmla="*/ 2147483646 w 88"/>
                <a:gd name="T7" fmla="*/ 2147483646 h 330"/>
                <a:gd name="T8" fmla="*/ 2147483646 w 88"/>
                <a:gd name="T9" fmla="*/ 2147483646 h 330"/>
                <a:gd name="T10" fmla="*/ 0 w 88"/>
                <a:gd name="T11" fmla="*/ 0 h 330"/>
                <a:gd name="T12" fmla="*/ 2147483646 w 88"/>
                <a:gd name="T13" fmla="*/ 2147483646 h 330"/>
                <a:gd name="T14" fmla="*/ 2147483646 w 88"/>
                <a:gd name="T15" fmla="*/ 2147483646 h 3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" name="Freeform 29">
              <a:extLst>
                <a:ext uri="{FF2B5EF4-FFF2-40B4-BE49-F238E27FC236}">
                  <a16:creationId xmlns:a16="http://schemas.microsoft.com/office/drawing/2014/main" id="{68F8AF2B-CBB6-3A88-8287-88F03BE07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>
                <a:gd name="T0" fmla="*/ 2147483646 w 90"/>
                <a:gd name="T1" fmla="*/ 2147483646 h 207"/>
                <a:gd name="T2" fmla="*/ 0 w 90"/>
                <a:gd name="T3" fmla="*/ 0 h 207"/>
                <a:gd name="T4" fmla="*/ 2147483646 w 90"/>
                <a:gd name="T5" fmla="*/ 2147483646 h 207"/>
                <a:gd name="T6" fmla="*/ 2147483646 w 90"/>
                <a:gd name="T7" fmla="*/ 2147483646 h 207"/>
                <a:gd name="T8" fmla="*/ 2147483646 w 90"/>
                <a:gd name="T9" fmla="*/ 2147483646 h 207"/>
                <a:gd name="T10" fmla="*/ 2147483646 w 90"/>
                <a:gd name="T11" fmla="*/ 2147483646 h 207"/>
                <a:gd name="T12" fmla="*/ 2147483646 w 90"/>
                <a:gd name="T13" fmla="*/ 2147483646 h 207"/>
                <a:gd name="T14" fmla="*/ 2147483646 w 90"/>
                <a:gd name="T15" fmla="*/ 2147483646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30">
              <a:extLst>
                <a:ext uri="{FF2B5EF4-FFF2-40B4-BE49-F238E27FC236}">
                  <a16:creationId xmlns:a16="http://schemas.microsoft.com/office/drawing/2014/main" id="{D27B78A7-FB01-9FA9-DEB6-9C819E737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>
                <a:gd name="T0" fmla="*/ 2147483646 w 115"/>
                <a:gd name="T1" fmla="*/ 2147483646 h 467"/>
                <a:gd name="T2" fmla="*/ 2147483646 w 115"/>
                <a:gd name="T3" fmla="*/ 2147483646 h 467"/>
                <a:gd name="T4" fmla="*/ 2147483646 w 115"/>
                <a:gd name="T5" fmla="*/ 2147483646 h 467"/>
                <a:gd name="T6" fmla="*/ 2147483646 w 115"/>
                <a:gd name="T7" fmla="*/ 2147483646 h 467"/>
                <a:gd name="T8" fmla="*/ 0 w 115"/>
                <a:gd name="T9" fmla="*/ 0 h 467"/>
                <a:gd name="T10" fmla="*/ 2147483646 w 115"/>
                <a:gd name="T11" fmla="*/ 2147483646 h 467"/>
                <a:gd name="T12" fmla="*/ 2147483646 w 115"/>
                <a:gd name="T13" fmla="*/ 2147483646 h 467"/>
                <a:gd name="T14" fmla="*/ 2147483646 w 115"/>
                <a:gd name="T15" fmla="*/ 2147483646 h 467"/>
                <a:gd name="T16" fmla="*/ 2147483646 w 115"/>
                <a:gd name="T17" fmla="*/ 2147483646 h 467"/>
                <a:gd name="T18" fmla="*/ 2147483646 w 115"/>
                <a:gd name="T19" fmla="*/ 2147483646 h 467"/>
                <a:gd name="T20" fmla="*/ 2147483646 w 115"/>
                <a:gd name="T21" fmla="*/ 2147483646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31">
              <a:extLst>
                <a:ext uri="{FF2B5EF4-FFF2-40B4-BE49-F238E27FC236}">
                  <a16:creationId xmlns:a16="http://schemas.microsoft.com/office/drawing/2014/main" id="{B94B9542-67D3-A561-1987-5D1BE0DB4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>
                <a:gd name="T0" fmla="*/ 2147483646 w 36"/>
                <a:gd name="T1" fmla="*/ 2147483646 h 633"/>
                <a:gd name="T2" fmla="*/ 2147483646 w 36"/>
                <a:gd name="T3" fmla="*/ 2147483646 h 633"/>
                <a:gd name="T4" fmla="*/ 2147483646 w 36"/>
                <a:gd name="T5" fmla="*/ 2147483646 h 633"/>
                <a:gd name="T6" fmla="*/ 2147483646 w 36"/>
                <a:gd name="T7" fmla="*/ 2147483646 h 633"/>
                <a:gd name="T8" fmla="*/ 2147483646 w 36"/>
                <a:gd name="T9" fmla="*/ 2147483646 h 633"/>
                <a:gd name="T10" fmla="*/ 2147483646 w 36"/>
                <a:gd name="T11" fmla="*/ 0 h 633"/>
                <a:gd name="T12" fmla="*/ 2147483646 w 36"/>
                <a:gd name="T13" fmla="*/ 0 h 633"/>
                <a:gd name="T14" fmla="*/ 2147483646 w 36"/>
                <a:gd name="T15" fmla="*/ 2147483646 h 633"/>
                <a:gd name="T16" fmla="*/ 2147483646 w 36"/>
                <a:gd name="T17" fmla="*/ 2147483646 h 633"/>
                <a:gd name="T18" fmla="*/ 2147483646 w 36"/>
                <a:gd name="T19" fmla="*/ 2147483646 h 633"/>
                <a:gd name="T20" fmla="*/ 2147483646 w 36"/>
                <a:gd name="T21" fmla="*/ 2147483646 h 633"/>
                <a:gd name="T22" fmla="*/ 2147483646 w 36"/>
                <a:gd name="T23" fmla="*/ 2147483646 h 633"/>
                <a:gd name="T24" fmla="*/ 2147483646 w 36"/>
                <a:gd name="T25" fmla="*/ 2147483646 h 63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 32">
              <a:extLst>
                <a:ext uri="{FF2B5EF4-FFF2-40B4-BE49-F238E27FC236}">
                  <a16:creationId xmlns:a16="http://schemas.microsoft.com/office/drawing/2014/main" id="{3AEB1D78-CBB2-3147-5A55-1C627982A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>
                <a:gd name="T0" fmla="*/ 2147483646 w 28"/>
                <a:gd name="T1" fmla="*/ 2147483646 h 59"/>
                <a:gd name="T2" fmla="*/ 2147483646 w 28"/>
                <a:gd name="T3" fmla="*/ 2147483646 h 59"/>
                <a:gd name="T4" fmla="*/ 0 w 28"/>
                <a:gd name="T5" fmla="*/ 0 h 59"/>
                <a:gd name="T6" fmla="*/ 2147483646 w 28"/>
                <a:gd name="T7" fmla="*/ 2147483646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33">
              <a:extLst>
                <a:ext uri="{FF2B5EF4-FFF2-40B4-BE49-F238E27FC236}">
                  <a16:creationId xmlns:a16="http://schemas.microsoft.com/office/drawing/2014/main" id="{3EF9E1C2-8A8D-88DA-12B9-EED81B9CB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>
                <a:gd name="T0" fmla="*/ 2147483646 w 17"/>
                <a:gd name="T1" fmla="*/ 2147483646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0 w 17"/>
                <a:gd name="T9" fmla="*/ 0 h 107"/>
                <a:gd name="T10" fmla="*/ 0 w 17"/>
                <a:gd name="T11" fmla="*/ 2147483646 h 107"/>
                <a:gd name="T12" fmla="*/ 2147483646 w 17"/>
                <a:gd name="T13" fmla="*/ 2147483646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34">
              <a:extLst>
                <a:ext uri="{FF2B5EF4-FFF2-40B4-BE49-F238E27FC236}">
                  <a16:creationId xmlns:a16="http://schemas.microsoft.com/office/drawing/2014/main" id="{850D676F-8488-2481-48AE-AF2EEBAE8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>
                <a:gd name="T0" fmla="*/ 2147483646 w 294"/>
                <a:gd name="T1" fmla="*/ 2147483646 h 568"/>
                <a:gd name="T2" fmla="*/ 2147483646 w 294"/>
                <a:gd name="T3" fmla="*/ 2147483646 h 568"/>
                <a:gd name="T4" fmla="*/ 2147483646 w 294"/>
                <a:gd name="T5" fmla="*/ 2147483646 h 568"/>
                <a:gd name="T6" fmla="*/ 2147483646 w 294"/>
                <a:gd name="T7" fmla="*/ 2147483646 h 568"/>
                <a:gd name="T8" fmla="*/ 2147483646 w 294"/>
                <a:gd name="T9" fmla="*/ 2147483646 h 568"/>
                <a:gd name="T10" fmla="*/ 2147483646 w 294"/>
                <a:gd name="T11" fmla="*/ 2147483646 h 568"/>
                <a:gd name="T12" fmla="*/ 2147483646 w 294"/>
                <a:gd name="T13" fmla="*/ 0 h 568"/>
                <a:gd name="T14" fmla="*/ 2147483646 w 294"/>
                <a:gd name="T15" fmla="*/ 0 h 568"/>
                <a:gd name="T16" fmla="*/ 2147483646 w 294"/>
                <a:gd name="T17" fmla="*/ 2147483646 h 568"/>
                <a:gd name="T18" fmla="*/ 2147483646 w 294"/>
                <a:gd name="T19" fmla="*/ 2147483646 h 568"/>
                <a:gd name="T20" fmla="*/ 2147483646 w 294"/>
                <a:gd name="T21" fmla="*/ 2147483646 h 568"/>
                <a:gd name="T22" fmla="*/ 2147483646 w 294"/>
                <a:gd name="T23" fmla="*/ 2147483646 h 568"/>
                <a:gd name="T24" fmla="*/ 2147483646 w 294"/>
                <a:gd name="T25" fmla="*/ 2147483646 h 568"/>
                <a:gd name="T26" fmla="*/ 0 w 294"/>
                <a:gd name="T27" fmla="*/ 2147483646 h 568"/>
                <a:gd name="T28" fmla="*/ 2147483646 w 294"/>
                <a:gd name="T29" fmla="*/ 2147483646 h 568"/>
                <a:gd name="T30" fmla="*/ 2147483646 w 294"/>
                <a:gd name="T31" fmla="*/ 2147483646 h 5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35">
              <a:extLst>
                <a:ext uri="{FF2B5EF4-FFF2-40B4-BE49-F238E27FC236}">
                  <a16:creationId xmlns:a16="http://schemas.microsoft.com/office/drawing/2014/main" id="{0DDFAE48-D771-3BE0-F502-6A2DCC277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>
                <a:gd name="T0" fmla="*/ 0 w 25"/>
                <a:gd name="T1" fmla="*/ 0 h 53"/>
                <a:gd name="T2" fmla="*/ 2147483646 w 25"/>
                <a:gd name="T3" fmla="*/ 2147483646 h 53"/>
                <a:gd name="T4" fmla="*/ 2147483646 w 25"/>
                <a:gd name="T5" fmla="*/ 2147483646 h 53"/>
                <a:gd name="T6" fmla="*/ 0 w 25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36">
              <a:extLst>
                <a:ext uri="{FF2B5EF4-FFF2-40B4-BE49-F238E27FC236}">
                  <a16:creationId xmlns:a16="http://schemas.microsoft.com/office/drawing/2014/main" id="{51CF92CD-0BC1-2538-B199-77A99D3B0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>
                <a:gd name="T0" fmla="*/ 0 w 29"/>
                <a:gd name="T1" fmla="*/ 0 h 141"/>
                <a:gd name="T2" fmla="*/ 2147483646 w 29"/>
                <a:gd name="T3" fmla="*/ 2147483646 h 141"/>
                <a:gd name="T4" fmla="*/ 2147483646 w 29"/>
                <a:gd name="T5" fmla="*/ 2147483646 h 141"/>
                <a:gd name="T6" fmla="*/ 2147483646 w 29"/>
                <a:gd name="T7" fmla="*/ 2147483646 h 141"/>
                <a:gd name="T8" fmla="*/ 2147483646 w 29"/>
                <a:gd name="T9" fmla="*/ 2147483646 h 141"/>
                <a:gd name="T10" fmla="*/ 2147483646 w 29"/>
                <a:gd name="T11" fmla="*/ 2147483646 h 141"/>
                <a:gd name="T12" fmla="*/ 2147483646 w 29"/>
                <a:gd name="T13" fmla="*/ 2147483646 h 141"/>
                <a:gd name="T14" fmla="*/ 0 w 29"/>
                <a:gd name="T15" fmla="*/ 0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 37">
              <a:extLst>
                <a:ext uri="{FF2B5EF4-FFF2-40B4-BE49-F238E27FC236}">
                  <a16:creationId xmlns:a16="http://schemas.microsoft.com/office/drawing/2014/main" id="{BF0ADE84-C970-53FE-F45C-F1C54DB17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>
                <a:gd name="T0" fmla="*/ 0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2147483646 h 48"/>
                <a:gd name="T8" fmla="*/ 0 w 8"/>
                <a:gd name="T9" fmla="*/ 0 h 48"/>
                <a:gd name="T10" fmla="*/ 0 w 8"/>
                <a:gd name="T11" fmla="*/ 2147483646 h 48"/>
                <a:gd name="T12" fmla="*/ 0 w 8"/>
                <a:gd name="T13" fmla="*/ 214748364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Freeform 38">
              <a:extLst>
                <a:ext uri="{FF2B5EF4-FFF2-40B4-BE49-F238E27FC236}">
                  <a16:creationId xmlns:a16="http://schemas.microsoft.com/office/drawing/2014/main" id="{E6B65195-0FCC-1F53-F397-963135A78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>
                <a:gd name="T0" fmla="*/ 2147483646 w 44"/>
                <a:gd name="T1" fmla="*/ 2147483646 h 111"/>
                <a:gd name="T2" fmla="*/ 0 w 44"/>
                <a:gd name="T3" fmla="*/ 0 h 111"/>
                <a:gd name="T4" fmla="*/ 2147483646 w 44"/>
                <a:gd name="T5" fmla="*/ 2147483646 h 111"/>
                <a:gd name="T6" fmla="*/ 2147483646 w 44"/>
                <a:gd name="T7" fmla="*/ 2147483646 h 111"/>
                <a:gd name="T8" fmla="*/ 2147483646 w 44"/>
                <a:gd name="T9" fmla="*/ 2147483646 h 111"/>
                <a:gd name="T10" fmla="*/ 2147483646 w 44"/>
                <a:gd name="T11" fmla="*/ 2147483646 h 111"/>
                <a:gd name="T12" fmla="*/ 2147483646 w 44"/>
                <a:gd name="T13" fmla="*/ 2147483646 h 111"/>
                <a:gd name="T14" fmla="*/ 2147483646 w 44"/>
                <a:gd name="T15" fmla="*/ 2147483646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E809A7B1-3402-A8C7-0E27-498B780ACA58}"/>
              </a:ext>
            </a:extLst>
          </p:cNvPr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217D6A9C-33D0-5480-C076-C6760192ADF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944688" y="623888"/>
            <a:ext cx="658971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83427A1E-405B-960C-327F-DD0B37690C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889DE-5592-F59A-55B8-8F8770176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77915-AD6D-1F00-16CE-2C93F9D2C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F2571-CC53-EFFE-EF9F-2DBC4C8CA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200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A2DCC8F2-DD67-354A-8E09-AC8842324E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81" r:id="rId1"/>
    <p:sldLayoutId id="2147485782" r:id="rId2"/>
    <p:sldLayoutId id="2147485783" r:id="rId3"/>
    <p:sldLayoutId id="2147485784" r:id="rId4"/>
    <p:sldLayoutId id="2147485785" r:id="rId5"/>
    <p:sldLayoutId id="2147485786" r:id="rId6"/>
    <p:sldLayoutId id="2147485787" r:id="rId7"/>
    <p:sldLayoutId id="2147485788" r:id="rId8"/>
    <p:sldLayoutId id="2147485789" r:id="rId9"/>
    <p:sldLayoutId id="2147485790" r:id="rId10"/>
    <p:sldLayoutId id="2147485791" r:id="rId11"/>
    <p:sldLayoutId id="2147485792" r:id="rId12"/>
    <p:sldLayoutId id="2147485793" r:id="rId13"/>
    <p:sldLayoutId id="2147485794" r:id="rId14"/>
    <p:sldLayoutId id="2147485795" r:id="rId15"/>
    <p:sldLayoutId id="2147485796" r:id="rId16"/>
  </p:sldLayoutIdLst>
  <p:hf hd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262626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9CFA24D-9675-BF12-F515-50E111DB3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797175"/>
            <a:ext cx="6705600" cy="1069975"/>
          </a:xfrm>
        </p:spPr>
        <p:txBody>
          <a:bodyPr anchor="ctr"/>
          <a:lstStyle/>
          <a:p>
            <a:pPr algn="ctr" eaLnBrk="1" hangingPunct="1"/>
            <a:r>
              <a:rPr lang="en-US" altLang="en-US" sz="2800" b="1" dirty="0">
                <a:solidFill>
                  <a:schemeClr val="accent2"/>
                </a:solidFill>
              </a:rPr>
              <a:t>Delta Lake </a:t>
            </a:r>
            <a:br>
              <a:rPr lang="en-US" altLang="en-US" sz="2800" b="1" dirty="0">
                <a:solidFill>
                  <a:schemeClr val="accent2"/>
                </a:solidFill>
              </a:rPr>
            </a:br>
            <a:r>
              <a:rPr lang="en-US" altLang="en-US" sz="2800" b="1" dirty="0">
                <a:solidFill>
                  <a:srgbClr val="0070C0"/>
                </a:solidFill>
              </a:rPr>
              <a:t>Performance Tunning </a:t>
            </a:r>
            <a:endParaRPr lang="en-US" altLang="en-US" sz="2800" b="1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1E2BF-F8BD-EF3E-4CCA-2FF5023A2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28600"/>
            <a:ext cx="2097088" cy="148748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9460" name="TextBox 5">
            <a:extLst>
              <a:ext uri="{FF2B5EF4-FFF2-40B4-BE49-F238E27FC236}">
                <a16:creationId xmlns:a16="http://schemas.microsoft.com/office/drawing/2014/main" id="{FAF82D76-9348-0CAE-FCCD-0A4BD0D6D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438" y="15621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140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400">
              <a:solidFill>
                <a:schemeClr val="accent2"/>
              </a:solidFill>
            </a:endParaRPr>
          </a:p>
        </p:txBody>
      </p:sp>
      <p:sp>
        <p:nvSpPr>
          <p:cNvPr id="19461" name="Title 1">
            <a:extLst>
              <a:ext uri="{FF2B5EF4-FFF2-40B4-BE49-F238E27FC236}">
                <a16:creationId xmlns:a16="http://schemas.microsoft.com/office/drawing/2014/main" id="{AA9F1214-CACF-8A18-8FBA-4BFB512EA579}"/>
              </a:ext>
            </a:extLst>
          </p:cNvPr>
          <p:cNvSpPr txBox="1">
            <a:spLocks/>
          </p:cNvSpPr>
          <p:nvPr/>
        </p:nvSpPr>
        <p:spPr bwMode="auto">
          <a:xfrm>
            <a:off x="2587625" y="6172200"/>
            <a:ext cx="524033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2000" b="1" i="1">
                <a:solidFill>
                  <a:srgbClr val="00B0F0"/>
                </a:solidFill>
                <a:cs typeface="幼圆"/>
              </a:rPr>
              <a:t>Funny Gorilla 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endParaRPr lang="en-AU" altLang="en-US" sz="14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F52F26D-C899-9422-C331-31A17DD63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00200"/>
            <a:ext cx="4953000" cy="685800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70C0"/>
                </a:solidFill>
              </a:rPr>
              <a:t>Learning Objectives   </a:t>
            </a: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D3974202-D16D-2F86-C1EE-DC8FAE021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438400"/>
            <a:ext cx="4038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1600" i="1" dirty="0">
                <a:solidFill>
                  <a:schemeClr val="accent2"/>
                </a:solidFill>
              </a:rPr>
              <a:t>Partition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1600" i="1" dirty="0">
                <a:solidFill>
                  <a:schemeClr val="accent2"/>
                </a:solidFill>
              </a:rPr>
              <a:t>Data Clustering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1600" i="1" dirty="0">
                <a:solidFill>
                  <a:schemeClr val="accent2"/>
                </a:solidFill>
              </a:rPr>
              <a:t>Data skipping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1600" i="1" dirty="0">
                <a:solidFill>
                  <a:schemeClr val="accent2"/>
                </a:solidFill>
              </a:rPr>
              <a:t>Optimized write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1600" i="1" dirty="0">
                <a:solidFill>
                  <a:schemeClr val="accent2"/>
                </a:solidFill>
              </a:rPr>
              <a:t>Auto compaction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1600" i="1" dirty="0">
                <a:solidFill>
                  <a:schemeClr val="accent2"/>
                </a:solidFill>
              </a:rPr>
              <a:t>Vacuum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2" descr="Delta Lake transactional layer">
            <a:extLst>
              <a:ext uri="{FF2B5EF4-FFF2-40B4-BE49-F238E27FC236}">
                <a16:creationId xmlns:a16="http://schemas.microsoft.com/office/drawing/2014/main" id="{919F2923-0CF2-0FF1-5F02-AC657AC48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838200"/>
            <a:ext cx="5387975" cy="542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01CF0B-2E24-E919-BE7F-5D1DCF8F291D}"/>
              </a:ext>
            </a:extLst>
          </p:cNvPr>
          <p:cNvSpPr txBox="1"/>
          <p:nvPr/>
        </p:nvSpPr>
        <p:spPr>
          <a:xfrm>
            <a:off x="5638800" y="4724400"/>
            <a:ext cx="3429000" cy="1600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adds transactional guarantees,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DML support,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auditing,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a unified streaming and batch model,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schema enforcement, and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a scalable metadata model</a:t>
            </a:r>
            <a:r>
              <a:rPr lang="en-AU" sz="1400" dirty="0">
                <a:latin typeface="+mn-lt"/>
              </a:rPr>
              <a:t> </a:t>
            </a:r>
            <a:endParaRPr lang="en-US" sz="1400" dirty="0"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EF1676-EE1B-7420-4D00-032E18491190}"/>
              </a:ext>
            </a:extLst>
          </p:cNvPr>
          <p:cNvSpPr txBox="1"/>
          <p:nvPr/>
        </p:nvSpPr>
        <p:spPr>
          <a:xfrm>
            <a:off x="815340" y="2795512"/>
            <a:ext cx="4137660" cy="554312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800" b="1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sz="3600">
                <a:solidFill>
                  <a:srgbClr val="262626"/>
                </a:solidFill>
              </a:defRPr>
            </a:lvl2pPr>
            <a:lvl3pPr>
              <a:defRPr sz="3600">
                <a:solidFill>
                  <a:srgbClr val="262626"/>
                </a:solidFill>
              </a:defRPr>
            </a:lvl3pPr>
            <a:lvl4pPr>
              <a:defRPr sz="3600">
                <a:solidFill>
                  <a:srgbClr val="262626"/>
                </a:solidFill>
              </a:defRPr>
            </a:lvl4pPr>
            <a:lvl5pPr>
              <a:defRPr sz="3600">
                <a:solidFill>
                  <a:srgbClr val="262626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Query optimizations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E907E-18C2-2798-FC9E-D87DE57B983D}"/>
              </a:ext>
            </a:extLst>
          </p:cNvPr>
          <p:cNvSpPr txBox="1"/>
          <p:nvPr/>
        </p:nvSpPr>
        <p:spPr>
          <a:xfrm>
            <a:off x="762000" y="3657600"/>
            <a:ext cx="533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storing file paths and metadata in the </a:t>
            </a:r>
            <a:r>
              <a:rPr lang="en-AU" sz="1400" b="1" i="1" dirty="0">
                <a:solidFill>
                  <a:srgbClr val="0070C0"/>
                </a:solidFill>
                <a:effectLst/>
                <a:latin typeface="+mn-lt"/>
              </a:rPr>
              <a:t>transaction log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F9A84-585A-71B6-6722-94F125112AF1}"/>
              </a:ext>
            </a:extLst>
          </p:cNvPr>
          <p:cNvSpPr txBox="1"/>
          <p:nvPr/>
        </p:nvSpPr>
        <p:spPr>
          <a:xfrm>
            <a:off x="762000" y="4301385"/>
            <a:ext cx="8229600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co-locating similar data to allow for better data-skipping - </a:t>
            </a:r>
            <a:r>
              <a:rPr lang="en-AU" sz="1400" b="1" i="1" dirty="0">
                <a:solidFill>
                  <a:srgbClr val="0070C0"/>
                </a:solidFill>
                <a:effectLst/>
                <a:latin typeface="+mn-lt"/>
              </a:rPr>
              <a:t>Z-Ordering</a:t>
            </a:r>
            <a:r>
              <a:rPr lang="en-AU" sz="1400" b="0" i="0" dirty="0">
                <a:solidFill>
                  <a:srgbClr val="0070C0"/>
                </a:solidFill>
                <a:effectLst/>
                <a:latin typeface="+mn-lt"/>
              </a:rPr>
              <a:t> or </a:t>
            </a:r>
            <a:r>
              <a:rPr lang="en-AU" sz="1400" b="1" i="1" dirty="0">
                <a:solidFill>
                  <a:srgbClr val="0070C0"/>
                </a:solidFill>
                <a:effectLst/>
                <a:latin typeface="+mn-lt"/>
              </a:rPr>
              <a:t>Liquid Clustering</a:t>
            </a:r>
            <a:r>
              <a:rPr lang="en-AU" sz="1400" b="1" i="1" dirty="0">
                <a:solidFill>
                  <a:srgbClr val="C00000"/>
                </a:solidFill>
                <a:effectLst/>
                <a:latin typeface="+mn-lt"/>
              </a:rPr>
              <a:t>.</a:t>
            </a:r>
            <a:endParaRPr lang="en-US" sz="1400" b="1" i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B78A77-038F-B4D0-66CE-279804E9AEF0}"/>
              </a:ext>
            </a:extLst>
          </p:cNvPr>
          <p:cNvSpPr txBox="1"/>
          <p:nvPr/>
        </p:nvSpPr>
        <p:spPr>
          <a:xfrm>
            <a:off x="762000" y="3965377"/>
            <a:ext cx="518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executing partial reads via </a:t>
            </a:r>
            <a:r>
              <a:rPr lang="en-AU" sz="1400" b="1" i="1" dirty="0">
                <a:solidFill>
                  <a:srgbClr val="0070C0"/>
                </a:solidFill>
                <a:effectLst/>
                <a:latin typeface="+mn-lt"/>
              </a:rPr>
              <a:t>Partition</a:t>
            </a:r>
            <a:r>
              <a:rPr lang="en-AU" sz="1400" dirty="0">
                <a:solidFill>
                  <a:srgbClr val="0070C0"/>
                </a:solidFill>
                <a:latin typeface="+mn-lt"/>
              </a:rPr>
              <a:t> -&gt;  </a:t>
            </a:r>
            <a:r>
              <a:rPr lang="en-AU" sz="1400" b="1" i="1" dirty="0">
                <a:solidFill>
                  <a:srgbClr val="0070C0"/>
                </a:solidFill>
                <a:latin typeface="+mn-lt"/>
              </a:rPr>
              <a:t>Data</a:t>
            </a:r>
            <a:r>
              <a:rPr lang="en-AU" sz="1400" b="1" i="1" dirty="0">
                <a:solidFill>
                  <a:srgbClr val="0070C0"/>
                </a:solidFill>
                <a:effectLst/>
                <a:latin typeface="+mn-lt"/>
              </a:rPr>
              <a:t>-skipping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A6784E-3C85-6F60-14C4-D329D96BA9CA}"/>
              </a:ext>
            </a:extLst>
          </p:cNvPr>
          <p:cNvSpPr txBox="1"/>
          <p:nvPr/>
        </p:nvSpPr>
        <p:spPr>
          <a:xfrm>
            <a:off x="762000" y="4887607"/>
            <a:ext cx="396240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Optimized write -  shuffle before write</a:t>
            </a:r>
            <a:endParaRPr lang="en-AU" sz="1400" b="1" i="1" dirty="0">
              <a:solidFill>
                <a:srgbClr val="0070C0"/>
              </a:solidFill>
              <a:effectLst/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B40B45-C74B-BD96-DC5C-28EE109E4F57}"/>
              </a:ext>
            </a:extLst>
          </p:cNvPr>
          <p:cNvSpPr txBox="1"/>
          <p:nvPr/>
        </p:nvSpPr>
        <p:spPr>
          <a:xfrm>
            <a:off x="1447800" y="5222290"/>
            <a:ext cx="396240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Auto compaction</a:t>
            </a:r>
            <a:endParaRPr lang="en-AU" sz="1400" b="1" i="1" dirty="0">
              <a:solidFill>
                <a:srgbClr val="0070C0"/>
              </a:solidFill>
              <a:effectLst/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376FCE-4312-59B1-B7CF-A65ED1CC54E5}"/>
              </a:ext>
            </a:extLst>
          </p:cNvPr>
          <p:cNvSpPr txBox="1"/>
          <p:nvPr/>
        </p:nvSpPr>
        <p:spPr>
          <a:xfrm>
            <a:off x="2286000" y="5561447"/>
            <a:ext cx="396240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Vacuum -  shuffle before write</a:t>
            </a:r>
            <a:endParaRPr lang="en-AU" sz="1400" b="1" i="1" dirty="0">
              <a:solidFill>
                <a:srgbClr val="0070C0"/>
              </a:solidFill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CD451-2337-434E-0E40-C8CAE18E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BA09BC2-413E-7A40-B11B-CB625C63FA82}"/>
              </a:ext>
            </a:extLst>
          </p:cNvPr>
          <p:cNvCxnSpPr>
            <a:cxnSpLocks/>
          </p:cNvCxnSpPr>
          <p:nvPr/>
        </p:nvCxnSpPr>
        <p:spPr>
          <a:xfrm>
            <a:off x="1427093" y="990600"/>
            <a:ext cx="27913" cy="2644630"/>
          </a:xfrm>
          <a:prstGeom prst="straightConnector1">
            <a:avLst/>
          </a:prstGeom>
          <a:ln w="127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4F6D123-E0CE-0BD2-6BEE-B5D19634C41F}"/>
              </a:ext>
            </a:extLst>
          </p:cNvPr>
          <p:cNvSpPr txBox="1"/>
          <p:nvPr/>
        </p:nvSpPr>
        <p:spPr>
          <a:xfrm>
            <a:off x="1739016" y="1324121"/>
            <a:ext cx="4914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400" b="0" i="0" dirty="0">
                <a:effectLst/>
                <a:latin typeface="+mn-lt"/>
              </a:rPr>
              <a:t>storing file paths and metadata in the </a:t>
            </a:r>
            <a:r>
              <a:rPr lang="en-AU" sz="1400" b="1" i="1" dirty="0">
                <a:solidFill>
                  <a:srgbClr val="0070C0"/>
                </a:solidFill>
                <a:effectLst/>
                <a:latin typeface="+mn-lt"/>
              </a:rPr>
              <a:t>transaction log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EB237F-DA80-0743-2CB1-1F065391212B}"/>
              </a:ext>
            </a:extLst>
          </p:cNvPr>
          <p:cNvSpPr txBox="1"/>
          <p:nvPr/>
        </p:nvSpPr>
        <p:spPr>
          <a:xfrm>
            <a:off x="1761545" y="2064562"/>
            <a:ext cx="990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600" b="1" i="1" dirty="0">
                <a:solidFill>
                  <a:srgbClr val="0070C0"/>
                </a:solidFill>
                <a:effectLst/>
                <a:latin typeface="+mn-lt"/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9C7D52-78B7-5D61-BEBB-461CA951BBB3}"/>
              </a:ext>
            </a:extLst>
          </p:cNvPr>
          <p:cNvSpPr txBox="1"/>
          <p:nvPr/>
        </p:nvSpPr>
        <p:spPr>
          <a:xfrm>
            <a:off x="1861267" y="2995570"/>
            <a:ext cx="17817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 i="1">
                <a:solidFill>
                  <a:srgbClr val="0070C0"/>
                </a:solidFill>
                <a:effectLst/>
                <a:latin typeface="+mn-lt"/>
              </a:defRPr>
            </a:lvl1pPr>
          </a:lstStyle>
          <a:p>
            <a:r>
              <a:rPr lang="en-AU" dirty="0"/>
              <a:t>Optimized write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189140-2F5F-3440-D3A3-4F942D1CF815}"/>
              </a:ext>
            </a:extLst>
          </p:cNvPr>
          <p:cNvSpPr txBox="1"/>
          <p:nvPr/>
        </p:nvSpPr>
        <p:spPr>
          <a:xfrm>
            <a:off x="4127390" y="2986906"/>
            <a:ext cx="1936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 i="1">
                <a:solidFill>
                  <a:srgbClr val="0070C0"/>
                </a:solidFill>
                <a:effectLst/>
                <a:latin typeface="+mn-lt"/>
              </a:defRPr>
            </a:lvl1pPr>
          </a:lstStyle>
          <a:p>
            <a:r>
              <a:rPr lang="en-AU" dirty="0"/>
              <a:t>Auto compaction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7FA174-3D81-99A9-7557-DE0FF52DD594}"/>
              </a:ext>
            </a:extLst>
          </p:cNvPr>
          <p:cNvSpPr txBox="1"/>
          <p:nvPr/>
        </p:nvSpPr>
        <p:spPr>
          <a:xfrm>
            <a:off x="6497709" y="2995570"/>
            <a:ext cx="10613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 i="1">
                <a:solidFill>
                  <a:srgbClr val="0070C0"/>
                </a:solidFill>
                <a:effectLst/>
                <a:latin typeface="+mn-lt"/>
              </a:defRPr>
            </a:lvl1pPr>
          </a:lstStyle>
          <a:p>
            <a:r>
              <a:rPr lang="en-AU" dirty="0"/>
              <a:t>Vacuum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D36604-3846-B5CB-12CB-A7784E00D6D1}"/>
              </a:ext>
            </a:extLst>
          </p:cNvPr>
          <p:cNvSpPr txBox="1"/>
          <p:nvPr/>
        </p:nvSpPr>
        <p:spPr>
          <a:xfrm>
            <a:off x="3276600" y="2051779"/>
            <a:ext cx="1600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i="1" dirty="0">
                <a:solidFill>
                  <a:srgbClr val="0070C0"/>
                </a:solidFill>
                <a:latin typeface="+mn-lt"/>
              </a:rPr>
              <a:t>Data</a:t>
            </a:r>
            <a:r>
              <a:rPr lang="en-AU" sz="1600" b="1" i="1" dirty="0">
                <a:solidFill>
                  <a:srgbClr val="0070C0"/>
                </a:solidFill>
                <a:effectLst/>
                <a:latin typeface="+mn-lt"/>
              </a:rPr>
              <a:t>-skipping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F39DCD-A891-BD4E-670B-2B0AD7809BBC}"/>
              </a:ext>
            </a:extLst>
          </p:cNvPr>
          <p:cNvSpPr txBox="1"/>
          <p:nvPr/>
        </p:nvSpPr>
        <p:spPr>
          <a:xfrm>
            <a:off x="7559042" y="1324121"/>
            <a:ext cx="1742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0" i="0" dirty="0">
                <a:effectLst/>
                <a:latin typeface="+mn-lt"/>
              </a:rPr>
              <a:t>partial reads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670F016-2C44-4FE8-56A6-B42107391E80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2752145" y="2221056"/>
            <a:ext cx="524455" cy="12783"/>
          </a:xfrm>
          <a:prstGeom prst="straightConnector1">
            <a:avLst/>
          </a:prstGeom>
          <a:ln w="127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FB29C3B-B0CE-0A1A-5ECC-4647B3BC420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3643023" y="3156183"/>
            <a:ext cx="484367" cy="8664"/>
          </a:xfrm>
          <a:prstGeom prst="straightConnector1">
            <a:avLst/>
          </a:prstGeom>
          <a:ln w="127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542646B-0493-BFA0-5663-A533B248EB7A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6063535" y="3156183"/>
            <a:ext cx="434174" cy="8664"/>
          </a:xfrm>
          <a:prstGeom prst="straightConnector1">
            <a:avLst/>
          </a:prstGeom>
          <a:ln w="127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8639F2D-0FBC-DC9F-4148-20DCCAFAE46A}"/>
              </a:ext>
            </a:extLst>
          </p:cNvPr>
          <p:cNvSpPr txBox="1"/>
          <p:nvPr/>
        </p:nvSpPr>
        <p:spPr>
          <a:xfrm>
            <a:off x="5374088" y="1830327"/>
            <a:ext cx="18960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i="1" dirty="0">
                <a:solidFill>
                  <a:srgbClr val="0070C0"/>
                </a:solidFill>
                <a:effectLst/>
                <a:latin typeface="+mn-lt"/>
              </a:rPr>
              <a:t>Liquid Clustering</a:t>
            </a:r>
            <a:endParaRPr 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573623-816F-8F38-7EA6-05CC3FD9BEA9}"/>
              </a:ext>
            </a:extLst>
          </p:cNvPr>
          <p:cNvSpPr txBox="1"/>
          <p:nvPr/>
        </p:nvSpPr>
        <p:spPr>
          <a:xfrm>
            <a:off x="5415997" y="2233469"/>
            <a:ext cx="13794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i="1" dirty="0">
                <a:solidFill>
                  <a:srgbClr val="0070C0"/>
                </a:solidFill>
                <a:effectLst/>
                <a:latin typeface="+mn-lt"/>
              </a:rPr>
              <a:t>Z-Ordering</a:t>
            </a:r>
            <a:endParaRPr lang="en-US" sz="16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AAC9F19-B739-A3D1-C3EF-675B6BC4F330}"/>
              </a:ext>
            </a:extLst>
          </p:cNvPr>
          <p:cNvCxnSpPr>
            <a:cxnSpLocks/>
            <a:stCxn id="5" idx="3"/>
            <a:endCxn id="28" idx="1"/>
          </p:cNvCxnSpPr>
          <p:nvPr/>
        </p:nvCxnSpPr>
        <p:spPr>
          <a:xfrm flipV="1">
            <a:off x="4876800" y="1999604"/>
            <a:ext cx="497288" cy="221452"/>
          </a:xfrm>
          <a:prstGeom prst="curvedConnector3">
            <a:avLst>
              <a:gd name="adj1" fmla="val 50000"/>
            </a:avLst>
          </a:prstGeom>
          <a:ln w="127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0">
            <a:extLst>
              <a:ext uri="{FF2B5EF4-FFF2-40B4-BE49-F238E27FC236}">
                <a16:creationId xmlns:a16="http://schemas.microsoft.com/office/drawing/2014/main" id="{B3F7A8B8-ED5E-BCD6-2D84-1A8F6DB5AD06}"/>
              </a:ext>
            </a:extLst>
          </p:cNvPr>
          <p:cNvCxnSpPr>
            <a:cxnSpLocks/>
            <a:stCxn id="5" idx="3"/>
            <a:endCxn id="30" idx="1"/>
          </p:cNvCxnSpPr>
          <p:nvPr/>
        </p:nvCxnSpPr>
        <p:spPr>
          <a:xfrm>
            <a:off x="4876800" y="2221056"/>
            <a:ext cx="539197" cy="181690"/>
          </a:xfrm>
          <a:prstGeom prst="curvedConnector3">
            <a:avLst>
              <a:gd name="adj1" fmla="val 50000"/>
            </a:avLst>
          </a:prstGeom>
          <a:ln w="127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83202103-9A33-D374-E23E-E238C6D7BB87}"/>
              </a:ext>
            </a:extLst>
          </p:cNvPr>
          <p:cNvSpPr/>
          <p:nvPr/>
        </p:nvSpPr>
        <p:spPr>
          <a:xfrm>
            <a:off x="1295400" y="1324121"/>
            <a:ext cx="304800" cy="307777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4894A85-085E-C395-61E9-917972FAF888}"/>
              </a:ext>
            </a:extLst>
          </p:cNvPr>
          <p:cNvSpPr/>
          <p:nvPr/>
        </p:nvSpPr>
        <p:spPr>
          <a:xfrm>
            <a:off x="1295400" y="2151653"/>
            <a:ext cx="304800" cy="307777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B1005FB-4CF8-AECD-F79E-8AFAEE70BA15}"/>
              </a:ext>
            </a:extLst>
          </p:cNvPr>
          <p:cNvSpPr/>
          <p:nvPr/>
        </p:nvSpPr>
        <p:spPr>
          <a:xfrm>
            <a:off x="1295400" y="3052016"/>
            <a:ext cx="304800" cy="307777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81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2516360-F49A-2306-78E6-3B988DC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048000"/>
            <a:ext cx="4572000" cy="609600"/>
          </a:xfrm>
          <a:solidFill>
            <a:srgbClr val="0070C0"/>
          </a:solidFill>
        </p:spPr>
        <p:txBody>
          <a:bodyPr/>
          <a:lstStyle/>
          <a:p>
            <a:pPr eaLnBrk="1" hangingPunct="1">
              <a:defRPr/>
            </a:pPr>
            <a:r>
              <a:rPr lang="en-AU" sz="2800" b="1" dirty="0">
                <a:solidFill>
                  <a:schemeClr val="bg1"/>
                </a:solidFill>
                <a:latin typeface="+mn-lt"/>
              </a:rPr>
              <a:t>Partition</a:t>
            </a:r>
            <a:br>
              <a:rPr lang="en-US" altLang="en-US" sz="2800" dirty="0">
                <a:solidFill>
                  <a:schemeClr val="bg1"/>
                </a:solidFill>
                <a:latin typeface="+mn-lt"/>
              </a:rPr>
            </a:br>
            <a:endParaRPr lang="en-US" altLang="en-US" sz="28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CB3B3B-EB1E-BABE-A77F-E828A4A9E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3" descr="The underlying data files of a Delta table are organized into different directories and subdirectories depending on how many columns the table is partitioned on">
            <a:extLst>
              <a:ext uri="{FF2B5EF4-FFF2-40B4-BE49-F238E27FC236}">
                <a16:creationId xmlns:a16="http://schemas.microsoft.com/office/drawing/2014/main" id="{6658EAC5-61EF-86F5-1687-CA93CB9A6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1" y="3412553"/>
            <a:ext cx="6172200" cy="2759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E24F9D-3988-B00B-0170-842C1E47FDE6}"/>
              </a:ext>
            </a:extLst>
          </p:cNvPr>
          <p:cNvSpPr txBox="1"/>
          <p:nvPr/>
        </p:nvSpPr>
        <p:spPr>
          <a:xfrm>
            <a:off x="762000" y="685800"/>
            <a:ext cx="807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referring to on-disk, or Hive-style, partitioning where data is organized with paths that contain key value pairs such as Year=2023. </a:t>
            </a:r>
            <a:endParaRPr lang="en-US" sz="14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E2C94D-7EC3-CED6-1B4E-C6E4EDB18657}"/>
              </a:ext>
            </a:extLst>
          </p:cNvPr>
          <p:cNvSpPr txBox="1"/>
          <p:nvPr/>
        </p:nvSpPr>
        <p:spPr>
          <a:xfrm>
            <a:off x="777240" y="1447800"/>
            <a:ext cx="807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create partitions based on the values in one or more columns of the table (the most common being date) which can speed up: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queries against the table, as well as with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data manipulation commands such as INSERT, UPDATE, MERGE, and DELETE. </a:t>
            </a:r>
            <a:endParaRPr lang="en-US" sz="14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5C384-39CB-F4E9-1FB9-D3BF37BA2901}"/>
              </a:ext>
            </a:extLst>
          </p:cNvPr>
          <p:cNvSpPr txBox="1"/>
          <p:nvPr/>
        </p:nvSpPr>
        <p:spPr>
          <a:xfrm>
            <a:off x="762000" y="2667000"/>
            <a:ext cx="8153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the underlying dataset is organized into different directories and subdirectories for each partition: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96947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E0196E5-1190-E978-196F-BCD36C014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38200"/>
            <a:ext cx="3048000" cy="609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Advantages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C5FBA-08BE-D4F0-C01B-0A5EB757BD02}"/>
              </a:ext>
            </a:extLst>
          </p:cNvPr>
          <p:cNvSpPr txBox="1"/>
          <p:nvPr/>
        </p:nvSpPr>
        <p:spPr>
          <a:xfrm>
            <a:off x="769620" y="2514600"/>
            <a:ext cx="80429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 i="0">
                <a:solidFill>
                  <a:srgbClr val="242424"/>
                </a:solidFill>
                <a:effectLst/>
                <a:latin typeface="+mn-lt"/>
              </a:defRPr>
            </a:lvl1pPr>
          </a:lstStyle>
          <a:p>
            <a:r>
              <a:rPr lang="en-AU" dirty="0"/>
              <a:t>Improved Scalability: </a:t>
            </a:r>
            <a:r>
              <a:rPr lang="en-AU" b="0" dirty="0"/>
              <a:t>Managing massive datasets becomes much more efficient with partitioning, especially when your data grows over time. It breaks down large datasets into more manageable parts.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40F15-B156-D228-0B58-04657A1FB41A}"/>
              </a:ext>
            </a:extLst>
          </p:cNvPr>
          <p:cNvSpPr txBox="1"/>
          <p:nvPr/>
        </p:nvSpPr>
        <p:spPr>
          <a:xfrm>
            <a:off x="723900" y="1824484"/>
            <a:ext cx="7639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400" b="1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+mn-lt"/>
              </a:rPr>
              <a:t>Performance Boost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: Partitioning minimizes the amount of data scanned during queries. Instead of reading the entire dataset, only the relevant partitions are accessed</a:t>
            </a:r>
            <a:r>
              <a:rPr lang="en-AU" sz="1400" dirty="0">
                <a:solidFill>
                  <a:srgbClr val="242424"/>
                </a:solidFill>
                <a:latin typeface="+mn-lt"/>
              </a:rPr>
              <a:t>.</a:t>
            </a:r>
            <a:endParaRPr lang="en-AU" sz="1400" b="0" i="0" dirty="0">
              <a:solidFill>
                <a:srgbClr val="242424"/>
              </a:solidFill>
              <a:effectLst/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42153-4E29-25F0-EC27-073433A841C7}"/>
              </a:ext>
            </a:extLst>
          </p:cNvPr>
          <p:cNvSpPr txBox="1"/>
          <p:nvPr/>
        </p:nvSpPr>
        <p:spPr>
          <a:xfrm>
            <a:off x="769620" y="3566637"/>
            <a:ext cx="7886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400" b="1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+mn-lt"/>
              </a:rPr>
              <a:t>Reduced Cost</a:t>
            </a:r>
            <a:r>
              <a:rPr lang="en-AU" sz="1400" b="0" i="0" dirty="0">
                <a:solidFill>
                  <a:srgbClr val="242424"/>
                </a:solidFill>
                <a:effectLst/>
                <a:highlight>
                  <a:srgbClr val="FFFF00"/>
                </a:highlight>
                <a:latin typeface="+mn-lt"/>
              </a:rPr>
              <a:t>: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 in a cloud environment, the cost of scanning and processing data directly impacts your budget. Partitioning ensures you’re using only the necessary resources.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2C646-62A8-60C1-4AA6-C3913AC6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388069E-60C1-7A57-A5B8-39F9268C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62000"/>
            <a:ext cx="6324600" cy="609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Downside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52F813-7CA0-06F4-4B26-80D7A1E6ED95}"/>
              </a:ext>
            </a:extLst>
          </p:cNvPr>
          <p:cNvSpPr txBox="1"/>
          <p:nvPr/>
        </p:nvSpPr>
        <p:spPr>
          <a:xfrm>
            <a:off x="990600" y="1752600"/>
            <a:ext cx="7848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partitions run the risk of </a:t>
            </a:r>
            <a:r>
              <a:rPr lang="en-AU" sz="1400" b="0" i="1" dirty="0">
                <a:solidFill>
                  <a:srgbClr val="000000"/>
                </a:solidFill>
                <a:effectLst/>
                <a:latin typeface="+mn-lt"/>
              </a:rPr>
              <a:t>decreasing</a:t>
            </a: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 performance in many cases, as opposed to not partitioning a Delta table</a:t>
            </a:r>
            <a:r>
              <a:rPr lang="en-AU" sz="1400" dirty="0">
                <a:solidFill>
                  <a:srgbClr val="000000"/>
                </a:solidFill>
                <a:latin typeface="+mn-lt"/>
              </a:rPr>
              <a:t>:</a:t>
            </a:r>
            <a:endParaRPr lang="en-US" sz="14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E2BB6-4C55-055A-6165-30A4FF129F90}"/>
              </a:ext>
            </a:extLst>
          </p:cNvPr>
          <p:cNvSpPr txBox="1"/>
          <p:nvPr/>
        </p:nvSpPr>
        <p:spPr>
          <a:xfrm>
            <a:off x="990600" y="2362200"/>
            <a:ext cx="708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partitions can create the </a:t>
            </a:r>
            <a:r>
              <a:rPr lang="en-AU" sz="1400" b="0" i="1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+mn-lt"/>
              </a:rPr>
              <a:t>small file problem</a:t>
            </a:r>
            <a:endParaRPr lang="en-US" sz="1400" i="1" dirty="0">
              <a:solidFill>
                <a:schemeClr val="bg1"/>
              </a:solidFill>
              <a:highlight>
                <a:srgbClr val="000000"/>
              </a:highligh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108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7DA13-A741-1BCE-D656-1E1722812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FAC2FE1-0405-F15A-1DE1-9259E1C19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3200"/>
            <a:ext cx="6324600" cy="609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Partition </a:t>
            </a:r>
            <a:r>
              <a:rPr lang="en-AU" altLang="en-US" sz="2800" b="1" i="1" dirty="0">
                <a:solidFill>
                  <a:srgbClr val="0070C0"/>
                </a:solidFill>
                <a:latin typeface="+mn-lt"/>
              </a:rPr>
              <a:t>Demo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8534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965C0BE-12DE-4722-CB0A-690BF8C2F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4572000" cy="533400"/>
          </a:xfrm>
          <a:solidFill>
            <a:srgbClr val="0070C0"/>
          </a:solidFill>
          <a:ln>
            <a:solidFill>
              <a:srgbClr val="0070C0"/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en-AU" sz="2400" b="1" dirty="0">
                <a:solidFill>
                  <a:schemeClr val="bg1"/>
                </a:solidFill>
                <a:latin typeface="+mn-lt"/>
              </a:rPr>
              <a:t>Data Clustering</a:t>
            </a:r>
            <a:endParaRPr lang="en-US" altLang="en-US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B112F7-5AE3-3963-B0DC-74A7661642DB}"/>
              </a:ext>
            </a:extLst>
          </p:cNvPr>
          <p:cNvSpPr txBox="1"/>
          <p:nvPr/>
        </p:nvSpPr>
        <p:spPr>
          <a:xfrm>
            <a:off x="990600" y="3364469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i="1" dirty="0">
                <a:effectLst/>
                <a:latin typeface="+mj-lt"/>
              </a:rPr>
              <a:t>Liquid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i="1" dirty="0">
                <a:effectLst/>
                <a:latin typeface="+mj-lt"/>
              </a:rPr>
              <a:t>Z-ordering 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i="1" dirty="0">
                <a:effectLst/>
                <a:latin typeface="+mj-lt"/>
              </a:rPr>
              <a:t>Hive-style partitioning</a:t>
            </a:r>
            <a:endParaRPr lang="en-US" sz="1400" i="1" dirty="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2AECC-9D45-9CD6-0ADD-09C217DCA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070185-8938-83B1-5F4D-BB8664E879D7}"/>
              </a:ext>
            </a:extLst>
          </p:cNvPr>
          <p:cNvSpPr txBox="1"/>
          <p:nvPr/>
        </p:nvSpPr>
        <p:spPr>
          <a:xfrm>
            <a:off x="609600" y="2259449"/>
            <a:ext cx="7239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400" b="0" i="0" dirty="0">
                <a:effectLst/>
                <a:latin typeface="+mn-lt"/>
              </a:rPr>
              <a:t>Your ETL workload will likely benefit from clustering if: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You often need to filter by high cardinality columns.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Your data has significant skew in data distribution.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Your tables grow quickly and require maintenance and tuning effort.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Your data access patterns change over time.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30BBFDA-6100-B199-843A-91E286A2F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14400"/>
            <a:ext cx="5715000" cy="609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Covered in Databricks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3993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084FC-F9D2-C4CB-E1FD-BCD04F91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9157A11-CAE8-40AF-78B0-5BEB64D1F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19400"/>
            <a:ext cx="4572000" cy="533400"/>
          </a:xfrm>
          <a:solidFill>
            <a:srgbClr val="0070C0"/>
          </a:solidFill>
          <a:ln>
            <a:solidFill>
              <a:srgbClr val="0070C0"/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en-AU" sz="2400" b="1" dirty="0">
                <a:solidFill>
                  <a:schemeClr val="bg1"/>
                </a:solidFill>
                <a:latin typeface="+mn-lt"/>
              </a:rPr>
              <a:t>Data Skipping</a:t>
            </a:r>
            <a:br>
              <a:rPr lang="en-US" altLang="en-US" sz="2400" dirty="0">
                <a:solidFill>
                  <a:schemeClr val="bg1"/>
                </a:solidFill>
                <a:latin typeface="+mn-lt"/>
              </a:rPr>
            </a:br>
            <a:endParaRPr lang="en-US" altLang="en-US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4856BD-F59F-DA39-BC99-C4131327299A}"/>
              </a:ext>
            </a:extLst>
          </p:cNvPr>
          <p:cNvSpPr txBox="1"/>
          <p:nvPr/>
        </p:nvSpPr>
        <p:spPr>
          <a:xfrm>
            <a:off x="533400" y="3733800"/>
            <a:ext cx="76962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200" dirty="0">
                <a:solidFill>
                  <a:srgbClr val="000000"/>
                </a:solidFill>
                <a:latin typeface="+mn-lt"/>
              </a:rPr>
              <a:t>Skipping nonrelevant data is ultimately the foundation for most performance tuning features, as it aims to reduce the amount of data that needs to be read. 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6602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0791C8-B858-4604-F8BC-262B722A959E}"/>
              </a:ext>
            </a:extLst>
          </p:cNvPr>
          <p:cNvSpPr txBox="1"/>
          <p:nvPr/>
        </p:nvSpPr>
        <p:spPr>
          <a:xfrm>
            <a:off x="617220" y="658233"/>
            <a:ext cx="42626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AU" sz="2800" b="1" dirty="0">
                <a:solidFill>
                  <a:schemeClr val="accent2"/>
                </a:solidFill>
                <a:latin typeface="+mn-lt"/>
              </a:rPr>
              <a:t>Data skipping statistics</a:t>
            </a:r>
            <a:endParaRPr lang="en-US" sz="28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83A45-EB4E-E0C6-2552-ABA996591DB5}"/>
              </a:ext>
            </a:extLst>
          </p:cNvPr>
          <p:cNvSpPr txBox="1"/>
          <p:nvPr/>
        </p:nvSpPr>
        <p:spPr>
          <a:xfrm>
            <a:off x="617220" y="3544894"/>
            <a:ext cx="32218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AU" sz="1400" dirty="0">
                <a:solidFill>
                  <a:srgbClr val="000000"/>
                </a:solidFill>
                <a:latin typeface="+mn-lt"/>
              </a:rPr>
              <a:t>to skip the files that are out of the range of the querying field values. </a:t>
            </a:r>
            <a:endParaRPr lang="en-US" sz="14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5A49D7-7794-E0E1-1A15-8332AC5082E5}"/>
              </a:ext>
            </a:extLst>
          </p:cNvPr>
          <p:cNvSpPr txBox="1"/>
          <p:nvPr/>
        </p:nvSpPr>
        <p:spPr>
          <a:xfrm>
            <a:off x="728504" y="1905000"/>
            <a:ext cx="5065712" cy="11695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AU" sz="1400" dirty="0">
                <a:solidFill>
                  <a:srgbClr val="000000"/>
                </a:solidFill>
                <a:latin typeface="+mn-lt"/>
              </a:rPr>
              <a:t>Number of records 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AU" sz="1400" dirty="0">
                <a:solidFill>
                  <a:srgbClr val="000000"/>
                </a:solidFill>
                <a:latin typeface="+mn-lt"/>
              </a:rPr>
              <a:t>Minimum values for each of the first 32 columns 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AU" sz="1400" dirty="0">
                <a:solidFill>
                  <a:srgbClr val="000000"/>
                </a:solidFill>
                <a:latin typeface="+mn-lt"/>
              </a:rPr>
              <a:t>Maximum values for each of the first 32 columns 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AU" sz="1400" dirty="0">
                <a:solidFill>
                  <a:srgbClr val="000000"/>
                </a:solidFill>
                <a:latin typeface="+mn-lt"/>
              </a:rPr>
              <a:t>Number of null values for each of the first 32 columns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046967-D8C1-FA50-34FC-A1F9882C9A56}"/>
              </a:ext>
            </a:extLst>
          </p:cNvPr>
          <p:cNvSpPr txBox="1"/>
          <p:nvPr/>
        </p:nvSpPr>
        <p:spPr>
          <a:xfrm>
            <a:off x="617220" y="1306285"/>
            <a:ext cx="7688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AU" sz="1400" dirty="0">
                <a:solidFill>
                  <a:srgbClr val="000000"/>
                </a:solidFill>
                <a:latin typeface="+mn-lt"/>
              </a:rPr>
              <a:t>Delta Lake </a:t>
            </a:r>
            <a:r>
              <a:rPr lang="en-AU" sz="1400" b="1" dirty="0">
                <a:solidFill>
                  <a:srgbClr val="002060"/>
                </a:solidFill>
                <a:latin typeface="+mn-lt"/>
              </a:rPr>
              <a:t>automatically</a:t>
            </a:r>
            <a:r>
              <a:rPr lang="en-AU" sz="1400" dirty="0">
                <a:solidFill>
                  <a:srgbClr val="000000"/>
                </a:solidFill>
                <a:latin typeface="+mn-lt"/>
              </a:rPr>
              <a:t> collects the following data skipping statistics for each </a:t>
            </a:r>
            <a:r>
              <a:rPr lang="en-AU" sz="1400" b="1" dirty="0">
                <a:solidFill>
                  <a:srgbClr val="C00000"/>
                </a:solidFill>
                <a:latin typeface="+mn-lt"/>
              </a:rPr>
              <a:t>data file</a:t>
            </a:r>
            <a:r>
              <a:rPr lang="en-AU" sz="1400" dirty="0">
                <a:solidFill>
                  <a:srgbClr val="000000"/>
                </a:solidFill>
                <a:latin typeface="+mn-lt"/>
              </a:rPr>
              <a:t> as part of </a:t>
            </a:r>
            <a:r>
              <a:rPr lang="en-AU" sz="1400" b="1" dirty="0">
                <a:solidFill>
                  <a:srgbClr val="002060"/>
                </a:solidFill>
                <a:latin typeface="+mn-lt"/>
              </a:rPr>
              <a:t>metadata</a:t>
            </a:r>
            <a:r>
              <a:rPr lang="en-AU" sz="1400" dirty="0">
                <a:solidFill>
                  <a:srgbClr val="000000"/>
                </a:solidFill>
                <a:latin typeface="+mn-lt"/>
              </a:rPr>
              <a:t> </a:t>
            </a:r>
            <a:endParaRPr lang="en-US" sz="1400" dirty="0"/>
          </a:p>
        </p:txBody>
      </p:sp>
      <p:pic>
        <p:nvPicPr>
          <p:cNvPr id="48134" name="Picture 2" descr="Data skipping statistics collected on the first 32 columns">
            <a:extLst>
              <a:ext uri="{FF2B5EF4-FFF2-40B4-BE49-F238E27FC236}">
                <a16:creationId xmlns:a16="http://schemas.microsoft.com/office/drawing/2014/main" id="{F7C78405-C44C-1CBD-998B-AB3DFE9FF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096" y="3074551"/>
            <a:ext cx="3962400" cy="330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7690ABBA-6260-1A53-FEBD-BF47DF25A30A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 rot="5400000">
            <a:off x="2509578" y="2793111"/>
            <a:ext cx="470343" cy="1033223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17BA93-6237-50BD-8F0D-402443CB2CC8}"/>
              </a:ext>
            </a:extLst>
          </p:cNvPr>
          <p:cNvSpPr txBox="1"/>
          <p:nvPr/>
        </p:nvSpPr>
        <p:spPr>
          <a:xfrm>
            <a:off x="533400" y="4248969"/>
            <a:ext cx="8686800" cy="565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AU" sz="1400" kern="1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avoid collecting data skipping statistics on long strings as they are far less efficient for data skipping purposes.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4742B0-A9DF-1FA5-B706-AC005E6D271C}"/>
              </a:ext>
            </a:extLst>
          </p:cNvPr>
          <p:cNvSpPr txBox="1"/>
          <p:nvPr/>
        </p:nvSpPr>
        <p:spPr>
          <a:xfrm>
            <a:off x="612774" y="828209"/>
            <a:ext cx="480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AU" sz="2800" b="1" dirty="0">
                <a:solidFill>
                  <a:schemeClr val="accent2"/>
                </a:solidFill>
                <a:latin typeface="+mn-lt"/>
              </a:rPr>
              <a:t>Config statistics collection</a:t>
            </a:r>
            <a:endParaRPr lang="en-US" sz="28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10B23E-D0CA-EF50-A9FA-434ABD244749}"/>
              </a:ext>
            </a:extLst>
          </p:cNvPr>
          <p:cNvSpPr txBox="1"/>
          <p:nvPr/>
        </p:nvSpPr>
        <p:spPr>
          <a:xfrm>
            <a:off x="619125" y="1752600"/>
            <a:ext cx="4629150" cy="317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AU" sz="1400" kern="1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reordering columns in the schema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D1DBE-00D1-57A4-3B26-E9119AE10B84}"/>
              </a:ext>
            </a:extLst>
          </p:cNvPr>
          <p:cNvSpPr txBox="1"/>
          <p:nvPr/>
        </p:nvSpPr>
        <p:spPr>
          <a:xfrm>
            <a:off x="619124" y="2262648"/>
            <a:ext cx="8067675" cy="813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AU" sz="1400" kern="1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increase the number of columns to collect statistics on by using </a:t>
            </a:r>
            <a:r>
              <a:rPr lang="en-AU" sz="1400" b="1" i="1" kern="100" dirty="0">
                <a:solidFill>
                  <a:srgbClr val="0070C0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delta.dataSkippingNumIndexed</a:t>
            </a:r>
            <a:r>
              <a:rPr lang="en-AU" sz="1400" b="1" i="1" kern="100" dirty="0">
                <a:solidFill>
                  <a:srgbClr val="0070C0"/>
                </a:solidFill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Col</a:t>
            </a:r>
            <a:r>
              <a:rPr lang="en-AU" sz="1400" kern="1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s, but adding additional columns also adds additional overhead that can adversely affect write performance.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BC69F-40B0-AFEF-703A-D09372FB05E8}"/>
              </a:ext>
            </a:extLst>
          </p:cNvPr>
          <p:cNvSpPr txBox="1"/>
          <p:nvPr/>
        </p:nvSpPr>
        <p:spPr>
          <a:xfrm>
            <a:off x="638174" y="3200400"/>
            <a:ext cx="7896225" cy="813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AU" sz="1400" kern="1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Typically, you want to collect data skipping statistics on columns that are commonly used in </a:t>
            </a:r>
            <a:r>
              <a:rPr lang="en-AU" sz="1400" b="1" kern="100" dirty="0">
                <a:solidFill>
                  <a:srgbClr val="C00000"/>
                </a:solidFill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filters, WHERE clauses, join</a:t>
            </a:r>
            <a:r>
              <a:rPr lang="en-AU" sz="1400" b="1" kern="1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AU" sz="1400" kern="100" dirty="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, and columns that you tend to perform aggregations on.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5C3A15-21A0-0D1B-975E-C3CE5F7B2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3DB8DE2-3BA9-A18B-F4A0-10D86D76E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4572000" cy="533400"/>
          </a:xfrm>
          <a:solidFill>
            <a:srgbClr val="0070C0"/>
          </a:solidFill>
          <a:ln>
            <a:solidFill>
              <a:srgbClr val="0070C0"/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en-AU" altLang="en-US" sz="2400" b="1" dirty="0">
                <a:solidFill>
                  <a:schemeClr val="bg1"/>
                </a:solidFill>
                <a:latin typeface="+mn-lt"/>
              </a:rPr>
              <a:t>Optimized writes</a:t>
            </a:r>
            <a:endParaRPr lang="en-US" altLang="en-US" sz="24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524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9496F-61BD-B4D5-E3F7-27AF3D4F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elta-table-optimized-writes">
            <a:extLst>
              <a:ext uri="{FF2B5EF4-FFF2-40B4-BE49-F238E27FC236}">
                <a16:creationId xmlns:a16="http://schemas.microsoft.com/office/drawing/2014/main" id="{A325554A-DB9C-F541-7B11-CB14673AE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0" y="2362200"/>
            <a:ext cx="8940800" cy="353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2BF8D8AF-EDC3-942D-19B7-C83EE5B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60400"/>
            <a:ext cx="5715000" cy="609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rgbClr val="0070C0"/>
                </a:solidFill>
                <a:latin typeface="+mn-lt"/>
              </a:rPr>
              <a:t>Optimized Writes - concept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5DB33-5E59-6BB1-8DDB-922558FB4BD2}"/>
              </a:ext>
            </a:extLst>
          </p:cNvPr>
          <p:cNvSpPr txBox="1"/>
          <p:nvPr/>
        </p:nvSpPr>
        <p:spPr>
          <a:xfrm>
            <a:off x="514184" y="5935990"/>
            <a:ext cx="8401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effectLst/>
                <a:latin typeface="+mn-lt"/>
              </a:rPr>
              <a:t>Optimized Write rebalances the data using a data shuffle before writing the files to the table. This way you will reduce the number of small files.</a:t>
            </a:r>
            <a:endParaRPr lang="en-US" sz="14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068D4-E875-1C82-BADC-1CD8CE52EADF}"/>
              </a:ext>
            </a:extLst>
          </p:cNvPr>
          <p:cNvSpPr txBox="1"/>
          <p:nvPr/>
        </p:nvSpPr>
        <p:spPr>
          <a:xfrm>
            <a:off x="422744" y="1446768"/>
            <a:ext cx="8686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effectLst/>
                <a:latin typeface="+mn-lt"/>
              </a:rPr>
              <a:t>combines all the small writes to the same partition into a single write command before executing. This is great when multiple processes are writing to the same partitioned Delta table, i.e. a distributed write operation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3039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568CD5-C477-041F-D7D8-65EF7FDCE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9FC0FCD-BBA7-089E-5CA6-D768E9D14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60400"/>
            <a:ext cx="6705600" cy="609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rgbClr val="0070C0"/>
                </a:solidFill>
                <a:latin typeface="+mn-lt"/>
              </a:rPr>
              <a:t>Optimized Writes - Implementation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F20586-25F9-31F0-77CC-63E53D079FBF}"/>
              </a:ext>
            </a:extLst>
          </p:cNvPr>
          <p:cNvSpPr txBox="1"/>
          <p:nvPr/>
        </p:nvSpPr>
        <p:spPr>
          <a:xfrm>
            <a:off x="609600" y="4724400"/>
            <a:ext cx="8382000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AU" sz="1400" b="0" i="0" dirty="0">
                <a:effectLst/>
                <a:latin typeface="+mn-lt"/>
              </a:rPr>
              <a:t>Optimized Writes take a bit longer to execute because of the data shuffle that is performed before the data gets written. </a:t>
            </a:r>
          </a:p>
          <a:p>
            <a:r>
              <a:rPr lang="en-AU" sz="1400" b="0" i="0" dirty="0">
                <a:effectLst/>
                <a:latin typeface="+mn-lt"/>
              </a:rPr>
              <a:t>That’s why the feature is not enabled by default.</a:t>
            </a:r>
            <a:endParaRPr lang="en-US" sz="14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5BA804-5CB8-E050-9572-DF80FCB94F7D}"/>
              </a:ext>
            </a:extLst>
          </p:cNvPr>
          <p:cNvSpPr txBox="1"/>
          <p:nvPr/>
        </p:nvSpPr>
        <p:spPr>
          <a:xfrm>
            <a:off x="609600" y="1752600"/>
            <a:ext cx="807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AU" sz="1400" b="0" i="0" dirty="0">
                <a:effectLst/>
                <a:latin typeface="+mn-lt"/>
              </a:rPr>
              <a:t>enable Optimized Write by setting the optimizeWrite option in your Delta Lake writer:</a:t>
            </a:r>
            <a:endParaRPr lang="en-US" sz="1400" dirty="0"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FD0109-261F-6FE4-9C82-3AEA65E16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133600"/>
            <a:ext cx="7772400" cy="2860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1B1F98-6564-CC8D-34DC-54DEB49D97FF}"/>
              </a:ext>
            </a:extLst>
          </p:cNvPr>
          <p:cNvSpPr txBox="1"/>
          <p:nvPr/>
        </p:nvSpPr>
        <p:spPr>
          <a:xfrm>
            <a:off x="647700" y="2780462"/>
            <a:ext cx="8001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 startAt="2"/>
            </a:pPr>
            <a:r>
              <a:rPr lang="en-AU" sz="1400" b="0" i="0" dirty="0">
                <a:effectLst/>
                <a:latin typeface="+mn-lt"/>
              </a:rPr>
              <a:t>for your whole Delta table by setting the delta.autoOptimize.optimizeWrite table property.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F94658-5C77-15A9-E8E4-67F15F4B0486}"/>
              </a:ext>
            </a:extLst>
          </p:cNvPr>
          <p:cNvSpPr txBox="1"/>
          <p:nvPr/>
        </p:nvSpPr>
        <p:spPr>
          <a:xfrm>
            <a:off x="647700" y="3535103"/>
            <a:ext cx="8001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 startAt="3"/>
            </a:pPr>
            <a:r>
              <a:rPr lang="en-AU" sz="1400" b="0" i="0" dirty="0">
                <a:effectLst/>
                <a:latin typeface="+mn-lt"/>
              </a:rPr>
              <a:t>for your whole Spark SQL session by setting the spark.databricks.delta.optimizeWrite.enabled SQL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440099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6D8D4-144A-8201-B8E0-5A24A19B7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869E1C6-078D-4B01-1F86-2F76C684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19400"/>
            <a:ext cx="4572000" cy="533400"/>
          </a:xfrm>
          <a:solidFill>
            <a:srgbClr val="0070C0"/>
          </a:solidFill>
          <a:ln>
            <a:solidFill>
              <a:srgbClr val="0070C0"/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en-AU" sz="2400" b="1" dirty="0">
                <a:solidFill>
                  <a:schemeClr val="bg1"/>
                </a:solidFill>
                <a:latin typeface="+mn-lt"/>
              </a:rPr>
              <a:t>Auto Compaction</a:t>
            </a:r>
            <a:br>
              <a:rPr lang="en-US" altLang="en-US" sz="2400" dirty="0">
                <a:solidFill>
                  <a:schemeClr val="bg1"/>
                </a:solidFill>
                <a:latin typeface="+mn-lt"/>
              </a:rPr>
            </a:br>
            <a:endParaRPr lang="en-US" altLang="en-US" sz="24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028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DF402-C599-F64A-BAB6-9D14FD56E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CFE0A6DA-40D7-63CB-6039-6CE3BA1B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38200"/>
            <a:ext cx="5715000" cy="512341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Problem to solve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649F83-0C2E-D327-36B7-090EE607E771}"/>
              </a:ext>
            </a:extLst>
          </p:cNvPr>
          <p:cNvSpPr txBox="1">
            <a:spLocks/>
          </p:cNvSpPr>
          <p:nvPr/>
        </p:nvSpPr>
        <p:spPr bwMode="auto">
          <a:xfrm>
            <a:off x="795130" y="3810000"/>
            <a:ext cx="57150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Solution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54F729-169F-9854-AFE1-EADF6E13AF37}"/>
              </a:ext>
            </a:extLst>
          </p:cNvPr>
          <p:cNvSpPr txBox="1"/>
          <p:nvPr/>
        </p:nvSpPr>
        <p:spPr>
          <a:xfrm>
            <a:off x="685800" y="4572000"/>
            <a:ext cx="838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effectLst/>
                <a:highlight>
                  <a:srgbClr val="FFFF00"/>
                </a:highlight>
                <a:latin typeface="+mn-lt"/>
              </a:rPr>
              <a:t>automatically</a:t>
            </a:r>
            <a:r>
              <a:rPr lang="en-AU" sz="1400" b="0" i="0" dirty="0">
                <a:effectLst/>
                <a:latin typeface="+mn-lt"/>
              </a:rPr>
              <a:t> running a small </a:t>
            </a:r>
            <a:r>
              <a:rPr lang="en-AU" sz="1400" dirty="0">
                <a:latin typeface="+mn-lt"/>
              </a:rPr>
              <a:t>optimize</a:t>
            </a:r>
            <a:r>
              <a:rPr lang="en-AU" sz="1400" b="0" i="0" dirty="0">
                <a:effectLst/>
                <a:latin typeface="+mn-lt"/>
              </a:rPr>
              <a:t> command after every write operation. </a:t>
            </a:r>
          </a:p>
          <a:p>
            <a:r>
              <a:rPr lang="en-AU" sz="1400" b="0" i="0" dirty="0">
                <a:effectLst/>
                <a:latin typeface="+mn-lt"/>
              </a:rPr>
              <a:t>Data from files under a certain threshold size is </a:t>
            </a:r>
            <a:r>
              <a:rPr lang="en-AU" sz="1400" b="0" i="0" dirty="0">
                <a:effectLst/>
                <a:highlight>
                  <a:srgbClr val="FFFF00"/>
                </a:highlight>
                <a:latin typeface="+mn-lt"/>
              </a:rPr>
              <a:t>automatically combined into a larger file. </a:t>
            </a:r>
          </a:p>
          <a:p>
            <a:r>
              <a:rPr lang="en-AU" sz="1400" b="0" i="0" dirty="0">
                <a:effectLst/>
                <a:latin typeface="+mn-lt"/>
              </a:rPr>
              <a:t>This way, your downstream queries can benefit from a more optimal file size.</a:t>
            </a:r>
            <a:endParaRPr lang="en-US" sz="1400" dirty="0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36F2C4-9B05-C97B-D23D-5D7D3AC3367E}"/>
              </a:ext>
            </a:extLst>
          </p:cNvPr>
          <p:cNvSpPr txBox="1"/>
          <p:nvPr/>
        </p:nvSpPr>
        <p:spPr>
          <a:xfrm>
            <a:off x="795130" y="1676400"/>
            <a:ext cx="78916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effectLst/>
                <a:latin typeface="+mn-lt"/>
              </a:rPr>
              <a:t>for example when you are writing frequent small updates to a table. </a:t>
            </a:r>
          </a:p>
          <a:p>
            <a:r>
              <a:rPr lang="en-AU" sz="1400" b="0" i="0" dirty="0">
                <a:effectLst/>
                <a:latin typeface="+mn-lt"/>
              </a:rPr>
              <a:t>In this case, the files will still be small, even after an Optimized Write.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2020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1BC56-173D-EF8D-4028-9314EECB3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1E80ACA-4100-CC73-397C-A1338C7CC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19400"/>
            <a:ext cx="4572000" cy="533400"/>
          </a:xfrm>
          <a:solidFill>
            <a:srgbClr val="0070C0"/>
          </a:solidFill>
          <a:ln>
            <a:solidFill>
              <a:srgbClr val="0070C0"/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en-US" altLang="en-US" sz="2400" b="1" dirty="0">
                <a:solidFill>
                  <a:schemeClr val="bg1"/>
                </a:solidFill>
                <a:latin typeface="+mn-lt"/>
              </a:rPr>
              <a:t>Vacuum</a:t>
            </a:r>
          </a:p>
        </p:txBody>
      </p:sp>
    </p:spTree>
    <p:extLst>
      <p:ext uri="{BB962C8B-B14F-4D97-AF65-F5344CB8AC3E}">
        <p14:creationId xmlns:p14="http://schemas.microsoft.com/office/powerpoint/2010/main" val="4097632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F5853-B704-DCE9-072F-F75A25532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CB1F8D-585D-1B41-6626-E06AE26271CA}"/>
              </a:ext>
            </a:extLst>
          </p:cNvPr>
          <p:cNvSpPr txBox="1"/>
          <p:nvPr/>
        </p:nvSpPr>
        <p:spPr>
          <a:xfrm>
            <a:off x="795130" y="4419600"/>
            <a:ext cx="8153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effectLst/>
                <a:latin typeface="+mn-lt"/>
              </a:rPr>
              <a:t>Delta Lake has iteratively combined all the small writes into a larger file. </a:t>
            </a:r>
          </a:p>
          <a:p>
            <a:r>
              <a:rPr lang="en-AU" sz="1400" b="0" i="0" dirty="0">
                <a:effectLst/>
                <a:latin typeface="+mn-lt"/>
              </a:rPr>
              <a:t>It has also recorded in the transaction log the path to the latest file. </a:t>
            </a:r>
          </a:p>
          <a:p>
            <a:r>
              <a:rPr lang="en-AU" sz="1400" b="0" i="0" dirty="0">
                <a:effectLst/>
                <a:latin typeface="+mn-lt"/>
              </a:rPr>
              <a:t>Downstream data reads will look at the transaction log and access only the last, largest file.</a:t>
            </a:r>
            <a:endParaRPr lang="en-US" sz="1400" dirty="0">
              <a:latin typeface="+mn-l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55C3AFA-0A3E-67E2-A7A1-1D44F1E4C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38200"/>
            <a:ext cx="5715000" cy="512341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Problem to solve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FAC0001-3518-AE0C-B1E2-FA9F8011CE77}"/>
              </a:ext>
            </a:extLst>
          </p:cNvPr>
          <p:cNvSpPr txBox="1">
            <a:spLocks/>
          </p:cNvSpPr>
          <p:nvPr/>
        </p:nvSpPr>
        <p:spPr bwMode="auto">
          <a:xfrm>
            <a:off x="795130" y="3810000"/>
            <a:ext cx="57150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Solution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809B7F-A454-44F0-9545-40D1031638F4}"/>
              </a:ext>
            </a:extLst>
          </p:cNvPr>
          <p:cNvSpPr txBox="1"/>
          <p:nvPr/>
        </p:nvSpPr>
        <p:spPr>
          <a:xfrm>
            <a:off x="802419" y="1588110"/>
            <a:ext cx="2380753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sz="1400" b="0" i="0" dirty="0">
                <a:effectLst/>
                <a:latin typeface="+mn-lt"/>
              </a:rPr>
              <a:t>Some data file problem.</a:t>
            </a:r>
            <a:endParaRPr lang="en-US" sz="14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E6EC5D-B47C-8B79-1976-785EF87EFDBC}"/>
              </a:ext>
            </a:extLst>
          </p:cNvPr>
          <p:cNvSpPr txBox="1"/>
          <p:nvPr/>
        </p:nvSpPr>
        <p:spPr>
          <a:xfrm>
            <a:off x="738809" y="2089205"/>
            <a:ext cx="88001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400" b="0" i="0" dirty="0">
                <a:effectLst/>
                <a:latin typeface="+mn-lt"/>
              </a:rPr>
              <a:t>the older, smaller files are still on disk. This doesn’t affect your read performance because Delta Lake knows that you only need to access the latest file. </a:t>
            </a:r>
          </a:p>
          <a:p>
            <a:pPr algn="l"/>
            <a:r>
              <a:rPr lang="en-AU" sz="1400" b="0" i="0" dirty="0">
                <a:effectLst/>
                <a:latin typeface="+mn-lt"/>
              </a:rPr>
              <a:t>But you might still want to remove these files, for example to save </a:t>
            </a:r>
            <a:r>
              <a:rPr lang="en-AU" sz="1400" b="0" i="0" dirty="0">
                <a:effectLst/>
                <a:highlight>
                  <a:srgbClr val="FFFF00"/>
                </a:highlight>
                <a:latin typeface="+mn-lt"/>
              </a:rPr>
              <a:t>on storage costs.</a:t>
            </a:r>
          </a:p>
        </p:txBody>
      </p:sp>
    </p:spTree>
    <p:extLst>
      <p:ext uri="{BB962C8B-B14F-4D97-AF65-F5344CB8AC3E}">
        <p14:creationId xmlns:p14="http://schemas.microsoft.com/office/powerpoint/2010/main" val="1756049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185AF9-B772-3F47-3B98-E6802FF68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81DB8910-0513-0A12-98B1-0C115415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38200"/>
            <a:ext cx="5715000" cy="609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Implementation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BF1DC-1659-9D92-48CF-C4F65FEE0651}"/>
              </a:ext>
            </a:extLst>
          </p:cNvPr>
          <p:cNvSpPr txBox="1"/>
          <p:nvPr/>
        </p:nvSpPr>
        <p:spPr>
          <a:xfrm>
            <a:off x="795793" y="1946917"/>
            <a:ext cx="701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remove these older files with a </a:t>
            </a:r>
            <a:r>
              <a:rPr lang="en-AU" sz="1400" dirty="0">
                <a:latin typeface="+mn-lt"/>
              </a:rPr>
              <a:t>VACUUM</a:t>
            </a:r>
            <a:r>
              <a:rPr lang="en-AU" sz="1400" b="0" i="0" dirty="0">
                <a:effectLst/>
                <a:latin typeface="+mn-lt"/>
              </a:rPr>
              <a:t> command</a:t>
            </a:r>
            <a:endParaRPr lang="en-US" sz="1400" dirty="0"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96A4BE-BE13-BD02-B525-7BFD142F9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325765"/>
            <a:ext cx="5105400" cy="3820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A6B253-2D83-E45D-7F59-7C0003F86471}"/>
              </a:ext>
            </a:extLst>
          </p:cNvPr>
          <p:cNvSpPr txBox="1"/>
          <p:nvPr/>
        </p:nvSpPr>
        <p:spPr>
          <a:xfrm>
            <a:off x="762000" y="3649200"/>
            <a:ext cx="807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By default, </a:t>
            </a:r>
            <a:r>
              <a:rPr lang="en-AU" sz="1400" dirty="0">
                <a:latin typeface="+mn-lt"/>
              </a:rPr>
              <a:t>VACUUM</a:t>
            </a:r>
            <a:r>
              <a:rPr lang="en-AU" sz="1400" b="0" i="0" dirty="0">
                <a:effectLst/>
                <a:latin typeface="+mn-lt"/>
              </a:rPr>
              <a:t> only affects files older than the default retention duration which is </a:t>
            </a:r>
            <a:r>
              <a:rPr lang="en-AU" sz="1400" b="1" i="0" dirty="0">
                <a:effectLst/>
                <a:latin typeface="+mn-lt"/>
              </a:rPr>
              <a:t>7 days</a:t>
            </a:r>
            <a:r>
              <a:rPr lang="en-AU" sz="1400" b="0" i="0" dirty="0">
                <a:effectLst/>
                <a:latin typeface="+mn-lt"/>
              </a:rPr>
              <a:t>.</a:t>
            </a:r>
            <a:endParaRPr lang="en-US" sz="1400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862C1C-496E-E259-8986-E19A3FD03F5A}"/>
              </a:ext>
            </a:extLst>
          </p:cNvPr>
          <p:cNvSpPr txBox="1"/>
          <p:nvPr/>
        </p:nvSpPr>
        <p:spPr>
          <a:xfrm>
            <a:off x="838200" y="2987480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The </a:t>
            </a:r>
            <a:r>
              <a:rPr lang="en-AU" sz="1400" dirty="0">
                <a:latin typeface="+mn-lt"/>
              </a:rPr>
              <a:t>VACUUM</a:t>
            </a:r>
            <a:r>
              <a:rPr lang="en-AU" sz="1400" b="0" i="0" dirty="0">
                <a:effectLst/>
                <a:latin typeface="+mn-lt"/>
              </a:rPr>
              <a:t> command removes old files that are no longer actively referenced in the transaction log. </a:t>
            </a:r>
          </a:p>
        </p:txBody>
      </p:sp>
    </p:spTree>
    <p:extLst>
      <p:ext uri="{BB962C8B-B14F-4D97-AF65-F5344CB8AC3E}">
        <p14:creationId xmlns:p14="http://schemas.microsoft.com/office/powerpoint/2010/main" val="3743856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D46AA7C-A962-5AB2-08A2-6F68161C1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62000"/>
            <a:ext cx="38862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b="1">
                <a:solidFill>
                  <a:srgbClr val="0070C0"/>
                </a:solidFill>
                <a:latin typeface="+mn-lt"/>
              </a:rPr>
              <a:t>Reference Links</a:t>
            </a:r>
            <a:br>
              <a:rPr lang="en-US" altLang="en-US" sz="2800" b="1">
                <a:solidFill>
                  <a:srgbClr val="002060"/>
                </a:solidFill>
                <a:latin typeface="+mn-lt"/>
              </a:rPr>
            </a:br>
            <a:endParaRPr lang="en-US" altLang="en-US" sz="2800" b="1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DA0E44-E9B1-B48A-7264-4A5DD079D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113" y="1035050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279B924-32B0-534A-6CC4-FA67C81DD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3073400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endParaRPr lang="en-AU" dirty="0"/>
          </a:p>
          <a:p>
            <a:pPr marL="0" indent="0">
              <a:buFont typeface="Wingdings 3" panose="05040102010807070707" pitchFamily="18" charset="2"/>
              <a:buNone/>
              <a:defRPr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F57AA5-F61B-66DC-AC0D-2B7DA82EA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7538" y="1965325"/>
            <a:ext cx="1974850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55301" name="Rectangle 6">
            <a:extLst>
              <a:ext uri="{FF2B5EF4-FFF2-40B4-BE49-F238E27FC236}">
                <a16:creationId xmlns:a16="http://schemas.microsoft.com/office/drawing/2014/main" id="{15F97590-0A32-F10D-8F6D-105F07B95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55302" name="Picture 7">
            <a:extLst>
              <a:ext uri="{FF2B5EF4-FFF2-40B4-BE49-F238E27FC236}">
                <a16:creationId xmlns:a16="http://schemas.microsoft.com/office/drawing/2014/main" id="{94AD607D-FD02-58AC-91E5-5552A13DA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29386</TotalTime>
  <Words>1008</Words>
  <Application>Microsoft Macintosh PowerPoint</Application>
  <PresentationFormat>On-screen Show (4:3)</PresentationFormat>
  <Paragraphs>110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Century Gothic</vt:lpstr>
      <vt:lpstr>Wingdings 3</vt:lpstr>
      <vt:lpstr>幼圆</vt:lpstr>
      <vt:lpstr>Wisp</vt:lpstr>
      <vt:lpstr>Delta Lake  Performance Tunning </vt:lpstr>
      <vt:lpstr>Learning Objectives   </vt:lpstr>
      <vt:lpstr>PowerPoint Presentation</vt:lpstr>
      <vt:lpstr>PowerPoint Presentation</vt:lpstr>
      <vt:lpstr>PowerPoint Presentation</vt:lpstr>
      <vt:lpstr>Partition </vt:lpstr>
      <vt:lpstr>PowerPoint Presentation</vt:lpstr>
      <vt:lpstr>Advantages </vt:lpstr>
      <vt:lpstr>Downside </vt:lpstr>
      <vt:lpstr>Partition Demo </vt:lpstr>
      <vt:lpstr>Data Clustering</vt:lpstr>
      <vt:lpstr>Covered in Databricks </vt:lpstr>
      <vt:lpstr>Data Skipping </vt:lpstr>
      <vt:lpstr>PowerPoint Presentation</vt:lpstr>
      <vt:lpstr>PowerPoint Presentation</vt:lpstr>
      <vt:lpstr>Optimized writes</vt:lpstr>
      <vt:lpstr>Optimized Writes - concept </vt:lpstr>
      <vt:lpstr>Optimized Writes - Implementation </vt:lpstr>
      <vt:lpstr>Auto Compaction </vt:lpstr>
      <vt:lpstr>Problem to solve </vt:lpstr>
      <vt:lpstr>Vacuum</vt:lpstr>
      <vt:lpstr>Problem to solve </vt:lpstr>
      <vt:lpstr>Implementation </vt:lpstr>
      <vt:lpstr>Reference Links </vt:lpstr>
      <vt:lpstr>PowerPoint Presentation</vt:lpstr>
    </vt:vector>
  </TitlesOfParts>
  <Company>Personal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</dc:title>
  <dc:creator>Philip King</dc:creator>
  <cp:lastModifiedBy>Songqing Gu</cp:lastModifiedBy>
  <cp:revision>850</cp:revision>
  <dcterms:created xsi:type="dcterms:W3CDTF">2004-06-18T19:39:23Z</dcterms:created>
  <dcterms:modified xsi:type="dcterms:W3CDTF">2025-02-24T02:19:06Z</dcterms:modified>
</cp:coreProperties>
</file>